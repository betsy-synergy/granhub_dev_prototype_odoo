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2" r:id="rId1"/>
    <p:sldMasterId id="2147483683" r:id="rId2"/>
  </p:sldMasterIdLst>
  <p:notesMasterIdLst>
    <p:notesMasterId r:id="rId59"/>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0" r:id="rId57"/>
    <p:sldId id="311" r:id="rId58"/>
  </p:sldIdLst>
  <p:sldSz cx="9144000" cy="5143500" type="screen16x9"/>
  <p:notesSz cx="6858000" cy="9144000"/>
  <p:embeddedFontLst>
    <p:embeddedFont>
      <p:font typeface="M PLUS 1p" panose="02010600030101010101" charset="-128"/>
      <p:regular r:id="rId60"/>
      <p:bold r:id="rId61"/>
    </p:embeddedFont>
    <p:embeddedFont>
      <p:font typeface="Amatic SC" panose="00000500000000000000" pitchFamily="2" charset="-79"/>
      <p:regular r:id="rId62"/>
      <p:bold r:id="rId63"/>
    </p:embeddedFont>
    <p:embeddedFont>
      <p:font typeface="Montserrat" panose="00000500000000000000" pitchFamily="2" charset="0"/>
      <p:regular r:id="rId64"/>
      <p:bold r:id="rId65"/>
      <p:italic r:id="rId66"/>
      <p:boldItalic r:id="rId67"/>
    </p:embeddedFont>
    <p:embeddedFont>
      <p:font typeface="Proxima Nova" panose="02010600030101010101" charset="0"/>
      <p:regular r:id="rId68"/>
      <p:bold r:id="rId69"/>
      <p:italic r:id="rId70"/>
      <p:boldItalic r:id="rId71"/>
    </p:embeddedFont>
    <p:embeddedFont>
      <p:font typeface="Proxima Nova Semibold" panose="02010600030101010101" charset="0"/>
      <p:regular r:id="rId72"/>
      <p:bold r:id="rId73"/>
      <p:boldItalic r:id="rId74"/>
    </p:embeddedFont>
    <p:embeddedFont>
      <p:font typeface="PT Sans" panose="020B0503020203020204" pitchFamily="34" charset="0"/>
      <p:regular r:id="rId75"/>
      <p:bold r:id="rId76"/>
      <p:italic r:id="rId77"/>
      <p:boldItalic r:id="rId78"/>
    </p:embeddedFont>
    <p:embeddedFont>
      <p:font typeface="Roboto Condensed Light" panose="02000000000000000000" pitchFamily="2" charset="0"/>
      <p:regular r:id="rId79"/>
      <p:italic r:id="rId80"/>
    </p:embeddedFont>
    <p:embeddedFont>
      <p:font typeface="Roboto Medium" panose="02000000000000000000" pitchFamily="2" charset="0"/>
      <p:regular r:id="rId81"/>
      <p:bold r:id="rId82"/>
      <p:italic r:id="rId83"/>
      <p:boldItalic r:id="rId8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C24C5A11-0915-40F6-85A9-2BD45B5DC75F}">
  <a:tblStyle styleId="{C24C5A11-0915-40F6-85A9-2BD45B5DC75F}"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94" d="100"/>
          <a:sy n="94" d="100"/>
        </p:scale>
        <p:origin x="276" y="4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4.fntdata"/><Relationship Id="rId68" Type="http://schemas.openxmlformats.org/officeDocument/2006/relationships/font" Target="fonts/font9.fntdata"/><Relationship Id="rId84" Type="http://schemas.openxmlformats.org/officeDocument/2006/relationships/font" Target="fonts/font25.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font" Target="fonts/font15.fntdata"/><Relationship Id="rId79" Type="http://schemas.openxmlformats.org/officeDocument/2006/relationships/font" Target="fonts/font20.fntdata"/><Relationship Id="rId5" Type="http://schemas.openxmlformats.org/officeDocument/2006/relationships/slide" Target="slides/slide3.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5.fntdata"/><Relationship Id="rId69" Type="http://schemas.openxmlformats.org/officeDocument/2006/relationships/font" Target="fonts/font10.fntdata"/><Relationship Id="rId77" Type="http://schemas.openxmlformats.org/officeDocument/2006/relationships/font" Target="fonts/font18.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3.fntdata"/><Relationship Id="rId80" Type="http://schemas.openxmlformats.org/officeDocument/2006/relationships/font" Target="fonts/font21.fntdata"/><Relationship Id="rId85" Type="http://schemas.openxmlformats.org/officeDocument/2006/relationships/presProps" Target="pres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notesMaster" Target="notesMasters/notesMaster1.xml"/><Relationship Id="rId67" Type="http://schemas.openxmlformats.org/officeDocument/2006/relationships/font" Target="fonts/font8.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3.fntdata"/><Relationship Id="rId70" Type="http://schemas.openxmlformats.org/officeDocument/2006/relationships/font" Target="fonts/font11.fntdata"/><Relationship Id="rId75" Type="http://schemas.openxmlformats.org/officeDocument/2006/relationships/font" Target="fonts/font16.fntdata"/><Relationship Id="rId83" Type="http://schemas.openxmlformats.org/officeDocument/2006/relationships/font" Target="fonts/font24.fntdata"/><Relationship Id="rId88"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1.fntdata"/><Relationship Id="rId65" Type="http://schemas.openxmlformats.org/officeDocument/2006/relationships/font" Target="fonts/font6.fntdata"/><Relationship Id="rId73" Type="http://schemas.openxmlformats.org/officeDocument/2006/relationships/font" Target="fonts/font14.fntdata"/><Relationship Id="rId78" Type="http://schemas.openxmlformats.org/officeDocument/2006/relationships/font" Target="fonts/font19.fntdata"/><Relationship Id="rId81" Type="http://schemas.openxmlformats.org/officeDocument/2006/relationships/font" Target="fonts/font22.fntdata"/><Relationship Id="rId86"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7.fntdata"/><Relationship Id="rId7" Type="http://schemas.openxmlformats.org/officeDocument/2006/relationships/slide" Target="slides/slide5.xml"/><Relationship Id="rId71" Type="http://schemas.openxmlformats.org/officeDocument/2006/relationships/font" Target="fonts/font12.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7.fntdata"/><Relationship Id="rId87" Type="http://schemas.openxmlformats.org/officeDocument/2006/relationships/theme" Target="theme/theme1.xml"/><Relationship Id="rId61" Type="http://schemas.openxmlformats.org/officeDocument/2006/relationships/font" Target="fonts/font2.fntdata"/><Relationship Id="rId82" Type="http://schemas.openxmlformats.org/officeDocument/2006/relationships/font" Target="fonts/font23.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8"/>
        <p:cNvGrpSpPr/>
        <p:nvPr/>
      </p:nvGrpSpPr>
      <p:grpSpPr>
        <a:xfrm>
          <a:off x="0" y="0"/>
          <a:ext cx="0" cy="0"/>
          <a:chOff x="0" y="0"/>
          <a:chExt cx="0" cy="0"/>
        </a:xfrm>
      </p:grpSpPr>
      <p:sp>
        <p:nvSpPr>
          <p:cNvPr id="169" name="Google Shape;169;g11203f3d94f_0_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 name="Google Shape;170;g11203f3d94f_0_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
        <p:cNvGrpSpPr/>
        <p:nvPr/>
      </p:nvGrpSpPr>
      <p:grpSpPr>
        <a:xfrm>
          <a:off x="0" y="0"/>
          <a:ext cx="0" cy="0"/>
          <a:chOff x="0" y="0"/>
          <a:chExt cx="0" cy="0"/>
        </a:xfrm>
      </p:grpSpPr>
      <p:sp>
        <p:nvSpPr>
          <p:cNvPr id="199" name="Google Shape;199;g99f2f57a71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0" name="Google Shape;200;g99f2f57a7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4"/>
        <p:cNvGrpSpPr/>
        <p:nvPr/>
      </p:nvGrpSpPr>
      <p:grpSpPr>
        <a:xfrm>
          <a:off x="0" y="0"/>
          <a:ext cx="0" cy="0"/>
          <a:chOff x="0" y="0"/>
          <a:chExt cx="0" cy="0"/>
        </a:xfrm>
      </p:grpSpPr>
      <p:sp>
        <p:nvSpPr>
          <p:cNvPr id="225" name="Google Shape;225;g99f2f57a71_0_2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 name="Google Shape;226;g99f2f57a71_0_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0"/>
        <p:cNvGrpSpPr/>
        <p:nvPr/>
      </p:nvGrpSpPr>
      <p:grpSpPr>
        <a:xfrm>
          <a:off x="0" y="0"/>
          <a:ext cx="0" cy="0"/>
          <a:chOff x="0" y="0"/>
          <a:chExt cx="0" cy="0"/>
        </a:xfrm>
      </p:grpSpPr>
      <p:sp>
        <p:nvSpPr>
          <p:cNvPr id="271" name="Google Shape;271;g99f2f57a71_0_1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2" name="Google Shape;272;g99f2f57a71_0_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
        <p:cNvGrpSpPr/>
        <p:nvPr/>
      </p:nvGrpSpPr>
      <p:grpSpPr>
        <a:xfrm>
          <a:off x="0" y="0"/>
          <a:ext cx="0" cy="0"/>
          <a:chOff x="0" y="0"/>
          <a:chExt cx="0" cy="0"/>
        </a:xfrm>
      </p:grpSpPr>
      <p:sp>
        <p:nvSpPr>
          <p:cNvPr id="295" name="Google Shape;295;gbd6c00e730_0_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6" name="Google Shape;296;gbd6c00e730_0_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0"/>
        <p:cNvGrpSpPr/>
        <p:nvPr/>
      </p:nvGrpSpPr>
      <p:grpSpPr>
        <a:xfrm>
          <a:off x="0" y="0"/>
          <a:ext cx="0" cy="0"/>
          <a:chOff x="0" y="0"/>
          <a:chExt cx="0" cy="0"/>
        </a:xfrm>
      </p:grpSpPr>
      <p:sp>
        <p:nvSpPr>
          <p:cNvPr id="321" name="Google Shape;321;g99f2f57a71_0_20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2" name="Google Shape;322;g99f2f57a71_0_2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8"/>
        <p:cNvGrpSpPr/>
        <p:nvPr/>
      </p:nvGrpSpPr>
      <p:grpSpPr>
        <a:xfrm>
          <a:off x="0" y="0"/>
          <a:ext cx="0" cy="0"/>
          <a:chOff x="0" y="0"/>
          <a:chExt cx="0" cy="0"/>
        </a:xfrm>
      </p:grpSpPr>
      <p:sp>
        <p:nvSpPr>
          <p:cNvPr id="349" name="Google Shape;349;g99f2f57a71_0_1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0" name="Google Shape;350;g99f2f57a71_0_1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5"/>
        <p:cNvGrpSpPr/>
        <p:nvPr/>
      </p:nvGrpSpPr>
      <p:grpSpPr>
        <a:xfrm>
          <a:off x="0" y="0"/>
          <a:ext cx="0" cy="0"/>
          <a:chOff x="0" y="0"/>
          <a:chExt cx="0" cy="0"/>
        </a:xfrm>
      </p:grpSpPr>
      <p:sp>
        <p:nvSpPr>
          <p:cNvPr id="376" name="Google Shape;376;gbd6c00e730_0_20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7" name="Google Shape;377;gbd6c00e730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0"/>
        <p:cNvGrpSpPr/>
        <p:nvPr/>
      </p:nvGrpSpPr>
      <p:grpSpPr>
        <a:xfrm>
          <a:off x="0" y="0"/>
          <a:ext cx="0" cy="0"/>
          <a:chOff x="0" y="0"/>
          <a:chExt cx="0" cy="0"/>
        </a:xfrm>
      </p:grpSpPr>
      <p:sp>
        <p:nvSpPr>
          <p:cNvPr id="421" name="Google Shape;421;gbd6c00e730_0_1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2" name="Google Shape;422;gbd6c00e730_0_1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2"/>
        <p:cNvGrpSpPr/>
        <p:nvPr/>
      </p:nvGrpSpPr>
      <p:grpSpPr>
        <a:xfrm>
          <a:off x="0" y="0"/>
          <a:ext cx="0" cy="0"/>
          <a:chOff x="0" y="0"/>
          <a:chExt cx="0" cy="0"/>
        </a:xfrm>
      </p:grpSpPr>
      <p:sp>
        <p:nvSpPr>
          <p:cNvPr id="493" name="Google Shape;493;gbd6c00e730_0_1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4" name="Google Shape;494;gbd6c00e730_0_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2"/>
        <p:cNvGrpSpPr/>
        <p:nvPr/>
      </p:nvGrpSpPr>
      <p:grpSpPr>
        <a:xfrm>
          <a:off x="0" y="0"/>
          <a:ext cx="0" cy="0"/>
          <a:chOff x="0" y="0"/>
          <a:chExt cx="0" cy="0"/>
        </a:xfrm>
      </p:grpSpPr>
      <p:sp>
        <p:nvSpPr>
          <p:cNvPr id="563" name="Google Shape;563;gbd6c00e730_0_2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4" name="Google Shape;564;gbd6c00e730_0_2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0"/>
        <p:cNvGrpSpPr/>
        <p:nvPr/>
      </p:nvGrpSpPr>
      <p:grpSpPr>
        <a:xfrm>
          <a:off x="0" y="0"/>
          <a:ext cx="0" cy="0"/>
          <a:chOff x="0" y="0"/>
          <a:chExt cx="0" cy="0"/>
        </a:xfrm>
      </p:grpSpPr>
      <p:sp>
        <p:nvSpPr>
          <p:cNvPr id="621" name="Google Shape;621;gbd6c00e730_0_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2" name="Google Shape;622;gbd6c00e730_0_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8"/>
        <p:cNvGrpSpPr/>
        <p:nvPr/>
      </p:nvGrpSpPr>
      <p:grpSpPr>
        <a:xfrm>
          <a:off x="0" y="0"/>
          <a:ext cx="0" cy="0"/>
          <a:chOff x="0" y="0"/>
          <a:chExt cx="0" cy="0"/>
        </a:xfrm>
      </p:grpSpPr>
      <p:sp>
        <p:nvSpPr>
          <p:cNvPr id="649" name="Google Shape;649;g99f2f57a71_0_1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0" name="Google Shape;650;g99f2f57a71_0_1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5"/>
        <p:cNvGrpSpPr/>
        <p:nvPr/>
      </p:nvGrpSpPr>
      <p:grpSpPr>
        <a:xfrm>
          <a:off x="0" y="0"/>
          <a:ext cx="0" cy="0"/>
          <a:chOff x="0" y="0"/>
          <a:chExt cx="0" cy="0"/>
        </a:xfrm>
      </p:grpSpPr>
      <p:sp>
        <p:nvSpPr>
          <p:cNvPr id="676" name="Google Shape;676;g99f2f57a71_0_1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7" name="Google Shape;677;g99f2f57a71_0_1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9"/>
        <p:cNvGrpSpPr/>
        <p:nvPr/>
      </p:nvGrpSpPr>
      <p:grpSpPr>
        <a:xfrm>
          <a:off x="0" y="0"/>
          <a:ext cx="0" cy="0"/>
          <a:chOff x="0" y="0"/>
          <a:chExt cx="0" cy="0"/>
        </a:xfrm>
      </p:grpSpPr>
      <p:sp>
        <p:nvSpPr>
          <p:cNvPr id="700" name="Google Shape;700;g99f2f57a71_0_1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1" name="Google Shape;701;g99f2f57a71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4"/>
        <p:cNvGrpSpPr/>
        <p:nvPr/>
      </p:nvGrpSpPr>
      <p:grpSpPr>
        <a:xfrm>
          <a:off x="0" y="0"/>
          <a:ext cx="0" cy="0"/>
          <a:chOff x="0" y="0"/>
          <a:chExt cx="0" cy="0"/>
        </a:xfrm>
      </p:grpSpPr>
      <p:sp>
        <p:nvSpPr>
          <p:cNvPr id="725" name="Google Shape;725;gf8cf4f0f69_0_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6" name="Google Shape;726;gf8cf4f0f69_0_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1"/>
        <p:cNvGrpSpPr/>
        <p:nvPr/>
      </p:nvGrpSpPr>
      <p:grpSpPr>
        <a:xfrm>
          <a:off x="0" y="0"/>
          <a:ext cx="0" cy="0"/>
          <a:chOff x="0" y="0"/>
          <a:chExt cx="0" cy="0"/>
        </a:xfrm>
      </p:grpSpPr>
      <p:sp>
        <p:nvSpPr>
          <p:cNvPr id="752" name="Google Shape;752;gbd6c00e730_0_17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3" name="Google Shape;753;gbd6c00e730_0_1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8"/>
        <p:cNvGrpSpPr/>
        <p:nvPr/>
      </p:nvGrpSpPr>
      <p:grpSpPr>
        <a:xfrm>
          <a:off x="0" y="0"/>
          <a:ext cx="0" cy="0"/>
          <a:chOff x="0" y="0"/>
          <a:chExt cx="0" cy="0"/>
        </a:xfrm>
      </p:grpSpPr>
      <p:sp>
        <p:nvSpPr>
          <p:cNvPr id="779" name="Google Shape;779;gcc98d9fb70_8_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0" name="Google Shape;780;gcc98d9fb70_8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2"/>
        <p:cNvGrpSpPr/>
        <p:nvPr/>
      </p:nvGrpSpPr>
      <p:grpSpPr>
        <a:xfrm>
          <a:off x="0" y="0"/>
          <a:ext cx="0" cy="0"/>
          <a:chOff x="0" y="0"/>
          <a:chExt cx="0" cy="0"/>
        </a:xfrm>
      </p:grpSpPr>
      <p:sp>
        <p:nvSpPr>
          <p:cNvPr id="813" name="Google Shape;813;gf8cf4f0f69_0_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 name="Google Shape;814;gf8cf4f0f69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8"/>
        <p:cNvGrpSpPr/>
        <p:nvPr/>
      </p:nvGrpSpPr>
      <p:grpSpPr>
        <a:xfrm>
          <a:off x="0" y="0"/>
          <a:ext cx="0" cy="0"/>
          <a:chOff x="0" y="0"/>
          <a:chExt cx="0" cy="0"/>
        </a:xfrm>
      </p:grpSpPr>
      <p:sp>
        <p:nvSpPr>
          <p:cNvPr id="859" name="Google Shape;859;gbd6c00e730_0_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0" name="Google Shape;860;gbd6c00e730_0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5"/>
        <p:cNvGrpSpPr/>
        <p:nvPr/>
      </p:nvGrpSpPr>
      <p:grpSpPr>
        <a:xfrm>
          <a:off x="0" y="0"/>
          <a:ext cx="0" cy="0"/>
          <a:chOff x="0" y="0"/>
          <a:chExt cx="0" cy="0"/>
        </a:xfrm>
      </p:grpSpPr>
      <p:sp>
        <p:nvSpPr>
          <p:cNvPr id="886" name="Google Shape;886;gf8cf4f0f69_0_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7" name="Google Shape;887;gf8cf4f0f69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8"/>
        <p:cNvGrpSpPr/>
        <p:nvPr/>
      </p:nvGrpSpPr>
      <p:grpSpPr>
        <a:xfrm>
          <a:off x="0" y="0"/>
          <a:ext cx="0" cy="0"/>
          <a:chOff x="0" y="0"/>
          <a:chExt cx="0" cy="0"/>
        </a:xfrm>
      </p:grpSpPr>
      <p:sp>
        <p:nvSpPr>
          <p:cNvPr id="919" name="Google Shape;919;gf8cf4f0f69_0_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0" name="Google Shape;920;gf8cf4f0f69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1"/>
        <p:cNvGrpSpPr/>
        <p:nvPr/>
      </p:nvGrpSpPr>
      <p:grpSpPr>
        <a:xfrm>
          <a:off x="0" y="0"/>
          <a:ext cx="0" cy="0"/>
          <a:chOff x="0" y="0"/>
          <a:chExt cx="0" cy="0"/>
        </a:xfrm>
      </p:grpSpPr>
      <p:sp>
        <p:nvSpPr>
          <p:cNvPr id="952" name="Google Shape;952;gbd6c00e730_0_1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3" name="Google Shape;953;gbd6c00e730_0_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
        <p:cNvGrpSpPr/>
        <p:nvPr/>
      </p:nvGrpSpPr>
      <p:grpSpPr>
        <a:xfrm>
          <a:off x="0" y="0"/>
          <a:ext cx="0" cy="0"/>
          <a:chOff x="0" y="0"/>
          <a:chExt cx="0" cy="0"/>
        </a:xfrm>
      </p:grpSpPr>
      <p:sp>
        <p:nvSpPr>
          <p:cNvPr id="988" name="Google Shape;988;gf8cf4f0f69_0_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9" name="Google Shape;989;gf8cf4f0f69_0_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4"/>
        <p:cNvGrpSpPr/>
        <p:nvPr/>
      </p:nvGrpSpPr>
      <p:grpSpPr>
        <a:xfrm>
          <a:off x="0" y="0"/>
          <a:ext cx="0" cy="0"/>
          <a:chOff x="0" y="0"/>
          <a:chExt cx="0" cy="0"/>
        </a:xfrm>
      </p:grpSpPr>
      <p:sp>
        <p:nvSpPr>
          <p:cNvPr id="1015" name="Google Shape;1015;gf8cf4f0f69_0_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6" name="Google Shape;1016;gf8cf4f0f69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0"/>
        <p:cNvGrpSpPr/>
        <p:nvPr/>
      </p:nvGrpSpPr>
      <p:grpSpPr>
        <a:xfrm>
          <a:off x="0" y="0"/>
          <a:ext cx="0" cy="0"/>
          <a:chOff x="0" y="0"/>
          <a:chExt cx="0" cy="0"/>
        </a:xfrm>
      </p:grpSpPr>
      <p:sp>
        <p:nvSpPr>
          <p:cNvPr id="1121" name="Google Shape;1121;gf8cf4f0f69_0_3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2" name="Google Shape;1122;gf8cf4f0f69_0_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9"/>
        <p:cNvGrpSpPr/>
        <p:nvPr/>
      </p:nvGrpSpPr>
      <p:grpSpPr>
        <a:xfrm>
          <a:off x="0" y="0"/>
          <a:ext cx="0" cy="0"/>
          <a:chOff x="0" y="0"/>
          <a:chExt cx="0" cy="0"/>
        </a:xfrm>
      </p:grpSpPr>
      <p:sp>
        <p:nvSpPr>
          <p:cNvPr id="1180" name="Google Shape;1180;gf8cf4f0f69_0_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1" name="Google Shape;1181;gf8cf4f0f69_0_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4"/>
        <p:cNvGrpSpPr/>
        <p:nvPr/>
      </p:nvGrpSpPr>
      <p:grpSpPr>
        <a:xfrm>
          <a:off x="0" y="0"/>
          <a:ext cx="0" cy="0"/>
          <a:chOff x="0" y="0"/>
          <a:chExt cx="0" cy="0"/>
        </a:xfrm>
      </p:grpSpPr>
      <p:sp>
        <p:nvSpPr>
          <p:cNvPr id="1235" name="Google Shape;1235;gf8cf4f0f69_0_1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6" name="Google Shape;1236;gf8cf4f0f69_0_1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3"/>
        <p:cNvGrpSpPr/>
        <p:nvPr/>
      </p:nvGrpSpPr>
      <p:grpSpPr>
        <a:xfrm>
          <a:off x="0" y="0"/>
          <a:ext cx="0" cy="0"/>
          <a:chOff x="0" y="0"/>
          <a:chExt cx="0" cy="0"/>
        </a:xfrm>
      </p:grpSpPr>
      <p:sp>
        <p:nvSpPr>
          <p:cNvPr id="1284" name="Google Shape;1284;gf8cf4f0f69_0_9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5" name="Google Shape;1285;gf8cf4f0f69_0_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6"/>
        <p:cNvGrpSpPr/>
        <p:nvPr/>
      </p:nvGrpSpPr>
      <p:grpSpPr>
        <a:xfrm>
          <a:off x="0" y="0"/>
          <a:ext cx="0" cy="0"/>
          <a:chOff x="0" y="0"/>
          <a:chExt cx="0" cy="0"/>
        </a:xfrm>
      </p:grpSpPr>
      <p:sp>
        <p:nvSpPr>
          <p:cNvPr id="1357" name="Google Shape;1357;g99f2f57a71_0_2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8" name="Google Shape;1358;g99f2f57a71_0_2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
        <p:cNvGrpSpPr/>
        <p:nvPr/>
      </p:nvGrpSpPr>
      <p:grpSpPr>
        <a:xfrm>
          <a:off x="0" y="0"/>
          <a:ext cx="0" cy="0"/>
          <a:chOff x="0" y="0"/>
          <a:chExt cx="0" cy="0"/>
        </a:xfrm>
      </p:grpSpPr>
      <p:sp>
        <p:nvSpPr>
          <p:cNvPr id="1411" name="Google Shape;1411;g113b5bec404_1_3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2" name="Google Shape;1412;g113b5bec404_1_3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2"/>
        <p:cNvGrpSpPr/>
        <p:nvPr/>
      </p:nvGrpSpPr>
      <p:grpSpPr>
        <a:xfrm>
          <a:off x="0" y="0"/>
          <a:ext cx="0" cy="0"/>
          <a:chOff x="0" y="0"/>
          <a:chExt cx="0" cy="0"/>
        </a:xfrm>
      </p:grpSpPr>
      <p:sp>
        <p:nvSpPr>
          <p:cNvPr id="1463" name="Google Shape;1463;gf8cf4f0f69_0_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4" name="Google Shape;1464;gf8cf4f0f69_0_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2"/>
        <p:cNvGrpSpPr/>
        <p:nvPr/>
      </p:nvGrpSpPr>
      <p:grpSpPr>
        <a:xfrm>
          <a:off x="0" y="0"/>
          <a:ext cx="0" cy="0"/>
          <a:chOff x="0" y="0"/>
          <a:chExt cx="0" cy="0"/>
        </a:xfrm>
      </p:grpSpPr>
      <p:sp>
        <p:nvSpPr>
          <p:cNvPr id="1503" name="Google Shape;1503;gf944d10b8e_0_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4" name="Google Shape;1504;gf944d10b8e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
        <p:cNvGrpSpPr/>
        <p:nvPr/>
      </p:nvGrpSpPr>
      <p:grpSpPr>
        <a:xfrm>
          <a:off x="0" y="0"/>
          <a:ext cx="0" cy="0"/>
          <a:chOff x="0" y="0"/>
          <a:chExt cx="0" cy="0"/>
        </a:xfrm>
      </p:grpSpPr>
      <p:sp>
        <p:nvSpPr>
          <p:cNvPr id="1528" name="Google Shape;1528;gf8cf4f0f69_0_1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9" name="Google Shape;1529;gf8cf4f0f69_0_1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5"/>
        <p:cNvGrpSpPr/>
        <p:nvPr/>
      </p:nvGrpSpPr>
      <p:grpSpPr>
        <a:xfrm>
          <a:off x="0" y="0"/>
          <a:ext cx="0" cy="0"/>
          <a:chOff x="0" y="0"/>
          <a:chExt cx="0" cy="0"/>
        </a:xfrm>
      </p:grpSpPr>
      <p:sp>
        <p:nvSpPr>
          <p:cNvPr id="1586" name="Google Shape;1586;g99f2f57a71_0_19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7" name="Google Shape;1587;g99f2f57a71_0_1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2"/>
        <p:cNvGrpSpPr/>
        <p:nvPr/>
      </p:nvGrpSpPr>
      <p:grpSpPr>
        <a:xfrm>
          <a:off x="0" y="0"/>
          <a:ext cx="0" cy="0"/>
          <a:chOff x="0" y="0"/>
          <a:chExt cx="0" cy="0"/>
        </a:xfrm>
      </p:grpSpPr>
      <p:sp>
        <p:nvSpPr>
          <p:cNvPr id="1623" name="Google Shape;1623;gbd6c00e730_0_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4" name="Google Shape;1624;gbd6c00e730_0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14"/>
        <p:cNvGrpSpPr/>
        <p:nvPr/>
      </p:nvGrpSpPr>
      <p:grpSpPr>
        <a:xfrm>
          <a:off x="0" y="0"/>
          <a:ext cx="0" cy="0"/>
          <a:chOff x="0" y="0"/>
          <a:chExt cx="0" cy="0"/>
        </a:xfrm>
      </p:grpSpPr>
      <p:sp>
        <p:nvSpPr>
          <p:cNvPr id="2015" name="Google Shape;2015;gf8f549bcb1_0_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16" name="Google Shape;2016;gf8f549bcb1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7"/>
        <p:cNvGrpSpPr/>
        <p:nvPr/>
      </p:nvGrpSpPr>
      <p:grpSpPr>
        <a:xfrm>
          <a:off x="0" y="0"/>
          <a:ext cx="0" cy="0"/>
          <a:chOff x="0" y="0"/>
          <a:chExt cx="0" cy="0"/>
        </a:xfrm>
      </p:grpSpPr>
      <p:sp>
        <p:nvSpPr>
          <p:cNvPr id="2118" name="Google Shape;2118;gd6fc454c64_1_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9" name="Google Shape;2119;gd6fc454c64_1_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113b5bec404_1_14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113b5bec404_1_14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1"/>
        <p:cNvGrpSpPr/>
        <p:nvPr/>
      </p:nvGrpSpPr>
      <p:grpSpPr>
        <a:xfrm>
          <a:off x="0" y="0"/>
          <a:ext cx="0" cy="0"/>
          <a:chOff x="0" y="0"/>
          <a:chExt cx="0" cy="0"/>
        </a:xfrm>
      </p:grpSpPr>
      <p:sp>
        <p:nvSpPr>
          <p:cNvPr id="2152" name="Google Shape;2152;g113b5bec404_1_14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3" name="Google Shape;2153;g113b5bec404_1_14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8"/>
        <p:cNvGrpSpPr/>
        <p:nvPr/>
      </p:nvGrpSpPr>
      <p:grpSpPr>
        <a:xfrm>
          <a:off x="0" y="0"/>
          <a:ext cx="0" cy="0"/>
          <a:chOff x="0" y="0"/>
          <a:chExt cx="0" cy="0"/>
        </a:xfrm>
      </p:grpSpPr>
      <p:sp>
        <p:nvSpPr>
          <p:cNvPr id="2159" name="Google Shape;2159;g113b5bec404_1_14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0" name="Google Shape;2160;g113b5bec404_1_14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9"/>
        <p:cNvGrpSpPr/>
        <p:nvPr/>
      </p:nvGrpSpPr>
      <p:grpSpPr>
        <a:xfrm>
          <a:off x="0" y="0"/>
          <a:ext cx="0" cy="0"/>
          <a:chOff x="0" y="0"/>
          <a:chExt cx="0" cy="0"/>
        </a:xfrm>
      </p:grpSpPr>
      <p:sp>
        <p:nvSpPr>
          <p:cNvPr id="2180" name="Google Shape;2180;g113b5bec404_1_14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1" name="Google Shape;2181;g113b5bec404_1_14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95"/>
        <p:cNvGrpSpPr/>
        <p:nvPr/>
      </p:nvGrpSpPr>
      <p:grpSpPr>
        <a:xfrm>
          <a:off x="0" y="0"/>
          <a:ext cx="0" cy="0"/>
          <a:chOff x="0" y="0"/>
          <a:chExt cx="0" cy="0"/>
        </a:xfrm>
      </p:grpSpPr>
      <p:sp>
        <p:nvSpPr>
          <p:cNvPr id="2196" name="Google Shape;2196;g113b5bec404_1_14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97" name="Google Shape;2197;g113b5bec404_1_14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34"/>
        <p:cNvGrpSpPr/>
        <p:nvPr/>
      </p:nvGrpSpPr>
      <p:grpSpPr>
        <a:xfrm>
          <a:off x="0" y="0"/>
          <a:ext cx="0" cy="0"/>
          <a:chOff x="0" y="0"/>
          <a:chExt cx="0" cy="0"/>
        </a:xfrm>
      </p:grpSpPr>
      <p:sp>
        <p:nvSpPr>
          <p:cNvPr id="2535" name="Google Shape;2535;g113b5bec404_1_18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36" name="Google Shape;2536;g113b5bec404_1_18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35"/>
        <p:cNvGrpSpPr/>
        <p:nvPr/>
      </p:nvGrpSpPr>
      <p:grpSpPr>
        <a:xfrm>
          <a:off x="0" y="0"/>
          <a:ext cx="0" cy="0"/>
          <a:chOff x="0" y="0"/>
          <a:chExt cx="0" cy="0"/>
        </a:xfrm>
      </p:grpSpPr>
      <p:sp>
        <p:nvSpPr>
          <p:cNvPr id="4736" name="Google Shape;4736;g113b5bec404_1_40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37" name="Google Shape;4737;g113b5bec404_1_40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54"/>
        <p:cNvGrpSpPr/>
        <p:nvPr/>
      </p:nvGrpSpPr>
      <p:grpSpPr>
        <a:xfrm>
          <a:off x="0" y="0"/>
          <a:ext cx="0" cy="0"/>
          <a:chOff x="0" y="0"/>
          <a:chExt cx="0" cy="0"/>
        </a:xfrm>
      </p:grpSpPr>
      <p:sp>
        <p:nvSpPr>
          <p:cNvPr id="5155" name="Google Shape;5155;g113b5bec404_1_44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56" name="Google Shape;5156;g113b5bec404_1_44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24"/>
        <p:cNvGrpSpPr/>
        <p:nvPr/>
      </p:nvGrpSpPr>
      <p:grpSpPr>
        <a:xfrm>
          <a:off x="0" y="0"/>
          <a:ext cx="0" cy="0"/>
          <a:chOff x="0" y="0"/>
          <a:chExt cx="0" cy="0"/>
        </a:xfrm>
      </p:grpSpPr>
      <p:sp>
        <p:nvSpPr>
          <p:cNvPr id="5325" name="Google Shape;5325;g113b5bec404_1_46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26" name="Google Shape;5326;g113b5bec404_1_46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9"/>
        <p:cNvGrpSpPr/>
        <p:nvPr/>
      </p:nvGrpSpPr>
      <p:grpSpPr>
        <a:xfrm>
          <a:off x="0" y="0"/>
          <a:ext cx="0" cy="0"/>
          <a:chOff x="0" y="0"/>
          <a:chExt cx="0" cy="0"/>
        </a:xfrm>
      </p:grpSpPr>
      <p:sp>
        <p:nvSpPr>
          <p:cNvPr id="5730" name="Google Shape;5730;g113b5bec404_1_502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31" name="Google Shape;5731;g113b5bec404_1_50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09"/>
        <p:cNvGrpSpPr/>
        <p:nvPr/>
      </p:nvGrpSpPr>
      <p:grpSpPr>
        <a:xfrm>
          <a:off x="0" y="0"/>
          <a:ext cx="0" cy="0"/>
          <a:chOff x="0" y="0"/>
          <a:chExt cx="0" cy="0"/>
        </a:xfrm>
      </p:grpSpPr>
      <p:sp>
        <p:nvSpPr>
          <p:cNvPr id="6110" name="Google Shape;6110;g113b5bec404_1_54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11" name="Google Shape;6111;g113b5bec404_1_54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23"/>
        <p:cNvGrpSpPr/>
        <p:nvPr/>
      </p:nvGrpSpPr>
      <p:grpSpPr>
        <a:xfrm>
          <a:off x="0" y="0"/>
          <a:ext cx="0" cy="0"/>
          <a:chOff x="0" y="0"/>
          <a:chExt cx="0" cy="0"/>
        </a:xfrm>
      </p:grpSpPr>
      <p:sp>
        <p:nvSpPr>
          <p:cNvPr id="6524" name="Google Shape;6524;g113b5bec404_1_58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25" name="Google Shape;6525;g113b5bec404_1_58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84"/>
        <p:cNvGrpSpPr/>
        <p:nvPr/>
      </p:nvGrpSpPr>
      <p:grpSpPr>
        <a:xfrm>
          <a:off x="0" y="0"/>
          <a:ext cx="0" cy="0"/>
          <a:chOff x="0" y="0"/>
          <a:chExt cx="0" cy="0"/>
        </a:xfrm>
      </p:grpSpPr>
      <p:sp>
        <p:nvSpPr>
          <p:cNvPr id="6885" name="Google Shape;6885;g113b5bec404_1_61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86" name="Google Shape;6886;g113b5bec404_1_61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94"/>
        <p:cNvGrpSpPr/>
        <p:nvPr/>
      </p:nvGrpSpPr>
      <p:grpSpPr>
        <a:xfrm>
          <a:off x="0" y="0"/>
          <a:ext cx="0" cy="0"/>
          <a:chOff x="0" y="0"/>
          <a:chExt cx="0" cy="0"/>
        </a:xfrm>
      </p:grpSpPr>
      <p:sp>
        <p:nvSpPr>
          <p:cNvPr id="7395" name="Google Shape;7395;g113b5bec404_1_66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96" name="Google Shape;7396;g113b5bec404_1_66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14"/>
        <p:cNvGrpSpPr/>
        <p:nvPr/>
      </p:nvGrpSpPr>
      <p:grpSpPr>
        <a:xfrm>
          <a:off x="0" y="0"/>
          <a:ext cx="0" cy="0"/>
          <a:chOff x="0" y="0"/>
          <a:chExt cx="0" cy="0"/>
        </a:xfrm>
      </p:grpSpPr>
      <p:sp>
        <p:nvSpPr>
          <p:cNvPr id="8015" name="Google Shape;8015;g113b5bec404_1_73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16" name="Google Shape;8016;g113b5bec404_1_73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08"/>
        <p:cNvGrpSpPr/>
        <p:nvPr/>
      </p:nvGrpSpPr>
      <p:grpSpPr>
        <a:xfrm>
          <a:off x="0" y="0"/>
          <a:ext cx="0" cy="0"/>
          <a:chOff x="0" y="0"/>
          <a:chExt cx="0" cy="0"/>
        </a:xfrm>
      </p:grpSpPr>
      <p:sp>
        <p:nvSpPr>
          <p:cNvPr id="8609" name="Google Shape;8609;g113b5bec404_1_79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10" name="Google Shape;8610;g113b5bec404_1_79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29"/>
        <p:cNvGrpSpPr/>
        <p:nvPr/>
      </p:nvGrpSpPr>
      <p:grpSpPr>
        <a:xfrm>
          <a:off x="0" y="0"/>
          <a:ext cx="0" cy="0"/>
          <a:chOff x="0" y="0"/>
          <a:chExt cx="0" cy="0"/>
        </a:xfrm>
      </p:grpSpPr>
      <p:sp>
        <p:nvSpPr>
          <p:cNvPr id="8930" name="Google Shape;8930;g113b5bec404_1_82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31" name="Google Shape;8931;g113b5bec404_1_8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37"/>
        <p:cNvGrpSpPr/>
        <p:nvPr/>
      </p:nvGrpSpPr>
      <p:grpSpPr>
        <a:xfrm>
          <a:off x="0" y="0"/>
          <a:ext cx="0" cy="0"/>
          <a:chOff x="0" y="0"/>
          <a:chExt cx="0" cy="0"/>
        </a:xfrm>
      </p:grpSpPr>
      <p:sp>
        <p:nvSpPr>
          <p:cNvPr id="9238" name="Google Shape;9238;g113b5bec404_1_101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39" name="Google Shape;9239;g113b5bec404_1_101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421050" y="2876675"/>
            <a:ext cx="6302100" cy="1223400"/>
          </a:xfrm>
          <a:prstGeom prst="rect">
            <a:avLst/>
          </a:prstGeom>
        </p:spPr>
        <p:txBody>
          <a:bodyPr spcFirstLastPara="1" wrap="square" lIns="91425" tIns="91425" rIns="91425" bIns="91425" anchor="b" anchorCtr="0">
            <a:noAutofit/>
          </a:bodyPr>
          <a:lstStyle>
            <a:lvl1pPr lvl="0" algn="ctr">
              <a:spcBef>
                <a:spcPts val="0"/>
              </a:spcBef>
              <a:spcAft>
                <a:spcPts val="0"/>
              </a:spcAft>
              <a:buClr>
                <a:srgbClr val="191919"/>
              </a:buClr>
              <a:buSzPts val="5200"/>
              <a:buNone/>
              <a:defRPr sz="6000">
                <a:solidFill>
                  <a:srgbClr val="191919"/>
                </a:solidFill>
                <a:latin typeface="M PLUS 1p"/>
                <a:ea typeface="M PLUS 1p"/>
                <a:cs typeface="M PLUS 1p"/>
                <a:sym typeface="M PLUS 1p"/>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2390700" y="4328761"/>
            <a:ext cx="4362600" cy="406200"/>
          </a:xfrm>
          <a:prstGeom prst="rect">
            <a:avLst/>
          </a:prstGeom>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463674" y="2897350"/>
            <a:ext cx="4011000" cy="8418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4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3" name="Google Shape;13;p3"/>
          <p:cNvSpPr txBox="1">
            <a:spLocks noGrp="1"/>
          </p:cNvSpPr>
          <p:nvPr>
            <p:ph type="title" idx="2" hasCustomPrompt="1"/>
          </p:nvPr>
        </p:nvSpPr>
        <p:spPr>
          <a:xfrm>
            <a:off x="1746474" y="1781750"/>
            <a:ext cx="1445400" cy="8418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6000"/>
              <a:buNone/>
              <a:defRPr sz="72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4" name="Google Shape;14;p3"/>
          <p:cNvSpPr txBox="1">
            <a:spLocks noGrp="1"/>
          </p:cNvSpPr>
          <p:nvPr>
            <p:ph type="subTitle" idx="1"/>
          </p:nvPr>
        </p:nvSpPr>
        <p:spPr>
          <a:xfrm>
            <a:off x="1254024" y="3711150"/>
            <a:ext cx="2430300" cy="53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5"/>
        <p:cNvGrpSpPr/>
        <p:nvPr/>
      </p:nvGrpSpPr>
      <p:grpSpPr>
        <a:xfrm>
          <a:off x="0" y="0"/>
          <a:ext cx="0" cy="0"/>
          <a:chOff x="0" y="0"/>
          <a:chExt cx="0" cy="0"/>
        </a:xfrm>
      </p:grpSpPr>
      <p:sp>
        <p:nvSpPr>
          <p:cNvPr id="16" name="Google Shape;16;p4"/>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200"/>
              <a:buNone/>
              <a:defRPr sz="3200"/>
            </a:lvl2pPr>
            <a:lvl3pPr lvl="2" rtl="0">
              <a:spcBef>
                <a:spcPts val="0"/>
              </a:spcBef>
              <a:spcAft>
                <a:spcPts val="0"/>
              </a:spcAft>
              <a:buSzPts val="3200"/>
              <a:buNone/>
              <a:defRPr sz="3200"/>
            </a:lvl3pPr>
            <a:lvl4pPr lvl="3" rtl="0">
              <a:spcBef>
                <a:spcPts val="0"/>
              </a:spcBef>
              <a:spcAft>
                <a:spcPts val="0"/>
              </a:spcAft>
              <a:buSzPts val="3200"/>
              <a:buNone/>
              <a:defRPr sz="3200"/>
            </a:lvl4pPr>
            <a:lvl5pPr lvl="4" rtl="0">
              <a:spcBef>
                <a:spcPts val="0"/>
              </a:spcBef>
              <a:spcAft>
                <a:spcPts val="0"/>
              </a:spcAft>
              <a:buSzPts val="3200"/>
              <a:buNone/>
              <a:defRPr sz="3200"/>
            </a:lvl5pPr>
            <a:lvl6pPr lvl="5" rtl="0">
              <a:spcBef>
                <a:spcPts val="0"/>
              </a:spcBef>
              <a:spcAft>
                <a:spcPts val="0"/>
              </a:spcAft>
              <a:buSzPts val="3200"/>
              <a:buNone/>
              <a:defRPr sz="3200"/>
            </a:lvl6pPr>
            <a:lvl7pPr lvl="6" rtl="0">
              <a:spcBef>
                <a:spcPts val="0"/>
              </a:spcBef>
              <a:spcAft>
                <a:spcPts val="0"/>
              </a:spcAft>
              <a:buSzPts val="3200"/>
              <a:buNone/>
              <a:defRPr sz="3200"/>
            </a:lvl7pPr>
            <a:lvl8pPr lvl="7" rtl="0">
              <a:spcBef>
                <a:spcPts val="0"/>
              </a:spcBef>
              <a:spcAft>
                <a:spcPts val="0"/>
              </a:spcAft>
              <a:buSzPts val="3200"/>
              <a:buNone/>
              <a:defRPr sz="3200"/>
            </a:lvl8pPr>
            <a:lvl9pPr lvl="8" rtl="0">
              <a:spcBef>
                <a:spcPts val="0"/>
              </a:spcBef>
              <a:spcAft>
                <a:spcPts val="0"/>
              </a:spcAft>
              <a:buSzPts val="3200"/>
              <a:buNone/>
              <a:defRPr sz="3200"/>
            </a:lvl9pPr>
          </a:lstStyle>
          <a:p>
            <a:endParaRPr/>
          </a:p>
        </p:txBody>
      </p:sp>
      <p:sp>
        <p:nvSpPr>
          <p:cNvPr id="17" name="Google Shape;17;p4"/>
          <p:cNvSpPr txBox="1">
            <a:spLocks noGrp="1"/>
          </p:cNvSpPr>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rgbClr val="434343"/>
              </a:buClr>
              <a:buSzPts val="1200"/>
              <a:buAutoNum type="arabicPeriod"/>
              <a:defRPr sz="1100">
                <a:solidFill>
                  <a:srgbClr val="434343"/>
                </a:solidFill>
              </a:defRPr>
            </a:lvl1pPr>
            <a:lvl2pPr marL="914400" lvl="1" indent="-304800" rtl="0">
              <a:lnSpc>
                <a:spcPct val="115000"/>
              </a:lnSpc>
              <a:spcBef>
                <a:spcPts val="160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160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160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160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160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160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160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1600"/>
              </a:spcBef>
              <a:spcAft>
                <a:spcPts val="1600"/>
              </a:spcAft>
              <a:buClr>
                <a:srgbClr val="434343"/>
              </a:buClr>
              <a:buSzPts val="1200"/>
              <a:buFont typeface="Roboto Condensed Light"/>
              <a:buAutoNum type="romanLcPeriod"/>
              <a:defRPr>
                <a:solidFill>
                  <a:srgbClr val="434343"/>
                </a:solidFil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8"/>
        <p:cNvGrpSpPr/>
        <p:nvPr/>
      </p:nvGrpSpPr>
      <p:grpSpPr>
        <a:xfrm>
          <a:off x="0" y="0"/>
          <a:ext cx="0" cy="0"/>
          <a:chOff x="0" y="0"/>
          <a:chExt cx="0" cy="0"/>
        </a:xfrm>
      </p:grpSpPr>
      <p:sp>
        <p:nvSpPr>
          <p:cNvPr id="19" name="Google Shape;19;p5"/>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20" name="Google Shape;20;p5"/>
          <p:cNvSpPr txBox="1">
            <a:spLocks noGrp="1"/>
          </p:cNvSpPr>
          <p:nvPr>
            <p:ph type="title" idx="2"/>
          </p:nvPr>
        </p:nvSpPr>
        <p:spPr>
          <a:xfrm>
            <a:off x="1264400" y="2876550"/>
            <a:ext cx="2892600" cy="466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100"/>
              <a:buNone/>
              <a:defRPr sz="25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21" name="Google Shape;21;p5"/>
          <p:cNvSpPr txBox="1">
            <a:spLocks noGrp="1"/>
          </p:cNvSpPr>
          <p:nvPr>
            <p:ph type="title" idx="3"/>
          </p:nvPr>
        </p:nvSpPr>
        <p:spPr>
          <a:xfrm>
            <a:off x="4987000" y="2876550"/>
            <a:ext cx="2892600" cy="466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100"/>
              <a:buNone/>
              <a:defRPr sz="25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22" name="Google Shape;22;p5"/>
          <p:cNvSpPr txBox="1">
            <a:spLocks noGrp="1"/>
          </p:cNvSpPr>
          <p:nvPr>
            <p:ph type="subTitle" idx="1"/>
          </p:nvPr>
        </p:nvSpPr>
        <p:spPr>
          <a:xfrm>
            <a:off x="4987050" y="3266575"/>
            <a:ext cx="2892600" cy="1010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solidFill>
                  <a:schemeClr val="dk1"/>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3" name="Google Shape;23;p5"/>
          <p:cNvSpPr txBox="1">
            <a:spLocks noGrp="1"/>
          </p:cNvSpPr>
          <p:nvPr>
            <p:ph type="subTitle" idx="4"/>
          </p:nvPr>
        </p:nvSpPr>
        <p:spPr>
          <a:xfrm>
            <a:off x="1264400" y="3266575"/>
            <a:ext cx="2892600" cy="1010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solidFill>
                  <a:schemeClr val="dk1"/>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4"/>
        <p:cNvGrpSpPr/>
        <p:nvPr/>
      </p:nvGrpSpPr>
      <p:grpSpPr>
        <a:xfrm>
          <a:off x="0" y="0"/>
          <a:ext cx="0" cy="0"/>
          <a:chOff x="0" y="0"/>
          <a:chExt cx="0" cy="0"/>
        </a:xfrm>
      </p:grpSpPr>
      <p:sp>
        <p:nvSpPr>
          <p:cNvPr id="25" name="Google Shape;25;p6"/>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6"/>
        <p:cNvGrpSpPr/>
        <p:nvPr/>
      </p:nvGrpSpPr>
      <p:grpSpPr>
        <a:xfrm>
          <a:off x="0" y="0"/>
          <a:ext cx="0" cy="0"/>
          <a:chOff x="0" y="0"/>
          <a:chExt cx="0" cy="0"/>
        </a:xfrm>
      </p:grpSpPr>
      <p:sp>
        <p:nvSpPr>
          <p:cNvPr id="27" name="Google Shape;27;p7"/>
          <p:cNvSpPr txBox="1">
            <a:spLocks noGrp="1"/>
          </p:cNvSpPr>
          <p:nvPr>
            <p:ph type="body" idx="1"/>
          </p:nvPr>
        </p:nvSpPr>
        <p:spPr>
          <a:xfrm>
            <a:off x="720000" y="2178025"/>
            <a:ext cx="4230600" cy="2304900"/>
          </a:xfrm>
          <a:prstGeom prst="rect">
            <a:avLst/>
          </a:prstGeom>
        </p:spPr>
        <p:txBody>
          <a:bodyPr spcFirstLastPara="1" wrap="square" lIns="91425" tIns="91425" rIns="91425" bIns="91425" anchor="t" anchorCtr="0">
            <a:noAutofit/>
          </a:bodyPr>
          <a:lstStyle>
            <a:lvl1pPr marL="457200" lvl="0" indent="-292100" rtl="0">
              <a:lnSpc>
                <a:spcPct val="100000"/>
              </a:lnSpc>
              <a:spcBef>
                <a:spcPts val="0"/>
              </a:spcBef>
              <a:spcAft>
                <a:spcPts val="0"/>
              </a:spcAft>
              <a:buSzPts val="1000"/>
              <a:buChar char="●"/>
              <a:defRPr>
                <a:solidFill>
                  <a:srgbClr val="434343"/>
                </a:solidFill>
              </a:defRPr>
            </a:lvl1pPr>
            <a:lvl2pPr marL="914400" lvl="1" indent="-317500" rtl="0">
              <a:lnSpc>
                <a:spcPct val="115000"/>
              </a:lnSpc>
              <a:spcBef>
                <a:spcPts val="0"/>
              </a:spcBef>
              <a:spcAft>
                <a:spcPts val="0"/>
              </a:spcAft>
              <a:buSzPts val="1400"/>
              <a:buChar char="○"/>
              <a:defRPr>
                <a:solidFill>
                  <a:srgbClr val="434343"/>
                </a:solidFill>
              </a:defRPr>
            </a:lvl2pPr>
            <a:lvl3pPr marL="1371600" lvl="2" indent="-317500" rtl="0">
              <a:lnSpc>
                <a:spcPct val="115000"/>
              </a:lnSpc>
              <a:spcBef>
                <a:spcPts val="1600"/>
              </a:spcBef>
              <a:spcAft>
                <a:spcPts val="0"/>
              </a:spcAft>
              <a:buSzPts val="1400"/>
              <a:buChar char="■"/>
              <a:defRPr>
                <a:solidFill>
                  <a:srgbClr val="434343"/>
                </a:solidFill>
              </a:defRPr>
            </a:lvl3pPr>
            <a:lvl4pPr marL="1828800" lvl="3" indent="-317500" rtl="0">
              <a:lnSpc>
                <a:spcPct val="115000"/>
              </a:lnSpc>
              <a:spcBef>
                <a:spcPts val="1600"/>
              </a:spcBef>
              <a:spcAft>
                <a:spcPts val="0"/>
              </a:spcAft>
              <a:buSzPts val="1400"/>
              <a:buChar char="●"/>
              <a:defRPr>
                <a:solidFill>
                  <a:srgbClr val="434343"/>
                </a:solidFill>
              </a:defRPr>
            </a:lvl4pPr>
            <a:lvl5pPr marL="2286000" lvl="4" indent="-317500" rtl="0">
              <a:lnSpc>
                <a:spcPct val="115000"/>
              </a:lnSpc>
              <a:spcBef>
                <a:spcPts val="1600"/>
              </a:spcBef>
              <a:spcAft>
                <a:spcPts val="0"/>
              </a:spcAft>
              <a:buSzPts val="1400"/>
              <a:buChar char="○"/>
              <a:defRPr>
                <a:solidFill>
                  <a:srgbClr val="434343"/>
                </a:solidFill>
              </a:defRPr>
            </a:lvl5pPr>
            <a:lvl6pPr marL="2743200" lvl="5" indent="-317500" rtl="0">
              <a:lnSpc>
                <a:spcPct val="115000"/>
              </a:lnSpc>
              <a:spcBef>
                <a:spcPts val="1600"/>
              </a:spcBef>
              <a:spcAft>
                <a:spcPts val="0"/>
              </a:spcAft>
              <a:buSzPts val="1400"/>
              <a:buChar char="■"/>
              <a:defRPr>
                <a:solidFill>
                  <a:srgbClr val="434343"/>
                </a:solidFill>
              </a:defRPr>
            </a:lvl6pPr>
            <a:lvl7pPr marL="3200400" lvl="6" indent="-317500" rtl="0">
              <a:lnSpc>
                <a:spcPct val="115000"/>
              </a:lnSpc>
              <a:spcBef>
                <a:spcPts val="1600"/>
              </a:spcBef>
              <a:spcAft>
                <a:spcPts val="0"/>
              </a:spcAft>
              <a:buSzPts val="1400"/>
              <a:buChar char="●"/>
              <a:defRPr>
                <a:solidFill>
                  <a:srgbClr val="434343"/>
                </a:solidFill>
              </a:defRPr>
            </a:lvl7pPr>
            <a:lvl8pPr marL="3657600" lvl="7" indent="-317500" rtl="0">
              <a:lnSpc>
                <a:spcPct val="115000"/>
              </a:lnSpc>
              <a:spcBef>
                <a:spcPts val="1600"/>
              </a:spcBef>
              <a:spcAft>
                <a:spcPts val="0"/>
              </a:spcAft>
              <a:buSzPts val="1400"/>
              <a:buChar char="○"/>
              <a:defRPr>
                <a:solidFill>
                  <a:srgbClr val="434343"/>
                </a:solidFill>
              </a:defRPr>
            </a:lvl8pPr>
            <a:lvl9pPr marL="4114800" lvl="8" indent="-317500" rtl="0">
              <a:lnSpc>
                <a:spcPct val="115000"/>
              </a:lnSpc>
              <a:spcBef>
                <a:spcPts val="1600"/>
              </a:spcBef>
              <a:spcAft>
                <a:spcPts val="1600"/>
              </a:spcAft>
              <a:buSzPts val="1400"/>
              <a:buChar char="■"/>
              <a:defRPr>
                <a:solidFill>
                  <a:srgbClr val="434343"/>
                </a:solidFill>
              </a:defRPr>
            </a:lvl9pPr>
          </a:lstStyle>
          <a:p>
            <a:endParaRPr/>
          </a:p>
        </p:txBody>
      </p:sp>
      <p:sp>
        <p:nvSpPr>
          <p:cNvPr id="28" name="Google Shape;28;p7"/>
          <p:cNvSpPr txBox="1">
            <a:spLocks noGrp="1"/>
          </p:cNvSpPr>
          <p:nvPr>
            <p:ph type="title"/>
          </p:nvPr>
        </p:nvSpPr>
        <p:spPr>
          <a:xfrm>
            <a:off x="720000" y="797500"/>
            <a:ext cx="4021200" cy="1189800"/>
          </a:xfrm>
          <a:prstGeom prst="rect">
            <a:avLst/>
          </a:prstGeom>
        </p:spPr>
        <p:txBody>
          <a:bodyPr spcFirstLastPara="1" wrap="square" lIns="91425" tIns="91425" rIns="91425" bIns="91425" anchor="b"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9"/>
        <p:cNvGrpSpPr/>
        <p:nvPr/>
      </p:nvGrpSpPr>
      <p:grpSpPr>
        <a:xfrm>
          <a:off x="0" y="0"/>
          <a:ext cx="0" cy="0"/>
          <a:chOff x="0" y="0"/>
          <a:chExt cx="0" cy="0"/>
        </a:xfrm>
      </p:grpSpPr>
      <p:sp>
        <p:nvSpPr>
          <p:cNvPr id="30" name="Google Shape;30;p8"/>
          <p:cNvSpPr txBox="1">
            <a:spLocks noGrp="1"/>
          </p:cNvSpPr>
          <p:nvPr>
            <p:ph type="title"/>
          </p:nvPr>
        </p:nvSpPr>
        <p:spPr>
          <a:xfrm>
            <a:off x="1692025" y="489824"/>
            <a:ext cx="5760000" cy="20220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1"/>
        <p:cNvGrpSpPr/>
        <p:nvPr/>
      </p:nvGrpSpPr>
      <p:grpSpPr>
        <a:xfrm>
          <a:off x="0" y="0"/>
          <a:ext cx="0" cy="0"/>
          <a:chOff x="0" y="0"/>
          <a:chExt cx="0" cy="0"/>
        </a:xfrm>
      </p:grpSpPr>
      <p:sp>
        <p:nvSpPr>
          <p:cNvPr id="32" name="Google Shape;32;p9"/>
          <p:cNvSpPr txBox="1">
            <a:spLocks noGrp="1"/>
          </p:cNvSpPr>
          <p:nvPr>
            <p:ph type="title"/>
          </p:nvPr>
        </p:nvSpPr>
        <p:spPr>
          <a:xfrm>
            <a:off x="3769700" y="1898706"/>
            <a:ext cx="46611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6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3" name="Google Shape;33;p9"/>
          <p:cNvSpPr txBox="1">
            <a:spLocks noGrp="1"/>
          </p:cNvSpPr>
          <p:nvPr>
            <p:ph type="subTitle" idx="1"/>
          </p:nvPr>
        </p:nvSpPr>
        <p:spPr>
          <a:xfrm>
            <a:off x="3769800" y="3054175"/>
            <a:ext cx="4661100" cy="1218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4"/>
        <p:cNvGrpSpPr/>
        <p:nvPr/>
      </p:nvGrpSpPr>
      <p:grpSpPr>
        <a:xfrm>
          <a:off x="0" y="0"/>
          <a:ext cx="0" cy="0"/>
          <a:chOff x="0" y="0"/>
          <a:chExt cx="0" cy="0"/>
        </a:xfrm>
      </p:grpSpPr>
      <p:sp>
        <p:nvSpPr>
          <p:cNvPr id="35" name="Google Shape;35;p10"/>
          <p:cNvSpPr txBox="1">
            <a:spLocks noGrp="1"/>
          </p:cNvSpPr>
          <p:nvPr>
            <p:ph type="title"/>
          </p:nvPr>
        </p:nvSpPr>
        <p:spPr>
          <a:xfrm>
            <a:off x="1025850" y="4148538"/>
            <a:ext cx="70923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100"/>
              <a:buNone/>
              <a:defRPr sz="2400"/>
            </a:lvl1pPr>
            <a:lvl2pPr lvl="1" algn="ctr" rtl="0">
              <a:spcBef>
                <a:spcPts val="0"/>
              </a:spcBef>
              <a:spcAft>
                <a:spcPts val="0"/>
              </a:spcAft>
              <a:buSzPts val="3100"/>
              <a:buNone/>
              <a:defRPr/>
            </a:lvl2pPr>
            <a:lvl3pPr lvl="2" algn="ctr" rtl="0">
              <a:spcBef>
                <a:spcPts val="0"/>
              </a:spcBef>
              <a:spcAft>
                <a:spcPts val="0"/>
              </a:spcAft>
              <a:buSzPts val="3100"/>
              <a:buNone/>
              <a:defRPr/>
            </a:lvl3pPr>
            <a:lvl4pPr lvl="3" algn="ctr" rtl="0">
              <a:spcBef>
                <a:spcPts val="0"/>
              </a:spcBef>
              <a:spcAft>
                <a:spcPts val="0"/>
              </a:spcAft>
              <a:buSzPts val="3100"/>
              <a:buNone/>
              <a:defRPr/>
            </a:lvl4pPr>
            <a:lvl5pPr lvl="4" algn="ctr" rtl="0">
              <a:spcBef>
                <a:spcPts val="0"/>
              </a:spcBef>
              <a:spcAft>
                <a:spcPts val="0"/>
              </a:spcAft>
              <a:buSzPts val="3100"/>
              <a:buNone/>
              <a:defRPr/>
            </a:lvl5pPr>
            <a:lvl6pPr lvl="5" algn="ctr" rtl="0">
              <a:spcBef>
                <a:spcPts val="0"/>
              </a:spcBef>
              <a:spcAft>
                <a:spcPts val="0"/>
              </a:spcAft>
              <a:buSzPts val="3100"/>
              <a:buNone/>
              <a:defRPr/>
            </a:lvl6pPr>
            <a:lvl7pPr lvl="6" algn="ctr" rtl="0">
              <a:spcBef>
                <a:spcPts val="0"/>
              </a:spcBef>
              <a:spcAft>
                <a:spcPts val="0"/>
              </a:spcAft>
              <a:buSzPts val="3100"/>
              <a:buNone/>
              <a:defRPr/>
            </a:lvl7pPr>
            <a:lvl8pPr lvl="7" algn="ctr" rtl="0">
              <a:spcBef>
                <a:spcPts val="0"/>
              </a:spcBef>
              <a:spcAft>
                <a:spcPts val="0"/>
              </a:spcAft>
              <a:buSzPts val="3100"/>
              <a:buNone/>
              <a:defRPr/>
            </a:lvl8pPr>
            <a:lvl9pPr lvl="8" algn="ctr" rtl="0">
              <a:spcBef>
                <a:spcPts val="0"/>
              </a:spcBef>
              <a:spcAft>
                <a:spcPts val="0"/>
              </a:spcAft>
              <a:buSzPts val="31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36"/>
        <p:cNvGrpSpPr/>
        <p:nvPr/>
      </p:nvGrpSpPr>
      <p:grpSpPr>
        <a:xfrm>
          <a:off x="0" y="0"/>
          <a:ext cx="0" cy="0"/>
          <a:chOff x="0" y="0"/>
          <a:chExt cx="0" cy="0"/>
        </a:xfrm>
      </p:grpSpPr>
      <p:sp>
        <p:nvSpPr>
          <p:cNvPr id="37" name="Google Shape;37;p11"/>
          <p:cNvSpPr txBox="1">
            <a:spLocks noGrp="1"/>
          </p:cNvSpPr>
          <p:nvPr>
            <p:ph type="title" hasCustomPrompt="1"/>
          </p:nvPr>
        </p:nvSpPr>
        <p:spPr>
          <a:xfrm>
            <a:off x="359900" y="1571775"/>
            <a:ext cx="4579200" cy="13107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72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8" name="Google Shape;38;p11"/>
          <p:cNvSpPr txBox="1">
            <a:spLocks noGrp="1"/>
          </p:cNvSpPr>
          <p:nvPr>
            <p:ph type="subTitle" idx="1"/>
          </p:nvPr>
        </p:nvSpPr>
        <p:spPr>
          <a:xfrm>
            <a:off x="480025" y="3074613"/>
            <a:ext cx="43392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3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0"/>
        <p:cNvGrpSpPr/>
        <p:nvPr/>
      </p:nvGrpSpPr>
      <p:grpSpPr>
        <a:xfrm>
          <a:off x="0" y="0"/>
          <a:ext cx="0" cy="0"/>
          <a:chOff x="0" y="0"/>
          <a:chExt cx="0" cy="0"/>
        </a:xfrm>
      </p:grpSpPr>
      <p:sp>
        <p:nvSpPr>
          <p:cNvPr id="41" name="Google Shape;41;p13"/>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42" name="Google Shape;42;p13"/>
          <p:cNvSpPr txBox="1">
            <a:spLocks noGrp="1"/>
          </p:cNvSpPr>
          <p:nvPr>
            <p:ph type="title" idx="2"/>
          </p:nvPr>
        </p:nvSpPr>
        <p:spPr>
          <a:xfrm>
            <a:off x="1920300" y="1792865"/>
            <a:ext cx="25122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3" name="Google Shape;43;p13"/>
          <p:cNvSpPr txBox="1">
            <a:spLocks noGrp="1"/>
          </p:cNvSpPr>
          <p:nvPr>
            <p:ph type="subTitle" idx="1"/>
          </p:nvPr>
        </p:nvSpPr>
        <p:spPr>
          <a:xfrm>
            <a:off x="1920300" y="2226988"/>
            <a:ext cx="25122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44" name="Google Shape;44;p13"/>
          <p:cNvSpPr txBox="1">
            <a:spLocks noGrp="1"/>
          </p:cNvSpPr>
          <p:nvPr>
            <p:ph type="title" idx="3" hasCustomPrompt="1"/>
          </p:nvPr>
        </p:nvSpPr>
        <p:spPr>
          <a:xfrm>
            <a:off x="1225450" y="2070913"/>
            <a:ext cx="602400" cy="3957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600"/>
              <a:buNone/>
              <a:defRPr sz="2500">
                <a:solidFill>
                  <a:schemeClr val="lt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45" name="Google Shape;45;p13"/>
          <p:cNvSpPr txBox="1">
            <a:spLocks noGrp="1"/>
          </p:cNvSpPr>
          <p:nvPr>
            <p:ph type="title" idx="4"/>
          </p:nvPr>
        </p:nvSpPr>
        <p:spPr>
          <a:xfrm>
            <a:off x="5463775" y="1792865"/>
            <a:ext cx="25122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6" name="Google Shape;46;p13"/>
          <p:cNvSpPr txBox="1">
            <a:spLocks noGrp="1"/>
          </p:cNvSpPr>
          <p:nvPr>
            <p:ph type="subTitle" idx="5"/>
          </p:nvPr>
        </p:nvSpPr>
        <p:spPr>
          <a:xfrm>
            <a:off x="5463775" y="2226988"/>
            <a:ext cx="25122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47" name="Google Shape;47;p13"/>
          <p:cNvSpPr txBox="1">
            <a:spLocks noGrp="1"/>
          </p:cNvSpPr>
          <p:nvPr>
            <p:ph type="title" idx="6" hasCustomPrompt="1"/>
          </p:nvPr>
        </p:nvSpPr>
        <p:spPr>
          <a:xfrm>
            <a:off x="4768925" y="2070913"/>
            <a:ext cx="602400" cy="3957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600"/>
              <a:buNone/>
              <a:defRPr sz="2500">
                <a:solidFill>
                  <a:schemeClr val="lt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48" name="Google Shape;48;p13"/>
          <p:cNvSpPr txBox="1">
            <a:spLocks noGrp="1"/>
          </p:cNvSpPr>
          <p:nvPr>
            <p:ph type="title" idx="7"/>
          </p:nvPr>
        </p:nvSpPr>
        <p:spPr>
          <a:xfrm>
            <a:off x="1920300" y="3392565"/>
            <a:ext cx="25122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9" name="Google Shape;49;p13"/>
          <p:cNvSpPr txBox="1">
            <a:spLocks noGrp="1"/>
          </p:cNvSpPr>
          <p:nvPr>
            <p:ph type="subTitle" idx="8"/>
          </p:nvPr>
        </p:nvSpPr>
        <p:spPr>
          <a:xfrm>
            <a:off x="1920300" y="3826688"/>
            <a:ext cx="25122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0" name="Google Shape;50;p13"/>
          <p:cNvSpPr txBox="1">
            <a:spLocks noGrp="1"/>
          </p:cNvSpPr>
          <p:nvPr>
            <p:ph type="title" idx="9" hasCustomPrompt="1"/>
          </p:nvPr>
        </p:nvSpPr>
        <p:spPr>
          <a:xfrm>
            <a:off x="1225450" y="3670613"/>
            <a:ext cx="602400" cy="3957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600"/>
              <a:buNone/>
              <a:defRPr sz="2500">
                <a:solidFill>
                  <a:schemeClr val="lt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51" name="Google Shape;51;p13"/>
          <p:cNvSpPr txBox="1">
            <a:spLocks noGrp="1"/>
          </p:cNvSpPr>
          <p:nvPr>
            <p:ph type="title" idx="13"/>
          </p:nvPr>
        </p:nvSpPr>
        <p:spPr>
          <a:xfrm>
            <a:off x="5463775" y="3392565"/>
            <a:ext cx="25122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52" name="Google Shape;52;p13"/>
          <p:cNvSpPr txBox="1">
            <a:spLocks noGrp="1"/>
          </p:cNvSpPr>
          <p:nvPr>
            <p:ph type="subTitle" idx="14"/>
          </p:nvPr>
        </p:nvSpPr>
        <p:spPr>
          <a:xfrm>
            <a:off x="5463775" y="3826688"/>
            <a:ext cx="25122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3" name="Google Shape;53;p13"/>
          <p:cNvSpPr txBox="1">
            <a:spLocks noGrp="1"/>
          </p:cNvSpPr>
          <p:nvPr>
            <p:ph type="title" idx="15" hasCustomPrompt="1"/>
          </p:nvPr>
        </p:nvSpPr>
        <p:spPr>
          <a:xfrm>
            <a:off x="4768925" y="3670613"/>
            <a:ext cx="602400" cy="3957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600"/>
              <a:buNone/>
              <a:defRPr sz="2500">
                <a:solidFill>
                  <a:schemeClr val="lt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CUSTOM_1">
    <p:spTree>
      <p:nvGrpSpPr>
        <p:cNvPr id="1" name="Shape 54"/>
        <p:cNvGrpSpPr/>
        <p:nvPr/>
      </p:nvGrpSpPr>
      <p:grpSpPr>
        <a:xfrm>
          <a:off x="0" y="0"/>
          <a:ext cx="0" cy="0"/>
          <a:chOff x="0" y="0"/>
          <a:chExt cx="0" cy="0"/>
        </a:xfrm>
      </p:grpSpPr>
      <p:sp>
        <p:nvSpPr>
          <p:cNvPr id="55" name="Google Shape;55;p14"/>
          <p:cNvSpPr txBox="1">
            <a:spLocks noGrp="1"/>
          </p:cNvSpPr>
          <p:nvPr>
            <p:ph type="title"/>
          </p:nvPr>
        </p:nvSpPr>
        <p:spPr>
          <a:xfrm>
            <a:off x="2512200" y="514275"/>
            <a:ext cx="4119600" cy="1014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100"/>
              <a:buNone/>
              <a:defRPr sz="7200"/>
            </a:lvl1pPr>
            <a:lvl2pPr lvl="1" algn="ctr" rtl="0">
              <a:spcBef>
                <a:spcPts val="0"/>
              </a:spcBef>
              <a:spcAft>
                <a:spcPts val="0"/>
              </a:spcAft>
              <a:buSzPts val="3100"/>
              <a:buNone/>
              <a:defRPr/>
            </a:lvl2pPr>
            <a:lvl3pPr lvl="2" algn="ctr" rtl="0">
              <a:spcBef>
                <a:spcPts val="0"/>
              </a:spcBef>
              <a:spcAft>
                <a:spcPts val="0"/>
              </a:spcAft>
              <a:buSzPts val="3100"/>
              <a:buNone/>
              <a:defRPr/>
            </a:lvl3pPr>
            <a:lvl4pPr lvl="3" algn="ctr" rtl="0">
              <a:spcBef>
                <a:spcPts val="0"/>
              </a:spcBef>
              <a:spcAft>
                <a:spcPts val="0"/>
              </a:spcAft>
              <a:buSzPts val="3100"/>
              <a:buNone/>
              <a:defRPr/>
            </a:lvl4pPr>
            <a:lvl5pPr lvl="4" algn="ctr" rtl="0">
              <a:spcBef>
                <a:spcPts val="0"/>
              </a:spcBef>
              <a:spcAft>
                <a:spcPts val="0"/>
              </a:spcAft>
              <a:buSzPts val="3100"/>
              <a:buNone/>
              <a:defRPr/>
            </a:lvl5pPr>
            <a:lvl6pPr lvl="5" algn="ctr" rtl="0">
              <a:spcBef>
                <a:spcPts val="0"/>
              </a:spcBef>
              <a:spcAft>
                <a:spcPts val="0"/>
              </a:spcAft>
              <a:buSzPts val="3100"/>
              <a:buNone/>
              <a:defRPr/>
            </a:lvl6pPr>
            <a:lvl7pPr lvl="6" algn="ctr" rtl="0">
              <a:spcBef>
                <a:spcPts val="0"/>
              </a:spcBef>
              <a:spcAft>
                <a:spcPts val="0"/>
              </a:spcAft>
              <a:buSzPts val="3100"/>
              <a:buNone/>
              <a:defRPr/>
            </a:lvl7pPr>
            <a:lvl8pPr lvl="7" algn="ctr" rtl="0">
              <a:spcBef>
                <a:spcPts val="0"/>
              </a:spcBef>
              <a:spcAft>
                <a:spcPts val="0"/>
              </a:spcAft>
              <a:buSzPts val="3100"/>
              <a:buNone/>
              <a:defRPr/>
            </a:lvl8pPr>
            <a:lvl9pPr lvl="8" algn="ctr" rtl="0">
              <a:spcBef>
                <a:spcPts val="0"/>
              </a:spcBef>
              <a:spcAft>
                <a:spcPts val="0"/>
              </a:spcAft>
              <a:buSzPts val="3100"/>
              <a:buNone/>
              <a:defRPr/>
            </a:lvl9pPr>
          </a:lstStyle>
          <a:p>
            <a:endParaRPr/>
          </a:p>
        </p:txBody>
      </p:sp>
      <p:sp>
        <p:nvSpPr>
          <p:cNvPr id="56" name="Google Shape;56;p14"/>
          <p:cNvSpPr txBox="1">
            <a:spLocks noGrp="1"/>
          </p:cNvSpPr>
          <p:nvPr>
            <p:ph type="subTitle" idx="1"/>
          </p:nvPr>
        </p:nvSpPr>
        <p:spPr>
          <a:xfrm>
            <a:off x="2381350" y="1680475"/>
            <a:ext cx="4381500" cy="605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57"/>
        <p:cNvGrpSpPr/>
        <p:nvPr/>
      </p:nvGrpSpPr>
      <p:grpSpPr>
        <a:xfrm>
          <a:off x="0" y="0"/>
          <a:ext cx="0" cy="0"/>
          <a:chOff x="0" y="0"/>
          <a:chExt cx="0" cy="0"/>
        </a:xfrm>
      </p:grpSpPr>
      <p:sp>
        <p:nvSpPr>
          <p:cNvPr id="58" name="Google Shape;58;p15"/>
          <p:cNvSpPr txBox="1">
            <a:spLocks noGrp="1"/>
          </p:cNvSpPr>
          <p:nvPr>
            <p:ph type="title"/>
          </p:nvPr>
        </p:nvSpPr>
        <p:spPr>
          <a:xfrm>
            <a:off x="2391900" y="4093463"/>
            <a:ext cx="4360200" cy="5319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3000"/>
              <a:buNone/>
              <a:defRPr sz="3000"/>
            </a:lvl1pPr>
            <a:lvl2pPr lvl="1" algn="ctr" rtl="0">
              <a:spcBef>
                <a:spcPts val="0"/>
              </a:spcBef>
              <a:spcAft>
                <a:spcPts val="0"/>
              </a:spcAft>
              <a:buClr>
                <a:schemeClr val="lt1"/>
              </a:buClr>
              <a:buSzPts val="3000"/>
              <a:buNone/>
              <a:defRPr sz="3000">
                <a:solidFill>
                  <a:schemeClr val="lt1"/>
                </a:solidFill>
              </a:defRPr>
            </a:lvl2pPr>
            <a:lvl3pPr lvl="2" algn="ctr" rtl="0">
              <a:spcBef>
                <a:spcPts val="0"/>
              </a:spcBef>
              <a:spcAft>
                <a:spcPts val="0"/>
              </a:spcAft>
              <a:buClr>
                <a:schemeClr val="lt1"/>
              </a:buClr>
              <a:buSzPts val="3000"/>
              <a:buNone/>
              <a:defRPr sz="3000">
                <a:solidFill>
                  <a:schemeClr val="lt1"/>
                </a:solidFill>
              </a:defRPr>
            </a:lvl3pPr>
            <a:lvl4pPr lvl="3" algn="ctr" rtl="0">
              <a:spcBef>
                <a:spcPts val="0"/>
              </a:spcBef>
              <a:spcAft>
                <a:spcPts val="0"/>
              </a:spcAft>
              <a:buClr>
                <a:schemeClr val="lt1"/>
              </a:buClr>
              <a:buSzPts val="3000"/>
              <a:buNone/>
              <a:defRPr sz="3000">
                <a:solidFill>
                  <a:schemeClr val="lt1"/>
                </a:solidFill>
              </a:defRPr>
            </a:lvl4pPr>
            <a:lvl5pPr lvl="4" algn="ctr" rtl="0">
              <a:spcBef>
                <a:spcPts val="0"/>
              </a:spcBef>
              <a:spcAft>
                <a:spcPts val="0"/>
              </a:spcAft>
              <a:buClr>
                <a:schemeClr val="lt1"/>
              </a:buClr>
              <a:buSzPts val="3000"/>
              <a:buNone/>
              <a:defRPr sz="3000">
                <a:solidFill>
                  <a:schemeClr val="lt1"/>
                </a:solidFill>
              </a:defRPr>
            </a:lvl5pPr>
            <a:lvl6pPr lvl="5" algn="ctr" rtl="0">
              <a:spcBef>
                <a:spcPts val="0"/>
              </a:spcBef>
              <a:spcAft>
                <a:spcPts val="0"/>
              </a:spcAft>
              <a:buClr>
                <a:schemeClr val="lt1"/>
              </a:buClr>
              <a:buSzPts val="3000"/>
              <a:buNone/>
              <a:defRPr sz="3000">
                <a:solidFill>
                  <a:schemeClr val="lt1"/>
                </a:solidFill>
              </a:defRPr>
            </a:lvl6pPr>
            <a:lvl7pPr lvl="6" algn="ctr" rtl="0">
              <a:spcBef>
                <a:spcPts val="0"/>
              </a:spcBef>
              <a:spcAft>
                <a:spcPts val="0"/>
              </a:spcAft>
              <a:buClr>
                <a:schemeClr val="lt1"/>
              </a:buClr>
              <a:buSzPts val="3000"/>
              <a:buNone/>
              <a:defRPr sz="3000">
                <a:solidFill>
                  <a:schemeClr val="lt1"/>
                </a:solidFill>
              </a:defRPr>
            </a:lvl7pPr>
            <a:lvl8pPr lvl="7" algn="ctr" rtl="0">
              <a:spcBef>
                <a:spcPts val="0"/>
              </a:spcBef>
              <a:spcAft>
                <a:spcPts val="0"/>
              </a:spcAft>
              <a:buClr>
                <a:schemeClr val="lt1"/>
              </a:buClr>
              <a:buSzPts val="3000"/>
              <a:buNone/>
              <a:defRPr sz="3000">
                <a:solidFill>
                  <a:schemeClr val="lt1"/>
                </a:solidFill>
              </a:defRPr>
            </a:lvl8pPr>
            <a:lvl9pPr lvl="8" algn="ctr" rtl="0">
              <a:spcBef>
                <a:spcPts val="0"/>
              </a:spcBef>
              <a:spcAft>
                <a:spcPts val="0"/>
              </a:spcAft>
              <a:buClr>
                <a:schemeClr val="lt1"/>
              </a:buClr>
              <a:buSzPts val="3000"/>
              <a:buNone/>
              <a:defRPr sz="3000">
                <a:solidFill>
                  <a:schemeClr val="lt1"/>
                </a:solidFill>
              </a:defRPr>
            </a:lvl9pPr>
          </a:lstStyle>
          <a:p>
            <a:endParaRPr/>
          </a:p>
        </p:txBody>
      </p:sp>
      <p:sp>
        <p:nvSpPr>
          <p:cNvPr id="59" name="Google Shape;59;p15"/>
          <p:cNvSpPr txBox="1">
            <a:spLocks noGrp="1"/>
          </p:cNvSpPr>
          <p:nvPr>
            <p:ph type="subTitle" idx="1"/>
          </p:nvPr>
        </p:nvSpPr>
        <p:spPr>
          <a:xfrm>
            <a:off x="2075850" y="2504500"/>
            <a:ext cx="4992300" cy="1478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lt1"/>
              </a:buClr>
              <a:buSzPts val="3000"/>
              <a:buNone/>
              <a:defRPr sz="2000"/>
            </a:lvl1pPr>
            <a:lvl2pPr lvl="1" algn="ctr" rtl="0">
              <a:lnSpc>
                <a:spcPct val="100000"/>
              </a:lnSpc>
              <a:spcBef>
                <a:spcPts val="0"/>
              </a:spcBef>
              <a:spcAft>
                <a:spcPts val="0"/>
              </a:spcAft>
              <a:buClr>
                <a:schemeClr val="lt1"/>
              </a:buClr>
              <a:buSzPts val="3000"/>
              <a:buNone/>
              <a:defRPr sz="3000">
                <a:solidFill>
                  <a:schemeClr val="lt1"/>
                </a:solidFill>
              </a:defRPr>
            </a:lvl2pPr>
            <a:lvl3pPr lvl="2" algn="ctr" rtl="0">
              <a:lnSpc>
                <a:spcPct val="100000"/>
              </a:lnSpc>
              <a:spcBef>
                <a:spcPts val="1600"/>
              </a:spcBef>
              <a:spcAft>
                <a:spcPts val="0"/>
              </a:spcAft>
              <a:buClr>
                <a:schemeClr val="lt1"/>
              </a:buClr>
              <a:buSzPts val="3000"/>
              <a:buNone/>
              <a:defRPr sz="3000">
                <a:solidFill>
                  <a:schemeClr val="lt1"/>
                </a:solidFill>
              </a:defRPr>
            </a:lvl3pPr>
            <a:lvl4pPr lvl="3" algn="ctr" rtl="0">
              <a:lnSpc>
                <a:spcPct val="100000"/>
              </a:lnSpc>
              <a:spcBef>
                <a:spcPts val="1600"/>
              </a:spcBef>
              <a:spcAft>
                <a:spcPts val="0"/>
              </a:spcAft>
              <a:buClr>
                <a:schemeClr val="lt1"/>
              </a:buClr>
              <a:buSzPts val="3000"/>
              <a:buNone/>
              <a:defRPr sz="3000">
                <a:solidFill>
                  <a:schemeClr val="lt1"/>
                </a:solidFill>
              </a:defRPr>
            </a:lvl4pPr>
            <a:lvl5pPr lvl="4" algn="ctr" rtl="0">
              <a:lnSpc>
                <a:spcPct val="100000"/>
              </a:lnSpc>
              <a:spcBef>
                <a:spcPts val="1600"/>
              </a:spcBef>
              <a:spcAft>
                <a:spcPts val="0"/>
              </a:spcAft>
              <a:buClr>
                <a:schemeClr val="lt1"/>
              </a:buClr>
              <a:buSzPts val="3000"/>
              <a:buNone/>
              <a:defRPr sz="3000">
                <a:solidFill>
                  <a:schemeClr val="lt1"/>
                </a:solidFill>
              </a:defRPr>
            </a:lvl5pPr>
            <a:lvl6pPr lvl="5" algn="ctr" rtl="0">
              <a:lnSpc>
                <a:spcPct val="100000"/>
              </a:lnSpc>
              <a:spcBef>
                <a:spcPts val="1600"/>
              </a:spcBef>
              <a:spcAft>
                <a:spcPts val="0"/>
              </a:spcAft>
              <a:buClr>
                <a:schemeClr val="lt1"/>
              </a:buClr>
              <a:buSzPts val="3000"/>
              <a:buNone/>
              <a:defRPr sz="3000">
                <a:solidFill>
                  <a:schemeClr val="lt1"/>
                </a:solidFill>
              </a:defRPr>
            </a:lvl6pPr>
            <a:lvl7pPr lvl="6" algn="ctr" rtl="0">
              <a:lnSpc>
                <a:spcPct val="100000"/>
              </a:lnSpc>
              <a:spcBef>
                <a:spcPts val="1600"/>
              </a:spcBef>
              <a:spcAft>
                <a:spcPts val="0"/>
              </a:spcAft>
              <a:buClr>
                <a:schemeClr val="lt1"/>
              </a:buClr>
              <a:buSzPts val="3000"/>
              <a:buNone/>
              <a:defRPr sz="3000">
                <a:solidFill>
                  <a:schemeClr val="lt1"/>
                </a:solidFill>
              </a:defRPr>
            </a:lvl7pPr>
            <a:lvl8pPr lvl="7" algn="ctr" rtl="0">
              <a:lnSpc>
                <a:spcPct val="100000"/>
              </a:lnSpc>
              <a:spcBef>
                <a:spcPts val="1600"/>
              </a:spcBef>
              <a:spcAft>
                <a:spcPts val="0"/>
              </a:spcAft>
              <a:buClr>
                <a:schemeClr val="lt1"/>
              </a:buClr>
              <a:buSzPts val="3000"/>
              <a:buNone/>
              <a:defRPr sz="3000">
                <a:solidFill>
                  <a:schemeClr val="lt1"/>
                </a:solidFill>
              </a:defRPr>
            </a:lvl8pPr>
            <a:lvl9pPr lvl="8" algn="ctr" rtl="0">
              <a:lnSpc>
                <a:spcPct val="100000"/>
              </a:lnSpc>
              <a:spcBef>
                <a:spcPts val="1600"/>
              </a:spcBef>
              <a:spcAft>
                <a:spcPts val="1600"/>
              </a:spcAft>
              <a:buClr>
                <a:schemeClr val="lt1"/>
              </a:buClr>
              <a:buSzPts val="3000"/>
              <a:buNone/>
              <a:defRPr sz="3000">
                <a:solidFill>
                  <a:schemeClr val="lt1"/>
                </a:solidFill>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Section header 1">
  <p:cSld name="CUSTOM_10">
    <p:spTree>
      <p:nvGrpSpPr>
        <p:cNvPr id="1" name="Shape 60"/>
        <p:cNvGrpSpPr/>
        <p:nvPr/>
      </p:nvGrpSpPr>
      <p:grpSpPr>
        <a:xfrm>
          <a:off x="0" y="0"/>
          <a:ext cx="0" cy="0"/>
          <a:chOff x="0" y="0"/>
          <a:chExt cx="0" cy="0"/>
        </a:xfrm>
      </p:grpSpPr>
      <p:sp>
        <p:nvSpPr>
          <p:cNvPr id="61" name="Google Shape;61;p16"/>
          <p:cNvSpPr txBox="1">
            <a:spLocks noGrp="1"/>
          </p:cNvSpPr>
          <p:nvPr>
            <p:ph type="title"/>
          </p:nvPr>
        </p:nvSpPr>
        <p:spPr>
          <a:xfrm>
            <a:off x="4640470" y="2897350"/>
            <a:ext cx="40101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5000"/>
            </a:lvl1pPr>
            <a:lvl2pPr lvl="1" algn="r" rtl="0">
              <a:spcBef>
                <a:spcPts val="0"/>
              </a:spcBef>
              <a:spcAft>
                <a:spcPts val="0"/>
              </a:spcAft>
              <a:buSzPts val="3600"/>
              <a:buNone/>
              <a:defRPr sz="3600"/>
            </a:lvl2pPr>
            <a:lvl3pPr lvl="2" algn="r" rtl="0">
              <a:spcBef>
                <a:spcPts val="0"/>
              </a:spcBef>
              <a:spcAft>
                <a:spcPts val="0"/>
              </a:spcAft>
              <a:buSzPts val="3600"/>
              <a:buNone/>
              <a:defRPr sz="3600"/>
            </a:lvl3pPr>
            <a:lvl4pPr lvl="3" algn="r" rtl="0">
              <a:spcBef>
                <a:spcPts val="0"/>
              </a:spcBef>
              <a:spcAft>
                <a:spcPts val="0"/>
              </a:spcAft>
              <a:buSzPts val="3600"/>
              <a:buNone/>
              <a:defRPr sz="3600"/>
            </a:lvl4pPr>
            <a:lvl5pPr lvl="4" algn="r" rtl="0">
              <a:spcBef>
                <a:spcPts val="0"/>
              </a:spcBef>
              <a:spcAft>
                <a:spcPts val="0"/>
              </a:spcAft>
              <a:buSzPts val="3600"/>
              <a:buNone/>
              <a:defRPr sz="3600"/>
            </a:lvl5pPr>
            <a:lvl6pPr lvl="5" algn="r" rtl="0">
              <a:spcBef>
                <a:spcPts val="0"/>
              </a:spcBef>
              <a:spcAft>
                <a:spcPts val="0"/>
              </a:spcAft>
              <a:buSzPts val="3600"/>
              <a:buNone/>
              <a:defRPr sz="3600"/>
            </a:lvl6pPr>
            <a:lvl7pPr lvl="6" algn="r" rtl="0">
              <a:spcBef>
                <a:spcPts val="0"/>
              </a:spcBef>
              <a:spcAft>
                <a:spcPts val="0"/>
              </a:spcAft>
              <a:buSzPts val="3600"/>
              <a:buNone/>
              <a:defRPr sz="3600"/>
            </a:lvl7pPr>
            <a:lvl8pPr lvl="7" algn="r" rtl="0">
              <a:spcBef>
                <a:spcPts val="0"/>
              </a:spcBef>
              <a:spcAft>
                <a:spcPts val="0"/>
              </a:spcAft>
              <a:buSzPts val="3600"/>
              <a:buNone/>
              <a:defRPr sz="3600"/>
            </a:lvl8pPr>
            <a:lvl9pPr lvl="8" algn="r" rtl="0">
              <a:spcBef>
                <a:spcPts val="0"/>
              </a:spcBef>
              <a:spcAft>
                <a:spcPts val="0"/>
              </a:spcAft>
              <a:buSzPts val="3600"/>
              <a:buNone/>
              <a:defRPr sz="3600"/>
            </a:lvl9pPr>
          </a:lstStyle>
          <a:p>
            <a:endParaRPr/>
          </a:p>
        </p:txBody>
      </p:sp>
      <p:sp>
        <p:nvSpPr>
          <p:cNvPr id="62" name="Google Shape;62;p16"/>
          <p:cNvSpPr txBox="1">
            <a:spLocks noGrp="1"/>
          </p:cNvSpPr>
          <p:nvPr>
            <p:ph type="title" idx="2" hasCustomPrompt="1"/>
          </p:nvPr>
        </p:nvSpPr>
        <p:spPr>
          <a:xfrm>
            <a:off x="6041170" y="1781750"/>
            <a:ext cx="12087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lvl1pPr>
            <a:lvl2pPr lvl="1" algn="r" rtl="0">
              <a:spcBef>
                <a:spcPts val="0"/>
              </a:spcBef>
              <a:spcAft>
                <a:spcPts val="0"/>
              </a:spcAft>
              <a:buSzPts val="6000"/>
              <a:buNone/>
              <a:defRPr sz="6000"/>
            </a:lvl2pPr>
            <a:lvl3pPr lvl="2" algn="r" rtl="0">
              <a:spcBef>
                <a:spcPts val="0"/>
              </a:spcBef>
              <a:spcAft>
                <a:spcPts val="0"/>
              </a:spcAft>
              <a:buSzPts val="6000"/>
              <a:buNone/>
              <a:defRPr sz="6000"/>
            </a:lvl3pPr>
            <a:lvl4pPr lvl="3" algn="r" rtl="0">
              <a:spcBef>
                <a:spcPts val="0"/>
              </a:spcBef>
              <a:spcAft>
                <a:spcPts val="0"/>
              </a:spcAft>
              <a:buSzPts val="6000"/>
              <a:buNone/>
              <a:defRPr sz="6000"/>
            </a:lvl4pPr>
            <a:lvl5pPr lvl="4" algn="r" rtl="0">
              <a:spcBef>
                <a:spcPts val="0"/>
              </a:spcBef>
              <a:spcAft>
                <a:spcPts val="0"/>
              </a:spcAft>
              <a:buSzPts val="6000"/>
              <a:buNone/>
              <a:defRPr sz="6000"/>
            </a:lvl5pPr>
            <a:lvl6pPr lvl="5" algn="r" rtl="0">
              <a:spcBef>
                <a:spcPts val="0"/>
              </a:spcBef>
              <a:spcAft>
                <a:spcPts val="0"/>
              </a:spcAft>
              <a:buSzPts val="6000"/>
              <a:buNone/>
              <a:defRPr sz="6000"/>
            </a:lvl6pPr>
            <a:lvl7pPr lvl="6" algn="r" rtl="0">
              <a:spcBef>
                <a:spcPts val="0"/>
              </a:spcBef>
              <a:spcAft>
                <a:spcPts val="0"/>
              </a:spcAft>
              <a:buSzPts val="6000"/>
              <a:buNone/>
              <a:defRPr sz="6000"/>
            </a:lvl7pPr>
            <a:lvl8pPr lvl="7" algn="r" rtl="0">
              <a:spcBef>
                <a:spcPts val="0"/>
              </a:spcBef>
              <a:spcAft>
                <a:spcPts val="0"/>
              </a:spcAft>
              <a:buSzPts val="6000"/>
              <a:buNone/>
              <a:defRPr sz="6000"/>
            </a:lvl8pPr>
            <a:lvl9pPr lvl="8" algn="r" rtl="0">
              <a:spcBef>
                <a:spcPts val="0"/>
              </a:spcBef>
              <a:spcAft>
                <a:spcPts val="0"/>
              </a:spcAft>
              <a:buSzPts val="6000"/>
              <a:buNone/>
              <a:defRPr sz="6000"/>
            </a:lvl9pPr>
          </a:lstStyle>
          <a:p>
            <a:r>
              <a:t>xx%</a:t>
            </a:r>
          </a:p>
        </p:txBody>
      </p:sp>
      <p:sp>
        <p:nvSpPr>
          <p:cNvPr id="63" name="Google Shape;63;p16"/>
          <p:cNvSpPr txBox="1">
            <a:spLocks noGrp="1"/>
          </p:cNvSpPr>
          <p:nvPr>
            <p:ph type="subTitle" idx="1"/>
          </p:nvPr>
        </p:nvSpPr>
        <p:spPr>
          <a:xfrm>
            <a:off x="5430370" y="3711150"/>
            <a:ext cx="2430300" cy="53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r" rtl="0">
              <a:lnSpc>
                <a:spcPct val="100000"/>
              </a:lnSpc>
              <a:spcBef>
                <a:spcPts val="1600"/>
              </a:spcBef>
              <a:spcAft>
                <a:spcPts val="0"/>
              </a:spcAft>
              <a:buSzPts val="1400"/>
              <a:buNone/>
              <a:defRPr/>
            </a:lvl2pPr>
            <a:lvl3pPr lvl="2" algn="r" rtl="0">
              <a:lnSpc>
                <a:spcPct val="100000"/>
              </a:lnSpc>
              <a:spcBef>
                <a:spcPts val="1600"/>
              </a:spcBef>
              <a:spcAft>
                <a:spcPts val="0"/>
              </a:spcAft>
              <a:buSzPts val="1400"/>
              <a:buNone/>
              <a:defRPr/>
            </a:lvl3pPr>
            <a:lvl4pPr lvl="3" algn="r" rtl="0">
              <a:lnSpc>
                <a:spcPct val="100000"/>
              </a:lnSpc>
              <a:spcBef>
                <a:spcPts val="1600"/>
              </a:spcBef>
              <a:spcAft>
                <a:spcPts val="0"/>
              </a:spcAft>
              <a:buSzPts val="1400"/>
              <a:buNone/>
              <a:defRPr/>
            </a:lvl4pPr>
            <a:lvl5pPr lvl="4" algn="r" rtl="0">
              <a:lnSpc>
                <a:spcPct val="100000"/>
              </a:lnSpc>
              <a:spcBef>
                <a:spcPts val="1600"/>
              </a:spcBef>
              <a:spcAft>
                <a:spcPts val="0"/>
              </a:spcAft>
              <a:buSzPts val="1400"/>
              <a:buNone/>
              <a:defRPr/>
            </a:lvl5pPr>
            <a:lvl6pPr lvl="5" algn="r" rtl="0">
              <a:lnSpc>
                <a:spcPct val="100000"/>
              </a:lnSpc>
              <a:spcBef>
                <a:spcPts val="1600"/>
              </a:spcBef>
              <a:spcAft>
                <a:spcPts val="0"/>
              </a:spcAft>
              <a:buSzPts val="1400"/>
              <a:buNone/>
              <a:defRPr/>
            </a:lvl6pPr>
            <a:lvl7pPr lvl="6" algn="r" rtl="0">
              <a:lnSpc>
                <a:spcPct val="100000"/>
              </a:lnSpc>
              <a:spcBef>
                <a:spcPts val="1600"/>
              </a:spcBef>
              <a:spcAft>
                <a:spcPts val="0"/>
              </a:spcAft>
              <a:buSzPts val="1400"/>
              <a:buNone/>
              <a:defRPr/>
            </a:lvl7pPr>
            <a:lvl8pPr lvl="7" algn="r" rtl="0">
              <a:lnSpc>
                <a:spcPct val="100000"/>
              </a:lnSpc>
              <a:spcBef>
                <a:spcPts val="1600"/>
              </a:spcBef>
              <a:spcAft>
                <a:spcPts val="0"/>
              </a:spcAft>
              <a:buSzPts val="1400"/>
              <a:buNone/>
              <a:defRPr/>
            </a:lvl8pPr>
            <a:lvl9pPr lvl="8" algn="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Section header 2">
  <p:cSld name="CUSTOM_10_1">
    <p:spTree>
      <p:nvGrpSpPr>
        <p:cNvPr id="1" name="Shape 64"/>
        <p:cNvGrpSpPr/>
        <p:nvPr/>
      </p:nvGrpSpPr>
      <p:grpSpPr>
        <a:xfrm>
          <a:off x="0" y="0"/>
          <a:ext cx="0" cy="0"/>
          <a:chOff x="0" y="0"/>
          <a:chExt cx="0" cy="0"/>
        </a:xfrm>
      </p:grpSpPr>
      <p:sp>
        <p:nvSpPr>
          <p:cNvPr id="65" name="Google Shape;65;p17"/>
          <p:cNvSpPr txBox="1">
            <a:spLocks noGrp="1"/>
          </p:cNvSpPr>
          <p:nvPr>
            <p:ph type="title"/>
          </p:nvPr>
        </p:nvSpPr>
        <p:spPr>
          <a:xfrm>
            <a:off x="2676325" y="3440825"/>
            <a:ext cx="37914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66" name="Google Shape;66;p17"/>
          <p:cNvSpPr txBox="1">
            <a:spLocks noGrp="1"/>
          </p:cNvSpPr>
          <p:nvPr>
            <p:ph type="title" idx="2" hasCustomPrompt="1"/>
          </p:nvPr>
        </p:nvSpPr>
        <p:spPr>
          <a:xfrm>
            <a:off x="3967651" y="2325225"/>
            <a:ext cx="12087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67" name="Google Shape;67;p17"/>
          <p:cNvSpPr txBox="1">
            <a:spLocks noGrp="1"/>
          </p:cNvSpPr>
          <p:nvPr>
            <p:ph type="subTitle" idx="1"/>
          </p:nvPr>
        </p:nvSpPr>
        <p:spPr>
          <a:xfrm>
            <a:off x="3356851" y="4254625"/>
            <a:ext cx="2430300" cy="53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1">
  <p:cSld name="CUSTOM">
    <p:bg>
      <p:bgPr>
        <a:solidFill>
          <a:schemeClr val="dk2"/>
        </a:solidFill>
        <a:effectLst/>
      </p:bgPr>
    </p:bg>
    <p:spTree>
      <p:nvGrpSpPr>
        <p:cNvPr id="1" name="Shape 68"/>
        <p:cNvGrpSpPr/>
        <p:nvPr/>
      </p:nvGrpSpPr>
      <p:grpSpPr>
        <a:xfrm>
          <a:off x="0" y="0"/>
          <a:ext cx="0" cy="0"/>
          <a:chOff x="0" y="0"/>
          <a:chExt cx="0" cy="0"/>
        </a:xfrm>
      </p:grpSpPr>
      <p:sp>
        <p:nvSpPr>
          <p:cNvPr id="69" name="Google Shape;69;p18"/>
          <p:cNvSpPr txBox="1">
            <a:spLocks noGrp="1"/>
          </p:cNvSpPr>
          <p:nvPr>
            <p:ph type="title"/>
          </p:nvPr>
        </p:nvSpPr>
        <p:spPr>
          <a:xfrm>
            <a:off x="713100" y="1188325"/>
            <a:ext cx="4641300" cy="1797600"/>
          </a:xfrm>
          <a:prstGeom prst="rect">
            <a:avLst/>
          </a:prstGeom>
        </p:spPr>
        <p:txBody>
          <a:bodyPr spcFirstLastPara="1" wrap="square" lIns="91425" tIns="91425" rIns="91425" bIns="91425" anchor="ctr" anchorCtr="0">
            <a:noAutofit/>
          </a:bodyPr>
          <a:lstStyle>
            <a:lvl1pPr lvl="0" rtl="0">
              <a:spcBef>
                <a:spcPts val="0"/>
              </a:spcBef>
              <a:spcAft>
                <a:spcPts val="0"/>
              </a:spcAft>
              <a:buSzPts val="3100"/>
              <a:buNone/>
              <a:defRPr>
                <a:solidFill>
                  <a:schemeClr val="dk1"/>
                </a:solidFill>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70" name="Google Shape;70;p18"/>
          <p:cNvSpPr txBox="1">
            <a:spLocks noGrp="1"/>
          </p:cNvSpPr>
          <p:nvPr>
            <p:ph type="subTitle" idx="1"/>
          </p:nvPr>
        </p:nvSpPr>
        <p:spPr>
          <a:xfrm>
            <a:off x="713100" y="2985900"/>
            <a:ext cx="3852000" cy="100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2">
  <p:cSld name="CUSTOM_4">
    <p:spTree>
      <p:nvGrpSpPr>
        <p:cNvPr id="1" name="Shape 71"/>
        <p:cNvGrpSpPr/>
        <p:nvPr/>
      </p:nvGrpSpPr>
      <p:grpSpPr>
        <a:xfrm>
          <a:off x="0" y="0"/>
          <a:ext cx="0" cy="0"/>
          <a:chOff x="0" y="0"/>
          <a:chExt cx="0" cy="0"/>
        </a:xfrm>
      </p:grpSpPr>
      <p:sp>
        <p:nvSpPr>
          <p:cNvPr id="72" name="Google Shape;72;p19"/>
          <p:cNvSpPr/>
          <p:nvPr/>
        </p:nvSpPr>
        <p:spPr>
          <a:xfrm>
            <a:off x="4779625" y="1087375"/>
            <a:ext cx="4573200" cy="3159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19"/>
          <p:cNvSpPr txBox="1">
            <a:spLocks noGrp="1"/>
          </p:cNvSpPr>
          <p:nvPr>
            <p:ph type="title"/>
          </p:nvPr>
        </p:nvSpPr>
        <p:spPr>
          <a:xfrm>
            <a:off x="5102975" y="1798350"/>
            <a:ext cx="32358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74" name="Google Shape;74;p19"/>
          <p:cNvSpPr txBox="1">
            <a:spLocks noGrp="1"/>
          </p:cNvSpPr>
          <p:nvPr>
            <p:ph type="subTitle" idx="1"/>
          </p:nvPr>
        </p:nvSpPr>
        <p:spPr>
          <a:xfrm>
            <a:off x="5102975" y="2523450"/>
            <a:ext cx="3235800" cy="105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3">
  <p:cSld name="CUSTOM_4_1">
    <p:spTree>
      <p:nvGrpSpPr>
        <p:cNvPr id="1" name="Shape 75"/>
        <p:cNvGrpSpPr/>
        <p:nvPr/>
      </p:nvGrpSpPr>
      <p:grpSpPr>
        <a:xfrm>
          <a:off x="0" y="0"/>
          <a:ext cx="0" cy="0"/>
          <a:chOff x="0" y="0"/>
          <a:chExt cx="0" cy="0"/>
        </a:xfrm>
      </p:grpSpPr>
      <p:sp>
        <p:nvSpPr>
          <p:cNvPr id="76" name="Google Shape;76;p20"/>
          <p:cNvSpPr/>
          <p:nvPr/>
        </p:nvSpPr>
        <p:spPr>
          <a:xfrm>
            <a:off x="678750" y="-111950"/>
            <a:ext cx="4093500" cy="4197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0"/>
          <p:cNvSpPr txBox="1">
            <a:spLocks noGrp="1"/>
          </p:cNvSpPr>
          <p:nvPr>
            <p:ph type="title"/>
          </p:nvPr>
        </p:nvSpPr>
        <p:spPr>
          <a:xfrm>
            <a:off x="1107600" y="1798350"/>
            <a:ext cx="32358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78" name="Google Shape;78;p20"/>
          <p:cNvSpPr txBox="1">
            <a:spLocks noGrp="1"/>
          </p:cNvSpPr>
          <p:nvPr>
            <p:ph type="subTitle" idx="1"/>
          </p:nvPr>
        </p:nvSpPr>
        <p:spPr>
          <a:xfrm>
            <a:off x="1107600" y="2523450"/>
            <a:ext cx="3235800" cy="105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4">
  <p:cSld name="CUSTOM_4_1_1">
    <p:spTree>
      <p:nvGrpSpPr>
        <p:cNvPr id="1" name="Shape 79"/>
        <p:cNvGrpSpPr/>
        <p:nvPr/>
      </p:nvGrpSpPr>
      <p:grpSpPr>
        <a:xfrm>
          <a:off x="0" y="0"/>
          <a:ext cx="0" cy="0"/>
          <a:chOff x="0" y="0"/>
          <a:chExt cx="0" cy="0"/>
        </a:xfrm>
      </p:grpSpPr>
      <p:sp>
        <p:nvSpPr>
          <p:cNvPr id="80" name="Google Shape;80;p21"/>
          <p:cNvSpPr/>
          <p:nvPr/>
        </p:nvSpPr>
        <p:spPr>
          <a:xfrm>
            <a:off x="3815875" y="1354900"/>
            <a:ext cx="4093500" cy="38844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1"/>
          <p:cNvSpPr txBox="1">
            <a:spLocks noGrp="1"/>
          </p:cNvSpPr>
          <p:nvPr>
            <p:ph type="title"/>
          </p:nvPr>
        </p:nvSpPr>
        <p:spPr>
          <a:xfrm>
            <a:off x="4244734" y="1798350"/>
            <a:ext cx="32358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82" name="Google Shape;82;p21"/>
          <p:cNvSpPr txBox="1">
            <a:spLocks noGrp="1"/>
          </p:cNvSpPr>
          <p:nvPr>
            <p:ph type="subTitle" idx="1"/>
          </p:nvPr>
        </p:nvSpPr>
        <p:spPr>
          <a:xfrm>
            <a:off x="4244734" y="2523450"/>
            <a:ext cx="3235800" cy="105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5">
  <p:cSld name="CUSTOM_4_1_1_1">
    <p:bg>
      <p:bgPr>
        <a:solidFill>
          <a:schemeClr val="dk2"/>
        </a:solidFill>
        <a:effectLst/>
      </p:bgPr>
    </p:bg>
    <p:spTree>
      <p:nvGrpSpPr>
        <p:cNvPr id="1" name="Shape 83"/>
        <p:cNvGrpSpPr/>
        <p:nvPr/>
      </p:nvGrpSpPr>
      <p:grpSpPr>
        <a:xfrm>
          <a:off x="0" y="0"/>
          <a:ext cx="0" cy="0"/>
          <a:chOff x="0" y="0"/>
          <a:chExt cx="0" cy="0"/>
        </a:xfrm>
      </p:grpSpPr>
      <p:sp>
        <p:nvSpPr>
          <p:cNvPr id="84" name="Google Shape;84;p22"/>
          <p:cNvSpPr/>
          <p:nvPr/>
        </p:nvSpPr>
        <p:spPr>
          <a:xfrm>
            <a:off x="1805775" y="1449775"/>
            <a:ext cx="5532600" cy="38031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2"/>
          <p:cNvSpPr txBox="1">
            <a:spLocks noGrp="1"/>
          </p:cNvSpPr>
          <p:nvPr>
            <p:ph type="subTitle" idx="1"/>
          </p:nvPr>
        </p:nvSpPr>
        <p:spPr>
          <a:xfrm>
            <a:off x="2311200" y="1711750"/>
            <a:ext cx="4521600" cy="3117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1600"/>
              </a:spcBef>
              <a:spcAft>
                <a:spcPts val="0"/>
              </a:spcAft>
              <a:buSzPts val="1400"/>
              <a:buChar char="■"/>
              <a:defRPr/>
            </a:lvl3pPr>
            <a:lvl4pPr lvl="3" algn="ctr" rtl="0">
              <a:lnSpc>
                <a:spcPct val="100000"/>
              </a:lnSpc>
              <a:spcBef>
                <a:spcPts val="1600"/>
              </a:spcBef>
              <a:spcAft>
                <a:spcPts val="0"/>
              </a:spcAft>
              <a:buSzPts val="1400"/>
              <a:buChar char="●"/>
              <a:defRPr/>
            </a:lvl4pPr>
            <a:lvl5pPr lvl="4" algn="ctr" rtl="0">
              <a:lnSpc>
                <a:spcPct val="100000"/>
              </a:lnSpc>
              <a:spcBef>
                <a:spcPts val="1600"/>
              </a:spcBef>
              <a:spcAft>
                <a:spcPts val="0"/>
              </a:spcAft>
              <a:buSzPts val="1400"/>
              <a:buChar char="○"/>
              <a:defRPr/>
            </a:lvl5pPr>
            <a:lvl6pPr lvl="5" algn="ctr" rtl="0">
              <a:lnSpc>
                <a:spcPct val="100000"/>
              </a:lnSpc>
              <a:spcBef>
                <a:spcPts val="1600"/>
              </a:spcBef>
              <a:spcAft>
                <a:spcPts val="0"/>
              </a:spcAft>
              <a:buSzPts val="1400"/>
              <a:buChar char="■"/>
              <a:defRPr/>
            </a:lvl6pPr>
            <a:lvl7pPr lvl="6" algn="ctr" rtl="0">
              <a:lnSpc>
                <a:spcPct val="100000"/>
              </a:lnSpc>
              <a:spcBef>
                <a:spcPts val="1600"/>
              </a:spcBef>
              <a:spcAft>
                <a:spcPts val="0"/>
              </a:spcAft>
              <a:buSzPts val="1400"/>
              <a:buChar char="●"/>
              <a:defRPr/>
            </a:lvl7pPr>
            <a:lvl8pPr lvl="7" algn="ctr" rtl="0">
              <a:lnSpc>
                <a:spcPct val="100000"/>
              </a:lnSpc>
              <a:spcBef>
                <a:spcPts val="1600"/>
              </a:spcBef>
              <a:spcAft>
                <a:spcPts val="0"/>
              </a:spcAft>
              <a:buSzPts val="1400"/>
              <a:buChar char="○"/>
              <a:defRPr/>
            </a:lvl8pPr>
            <a:lvl9pPr lvl="8" algn="ctr" rtl="0">
              <a:lnSpc>
                <a:spcPct val="100000"/>
              </a:lnSpc>
              <a:spcBef>
                <a:spcPts val="1600"/>
              </a:spcBef>
              <a:spcAft>
                <a:spcPts val="1600"/>
              </a:spcAft>
              <a:buSzPts val="1400"/>
              <a:buChar char="■"/>
              <a:defRPr/>
            </a:lvl9pPr>
          </a:lstStyle>
          <a:p>
            <a:endParaRPr/>
          </a:p>
        </p:txBody>
      </p:sp>
      <p:sp>
        <p:nvSpPr>
          <p:cNvPr id="86" name="Google Shape;86;p22"/>
          <p:cNvSpPr txBox="1">
            <a:spLocks noGrp="1"/>
          </p:cNvSpPr>
          <p:nvPr>
            <p:ph type="title"/>
          </p:nvPr>
        </p:nvSpPr>
        <p:spPr>
          <a:xfrm>
            <a:off x="720075" y="539400"/>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100"/>
              <a:buNone/>
              <a:defRPr>
                <a:solidFill>
                  <a:schemeClr val="lt1"/>
                </a:solidFill>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87"/>
        <p:cNvGrpSpPr/>
        <p:nvPr/>
      </p:nvGrpSpPr>
      <p:grpSpPr>
        <a:xfrm>
          <a:off x="0" y="0"/>
          <a:ext cx="0" cy="0"/>
          <a:chOff x="0" y="0"/>
          <a:chExt cx="0" cy="0"/>
        </a:xfrm>
      </p:grpSpPr>
      <p:sp>
        <p:nvSpPr>
          <p:cNvPr id="88" name="Google Shape;88;p23"/>
          <p:cNvSpPr txBox="1">
            <a:spLocks noGrp="1"/>
          </p:cNvSpPr>
          <p:nvPr>
            <p:ph type="title"/>
          </p:nvPr>
        </p:nvSpPr>
        <p:spPr>
          <a:xfrm>
            <a:off x="720075" y="539400"/>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89" name="Google Shape;89;p23"/>
          <p:cNvSpPr txBox="1">
            <a:spLocks noGrp="1"/>
          </p:cNvSpPr>
          <p:nvPr>
            <p:ph type="title" idx="2"/>
          </p:nvPr>
        </p:nvSpPr>
        <p:spPr>
          <a:xfrm>
            <a:off x="814575" y="2876550"/>
            <a:ext cx="2421600" cy="466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0" name="Google Shape;90;p23"/>
          <p:cNvSpPr txBox="1">
            <a:spLocks noGrp="1"/>
          </p:cNvSpPr>
          <p:nvPr>
            <p:ph type="subTitle" idx="1"/>
          </p:nvPr>
        </p:nvSpPr>
        <p:spPr>
          <a:xfrm>
            <a:off x="814575" y="3266575"/>
            <a:ext cx="2421600" cy="86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1" name="Google Shape;91;p23"/>
          <p:cNvSpPr txBox="1">
            <a:spLocks noGrp="1"/>
          </p:cNvSpPr>
          <p:nvPr>
            <p:ph type="title" idx="3"/>
          </p:nvPr>
        </p:nvSpPr>
        <p:spPr>
          <a:xfrm>
            <a:off x="3361275" y="2876550"/>
            <a:ext cx="2421600" cy="466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2" name="Google Shape;92;p23"/>
          <p:cNvSpPr txBox="1">
            <a:spLocks noGrp="1"/>
          </p:cNvSpPr>
          <p:nvPr>
            <p:ph type="subTitle" idx="4"/>
          </p:nvPr>
        </p:nvSpPr>
        <p:spPr>
          <a:xfrm>
            <a:off x="3361275" y="3266575"/>
            <a:ext cx="2421600" cy="86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3" name="Google Shape;93;p23"/>
          <p:cNvSpPr txBox="1">
            <a:spLocks noGrp="1"/>
          </p:cNvSpPr>
          <p:nvPr>
            <p:ph type="title" idx="5"/>
          </p:nvPr>
        </p:nvSpPr>
        <p:spPr>
          <a:xfrm>
            <a:off x="5908000" y="2876550"/>
            <a:ext cx="2421600" cy="466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4" name="Google Shape;94;p23"/>
          <p:cNvSpPr txBox="1">
            <a:spLocks noGrp="1"/>
          </p:cNvSpPr>
          <p:nvPr>
            <p:ph type="subTitle" idx="6"/>
          </p:nvPr>
        </p:nvSpPr>
        <p:spPr>
          <a:xfrm>
            <a:off x="5908000" y="3266575"/>
            <a:ext cx="2421600" cy="86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hree columns 1">
  <p:cSld name="CUSTOM_6_2">
    <p:spTree>
      <p:nvGrpSpPr>
        <p:cNvPr id="1" name="Shape 95"/>
        <p:cNvGrpSpPr/>
        <p:nvPr/>
      </p:nvGrpSpPr>
      <p:grpSpPr>
        <a:xfrm>
          <a:off x="0" y="0"/>
          <a:ext cx="0" cy="0"/>
          <a:chOff x="0" y="0"/>
          <a:chExt cx="0" cy="0"/>
        </a:xfrm>
      </p:grpSpPr>
      <p:sp>
        <p:nvSpPr>
          <p:cNvPr id="96" name="Google Shape;96;p24"/>
          <p:cNvSpPr txBox="1">
            <a:spLocks noGrp="1"/>
          </p:cNvSpPr>
          <p:nvPr>
            <p:ph type="title"/>
          </p:nvPr>
        </p:nvSpPr>
        <p:spPr>
          <a:xfrm>
            <a:off x="720075" y="539400"/>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97" name="Google Shape;97;p24"/>
          <p:cNvSpPr txBox="1">
            <a:spLocks noGrp="1"/>
          </p:cNvSpPr>
          <p:nvPr>
            <p:ph type="title" idx="2"/>
          </p:nvPr>
        </p:nvSpPr>
        <p:spPr>
          <a:xfrm>
            <a:off x="726275" y="1531050"/>
            <a:ext cx="24456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8" name="Google Shape;98;p24"/>
          <p:cNvSpPr txBox="1">
            <a:spLocks noGrp="1"/>
          </p:cNvSpPr>
          <p:nvPr>
            <p:ph type="subTitle" idx="1"/>
          </p:nvPr>
        </p:nvSpPr>
        <p:spPr>
          <a:xfrm>
            <a:off x="726275" y="3796250"/>
            <a:ext cx="2445600" cy="660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9" name="Google Shape;99;p24"/>
          <p:cNvSpPr txBox="1">
            <a:spLocks noGrp="1"/>
          </p:cNvSpPr>
          <p:nvPr>
            <p:ph type="title" idx="3"/>
          </p:nvPr>
        </p:nvSpPr>
        <p:spPr>
          <a:xfrm>
            <a:off x="3349276" y="1531050"/>
            <a:ext cx="24456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0" name="Google Shape;100;p24"/>
          <p:cNvSpPr txBox="1">
            <a:spLocks noGrp="1"/>
          </p:cNvSpPr>
          <p:nvPr>
            <p:ph type="subTitle" idx="4"/>
          </p:nvPr>
        </p:nvSpPr>
        <p:spPr>
          <a:xfrm>
            <a:off x="3349278" y="3796250"/>
            <a:ext cx="2445600" cy="660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01" name="Google Shape;101;p24"/>
          <p:cNvSpPr txBox="1">
            <a:spLocks noGrp="1"/>
          </p:cNvSpPr>
          <p:nvPr>
            <p:ph type="title" idx="5"/>
          </p:nvPr>
        </p:nvSpPr>
        <p:spPr>
          <a:xfrm>
            <a:off x="5972200" y="1531050"/>
            <a:ext cx="24456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2" name="Google Shape;102;p24"/>
          <p:cNvSpPr txBox="1">
            <a:spLocks noGrp="1"/>
          </p:cNvSpPr>
          <p:nvPr>
            <p:ph type="subTitle" idx="6"/>
          </p:nvPr>
        </p:nvSpPr>
        <p:spPr>
          <a:xfrm>
            <a:off x="5972205" y="3796250"/>
            <a:ext cx="2445600" cy="660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Numbers and text 1">
  <p:cSld name="CUSTOM_6_1">
    <p:spTree>
      <p:nvGrpSpPr>
        <p:cNvPr id="1" name="Shape 103"/>
        <p:cNvGrpSpPr/>
        <p:nvPr/>
      </p:nvGrpSpPr>
      <p:grpSpPr>
        <a:xfrm>
          <a:off x="0" y="0"/>
          <a:ext cx="0" cy="0"/>
          <a:chOff x="0" y="0"/>
          <a:chExt cx="0" cy="0"/>
        </a:xfrm>
      </p:grpSpPr>
      <p:sp>
        <p:nvSpPr>
          <p:cNvPr id="104" name="Google Shape;104;p25"/>
          <p:cNvSpPr txBox="1">
            <a:spLocks noGrp="1"/>
          </p:cNvSpPr>
          <p:nvPr>
            <p:ph type="title"/>
          </p:nvPr>
        </p:nvSpPr>
        <p:spPr>
          <a:xfrm>
            <a:off x="720075" y="539400"/>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105" name="Google Shape;105;p25"/>
          <p:cNvSpPr txBox="1">
            <a:spLocks noGrp="1"/>
          </p:cNvSpPr>
          <p:nvPr>
            <p:ph type="title" idx="2"/>
          </p:nvPr>
        </p:nvSpPr>
        <p:spPr>
          <a:xfrm>
            <a:off x="862125" y="3364800"/>
            <a:ext cx="22509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6" name="Google Shape;106;p25"/>
          <p:cNvSpPr txBox="1">
            <a:spLocks noGrp="1"/>
          </p:cNvSpPr>
          <p:nvPr>
            <p:ph type="subTitle" idx="1"/>
          </p:nvPr>
        </p:nvSpPr>
        <p:spPr>
          <a:xfrm>
            <a:off x="862125" y="3816300"/>
            <a:ext cx="2250900" cy="650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07" name="Google Shape;107;p25"/>
          <p:cNvSpPr txBox="1">
            <a:spLocks noGrp="1"/>
          </p:cNvSpPr>
          <p:nvPr>
            <p:ph type="title" idx="3"/>
          </p:nvPr>
        </p:nvSpPr>
        <p:spPr>
          <a:xfrm>
            <a:off x="3446625" y="3364800"/>
            <a:ext cx="22509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8" name="Google Shape;108;p25"/>
          <p:cNvSpPr txBox="1">
            <a:spLocks noGrp="1"/>
          </p:cNvSpPr>
          <p:nvPr>
            <p:ph type="subTitle" idx="4"/>
          </p:nvPr>
        </p:nvSpPr>
        <p:spPr>
          <a:xfrm>
            <a:off x="3446627" y="3816300"/>
            <a:ext cx="2250900" cy="650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09" name="Google Shape;109;p25"/>
          <p:cNvSpPr txBox="1">
            <a:spLocks noGrp="1"/>
          </p:cNvSpPr>
          <p:nvPr>
            <p:ph type="title" idx="5"/>
          </p:nvPr>
        </p:nvSpPr>
        <p:spPr>
          <a:xfrm>
            <a:off x="6031150" y="3364800"/>
            <a:ext cx="22509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0" name="Google Shape;110;p25"/>
          <p:cNvSpPr txBox="1">
            <a:spLocks noGrp="1"/>
          </p:cNvSpPr>
          <p:nvPr>
            <p:ph type="subTitle" idx="6"/>
          </p:nvPr>
        </p:nvSpPr>
        <p:spPr>
          <a:xfrm>
            <a:off x="6031155" y="3816300"/>
            <a:ext cx="2250900" cy="650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11" name="Google Shape;111;p25"/>
          <p:cNvSpPr txBox="1">
            <a:spLocks noGrp="1"/>
          </p:cNvSpPr>
          <p:nvPr>
            <p:ph type="title" idx="7" hasCustomPrompt="1"/>
          </p:nvPr>
        </p:nvSpPr>
        <p:spPr>
          <a:xfrm>
            <a:off x="1464225" y="1871388"/>
            <a:ext cx="1046700" cy="441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800"/>
              <a:buNone/>
              <a:defRPr sz="2400">
                <a:solidFill>
                  <a:schemeClr val="dk1"/>
                </a:solidFill>
              </a:defRPr>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r>
              <a:t>xx%</a:t>
            </a:r>
          </a:p>
        </p:txBody>
      </p:sp>
      <p:sp>
        <p:nvSpPr>
          <p:cNvPr id="112" name="Google Shape;112;p25"/>
          <p:cNvSpPr txBox="1">
            <a:spLocks noGrp="1"/>
          </p:cNvSpPr>
          <p:nvPr>
            <p:ph type="title" idx="8" hasCustomPrompt="1"/>
          </p:nvPr>
        </p:nvSpPr>
        <p:spPr>
          <a:xfrm>
            <a:off x="4046975" y="1871463"/>
            <a:ext cx="1046700" cy="441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800"/>
              <a:buNone/>
              <a:defRPr sz="2400">
                <a:solidFill>
                  <a:schemeClr val="dk1"/>
                </a:solidFill>
              </a:defRPr>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r>
              <a:t>xx%</a:t>
            </a:r>
          </a:p>
        </p:txBody>
      </p:sp>
      <p:sp>
        <p:nvSpPr>
          <p:cNvPr id="113" name="Google Shape;113;p25"/>
          <p:cNvSpPr txBox="1">
            <a:spLocks noGrp="1"/>
          </p:cNvSpPr>
          <p:nvPr>
            <p:ph type="title" idx="9" hasCustomPrompt="1"/>
          </p:nvPr>
        </p:nvSpPr>
        <p:spPr>
          <a:xfrm>
            <a:off x="6633250" y="1871463"/>
            <a:ext cx="1046700" cy="441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800"/>
              <a:buNone/>
              <a:defRPr sz="2400">
                <a:solidFill>
                  <a:schemeClr val="dk1"/>
                </a:solidFill>
              </a:defRPr>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r>
              <a:t>xx%</a:t>
            </a: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4"/>
        <p:cNvGrpSpPr/>
        <p:nvPr/>
      </p:nvGrpSpPr>
      <p:grpSpPr>
        <a:xfrm>
          <a:off x="0" y="0"/>
          <a:ext cx="0" cy="0"/>
          <a:chOff x="0" y="0"/>
          <a:chExt cx="0" cy="0"/>
        </a:xfrm>
      </p:grpSpPr>
      <p:sp>
        <p:nvSpPr>
          <p:cNvPr id="115" name="Google Shape;115;p26"/>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116" name="Google Shape;116;p26"/>
          <p:cNvSpPr txBox="1">
            <a:spLocks noGrp="1"/>
          </p:cNvSpPr>
          <p:nvPr>
            <p:ph type="title" idx="2"/>
          </p:nvPr>
        </p:nvSpPr>
        <p:spPr>
          <a:xfrm>
            <a:off x="720000" y="1965000"/>
            <a:ext cx="2583000" cy="4662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7" name="Google Shape;117;p26"/>
          <p:cNvSpPr txBox="1">
            <a:spLocks noGrp="1"/>
          </p:cNvSpPr>
          <p:nvPr>
            <p:ph type="subTitle" idx="1"/>
          </p:nvPr>
        </p:nvSpPr>
        <p:spPr>
          <a:xfrm>
            <a:off x="720000" y="2355000"/>
            <a:ext cx="25830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18" name="Google Shape;118;p26"/>
          <p:cNvSpPr txBox="1">
            <a:spLocks noGrp="1"/>
          </p:cNvSpPr>
          <p:nvPr>
            <p:ph type="title" idx="3"/>
          </p:nvPr>
        </p:nvSpPr>
        <p:spPr>
          <a:xfrm>
            <a:off x="5841001" y="1965000"/>
            <a:ext cx="2583000" cy="4662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9" name="Google Shape;119;p26"/>
          <p:cNvSpPr txBox="1">
            <a:spLocks noGrp="1"/>
          </p:cNvSpPr>
          <p:nvPr>
            <p:ph type="subTitle" idx="4"/>
          </p:nvPr>
        </p:nvSpPr>
        <p:spPr>
          <a:xfrm>
            <a:off x="5840999" y="2355000"/>
            <a:ext cx="2583000" cy="5727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20" name="Google Shape;120;p26"/>
          <p:cNvSpPr txBox="1">
            <a:spLocks noGrp="1"/>
          </p:cNvSpPr>
          <p:nvPr>
            <p:ph type="title" idx="5"/>
          </p:nvPr>
        </p:nvSpPr>
        <p:spPr>
          <a:xfrm>
            <a:off x="720000" y="3387475"/>
            <a:ext cx="2583000" cy="4662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21" name="Google Shape;121;p26"/>
          <p:cNvSpPr txBox="1">
            <a:spLocks noGrp="1"/>
          </p:cNvSpPr>
          <p:nvPr>
            <p:ph type="subTitle" idx="6"/>
          </p:nvPr>
        </p:nvSpPr>
        <p:spPr>
          <a:xfrm>
            <a:off x="720000" y="3777475"/>
            <a:ext cx="25830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22" name="Google Shape;122;p26"/>
          <p:cNvSpPr txBox="1">
            <a:spLocks noGrp="1"/>
          </p:cNvSpPr>
          <p:nvPr>
            <p:ph type="title" idx="7"/>
          </p:nvPr>
        </p:nvSpPr>
        <p:spPr>
          <a:xfrm>
            <a:off x="5841001" y="3387475"/>
            <a:ext cx="2583000" cy="4662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23" name="Google Shape;123;p26"/>
          <p:cNvSpPr txBox="1">
            <a:spLocks noGrp="1"/>
          </p:cNvSpPr>
          <p:nvPr>
            <p:ph type="subTitle" idx="8"/>
          </p:nvPr>
        </p:nvSpPr>
        <p:spPr>
          <a:xfrm>
            <a:off x="5840999" y="3777475"/>
            <a:ext cx="2583000" cy="5727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4"/>
        <p:cNvGrpSpPr/>
        <p:nvPr/>
      </p:nvGrpSpPr>
      <p:grpSpPr>
        <a:xfrm>
          <a:off x="0" y="0"/>
          <a:ext cx="0" cy="0"/>
          <a:chOff x="0" y="0"/>
          <a:chExt cx="0" cy="0"/>
        </a:xfrm>
      </p:grpSpPr>
      <p:sp>
        <p:nvSpPr>
          <p:cNvPr id="125" name="Google Shape;125;p27"/>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126" name="Google Shape;126;p27"/>
          <p:cNvSpPr txBox="1">
            <a:spLocks noGrp="1"/>
          </p:cNvSpPr>
          <p:nvPr>
            <p:ph type="title" idx="2"/>
          </p:nvPr>
        </p:nvSpPr>
        <p:spPr>
          <a:xfrm>
            <a:off x="815050" y="1996492"/>
            <a:ext cx="2119800" cy="466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27" name="Google Shape;127;p27"/>
          <p:cNvSpPr txBox="1">
            <a:spLocks noGrp="1"/>
          </p:cNvSpPr>
          <p:nvPr>
            <p:ph type="subTitle" idx="1"/>
          </p:nvPr>
        </p:nvSpPr>
        <p:spPr>
          <a:xfrm>
            <a:off x="815050" y="2386492"/>
            <a:ext cx="21198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28" name="Google Shape;128;p27"/>
          <p:cNvSpPr txBox="1">
            <a:spLocks noGrp="1"/>
          </p:cNvSpPr>
          <p:nvPr>
            <p:ph type="title" idx="3"/>
          </p:nvPr>
        </p:nvSpPr>
        <p:spPr>
          <a:xfrm>
            <a:off x="3512102" y="1996492"/>
            <a:ext cx="2119800" cy="466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29" name="Google Shape;129;p27"/>
          <p:cNvSpPr txBox="1">
            <a:spLocks noGrp="1"/>
          </p:cNvSpPr>
          <p:nvPr>
            <p:ph type="subTitle" idx="4"/>
          </p:nvPr>
        </p:nvSpPr>
        <p:spPr>
          <a:xfrm>
            <a:off x="3512102" y="2386492"/>
            <a:ext cx="21198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0" name="Google Shape;130;p27"/>
          <p:cNvSpPr txBox="1">
            <a:spLocks noGrp="1"/>
          </p:cNvSpPr>
          <p:nvPr>
            <p:ph type="title" idx="5"/>
          </p:nvPr>
        </p:nvSpPr>
        <p:spPr>
          <a:xfrm>
            <a:off x="815050" y="3708754"/>
            <a:ext cx="2119800" cy="466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31" name="Google Shape;131;p27"/>
          <p:cNvSpPr txBox="1">
            <a:spLocks noGrp="1"/>
          </p:cNvSpPr>
          <p:nvPr>
            <p:ph type="subTitle" idx="6"/>
          </p:nvPr>
        </p:nvSpPr>
        <p:spPr>
          <a:xfrm>
            <a:off x="815050" y="4098754"/>
            <a:ext cx="21198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2" name="Google Shape;132;p27"/>
          <p:cNvSpPr txBox="1">
            <a:spLocks noGrp="1"/>
          </p:cNvSpPr>
          <p:nvPr>
            <p:ph type="title" idx="7"/>
          </p:nvPr>
        </p:nvSpPr>
        <p:spPr>
          <a:xfrm>
            <a:off x="3512102" y="3708754"/>
            <a:ext cx="2119800" cy="466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33" name="Google Shape;133;p27"/>
          <p:cNvSpPr txBox="1">
            <a:spLocks noGrp="1"/>
          </p:cNvSpPr>
          <p:nvPr>
            <p:ph type="subTitle" idx="8"/>
          </p:nvPr>
        </p:nvSpPr>
        <p:spPr>
          <a:xfrm>
            <a:off x="3512102" y="4098754"/>
            <a:ext cx="21198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4" name="Google Shape;134;p27"/>
          <p:cNvSpPr txBox="1">
            <a:spLocks noGrp="1"/>
          </p:cNvSpPr>
          <p:nvPr>
            <p:ph type="title" idx="9"/>
          </p:nvPr>
        </p:nvSpPr>
        <p:spPr>
          <a:xfrm>
            <a:off x="6209153" y="1996492"/>
            <a:ext cx="2119800" cy="466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35" name="Google Shape;135;p27"/>
          <p:cNvSpPr txBox="1">
            <a:spLocks noGrp="1"/>
          </p:cNvSpPr>
          <p:nvPr>
            <p:ph type="subTitle" idx="13"/>
          </p:nvPr>
        </p:nvSpPr>
        <p:spPr>
          <a:xfrm>
            <a:off x="6209153" y="2386492"/>
            <a:ext cx="21198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6" name="Google Shape;136;p27"/>
          <p:cNvSpPr txBox="1">
            <a:spLocks noGrp="1"/>
          </p:cNvSpPr>
          <p:nvPr>
            <p:ph type="title" idx="14"/>
          </p:nvPr>
        </p:nvSpPr>
        <p:spPr>
          <a:xfrm>
            <a:off x="6209153" y="3708754"/>
            <a:ext cx="2119800" cy="466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37" name="Google Shape;137;p27"/>
          <p:cNvSpPr txBox="1">
            <a:spLocks noGrp="1"/>
          </p:cNvSpPr>
          <p:nvPr>
            <p:ph type="subTitle" idx="15"/>
          </p:nvPr>
        </p:nvSpPr>
        <p:spPr>
          <a:xfrm>
            <a:off x="6209153" y="4098754"/>
            <a:ext cx="21198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138"/>
        <p:cNvGrpSpPr/>
        <p:nvPr/>
      </p:nvGrpSpPr>
      <p:grpSpPr>
        <a:xfrm>
          <a:off x="0" y="0"/>
          <a:ext cx="0" cy="0"/>
          <a:chOff x="0" y="0"/>
          <a:chExt cx="0" cy="0"/>
        </a:xfrm>
      </p:grpSpPr>
      <p:sp>
        <p:nvSpPr>
          <p:cNvPr id="139" name="Google Shape;139;p28"/>
          <p:cNvSpPr txBox="1">
            <a:spLocks noGrp="1"/>
          </p:cNvSpPr>
          <p:nvPr>
            <p:ph type="title" hasCustomPrompt="1"/>
          </p:nvPr>
        </p:nvSpPr>
        <p:spPr>
          <a:xfrm>
            <a:off x="4340700" y="747100"/>
            <a:ext cx="4188000" cy="64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40" name="Google Shape;140;p28"/>
          <p:cNvSpPr txBox="1">
            <a:spLocks noGrp="1"/>
          </p:cNvSpPr>
          <p:nvPr>
            <p:ph type="subTitle" idx="1"/>
          </p:nvPr>
        </p:nvSpPr>
        <p:spPr>
          <a:xfrm>
            <a:off x="4340700" y="1392601"/>
            <a:ext cx="4188000" cy="40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Font typeface="PT Sans"/>
              <a:buNone/>
              <a:defRPr>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141" name="Google Shape;141;p28"/>
          <p:cNvSpPr txBox="1">
            <a:spLocks noGrp="1"/>
          </p:cNvSpPr>
          <p:nvPr>
            <p:ph type="title" idx="2" hasCustomPrompt="1"/>
          </p:nvPr>
        </p:nvSpPr>
        <p:spPr>
          <a:xfrm>
            <a:off x="4340700" y="2058388"/>
            <a:ext cx="4188000" cy="64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42" name="Google Shape;142;p28"/>
          <p:cNvSpPr txBox="1">
            <a:spLocks noGrp="1"/>
          </p:cNvSpPr>
          <p:nvPr>
            <p:ph type="subTitle" idx="3"/>
          </p:nvPr>
        </p:nvSpPr>
        <p:spPr>
          <a:xfrm>
            <a:off x="4340700" y="2703075"/>
            <a:ext cx="4188000" cy="40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Font typeface="PT Sans"/>
              <a:buNone/>
              <a:defRPr>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143" name="Google Shape;143;p28"/>
          <p:cNvSpPr txBox="1">
            <a:spLocks noGrp="1"/>
          </p:cNvSpPr>
          <p:nvPr>
            <p:ph type="title" idx="4" hasCustomPrompt="1"/>
          </p:nvPr>
        </p:nvSpPr>
        <p:spPr>
          <a:xfrm>
            <a:off x="4340700" y="3369725"/>
            <a:ext cx="4188000" cy="64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44" name="Google Shape;144;p28"/>
          <p:cNvSpPr txBox="1">
            <a:spLocks noGrp="1"/>
          </p:cNvSpPr>
          <p:nvPr>
            <p:ph type="subTitle" idx="5"/>
          </p:nvPr>
        </p:nvSpPr>
        <p:spPr>
          <a:xfrm>
            <a:off x="4340700" y="3971075"/>
            <a:ext cx="4188000" cy="40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Font typeface="PT Sans"/>
              <a:buNone/>
              <a:defRPr>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hanks">
  <p:cSld name="CUSTOM_3">
    <p:spTree>
      <p:nvGrpSpPr>
        <p:cNvPr id="1" name="Shape 145"/>
        <p:cNvGrpSpPr/>
        <p:nvPr/>
      </p:nvGrpSpPr>
      <p:grpSpPr>
        <a:xfrm>
          <a:off x="0" y="0"/>
          <a:ext cx="0" cy="0"/>
          <a:chOff x="0" y="0"/>
          <a:chExt cx="0" cy="0"/>
        </a:xfrm>
      </p:grpSpPr>
      <p:sp>
        <p:nvSpPr>
          <p:cNvPr id="146" name="Google Shape;146;p29"/>
          <p:cNvSpPr/>
          <p:nvPr/>
        </p:nvSpPr>
        <p:spPr>
          <a:xfrm>
            <a:off x="183525" y="250925"/>
            <a:ext cx="4340100" cy="5235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9"/>
          <p:cNvSpPr txBox="1">
            <a:spLocks noGrp="1"/>
          </p:cNvSpPr>
          <p:nvPr>
            <p:ph type="title"/>
          </p:nvPr>
        </p:nvSpPr>
        <p:spPr>
          <a:xfrm>
            <a:off x="713100" y="657275"/>
            <a:ext cx="3400200" cy="873000"/>
          </a:xfrm>
          <a:prstGeom prst="rect">
            <a:avLst/>
          </a:prstGeom>
        </p:spPr>
        <p:txBody>
          <a:bodyPr spcFirstLastPara="1" wrap="square" lIns="91425" tIns="91425" rIns="91425" bIns="91425" anchor="ctr" anchorCtr="0">
            <a:noAutofit/>
          </a:bodyPr>
          <a:lstStyle>
            <a:lvl1pPr lvl="0" rtl="0">
              <a:spcBef>
                <a:spcPts val="0"/>
              </a:spcBef>
              <a:spcAft>
                <a:spcPts val="0"/>
              </a:spcAft>
              <a:buSzPts val="3100"/>
              <a:buNone/>
              <a:defRPr sz="50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148" name="Google Shape;148;p29"/>
          <p:cNvSpPr txBox="1">
            <a:spLocks noGrp="1"/>
          </p:cNvSpPr>
          <p:nvPr>
            <p:ph type="subTitle" idx="1"/>
          </p:nvPr>
        </p:nvSpPr>
        <p:spPr>
          <a:xfrm>
            <a:off x="713100" y="1482888"/>
            <a:ext cx="3434700" cy="1426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9" name="Google Shape;149;p29"/>
          <p:cNvSpPr txBox="1"/>
          <p:nvPr/>
        </p:nvSpPr>
        <p:spPr>
          <a:xfrm>
            <a:off x="720000" y="3435938"/>
            <a:ext cx="3236700" cy="6156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300"/>
              </a:spcBef>
              <a:spcAft>
                <a:spcPts val="0"/>
              </a:spcAft>
              <a:buNone/>
            </a:pPr>
            <a:r>
              <a:rPr lang="en" sz="1000">
                <a:solidFill>
                  <a:schemeClr val="dk1"/>
                </a:solidFill>
                <a:latin typeface="Montserrat"/>
                <a:ea typeface="Montserrat"/>
                <a:cs typeface="Montserrat"/>
                <a:sym typeface="Montserrat"/>
              </a:rPr>
              <a:t>CREDITS: This presentation template was created by </a:t>
            </a:r>
            <a:r>
              <a:rPr lang="en" sz="1000" b="1">
                <a:solidFill>
                  <a:schemeClr val="dk2"/>
                </a:solidFill>
                <a:uFill>
                  <a:noFill/>
                </a:uFill>
                <a:latin typeface="Montserrat"/>
                <a:ea typeface="Montserrat"/>
                <a:cs typeface="Montserrat"/>
                <a:sym typeface="Montserrat"/>
                <a:hlinkClick r:id="rId2">
                  <a:extLst>
                    <a:ext uri="{A12FA001-AC4F-418D-AE19-62706E023703}">
                      <ahyp:hlinkClr xmlns:ahyp="http://schemas.microsoft.com/office/drawing/2018/hyperlinkcolor" val="tx"/>
                    </a:ext>
                  </a:extLst>
                </a:hlinkClick>
              </a:rPr>
              <a:t>Slidesgo</a:t>
            </a:r>
            <a:r>
              <a:rPr lang="en" sz="1000">
                <a:solidFill>
                  <a:schemeClr val="dk1"/>
                </a:solidFill>
                <a:latin typeface="Montserrat"/>
                <a:ea typeface="Montserrat"/>
                <a:cs typeface="Montserrat"/>
                <a:sym typeface="Montserrat"/>
              </a:rPr>
              <a:t>, including icons by </a:t>
            </a:r>
            <a:r>
              <a:rPr lang="en" sz="1000" b="1">
                <a:solidFill>
                  <a:schemeClr val="dk2"/>
                </a:solidFill>
                <a:uFill>
                  <a:noFill/>
                </a:uFill>
                <a:latin typeface="Montserrat"/>
                <a:ea typeface="Montserrat"/>
                <a:cs typeface="Montserrat"/>
                <a:sym typeface="Montserrat"/>
                <a:hlinkClick r:id="rId3">
                  <a:extLst>
                    <a:ext uri="{A12FA001-AC4F-418D-AE19-62706E023703}">
                      <ahyp:hlinkClr xmlns:ahyp="http://schemas.microsoft.com/office/drawing/2018/hyperlinkcolor" val="tx"/>
                    </a:ext>
                  </a:extLst>
                </a:hlinkClick>
              </a:rPr>
              <a:t>Flaticon</a:t>
            </a:r>
            <a:r>
              <a:rPr lang="en" sz="1000" b="1">
                <a:solidFill>
                  <a:schemeClr val="dk2"/>
                </a:solidFill>
                <a:latin typeface="Montserrat"/>
                <a:ea typeface="Montserrat"/>
                <a:cs typeface="Montserrat"/>
                <a:sym typeface="Montserrat"/>
              </a:rPr>
              <a:t> </a:t>
            </a:r>
            <a:r>
              <a:rPr lang="en" sz="1000">
                <a:solidFill>
                  <a:schemeClr val="dk1"/>
                </a:solidFill>
                <a:latin typeface="Montserrat"/>
                <a:ea typeface="Montserrat"/>
                <a:cs typeface="Montserrat"/>
                <a:sym typeface="Montserrat"/>
              </a:rPr>
              <a:t>and infographics &amp; images by </a:t>
            </a:r>
            <a:r>
              <a:rPr lang="en" sz="1000" b="1">
                <a:solidFill>
                  <a:schemeClr val="dk2"/>
                </a:solidFill>
                <a:uFill>
                  <a:noFill/>
                </a:uFill>
                <a:latin typeface="Montserrat"/>
                <a:ea typeface="Montserrat"/>
                <a:cs typeface="Montserrat"/>
                <a:sym typeface="Montserrat"/>
                <a:hlinkClick r:id="rId4">
                  <a:extLst>
                    <a:ext uri="{A12FA001-AC4F-418D-AE19-62706E023703}">
                      <ahyp:hlinkClr xmlns:ahyp="http://schemas.microsoft.com/office/drawing/2018/hyperlinkcolor" val="tx"/>
                    </a:ext>
                  </a:extLst>
                </a:hlinkClick>
              </a:rPr>
              <a:t>Freepik</a:t>
            </a:r>
            <a:endParaRPr sz="1000" b="1">
              <a:solidFill>
                <a:schemeClr val="dk2"/>
              </a:solidFill>
              <a:latin typeface="Montserrat"/>
              <a:ea typeface="Montserrat"/>
              <a:cs typeface="Montserrat"/>
              <a:sym typeface="Montserrat"/>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50"/>
        <p:cNvGrpSpPr/>
        <p:nvPr/>
      </p:nvGrpSpPr>
      <p:grpSpPr>
        <a:xfrm>
          <a:off x="0" y="0"/>
          <a:ext cx="0" cy="0"/>
          <a:chOff x="0" y="0"/>
          <a:chExt cx="0" cy="0"/>
        </a:xfrm>
      </p:grpSpPr>
      <p:sp>
        <p:nvSpPr>
          <p:cNvPr id="151" name="Google Shape;151;p30"/>
          <p:cNvSpPr/>
          <p:nvPr/>
        </p:nvSpPr>
        <p:spPr>
          <a:xfrm>
            <a:off x="1323100" y="0"/>
            <a:ext cx="6518400" cy="25137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30"/>
          <p:cNvSpPr/>
          <p:nvPr/>
        </p:nvSpPr>
        <p:spPr>
          <a:xfrm>
            <a:off x="1401625" y="-76200"/>
            <a:ext cx="6361500" cy="25137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ackground 1">
  <p:cSld name="CUSTOM_9_1">
    <p:bg>
      <p:bgPr>
        <a:solidFill>
          <a:schemeClr val="dk2"/>
        </a:solidFill>
        <a:effectLst/>
      </p:bgPr>
    </p:bg>
    <p:spTree>
      <p:nvGrpSpPr>
        <p:cNvPr id="1" name="Shape 153"/>
        <p:cNvGrpSpPr/>
        <p:nvPr/>
      </p:nvGrpSpPr>
      <p:grpSpPr>
        <a:xfrm>
          <a:off x="0" y="0"/>
          <a:ext cx="0" cy="0"/>
          <a:chOff x="0" y="0"/>
          <a:chExt cx="0" cy="0"/>
        </a:xfrm>
      </p:grpSpPr>
      <p:sp>
        <p:nvSpPr>
          <p:cNvPr id="154" name="Google Shape;154;p31"/>
          <p:cNvSpPr/>
          <p:nvPr/>
        </p:nvSpPr>
        <p:spPr>
          <a:xfrm>
            <a:off x="2277601" y="1850675"/>
            <a:ext cx="4588800" cy="4189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31"/>
          <p:cNvSpPr/>
          <p:nvPr/>
        </p:nvSpPr>
        <p:spPr>
          <a:xfrm>
            <a:off x="2410051" y="1982375"/>
            <a:ext cx="4323900" cy="4143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ackground 2">
  <p:cSld name="CUSTOM_9_2">
    <p:spTree>
      <p:nvGrpSpPr>
        <p:cNvPr id="1" name="Shape 156"/>
        <p:cNvGrpSpPr/>
        <p:nvPr/>
      </p:nvGrpSpPr>
      <p:grpSpPr>
        <a:xfrm>
          <a:off x="0" y="0"/>
          <a:ext cx="0" cy="0"/>
          <a:chOff x="0" y="0"/>
          <a:chExt cx="0" cy="0"/>
        </a:xfrm>
      </p:grpSpPr>
      <p:sp>
        <p:nvSpPr>
          <p:cNvPr id="157" name="Google Shape;157;p32"/>
          <p:cNvSpPr/>
          <p:nvPr/>
        </p:nvSpPr>
        <p:spPr>
          <a:xfrm>
            <a:off x="1809650" y="-188300"/>
            <a:ext cx="5524800" cy="5434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32"/>
          <p:cNvSpPr/>
          <p:nvPr/>
        </p:nvSpPr>
        <p:spPr>
          <a:xfrm>
            <a:off x="1875653" y="-188300"/>
            <a:ext cx="5392800" cy="5434500"/>
          </a:xfrm>
          <a:prstGeom prst="rect">
            <a:avLst/>
          </a:prstGeom>
          <a:solidFill>
            <a:schemeClr val="l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ackground 3">
  <p:cSld name="CUSTOM_9_3">
    <p:bg>
      <p:bgPr>
        <a:solidFill>
          <a:schemeClr val="dk2"/>
        </a:solidFill>
        <a:effectLst/>
      </p:bgPr>
    </p:bg>
    <p:spTree>
      <p:nvGrpSpPr>
        <p:cNvPr id="1" name="Shape 159"/>
        <p:cNvGrpSpPr/>
        <p:nvPr/>
      </p:nvGrpSpPr>
      <p:grpSpPr>
        <a:xfrm>
          <a:off x="0" y="0"/>
          <a:ext cx="0" cy="0"/>
          <a:chOff x="0" y="0"/>
          <a:chExt cx="0" cy="0"/>
        </a:xfrm>
      </p:grpSpPr>
      <p:sp>
        <p:nvSpPr>
          <p:cNvPr id="160" name="Google Shape;160;p33"/>
          <p:cNvSpPr/>
          <p:nvPr/>
        </p:nvSpPr>
        <p:spPr>
          <a:xfrm>
            <a:off x="1809650" y="-188300"/>
            <a:ext cx="5524800" cy="5434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33"/>
          <p:cNvSpPr/>
          <p:nvPr/>
        </p:nvSpPr>
        <p:spPr>
          <a:xfrm>
            <a:off x="1875653" y="-188300"/>
            <a:ext cx="5392800" cy="5434500"/>
          </a:xfrm>
          <a:prstGeom prst="rect">
            <a:avLst/>
          </a:prstGeom>
          <a:solidFill>
            <a:schemeClr val="l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65"/>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66"/>
        <p:cNvGrpSpPr/>
        <p:nvPr/>
      </p:nvGrpSpPr>
      <p:grpSpPr>
        <a:xfrm>
          <a:off x="0" y="0"/>
          <a:ext cx="0" cy="0"/>
          <a:chOff x="0" y="0"/>
          <a:chExt cx="0" cy="0"/>
        </a:xfrm>
      </p:grpSpPr>
      <p:sp>
        <p:nvSpPr>
          <p:cNvPr id="167" name="Google Shape;167;p3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4.xml"/><Relationship Id="rId1" Type="http://schemas.openxmlformats.org/officeDocument/2006/relationships/slideLayout" Target="../slideLayouts/slideLayout3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100" y="539400"/>
            <a:ext cx="7717800" cy="572700"/>
          </a:xfrm>
          <a:prstGeom prst="rect">
            <a:avLst/>
          </a:prstGeom>
          <a:noFill/>
          <a:ln>
            <a:noFill/>
          </a:ln>
        </p:spPr>
        <p:txBody>
          <a:bodyPr spcFirstLastPara="1" wrap="square" lIns="91425" tIns="91425" rIns="91425" bIns="91425" anchor="ctr" anchorCtr="0">
            <a:noAutofit/>
          </a:bodyPr>
          <a:lstStyle>
            <a:lvl1pPr lvl="0" rtl="0">
              <a:spcBef>
                <a:spcPts val="0"/>
              </a:spcBef>
              <a:spcAft>
                <a:spcPts val="0"/>
              </a:spcAft>
              <a:buClr>
                <a:schemeClr val="dk2"/>
              </a:buClr>
              <a:buSzPts val="3100"/>
              <a:buFont typeface="M PLUS 1p"/>
              <a:buNone/>
              <a:defRPr sz="3100" b="1">
                <a:solidFill>
                  <a:schemeClr val="dk2"/>
                </a:solidFill>
                <a:latin typeface="M PLUS 1p"/>
                <a:ea typeface="M PLUS 1p"/>
                <a:cs typeface="M PLUS 1p"/>
                <a:sym typeface="M PLUS 1p"/>
              </a:defRPr>
            </a:lvl1pPr>
            <a:lvl2pPr lvl="1" rtl="0">
              <a:spcBef>
                <a:spcPts val="0"/>
              </a:spcBef>
              <a:spcAft>
                <a:spcPts val="0"/>
              </a:spcAft>
              <a:buClr>
                <a:schemeClr val="dk2"/>
              </a:buClr>
              <a:buSzPts val="3100"/>
              <a:buFont typeface="M PLUS 1p"/>
              <a:buNone/>
              <a:defRPr sz="3100" b="1">
                <a:solidFill>
                  <a:schemeClr val="dk2"/>
                </a:solidFill>
                <a:latin typeface="M PLUS 1p"/>
                <a:ea typeface="M PLUS 1p"/>
                <a:cs typeface="M PLUS 1p"/>
                <a:sym typeface="M PLUS 1p"/>
              </a:defRPr>
            </a:lvl2pPr>
            <a:lvl3pPr lvl="2" rtl="0">
              <a:spcBef>
                <a:spcPts val="0"/>
              </a:spcBef>
              <a:spcAft>
                <a:spcPts val="0"/>
              </a:spcAft>
              <a:buClr>
                <a:schemeClr val="dk2"/>
              </a:buClr>
              <a:buSzPts val="3100"/>
              <a:buFont typeface="M PLUS 1p"/>
              <a:buNone/>
              <a:defRPr sz="3100" b="1">
                <a:solidFill>
                  <a:schemeClr val="dk2"/>
                </a:solidFill>
                <a:latin typeface="M PLUS 1p"/>
                <a:ea typeface="M PLUS 1p"/>
                <a:cs typeface="M PLUS 1p"/>
                <a:sym typeface="M PLUS 1p"/>
              </a:defRPr>
            </a:lvl3pPr>
            <a:lvl4pPr lvl="3" rtl="0">
              <a:spcBef>
                <a:spcPts val="0"/>
              </a:spcBef>
              <a:spcAft>
                <a:spcPts val="0"/>
              </a:spcAft>
              <a:buClr>
                <a:schemeClr val="dk2"/>
              </a:buClr>
              <a:buSzPts val="3100"/>
              <a:buFont typeface="M PLUS 1p"/>
              <a:buNone/>
              <a:defRPr sz="3100" b="1">
                <a:solidFill>
                  <a:schemeClr val="dk2"/>
                </a:solidFill>
                <a:latin typeface="M PLUS 1p"/>
                <a:ea typeface="M PLUS 1p"/>
                <a:cs typeface="M PLUS 1p"/>
                <a:sym typeface="M PLUS 1p"/>
              </a:defRPr>
            </a:lvl4pPr>
            <a:lvl5pPr lvl="4" rtl="0">
              <a:spcBef>
                <a:spcPts val="0"/>
              </a:spcBef>
              <a:spcAft>
                <a:spcPts val="0"/>
              </a:spcAft>
              <a:buClr>
                <a:schemeClr val="dk2"/>
              </a:buClr>
              <a:buSzPts val="3100"/>
              <a:buFont typeface="M PLUS 1p"/>
              <a:buNone/>
              <a:defRPr sz="3100" b="1">
                <a:solidFill>
                  <a:schemeClr val="dk2"/>
                </a:solidFill>
                <a:latin typeface="M PLUS 1p"/>
                <a:ea typeface="M PLUS 1p"/>
                <a:cs typeface="M PLUS 1p"/>
                <a:sym typeface="M PLUS 1p"/>
              </a:defRPr>
            </a:lvl5pPr>
            <a:lvl6pPr lvl="5" rtl="0">
              <a:spcBef>
                <a:spcPts val="0"/>
              </a:spcBef>
              <a:spcAft>
                <a:spcPts val="0"/>
              </a:spcAft>
              <a:buClr>
                <a:schemeClr val="dk2"/>
              </a:buClr>
              <a:buSzPts val="3100"/>
              <a:buFont typeface="M PLUS 1p"/>
              <a:buNone/>
              <a:defRPr sz="3100" b="1">
                <a:solidFill>
                  <a:schemeClr val="dk2"/>
                </a:solidFill>
                <a:latin typeface="M PLUS 1p"/>
                <a:ea typeface="M PLUS 1p"/>
                <a:cs typeface="M PLUS 1p"/>
                <a:sym typeface="M PLUS 1p"/>
              </a:defRPr>
            </a:lvl6pPr>
            <a:lvl7pPr lvl="6" rtl="0">
              <a:spcBef>
                <a:spcPts val="0"/>
              </a:spcBef>
              <a:spcAft>
                <a:spcPts val="0"/>
              </a:spcAft>
              <a:buClr>
                <a:schemeClr val="dk2"/>
              </a:buClr>
              <a:buSzPts val="3100"/>
              <a:buFont typeface="M PLUS 1p"/>
              <a:buNone/>
              <a:defRPr sz="3100" b="1">
                <a:solidFill>
                  <a:schemeClr val="dk2"/>
                </a:solidFill>
                <a:latin typeface="M PLUS 1p"/>
                <a:ea typeface="M PLUS 1p"/>
                <a:cs typeface="M PLUS 1p"/>
                <a:sym typeface="M PLUS 1p"/>
              </a:defRPr>
            </a:lvl7pPr>
            <a:lvl8pPr lvl="7" rtl="0">
              <a:spcBef>
                <a:spcPts val="0"/>
              </a:spcBef>
              <a:spcAft>
                <a:spcPts val="0"/>
              </a:spcAft>
              <a:buClr>
                <a:schemeClr val="dk2"/>
              </a:buClr>
              <a:buSzPts val="3100"/>
              <a:buFont typeface="M PLUS 1p"/>
              <a:buNone/>
              <a:defRPr sz="3100" b="1">
                <a:solidFill>
                  <a:schemeClr val="dk2"/>
                </a:solidFill>
                <a:latin typeface="M PLUS 1p"/>
                <a:ea typeface="M PLUS 1p"/>
                <a:cs typeface="M PLUS 1p"/>
                <a:sym typeface="M PLUS 1p"/>
              </a:defRPr>
            </a:lvl8pPr>
            <a:lvl9pPr lvl="8" rtl="0">
              <a:spcBef>
                <a:spcPts val="0"/>
              </a:spcBef>
              <a:spcAft>
                <a:spcPts val="0"/>
              </a:spcAft>
              <a:buClr>
                <a:schemeClr val="dk2"/>
              </a:buClr>
              <a:buSzPts val="3100"/>
              <a:buFont typeface="M PLUS 1p"/>
              <a:buNone/>
              <a:defRPr sz="3100" b="1">
                <a:solidFill>
                  <a:schemeClr val="dk2"/>
                </a:solidFill>
                <a:latin typeface="M PLUS 1p"/>
                <a:ea typeface="M PLUS 1p"/>
                <a:cs typeface="M PLUS 1p"/>
                <a:sym typeface="M PLUS 1p"/>
              </a:defRPr>
            </a:lvl9pPr>
          </a:lstStyle>
          <a:p>
            <a:endParaRPr/>
          </a:p>
        </p:txBody>
      </p:sp>
      <p:sp>
        <p:nvSpPr>
          <p:cNvPr id="7" name="Google Shape;7;p1"/>
          <p:cNvSpPr txBox="1">
            <a:spLocks noGrp="1"/>
          </p:cNvSpPr>
          <p:nvPr>
            <p:ph type="body" idx="1"/>
          </p:nvPr>
        </p:nvSpPr>
        <p:spPr>
          <a:xfrm>
            <a:off x="713100" y="1152475"/>
            <a:ext cx="77178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1pPr>
            <a:lvl2pPr marL="914400" lvl="1" indent="-3175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2pPr>
            <a:lvl3pPr marL="1371600" lvl="2" indent="-3175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3pPr>
            <a:lvl4pPr marL="1828800" lvl="3" indent="-3175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4pPr>
            <a:lvl5pPr marL="2286000" lvl="4" indent="-3175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5pPr>
            <a:lvl6pPr marL="2743200" lvl="5" indent="-3175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6pPr>
            <a:lvl7pPr marL="3200400" lvl="6" indent="-3175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7pPr>
            <a:lvl8pPr marL="3657600" lvl="7" indent="-3175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8pPr>
            <a:lvl9pPr marL="4114800" lvl="8" indent="-317500">
              <a:lnSpc>
                <a:spcPct val="115000"/>
              </a:lnSpc>
              <a:spcBef>
                <a:spcPts val="1600"/>
              </a:spcBef>
              <a:spcAft>
                <a:spcPts val="1600"/>
              </a:spcAft>
              <a:buClr>
                <a:schemeClr val="dk1"/>
              </a:buClr>
              <a:buSzPts val="1400"/>
              <a:buFont typeface="Montserrat"/>
              <a:buChar char="■"/>
              <a:defRPr>
                <a:solidFill>
                  <a:schemeClr val="dk1"/>
                </a:solidFill>
                <a:latin typeface="Montserrat"/>
                <a:ea typeface="Montserrat"/>
                <a:cs typeface="Montserrat"/>
                <a:sym typeface="Montserrat"/>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62"/>
        <p:cNvGrpSpPr/>
        <p:nvPr/>
      </p:nvGrpSpPr>
      <p:grpSpPr>
        <a:xfrm>
          <a:off x="0" y="0"/>
          <a:ext cx="0" cy="0"/>
          <a:chOff x="0" y="0"/>
          <a:chExt cx="0" cy="0"/>
        </a:xfrm>
      </p:grpSpPr>
      <p:sp>
        <p:nvSpPr>
          <p:cNvPr id="163" name="Google Shape;163;p34"/>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64" name="Google Shape;164;p34"/>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80" r:id="rId1"/>
    <p:sldLayoutId id="2147483681"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37.xml"/><Relationship Id="rId13" Type="http://schemas.openxmlformats.org/officeDocument/2006/relationships/hyperlink" Target="https://storyset.com/?utm_source=slidesgo_template&amp;utm_medium=referral-link&amp;utm_campaign=slidesgo_contents_of_this_template&amp;utm_term=storyset&amp;utm_content=storyset" TargetMode="External"/><Relationship Id="rId3" Type="http://schemas.openxmlformats.org/officeDocument/2006/relationships/hyperlink" Target="http://bit.ly/2Tynxth" TargetMode="External"/><Relationship Id="rId7"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12" Type="http://schemas.openxmlformats.org/officeDocument/2006/relationships/slide" Target="slide42.xml"/><Relationship Id="rId2" Type="http://schemas.openxmlformats.org/officeDocument/2006/relationships/notesSlide" Target="../notesSlides/notesSlide2.xml"/><Relationship Id="rId1" Type="http://schemas.openxmlformats.org/officeDocument/2006/relationships/slideLayout" Target="../slideLayouts/slideLayout3.xml"/><Relationship Id="rId6" Type="http://schemas.openxmlformats.org/officeDocument/2006/relationships/slide" Target="slide41.xml"/><Relationship Id="rId11" Type="http://schemas.openxmlformats.org/officeDocument/2006/relationships/slide" Target="slide39.xml"/><Relationship Id="rId5" Type="http://schemas.openxmlformats.org/officeDocument/2006/relationships/hyperlink" Target="http://bit.ly/33VAFh3" TargetMode="External"/><Relationship Id="rId15" Type="http://schemas.openxmlformats.org/officeDocument/2006/relationships/slide" Target="slide49.xml"/><Relationship Id="rId10" Type="http://schemas.openxmlformats.org/officeDocument/2006/relationships/slide" Target="slide38.xml"/><Relationship Id="rId4" Type="http://schemas.openxmlformats.org/officeDocument/2006/relationships/hyperlink" Target="http://bit.ly/30B07Gq" TargetMode="External"/><Relationship Id="rId9" Type="http://schemas.openxmlformats.org/officeDocument/2006/relationships/slide" Target="slide35.xml"/><Relationship Id="rId14" Type="http://schemas.openxmlformats.org/officeDocument/2006/relationships/slide" Target="slide4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xml"/><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5.xml"/><Relationship Id="rId1" Type="http://schemas.openxmlformats.org/officeDocument/2006/relationships/slideLayout" Target="../slideLayouts/slideLayout8.xml"/></Relationships>
</file>

<file path=ppt/slides/_rels/slide6.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5.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6.xml"/></Relationships>
</file>

<file path=ppt/slides/_rels/slide1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13.xml"/><Relationship Id="rId1" Type="http://schemas.openxmlformats.org/officeDocument/2006/relationships/slideLayout" Target="../slideLayouts/slideLayout14.xml"/></Relationships>
</file>

<file path=ppt/slides/_rels/slide14.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15.xml"/><Relationship Id="rId1" Type="http://schemas.openxmlformats.org/officeDocument/2006/relationships/slideLayout" Target="../slideLayouts/slideLayout17.xml"/></Relationships>
</file>

<file path=ppt/slides/_rels/slide16.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17.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17.xml"/><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18.xml"/><Relationship Id="rId1" Type="http://schemas.openxmlformats.org/officeDocument/2006/relationships/slideLayout" Target="../slideLayouts/slideLayout2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4.xml"/></Relationships>
</file>

<file path=ppt/slides/_rels/slide20.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20.xml"/><Relationship Id="rId1" Type="http://schemas.openxmlformats.org/officeDocument/2006/relationships/slideLayout" Target="../slideLayouts/slideLayout18.xml"/></Relationships>
</file>

<file path=ppt/slides/_rels/slide21.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21.xml"/><Relationship Id="rId1" Type="http://schemas.openxmlformats.org/officeDocument/2006/relationships/slideLayout" Target="../slideLayouts/slideLayout19.xml"/></Relationships>
</file>

<file path=ppt/slides/_rels/slide22.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22.xml"/><Relationship Id="rId1" Type="http://schemas.openxmlformats.org/officeDocument/2006/relationships/slideLayout" Target="../slideLayouts/slideLayout20.xml"/></Relationships>
</file>

<file path=ppt/slides/_rels/slide23.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23.xml"/><Relationship Id="rId1" Type="http://schemas.openxmlformats.org/officeDocument/2006/relationships/slideLayout" Target="../slideLayouts/slideLayout23.xml"/><Relationship Id="rId5" Type="http://schemas.openxmlformats.org/officeDocument/2006/relationships/image" Target="../media/image18.jpg"/><Relationship Id="rId4" Type="http://schemas.openxmlformats.org/officeDocument/2006/relationships/image" Target="../media/image17.jpg"/></Relationships>
</file>

<file path=ppt/slides/_rels/slide24.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24.xml"/><Relationship Id="rId1" Type="http://schemas.openxmlformats.org/officeDocument/2006/relationships/slideLayout" Target="../slideLayouts/slideLayout16.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30.xml"/><Relationship Id="rId1" Type="http://schemas.openxmlformats.org/officeDocument/2006/relationships/slideLayout" Target="../slideLayouts/slideLayout5.xml"/><Relationship Id="rId5" Type="http://schemas.openxmlformats.org/officeDocument/2006/relationships/image" Target="../media/image20.png"/><Relationship Id="rId4" Type="http://schemas.openxmlformats.org/officeDocument/2006/relationships/hyperlink" Target="https://docs.google.com/spreadsheets/d/1Z8nJrVVs7oiGW9PHSqC3X6ljWh6wP6ynQR1UTvKNkBE/copy" TargetMode="Externa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3" Type="http://schemas.openxmlformats.org/officeDocument/2006/relationships/image" Target="../media/image21.jpg"/><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1.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35.xml"/><Relationship Id="rId1" Type="http://schemas.openxmlformats.org/officeDocument/2006/relationships/slideLayout" Target="../slideLayouts/slideLayout28.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3" Type="http://schemas.openxmlformats.org/officeDocument/2006/relationships/hyperlink" Target="https://www.freepik.com/free-vector/family-silhouettes-pack_730592.htm/?utm_source=slidesgo_template&amp;utm_medium=referral-link&amp;utm_campaign=sg_resources&amp;utm_content=freepik" TargetMode="External"/><Relationship Id="rId2" Type="http://schemas.openxmlformats.org/officeDocument/2006/relationships/notesSlide" Target="../notesSlides/notesSlide37.xml"/><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8" Type="http://schemas.openxmlformats.org/officeDocument/2006/relationships/hyperlink" Target="https://www.freepik.com/free-photo/full-shot-happy-lgbt-family_21761332.htm/?utm_source=slidesgo_template&amp;utm_medium=referral-link&amp;utm_campaign=sg_resources&amp;utm_content=freepik" TargetMode="External"/><Relationship Id="rId13" Type="http://schemas.openxmlformats.org/officeDocument/2006/relationships/hyperlink" Target="https://www.freepik.com/free-photo/full-shot-happy-family-home_20080226.htm/?utm_source=slidesgo_template&amp;utm_medium=referral-link&amp;utm_campaign=sg_resources&amp;utm_content=freepik" TargetMode="External"/><Relationship Id="rId18" Type="http://schemas.openxmlformats.org/officeDocument/2006/relationships/hyperlink" Target="https://www.freepik.com/free-vector/family-silhouettes-pack_730592.htm/?utm_source=slidesgo_template&amp;utm_medium=referral-link&amp;utm_campaign=sg_resources&amp;utm_content=freepik" TargetMode="External"/><Relationship Id="rId3" Type="http://schemas.openxmlformats.org/officeDocument/2006/relationships/hyperlink" Target="https://www.freepik.com/free-photo/happy-family-outdoors-full-shot_16689009.htm/?utm_source=slidesgo_template&amp;utm_medium=referral-link&amp;utm_campaign=sg_resources&amp;utm_content=freepik" TargetMode="External"/><Relationship Id="rId7" Type="http://schemas.openxmlformats.org/officeDocument/2006/relationships/hyperlink" Target="https://www.freepik.com/free-photo/beautiful-lgbt-family-park_15634347.htm/?utm_source=slidesgo_template&amp;utm_medium=referral-link&amp;utm_campaign=sg_resources&amp;utm_content=freepik" TargetMode="External"/><Relationship Id="rId12" Type="http://schemas.openxmlformats.org/officeDocument/2006/relationships/hyperlink" Target="https://www.freepik.com/free-photo/front-view-happy-family-with-copy-space_7089356.htm/?utm_source=slidesgo_template&amp;utm_medium=referral-link&amp;utm_campaign=sg_resources&amp;utm_content=freepik" TargetMode="External"/><Relationship Id="rId17" Type="http://schemas.openxmlformats.org/officeDocument/2006/relationships/hyperlink" Target="https://www.freepik.com/free-photo/cute-family-spending-quality-time-together_16298297.htm/?utm_source=slidesgo_template&amp;utm_medium=referral-link&amp;utm_campaign=sg_resources&amp;utm_content=freepik" TargetMode="External"/><Relationship Id="rId2" Type="http://schemas.openxmlformats.org/officeDocument/2006/relationships/notesSlide" Target="../notesSlides/notesSlide38.xml"/><Relationship Id="rId16" Type="http://schemas.openxmlformats.org/officeDocument/2006/relationships/hyperlink" Target="https://www.freepik.com/free-photo/mother-spending-time-with-her-child_21804726.htm/?utm_source=slidesgo_template&amp;utm_medium=referral-link&amp;utm_campaign=sg_resources&amp;utm_content=freepik" TargetMode="External"/><Relationship Id="rId1" Type="http://schemas.openxmlformats.org/officeDocument/2006/relationships/slideLayout" Target="../slideLayouts/slideLayout5.xml"/><Relationship Id="rId6" Type="http://schemas.openxmlformats.org/officeDocument/2006/relationships/hyperlink" Target="https://www.freepik.com/free-photo/cheerful-girl-shoulders-her-father_1093494.htm/?utm_source=slidesgo_template&amp;utm_medium=referral-link&amp;utm_campaign=sg_resources&amp;utm_content=freepik" TargetMode="External"/><Relationship Id="rId11" Type="http://schemas.openxmlformats.org/officeDocument/2006/relationships/hyperlink" Target="https://www.freepik.com/free-photo/full-shot-happy-family-nature_16689039.htm/?utm_source=slidesgo_template&amp;utm_medium=referral-link&amp;utm_campaign=sg_resources&amp;utm_content=freepik" TargetMode="External"/><Relationship Id="rId5" Type="http://schemas.openxmlformats.org/officeDocument/2006/relationships/hyperlink" Target="https://www.freepik.com/free-photo/full-shot-happy-family-flying-kite_15266326.htm/?utm_source=slidesgo_template&amp;utm_medium=referral-link&amp;utm_campaign=sg_resources&amp;utm_content=freepik" TargetMode="External"/><Relationship Id="rId15" Type="http://schemas.openxmlformats.org/officeDocument/2006/relationships/hyperlink" Target="https://www.freepik.com/free-photo/young-mother-spending-time-with-her-baby_15518631.htm/?utm_source=slidesgo_template&amp;utm_medium=referral-link&amp;utm_campaign=sg_resources&amp;utm_content=freepik" TargetMode="External"/><Relationship Id="rId10" Type="http://schemas.openxmlformats.org/officeDocument/2006/relationships/hyperlink" Target="https://www.freepik.com/free-photo/african-mother-little-girl-close-up_14099801.htm/?utm_source=slidesgo_template&amp;utm_medium=referral-link&amp;utm_campaign=sg_resources&amp;utm_content=freepik" TargetMode="External"/><Relationship Id="rId19" Type="http://schemas.openxmlformats.org/officeDocument/2006/relationships/hyperlink" Target="https://www.flaticon.com/packs/global-day-of-parents/?utm_source=slidesgo_template&amp;utm_medium=referral-link&amp;utm_campaign=sg_resources&amp;utm_content=flaticon" TargetMode="External"/><Relationship Id="rId4" Type="http://schemas.openxmlformats.org/officeDocument/2006/relationships/hyperlink" Target="https://www.freepik.com/free-photo/full-shot-happy-family-dog-outdoors_15266308.htm/?utm_source=slidesgo_template&amp;utm_medium=referral-link&amp;utm_campaign=sg_resources&amp;utm_content=freepik" TargetMode="External"/><Relationship Id="rId9" Type="http://schemas.openxmlformats.org/officeDocument/2006/relationships/hyperlink" Target="https://www.freepik.com/free-photo/mothers-day-concept-with-daughter-kissing-mother_1937461.htm/?utm_source=slidesgo_template&amp;utm_medium=referral-link&amp;utm_campaign=sg_resources&amp;utm_content=freepik" TargetMode="External"/><Relationship Id="rId14" Type="http://schemas.openxmlformats.org/officeDocument/2006/relationships/hyperlink" Target="https://www.freepik.com/free-photo/full-shot-family-with-camper-van_23442175.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3" Type="http://schemas.openxmlformats.org/officeDocument/2006/relationships/hyperlink" Target="http://bit.ly/33VAFh3" TargetMode="External"/><Relationship Id="rId2" Type="http://schemas.openxmlformats.org/officeDocument/2006/relationships/notesSlide" Target="../notesSlides/notesSlide39.xml"/><Relationship Id="rId1" Type="http://schemas.openxmlformats.org/officeDocument/2006/relationships/slideLayout" Target="../slideLayouts/slideLayout34.xml"/><Relationship Id="rId6" Type="http://schemas.openxmlformats.org/officeDocument/2006/relationships/slide" Target="slide35.xml"/><Relationship Id="rId5" Type="http://schemas.openxmlformats.org/officeDocument/2006/relationships/hyperlink" Target="http://bit.ly/2PfT4lq" TargetMode="External"/><Relationship Id="rId4"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0.xml"/><Relationship Id="rId1" Type="http://schemas.openxmlformats.org/officeDocument/2006/relationships/slideLayout" Target="../slideLayouts/slideLayout3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41.xml.rels><?xml version="1.0" encoding="UTF-8" standalone="yes"?>
<Relationships xmlns="http://schemas.openxmlformats.org/package/2006/relationships"><Relationship Id="rId3" Type="http://schemas.openxmlformats.org/officeDocument/2006/relationships/hyperlink" Target="https://fonts.google.com/specimen/M+PLUS+1" TargetMode="External"/><Relationship Id="rId2" Type="http://schemas.openxmlformats.org/officeDocument/2006/relationships/notesSlide" Target="../notesSlides/notesSlide41.xml"/><Relationship Id="rId1" Type="http://schemas.openxmlformats.org/officeDocument/2006/relationships/slideLayout" Target="../slideLayouts/slideLayout34.xml"/><Relationship Id="rId4" Type="http://schemas.openxmlformats.org/officeDocument/2006/relationships/hyperlink" Target="https://fonts.google.com/specimen/Montserrat" TargetMode="External"/></Relationships>
</file>

<file path=ppt/slides/_rels/slide42.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7.gif"/><Relationship Id="rId2" Type="http://schemas.openxmlformats.org/officeDocument/2006/relationships/notesSlide" Target="../notesSlides/notesSlide42.xml"/><Relationship Id="rId1" Type="http://schemas.openxmlformats.org/officeDocument/2006/relationships/slideLayout" Target="../slideLayouts/slideLayout3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6.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5.gif"/><Relationship Id="rId4" Type="http://schemas.openxmlformats.org/officeDocument/2006/relationships/image" Target="../media/image23.gif"/><Relationship Id="rId9" Type="http://schemas.openxmlformats.org/officeDocument/2006/relationships/image" Target="../media/image24.gif"/></Relationships>
</file>

<file path=ppt/slides/_rels/slide43.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3.xml"/><Relationship Id="rId1" Type="http://schemas.openxmlformats.org/officeDocument/2006/relationships/slideLayout" Target="../slideLayouts/slideLayout3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3.xml"/></Relationships>
</file>

<file path=ppt/slides/_rels/slide49.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9.xml"/><Relationship Id="rId1" Type="http://schemas.openxmlformats.org/officeDocument/2006/relationships/slideLayout" Target="../slideLayouts/slideLayout34.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3.xml"/></Relationships>
</file>

<file path=ppt/slides/_rels/slide5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6.xml"/><Relationship Id="rId1" Type="http://schemas.openxmlformats.org/officeDocument/2006/relationships/slideLayout" Target="../slideLayouts/slideLayout33.xml"/><Relationship Id="rId4" Type="http://schemas.openxmlformats.org/officeDocument/2006/relationships/image" Target="../media/image28.png"/></Relationships>
</file>

<file path=ppt/slides/slide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71"/>
        <p:cNvGrpSpPr/>
        <p:nvPr/>
      </p:nvGrpSpPr>
      <p:grpSpPr>
        <a:xfrm>
          <a:off x="0" y="0"/>
          <a:ext cx="0" cy="0"/>
          <a:chOff x="0" y="0"/>
          <a:chExt cx="0" cy="0"/>
        </a:xfrm>
      </p:grpSpPr>
      <p:sp>
        <p:nvSpPr>
          <p:cNvPr id="172" name="Google Shape;172;p37"/>
          <p:cNvSpPr/>
          <p:nvPr/>
        </p:nvSpPr>
        <p:spPr>
          <a:xfrm>
            <a:off x="1323096" y="2644188"/>
            <a:ext cx="6518400" cy="24729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37"/>
          <p:cNvSpPr/>
          <p:nvPr/>
        </p:nvSpPr>
        <p:spPr>
          <a:xfrm>
            <a:off x="1420950" y="2763850"/>
            <a:ext cx="6302100" cy="2472900"/>
          </a:xfrm>
          <a:prstGeom prst="rect">
            <a:avLst/>
          </a:prstGeom>
          <a:noFill/>
          <a:ln w="9525" cap="flat" cmpd="sng">
            <a:solidFill>
              <a:schemeClr val="dk2"/>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37"/>
          <p:cNvSpPr txBox="1"/>
          <p:nvPr/>
        </p:nvSpPr>
        <p:spPr>
          <a:xfrm>
            <a:off x="6877050" y="539400"/>
            <a:ext cx="1554000" cy="4062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endParaRPr sz="1600" b="1">
              <a:solidFill>
                <a:schemeClr val="lt1"/>
              </a:solidFill>
              <a:latin typeface="M PLUS 1p"/>
              <a:ea typeface="M PLUS 1p"/>
              <a:cs typeface="M PLUS 1p"/>
              <a:sym typeface="M PLUS 1p"/>
            </a:endParaRPr>
          </a:p>
        </p:txBody>
      </p:sp>
      <p:sp>
        <p:nvSpPr>
          <p:cNvPr id="175" name="Google Shape;175;p37"/>
          <p:cNvSpPr/>
          <p:nvPr/>
        </p:nvSpPr>
        <p:spPr>
          <a:xfrm>
            <a:off x="6910950" y="568650"/>
            <a:ext cx="1486200" cy="347700"/>
          </a:xfrm>
          <a:prstGeom prst="rect">
            <a:avLst/>
          </a:prstGeom>
          <a:noFill/>
          <a:ln w="9525" cap="flat" cmpd="sng">
            <a:solidFill>
              <a:schemeClr val="lt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6" name="Google Shape;176;p37"/>
          <p:cNvCxnSpPr/>
          <p:nvPr/>
        </p:nvCxnSpPr>
        <p:spPr>
          <a:xfrm>
            <a:off x="1734450" y="4180775"/>
            <a:ext cx="5675100" cy="0"/>
          </a:xfrm>
          <a:prstGeom prst="straightConnector1">
            <a:avLst/>
          </a:prstGeom>
          <a:noFill/>
          <a:ln w="9525" cap="flat" cmpd="sng">
            <a:solidFill>
              <a:schemeClr val="dk1"/>
            </a:solidFill>
            <a:prstDash val="solid"/>
            <a:round/>
            <a:headEnd type="none" w="med" len="med"/>
            <a:tailEnd type="none" w="med" len="med"/>
          </a:ln>
        </p:spPr>
      </p:cxnSp>
      <p:sp>
        <p:nvSpPr>
          <p:cNvPr id="177" name="Google Shape;177;p37"/>
          <p:cNvSpPr txBox="1">
            <a:spLocks noGrp="1"/>
          </p:cNvSpPr>
          <p:nvPr>
            <p:ph type="subTitle" idx="1"/>
          </p:nvPr>
        </p:nvSpPr>
        <p:spPr>
          <a:xfrm>
            <a:off x="1782340" y="4328761"/>
            <a:ext cx="5675100" cy="40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dirty="0"/>
              <a:t>Strategic steps to ensure the platform's growth, engagement, and long-term success. </a:t>
            </a:r>
            <a:endParaRPr dirty="0"/>
          </a:p>
        </p:txBody>
      </p:sp>
      <p:sp>
        <p:nvSpPr>
          <p:cNvPr id="178" name="Google Shape;178;p37"/>
          <p:cNvSpPr txBox="1"/>
          <p:nvPr/>
        </p:nvSpPr>
        <p:spPr>
          <a:xfrm>
            <a:off x="6968225" y="539400"/>
            <a:ext cx="1371600" cy="4062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600" b="1">
                <a:solidFill>
                  <a:schemeClr val="lt1"/>
                </a:solidFill>
                <a:latin typeface="M PLUS 1p"/>
                <a:ea typeface="M PLUS 1p"/>
                <a:cs typeface="M PLUS 1p"/>
                <a:sym typeface="M PLUS 1p"/>
              </a:rPr>
              <a:t>9TH GRADE</a:t>
            </a:r>
            <a:endParaRPr sz="1600" b="1">
              <a:solidFill>
                <a:schemeClr val="lt1"/>
              </a:solidFill>
              <a:latin typeface="M PLUS 1p"/>
              <a:ea typeface="M PLUS 1p"/>
              <a:cs typeface="M PLUS 1p"/>
              <a:sym typeface="M PLUS 1p"/>
            </a:endParaRPr>
          </a:p>
        </p:txBody>
      </p:sp>
      <p:grpSp>
        <p:nvGrpSpPr>
          <p:cNvPr id="179" name="Google Shape;179;p37"/>
          <p:cNvGrpSpPr/>
          <p:nvPr/>
        </p:nvGrpSpPr>
        <p:grpSpPr>
          <a:xfrm>
            <a:off x="1006475" y="2461425"/>
            <a:ext cx="777060" cy="642276"/>
            <a:chOff x="2575450" y="2301625"/>
            <a:chExt cx="777060" cy="642276"/>
          </a:xfrm>
        </p:grpSpPr>
        <p:sp>
          <p:nvSpPr>
            <p:cNvPr id="180" name="Google Shape;180;p37"/>
            <p:cNvSpPr/>
            <p:nvPr/>
          </p:nvSpPr>
          <p:spPr>
            <a:xfrm>
              <a:off x="2575450" y="2301625"/>
              <a:ext cx="777060" cy="642276"/>
            </a:xfrm>
            <a:prstGeom prst="cloud">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37"/>
            <p:cNvSpPr/>
            <p:nvPr/>
          </p:nvSpPr>
          <p:spPr>
            <a:xfrm>
              <a:off x="2624294" y="2341963"/>
              <a:ext cx="679428" cy="561600"/>
            </a:xfrm>
            <a:prstGeom prst="clou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 name="Google Shape;182;p37"/>
            <p:cNvGrpSpPr/>
            <p:nvPr/>
          </p:nvGrpSpPr>
          <p:grpSpPr>
            <a:xfrm>
              <a:off x="2820046" y="2454805"/>
              <a:ext cx="273137" cy="293092"/>
              <a:chOff x="5960550" y="2519275"/>
              <a:chExt cx="332850" cy="357125"/>
            </a:xfrm>
          </p:grpSpPr>
          <p:sp>
            <p:nvSpPr>
              <p:cNvPr id="183" name="Google Shape;183;p37"/>
              <p:cNvSpPr/>
              <p:nvPr/>
            </p:nvSpPr>
            <p:spPr>
              <a:xfrm>
                <a:off x="6088300" y="2519275"/>
                <a:ext cx="78525" cy="75050"/>
              </a:xfrm>
              <a:custGeom>
                <a:avLst/>
                <a:gdLst/>
                <a:ahLst/>
                <a:cxnLst/>
                <a:rect l="l" t="t" r="r" b="b"/>
                <a:pathLst>
                  <a:path w="3141" h="3002" extrusionOk="0">
                    <a:moveTo>
                      <a:pt x="1569" y="0"/>
                    </a:moveTo>
                    <a:cubicBezTo>
                      <a:pt x="1047" y="0"/>
                      <a:pt x="553" y="283"/>
                      <a:pt x="285" y="727"/>
                    </a:cubicBezTo>
                    <a:cubicBezTo>
                      <a:pt x="7" y="1183"/>
                      <a:pt x="1" y="1772"/>
                      <a:pt x="265" y="2234"/>
                    </a:cubicBezTo>
                    <a:cubicBezTo>
                      <a:pt x="523" y="2697"/>
                      <a:pt x="1012" y="2995"/>
                      <a:pt x="1541" y="3001"/>
                    </a:cubicBezTo>
                    <a:lnTo>
                      <a:pt x="1574" y="3001"/>
                    </a:lnTo>
                    <a:cubicBezTo>
                      <a:pt x="2096" y="3001"/>
                      <a:pt x="2598" y="2717"/>
                      <a:pt x="2863" y="2268"/>
                    </a:cubicBezTo>
                    <a:cubicBezTo>
                      <a:pt x="3134" y="1805"/>
                      <a:pt x="3140" y="1217"/>
                      <a:pt x="2869" y="754"/>
                    </a:cubicBezTo>
                    <a:cubicBezTo>
                      <a:pt x="2612" y="298"/>
                      <a:pt x="2116"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84" name="Google Shape;184;p37"/>
              <p:cNvSpPr/>
              <p:nvPr/>
            </p:nvSpPr>
            <p:spPr>
              <a:xfrm>
                <a:off x="6223800" y="2648525"/>
                <a:ext cx="49125" cy="48075"/>
              </a:xfrm>
              <a:custGeom>
                <a:avLst/>
                <a:gdLst/>
                <a:ahLst/>
                <a:cxnLst/>
                <a:rect l="l" t="t" r="r" b="b"/>
                <a:pathLst>
                  <a:path w="1965" h="1923" extrusionOk="0">
                    <a:moveTo>
                      <a:pt x="991" y="1"/>
                    </a:moveTo>
                    <a:cubicBezTo>
                      <a:pt x="760" y="1"/>
                      <a:pt x="531" y="81"/>
                      <a:pt x="358" y="231"/>
                    </a:cubicBezTo>
                    <a:cubicBezTo>
                      <a:pt x="160" y="396"/>
                      <a:pt x="34" y="641"/>
                      <a:pt x="21" y="905"/>
                    </a:cubicBezTo>
                    <a:cubicBezTo>
                      <a:pt x="1" y="1169"/>
                      <a:pt x="100" y="1427"/>
                      <a:pt x="279" y="1619"/>
                    </a:cubicBezTo>
                    <a:cubicBezTo>
                      <a:pt x="457" y="1811"/>
                      <a:pt x="715" y="1923"/>
                      <a:pt x="979" y="1923"/>
                    </a:cubicBezTo>
                    <a:cubicBezTo>
                      <a:pt x="1435" y="1923"/>
                      <a:pt x="1839" y="1579"/>
                      <a:pt x="1918" y="1130"/>
                    </a:cubicBezTo>
                    <a:cubicBezTo>
                      <a:pt x="1964" y="872"/>
                      <a:pt x="1905" y="594"/>
                      <a:pt x="1739" y="383"/>
                    </a:cubicBezTo>
                    <a:cubicBezTo>
                      <a:pt x="1587" y="178"/>
                      <a:pt x="1349" y="39"/>
                      <a:pt x="1092" y="6"/>
                    </a:cubicBezTo>
                    <a:cubicBezTo>
                      <a:pt x="1058" y="3"/>
                      <a:pt x="1025" y="1"/>
                      <a:pt x="9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85" name="Google Shape;185;p37"/>
              <p:cNvSpPr/>
              <p:nvPr/>
            </p:nvSpPr>
            <p:spPr>
              <a:xfrm>
                <a:off x="5960550" y="2596675"/>
                <a:ext cx="332850" cy="279725"/>
              </a:xfrm>
              <a:custGeom>
                <a:avLst/>
                <a:gdLst/>
                <a:ahLst/>
                <a:cxnLst/>
                <a:rect l="l" t="t" r="r" b="b"/>
                <a:pathLst>
                  <a:path w="13314" h="11189" extrusionOk="0">
                    <a:moveTo>
                      <a:pt x="6685" y="0"/>
                    </a:moveTo>
                    <a:cubicBezTo>
                      <a:pt x="6414" y="0"/>
                      <a:pt x="6144" y="68"/>
                      <a:pt x="5891" y="203"/>
                    </a:cubicBezTo>
                    <a:cubicBezTo>
                      <a:pt x="5256" y="540"/>
                      <a:pt x="4747" y="1075"/>
                      <a:pt x="4423" y="1697"/>
                    </a:cubicBezTo>
                    <a:cubicBezTo>
                      <a:pt x="4245" y="2034"/>
                      <a:pt x="4119" y="2384"/>
                      <a:pt x="4027" y="2748"/>
                    </a:cubicBezTo>
                    <a:cubicBezTo>
                      <a:pt x="3927" y="3111"/>
                      <a:pt x="3874" y="3481"/>
                      <a:pt x="3841" y="3851"/>
                    </a:cubicBezTo>
                    <a:cubicBezTo>
                      <a:pt x="3808" y="4189"/>
                      <a:pt x="3808" y="4526"/>
                      <a:pt x="3808" y="4863"/>
                    </a:cubicBezTo>
                    <a:cubicBezTo>
                      <a:pt x="3808" y="4863"/>
                      <a:pt x="3802" y="4869"/>
                      <a:pt x="3802" y="4869"/>
                    </a:cubicBezTo>
                    <a:cubicBezTo>
                      <a:pt x="3802" y="4869"/>
                      <a:pt x="3694" y="4947"/>
                      <a:pt x="3573" y="4947"/>
                    </a:cubicBezTo>
                    <a:cubicBezTo>
                      <a:pt x="3557" y="4947"/>
                      <a:pt x="3540" y="4945"/>
                      <a:pt x="3524" y="4942"/>
                    </a:cubicBezTo>
                    <a:cubicBezTo>
                      <a:pt x="3465" y="4929"/>
                      <a:pt x="3412" y="4909"/>
                      <a:pt x="3359" y="4889"/>
                    </a:cubicBezTo>
                    <a:cubicBezTo>
                      <a:pt x="3247" y="4843"/>
                      <a:pt x="3141" y="4784"/>
                      <a:pt x="3035" y="4717"/>
                    </a:cubicBezTo>
                    <a:cubicBezTo>
                      <a:pt x="2837" y="4605"/>
                      <a:pt x="2652" y="4473"/>
                      <a:pt x="2473" y="4327"/>
                    </a:cubicBezTo>
                    <a:cubicBezTo>
                      <a:pt x="2262" y="4148"/>
                      <a:pt x="2029" y="4065"/>
                      <a:pt x="1796" y="4065"/>
                    </a:cubicBezTo>
                    <a:cubicBezTo>
                      <a:pt x="1643" y="4065"/>
                      <a:pt x="1490" y="4101"/>
                      <a:pt x="1343" y="4169"/>
                    </a:cubicBezTo>
                    <a:cubicBezTo>
                      <a:pt x="675" y="4486"/>
                      <a:pt x="272" y="5160"/>
                      <a:pt x="113" y="5848"/>
                    </a:cubicBezTo>
                    <a:cubicBezTo>
                      <a:pt x="21" y="6258"/>
                      <a:pt x="1" y="6674"/>
                      <a:pt x="1" y="7090"/>
                    </a:cubicBezTo>
                    <a:cubicBezTo>
                      <a:pt x="8" y="7236"/>
                      <a:pt x="127" y="7361"/>
                      <a:pt x="272" y="7375"/>
                    </a:cubicBezTo>
                    <a:cubicBezTo>
                      <a:pt x="276" y="7375"/>
                      <a:pt x="280" y="7375"/>
                      <a:pt x="284" y="7375"/>
                    </a:cubicBezTo>
                    <a:cubicBezTo>
                      <a:pt x="431" y="7375"/>
                      <a:pt x="563" y="7258"/>
                      <a:pt x="569" y="7110"/>
                    </a:cubicBezTo>
                    <a:cubicBezTo>
                      <a:pt x="602" y="6720"/>
                      <a:pt x="655" y="6324"/>
                      <a:pt x="794" y="5953"/>
                    </a:cubicBezTo>
                    <a:lnTo>
                      <a:pt x="807" y="6284"/>
                    </a:lnTo>
                    <a:lnTo>
                      <a:pt x="318" y="8479"/>
                    </a:lnTo>
                    <a:cubicBezTo>
                      <a:pt x="305" y="8531"/>
                      <a:pt x="318" y="8584"/>
                      <a:pt x="351" y="8624"/>
                    </a:cubicBezTo>
                    <a:cubicBezTo>
                      <a:pt x="384" y="8664"/>
                      <a:pt x="437" y="8683"/>
                      <a:pt x="483" y="8683"/>
                    </a:cubicBezTo>
                    <a:lnTo>
                      <a:pt x="887" y="8683"/>
                    </a:lnTo>
                    <a:lnTo>
                      <a:pt x="999" y="10852"/>
                    </a:lnTo>
                    <a:cubicBezTo>
                      <a:pt x="1006" y="11023"/>
                      <a:pt x="1158" y="11162"/>
                      <a:pt x="1330" y="11162"/>
                    </a:cubicBezTo>
                    <a:cubicBezTo>
                      <a:pt x="1501" y="11162"/>
                      <a:pt x="1653" y="11023"/>
                      <a:pt x="1660" y="10852"/>
                    </a:cubicBezTo>
                    <a:lnTo>
                      <a:pt x="1766" y="8683"/>
                    </a:lnTo>
                    <a:lnTo>
                      <a:pt x="1799" y="8683"/>
                    </a:lnTo>
                    <a:lnTo>
                      <a:pt x="1911" y="10852"/>
                    </a:lnTo>
                    <a:cubicBezTo>
                      <a:pt x="1924" y="11023"/>
                      <a:pt x="2070" y="11162"/>
                      <a:pt x="2242" y="11162"/>
                    </a:cubicBezTo>
                    <a:cubicBezTo>
                      <a:pt x="2420" y="11162"/>
                      <a:pt x="2566" y="11023"/>
                      <a:pt x="2579" y="10852"/>
                    </a:cubicBezTo>
                    <a:lnTo>
                      <a:pt x="2678" y="8683"/>
                    </a:lnTo>
                    <a:lnTo>
                      <a:pt x="3088" y="8683"/>
                    </a:lnTo>
                    <a:cubicBezTo>
                      <a:pt x="3134" y="8683"/>
                      <a:pt x="3187" y="8664"/>
                      <a:pt x="3220" y="8624"/>
                    </a:cubicBezTo>
                    <a:cubicBezTo>
                      <a:pt x="3253" y="8584"/>
                      <a:pt x="3266" y="8531"/>
                      <a:pt x="3253" y="8479"/>
                    </a:cubicBezTo>
                    <a:lnTo>
                      <a:pt x="2771" y="6284"/>
                    </a:lnTo>
                    <a:lnTo>
                      <a:pt x="2784" y="5405"/>
                    </a:lnTo>
                    <a:cubicBezTo>
                      <a:pt x="3018" y="5497"/>
                      <a:pt x="3275" y="5578"/>
                      <a:pt x="3528" y="5578"/>
                    </a:cubicBezTo>
                    <a:cubicBezTo>
                      <a:pt x="3546" y="5578"/>
                      <a:pt x="3565" y="5578"/>
                      <a:pt x="3584" y="5577"/>
                    </a:cubicBezTo>
                    <a:cubicBezTo>
                      <a:pt x="3722" y="5570"/>
                      <a:pt x="3855" y="5537"/>
                      <a:pt x="3967" y="5458"/>
                    </a:cubicBezTo>
                    <a:cubicBezTo>
                      <a:pt x="4040" y="5411"/>
                      <a:pt x="4093" y="5352"/>
                      <a:pt x="4145" y="5286"/>
                    </a:cubicBezTo>
                    <a:cubicBezTo>
                      <a:pt x="4172" y="5292"/>
                      <a:pt x="4205" y="5299"/>
                      <a:pt x="4238" y="5299"/>
                    </a:cubicBezTo>
                    <a:cubicBezTo>
                      <a:pt x="4246" y="5300"/>
                      <a:pt x="4254" y="5300"/>
                      <a:pt x="4261" y="5300"/>
                    </a:cubicBezTo>
                    <a:cubicBezTo>
                      <a:pt x="4483" y="5300"/>
                      <a:pt x="4682" y="5119"/>
                      <a:pt x="4701" y="4896"/>
                    </a:cubicBezTo>
                    <a:cubicBezTo>
                      <a:pt x="4707" y="4784"/>
                      <a:pt x="4714" y="4671"/>
                      <a:pt x="4727" y="4559"/>
                    </a:cubicBezTo>
                    <a:cubicBezTo>
                      <a:pt x="4747" y="4387"/>
                      <a:pt x="4773" y="4215"/>
                      <a:pt x="4800" y="4043"/>
                    </a:cubicBezTo>
                    <a:cubicBezTo>
                      <a:pt x="4853" y="3680"/>
                      <a:pt x="4952" y="3323"/>
                      <a:pt x="5078" y="2979"/>
                    </a:cubicBezTo>
                    <a:cubicBezTo>
                      <a:pt x="5111" y="2893"/>
                      <a:pt x="5144" y="2807"/>
                      <a:pt x="5183" y="2728"/>
                    </a:cubicBezTo>
                    <a:lnTo>
                      <a:pt x="5203" y="3785"/>
                    </a:lnTo>
                    <a:lnTo>
                      <a:pt x="4344" y="7632"/>
                    </a:lnTo>
                    <a:cubicBezTo>
                      <a:pt x="4331" y="7718"/>
                      <a:pt x="4350" y="7811"/>
                      <a:pt x="4410" y="7877"/>
                    </a:cubicBezTo>
                    <a:cubicBezTo>
                      <a:pt x="4469" y="7950"/>
                      <a:pt x="4549" y="7989"/>
                      <a:pt x="4641" y="7989"/>
                    </a:cubicBezTo>
                    <a:lnTo>
                      <a:pt x="5315" y="7989"/>
                    </a:lnTo>
                    <a:lnTo>
                      <a:pt x="5448" y="10700"/>
                    </a:lnTo>
                    <a:cubicBezTo>
                      <a:pt x="5461" y="10971"/>
                      <a:pt x="5692" y="11189"/>
                      <a:pt x="5970" y="11189"/>
                    </a:cubicBezTo>
                    <a:cubicBezTo>
                      <a:pt x="5974" y="11189"/>
                      <a:pt x="5978" y="11189"/>
                      <a:pt x="5982" y="11189"/>
                    </a:cubicBezTo>
                    <a:cubicBezTo>
                      <a:pt x="6241" y="11189"/>
                      <a:pt x="6472" y="10973"/>
                      <a:pt x="6485" y="10706"/>
                    </a:cubicBezTo>
                    <a:cubicBezTo>
                      <a:pt x="6485" y="10706"/>
                      <a:pt x="6485" y="10700"/>
                      <a:pt x="6485" y="10700"/>
                    </a:cubicBezTo>
                    <a:lnTo>
                      <a:pt x="6631" y="7989"/>
                    </a:lnTo>
                    <a:lnTo>
                      <a:pt x="6750" y="7989"/>
                    </a:lnTo>
                    <a:lnTo>
                      <a:pt x="6882" y="10700"/>
                    </a:lnTo>
                    <a:cubicBezTo>
                      <a:pt x="6895" y="10971"/>
                      <a:pt x="7127" y="11189"/>
                      <a:pt x="7398" y="11189"/>
                    </a:cubicBezTo>
                    <a:cubicBezTo>
                      <a:pt x="7402" y="11189"/>
                      <a:pt x="7406" y="11189"/>
                      <a:pt x="7410" y="11189"/>
                    </a:cubicBezTo>
                    <a:cubicBezTo>
                      <a:pt x="7675" y="11189"/>
                      <a:pt x="7900" y="10973"/>
                      <a:pt x="7920" y="10706"/>
                    </a:cubicBezTo>
                    <a:cubicBezTo>
                      <a:pt x="7920" y="10706"/>
                      <a:pt x="7920" y="10700"/>
                      <a:pt x="7920" y="10700"/>
                    </a:cubicBezTo>
                    <a:lnTo>
                      <a:pt x="8059" y="7989"/>
                    </a:lnTo>
                    <a:lnTo>
                      <a:pt x="8713" y="7989"/>
                    </a:lnTo>
                    <a:cubicBezTo>
                      <a:pt x="8806" y="7989"/>
                      <a:pt x="8892" y="7950"/>
                      <a:pt x="8944" y="7877"/>
                    </a:cubicBezTo>
                    <a:cubicBezTo>
                      <a:pt x="9004" y="7811"/>
                      <a:pt x="9024" y="7718"/>
                      <a:pt x="9011" y="7626"/>
                    </a:cubicBezTo>
                    <a:lnTo>
                      <a:pt x="8164" y="3766"/>
                    </a:lnTo>
                    <a:lnTo>
                      <a:pt x="8178" y="2728"/>
                    </a:lnTo>
                    <a:cubicBezTo>
                      <a:pt x="8323" y="3071"/>
                      <a:pt x="8422" y="3501"/>
                      <a:pt x="8488" y="3865"/>
                    </a:cubicBezTo>
                    <a:cubicBezTo>
                      <a:pt x="8548" y="4182"/>
                      <a:pt x="8581" y="4506"/>
                      <a:pt x="8607" y="4823"/>
                    </a:cubicBezTo>
                    <a:cubicBezTo>
                      <a:pt x="8607" y="4836"/>
                      <a:pt x="8607" y="4843"/>
                      <a:pt x="8614" y="4850"/>
                    </a:cubicBezTo>
                    <a:cubicBezTo>
                      <a:pt x="8633" y="5073"/>
                      <a:pt x="8825" y="5253"/>
                      <a:pt x="9053" y="5253"/>
                    </a:cubicBezTo>
                    <a:cubicBezTo>
                      <a:pt x="9061" y="5253"/>
                      <a:pt x="9069" y="5253"/>
                      <a:pt x="9077" y="5253"/>
                    </a:cubicBezTo>
                    <a:cubicBezTo>
                      <a:pt x="9096" y="5253"/>
                      <a:pt x="9123" y="5253"/>
                      <a:pt x="9143" y="5246"/>
                    </a:cubicBezTo>
                    <a:cubicBezTo>
                      <a:pt x="9196" y="5332"/>
                      <a:pt x="9255" y="5405"/>
                      <a:pt x="9341" y="5458"/>
                    </a:cubicBezTo>
                    <a:cubicBezTo>
                      <a:pt x="9453" y="5537"/>
                      <a:pt x="9592" y="5570"/>
                      <a:pt x="9724" y="5577"/>
                    </a:cubicBezTo>
                    <a:cubicBezTo>
                      <a:pt x="9744" y="5578"/>
                      <a:pt x="9763" y="5578"/>
                      <a:pt x="9782" y="5578"/>
                    </a:cubicBezTo>
                    <a:cubicBezTo>
                      <a:pt x="10039" y="5578"/>
                      <a:pt x="10290" y="5497"/>
                      <a:pt x="10524" y="5405"/>
                    </a:cubicBezTo>
                    <a:lnTo>
                      <a:pt x="10524" y="5405"/>
                    </a:lnTo>
                    <a:lnTo>
                      <a:pt x="10432" y="7097"/>
                    </a:lnTo>
                    <a:cubicBezTo>
                      <a:pt x="10425" y="7309"/>
                      <a:pt x="10471" y="7494"/>
                      <a:pt x="10564" y="7666"/>
                    </a:cubicBezTo>
                    <a:lnTo>
                      <a:pt x="10716" y="10852"/>
                    </a:lnTo>
                    <a:cubicBezTo>
                      <a:pt x="10729" y="11023"/>
                      <a:pt x="10875" y="11162"/>
                      <a:pt x="11053" y="11162"/>
                    </a:cubicBezTo>
                    <a:cubicBezTo>
                      <a:pt x="11225" y="11162"/>
                      <a:pt x="11370" y="11023"/>
                      <a:pt x="11384" y="10852"/>
                    </a:cubicBezTo>
                    <a:lnTo>
                      <a:pt x="11516" y="8340"/>
                    </a:lnTo>
                    <a:lnTo>
                      <a:pt x="11635" y="10852"/>
                    </a:lnTo>
                    <a:cubicBezTo>
                      <a:pt x="11641" y="11023"/>
                      <a:pt x="11793" y="11162"/>
                      <a:pt x="11965" y="11162"/>
                    </a:cubicBezTo>
                    <a:cubicBezTo>
                      <a:pt x="12137" y="11162"/>
                      <a:pt x="12289" y="11023"/>
                      <a:pt x="12296" y="10852"/>
                    </a:cubicBezTo>
                    <a:lnTo>
                      <a:pt x="12461" y="7659"/>
                    </a:lnTo>
                    <a:cubicBezTo>
                      <a:pt x="12554" y="7487"/>
                      <a:pt x="12587" y="7295"/>
                      <a:pt x="12580" y="7097"/>
                    </a:cubicBezTo>
                    <a:cubicBezTo>
                      <a:pt x="12573" y="7005"/>
                      <a:pt x="12567" y="6912"/>
                      <a:pt x="12560" y="6819"/>
                    </a:cubicBezTo>
                    <a:cubicBezTo>
                      <a:pt x="12547" y="6529"/>
                      <a:pt x="12534" y="6238"/>
                      <a:pt x="12514" y="5953"/>
                    </a:cubicBezTo>
                    <a:lnTo>
                      <a:pt x="12514" y="5953"/>
                    </a:lnTo>
                    <a:cubicBezTo>
                      <a:pt x="12653" y="6324"/>
                      <a:pt x="12706" y="6720"/>
                      <a:pt x="12739" y="7110"/>
                    </a:cubicBezTo>
                    <a:cubicBezTo>
                      <a:pt x="12752" y="7258"/>
                      <a:pt x="12877" y="7375"/>
                      <a:pt x="13024" y="7375"/>
                    </a:cubicBezTo>
                    <a:cubicBezTo>
                      <a:pt x="13028" y="7375"/>
                      <a:pt x="13032" y="7375"/>
                      <a:pt x="13036" y="7375"/>
                    </a:cubicBezTo>
                    <a:cubicBezTo>
                      <a:pt x="13188" y="7361"/>
                      <a:pt x="13307" y="7236"/>
                      <a:pt x="13307" y="7090"/>
                    </a:cubicBezTo>
                    <a:cubicBezTo>
                      <a:pt x="13314" y="6674"/>
                      <a:pt x="13287" y="6258"/>
                      <a:pt x="13195" y="5848"/>
                    </a:cubicBezTo>
                    <a:cubicBezTo>
                      <a:pt x="13036" y="5160"/>
                      <a:pt x="12633" y="4486"/>
                      <a:pt x="11972" y="4169"/>
                    </a:cubicBezTo>
                    <a:cubicBezTo>
                      <a:pt x="11825" y="4101"/>
                      <a:pt x="11672" y="4065"/>
                      <a:pt x="11519" y="4065"/>
                    </a:cubicBezTo>
                    <a:cubicBezTo>
                      <a:pt x="11285" y="4065"/>
                      <a:pt x="11050" y="4148"/>
                      <a:pt x="10835" y="4327"/>
                    </a:cubicBezTo>
                    <a:cubicBezTo>
                      <a:pt x="10663" y="4473"/>
                      <a:pt x="10471" y="4605"/>
                      <a:pt x="10280" y="4717"/>
                    </a:cubicBezTo>
                    <a:cubicBezTo>
                      <a:pt x="10174" y="4784"/>
                      <a:pt x="10062" y="4843"/>
                      <a:pt x="9949" y="4889"/>
                    </a:cubicBezTo>
                    <a:cubicBezTo>
                      <a:pt x="9896" y="4909"/>
                      <a:pt x="9843" y="4929"/>
                      <a:pt x="9791" y="4942"/>
                    </a:cubicBezTo>
                    <a:cubicBezTo>
                      <a:pt x="9753" y="4947"/>
                      <a:pt x="9707" y="4957"/>
                      <a:pt x="9666" y="4957"/>
                    </a:cubicBezTo>
                    <a:cubicBezTo>
                      <a:pt x="9657" y="4957"/>
                      <a:pt x="9647" y="4957"/>
                      <a:pt x="9639" y="4955"/>
                    </a:cubicBezTo>
                    <a:cubicBezTo>
                      <a:pt x="9632" y="4949"/>
                      <a:pt x="9513" y="4869"/>
                      <a:pt x="9513" y="4869"/>
                    </a:cubicBezTo>
                    <a:cubicBezTo>
                      <a:pt x="9506" y="4869"/>
                      <a:pt x="9500" y="4863"/>
                      <a:pt x="9500" y="4863"/>
                    </a:cubicBezTo>
                    <a:cubicBezTo>
                      <a:pt x="9500" y="4850"/>
                      <a:pt x="9500" y="4830"/>
                      <a:pt x="9500" y="4817"/>
                    </a:cubicBezTo>
                    <a:cubicBezTo>
                      <a:pt x="9500" y="4665"/>
                      <a:pt x="9506" y="4512"/>
                      <a:pt x="9500" y="4367"/>
                    </a:cubicBezTo>
                    <a:cubicBezTo>
                      <a:pt x="9500" y="4367"/>
                      <a:pt x="9500" y="4367"/>
                      <a:pt x="9500" y="4354"/>
                    </a:cubicBezTo>
                    <a:cubicBezTo>
                      <a:pt x="9500" y="4345"/>
                      <a:pt x="9500" y="4339"/>
                      <a:pt x="9500" y="4334"/>
                    </a:cubicBezTo>
                    <a:cubicBezTo>
                      <a:pt x="9493" y="3984"/>
                      <a:pt x="9467" y="3633"/>
                      <a:pt x="9414" y="3283"/>
                    </a:cubicBezTo>
                    <a:cubicBezTo>
                      <a:pt x="9354" y="2913"/>
                      <a:pt x="9262" y="2543"/>
                      <a:pt x="9130" y="2186"/>
                    </a:cubicBezTo>
                    <a:cubicBezTo>
                      <a:pt x="8885" y="1505"/>
                      <a:pt x="8469" y="857"/>
                      <a:pt x="7874" y="441"/>
                    </a:cubicBezTo>
                    <a:cubicBezTo>
                      <a:pt x="7748" y="355"/>
                      <a:pt x="7616" y="282"/>
                      <a:pt x="7484" y="209"/>
                    </a:cubicBezTo>
                    <a:cubicBezTo>
                      <a:pt x="7231" y="70"/>
                      <a:pt x="6958" y="0"/>
                      <a:pt x="6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86" name="Google Shape;186;p37"/>
              <p:cNvSpPr/>
              <p:nvPr/>
            </p:nvSpPr>
            <p:spPr>
              <a:xfrm>
                <a:off x="5980875" y="2648525"/>
                <a:ext cx="49125" cy="48075"/>
              </a:xfrm>
              <a:custGeom>
                <a:avLst/>
                <a:gdLst/>
                <a:ahLst/>
                <a:cxnLst/>
                <a:rect l="l" t="t" r="r" b="b"/>
                <a:pathLst>
                  <a:path w="1965" h="1923" extrusionOk="0">
                    <a:moveTo>
                      <a:pt x="980" y="1"/>
                    </a:moveTo>
                    <a:cubicBezTo>
                      <a:pt x="947" y="1"/>
                      <a:pt x="913" y="3"/>
                      <a:pt x="880" y="6"/>
                    </a:cubicBezTo>
                    <a:cubicBezTo>
                      <a:pt x="622" y="39"/>
                      <a:pt x="384" y="178"/>
                      <a:pt x="226" y="383"/>
                    </a:cubicBezTo>
                    <a:cubicBezTo>
                      <a:pt x="67" y="594"/>
                      <a:pt x="1" y="872"/>
                      <a:pt x="47" y="1130"/>
                    </a:cubicBezTo>
                    <a:cubicBezTo>
                      <a:pt x="127" y="1579"/>
                      <a:pt x="536" y="1923"/>
                      <a:pt x="992" y="1923"/>
                    </a:cubicBezTo>
                    <a:cubicBezTo>
                      <a:pt x="1257" y="1923"/>
                      <a:pt x="1508" y="1811"/>
                      <a:pt x="1687" y="1619"/>
                    </a:cubicBezTo>
                    <a:cubicBezTo>
                      <a:pt x="1872" y="1427"/>
                      <a:pt x="1964" y="1169"/>
                      <a:pt x="1951" y="905"/>
                    </a:cubicBezTo>
                    <a:cubicBezTo>
                      <a:pt x="1931" y="641"/>
                      <a:pt x="1812" y="396"/>
                      <a:pt x="1614" y="231"/>
                    </a:cubicBezTo>
                    <a:cubicBezTo>
                      <a:pt x="1435" y="81"/>
                      <a:pt x="1210"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187" name="Google Shape;187;p37"/>
          <p:cNvGrpSpPr/>
          <p:nvPr/>
        </p:nvGrpSpPr>
        <p:grpSpPr>
          <a:xfrm>
            <a:off x="7513225" y="4061450"/>
            <a:ext cx="673500" cy="673500"/>
            <a:chOff x="6960325" y="2918925"/>
            <a:chExt cx="673500" cy="673500"/>
          </a:xfrm>
        </p:grpSpPr>
        <p:sp>
          <p:nvSpPr>
            <p:cNvPr id="188" name="Google Shape;188;p37"/>
            <p:cNvSpPr/>
            <p:nvPr/>
          </p:nvSpPr>
          <p:spPr>
            <a:xfrm>
              <a:off x="6960325" y="2918925"/>
              <a:ext cx="673500" cy="673500"/>
            </a:xfrm>
            <a:prstGeom prst="dodecagon">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37"/>
            <p:cNvSpPr/>
            <p:nvPr/>
          </p:nvSpPr>
          <p:spPr>
            <a:xfrm>
              <a:off x="7002475" y="2961075"/>
              <a:ext cx="589200" cy="589200"/>
            </a:xfrm>
            <a:prstGeom prst="dodecagon">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 name="Google Shape;190;p37"/>
            <p:cNvGrpSpPr/>
            <p:nvPr/>
          </p:nvGrpSpPr>
          <p:grpSpPr>
            <a:xfrm>
              <a:off x="7185184" y="3088595"/>
              <a:ext cx="224246" cy="334038"/>
              <a:chOff x="4806248" y="2040210"/>
              <a:chExt cx="202589" cy="301805"/>
            </a:xfrm>
          </p:grpSpPr>
          <p:sp>
            <p:nvSpPr>
              <p:cNvPr id="191" name="Google Shape;191;p37"/>
              <p:cNvSpPr/>
              <p:nvPr/>
            </p:nvSpPr>
            <p:spPr>
              <a:xfrm>
                <a:off x="4957427" y="2170813"/>
                <a:ext cx="36525" cy="35649"/>
              </a:xfrm>
              <a:custGeom>
                <a:avLst/>
                <a:gdLst/>
                <a:ahLst/>
                <a:cxnLst/>
                <a:rect l="l" t="t" r="r" b="b"/>
                <a:pathLst>
                  <a:path w="1752" h="1710" extrusionOk="0">
                    <a:moveTo>
                      <a:pt x="853" y="1"/>
                    </a:moveTo>
                    <a:cubicBezTo>
                      <a:pt x="840" y="1"/>
                      <a:pt x="827" y="1"/>
                      <a:pt x="813" y="2"/>
                    </a:cubicBezTo>
                    <a:cubicBezTo>
                      <a:pt x="542" y="15"/>
                      <a:pt x="285" y="160"/>
                      <a:pt x="139" y="392"/>
                    </a:cubicBezTo>
                    <a:cubicBezTo>
                      <a:pt x="47" y="530"/>
                      <a:pt x="0" y="689"/>
                      <a:pt x="0" y="854"/>
                    </a:cubicBezTo>
                    <a:cubicBezTo>
                      <a:pt x="0" y="1132"/>
                      <a:pt x="139" y="1390"/>
                      <a:pt x="357" y="1548"/>
                    </a:cubicBezTo>
                    <a:cubicBezTo>
                      <a:pt x="503" y="1655"/>
                      <a:pt x="678" y="1710"/>
                      <a:pt x="856" y="1710"/>
                    </a:cubicBezTo>
                    <a:cubicBezTo>
                      <a:pt x="953" y="1710"/>
                      <a:pt x="1051" y="1693"/>
                      <a:pt x="1144" y="1661"/>
                    </a:cubicBezTo>
                    <a:cubicBezTo>
                      <a:pt x="1395" y="1575"/>
                      <a:pt x="1600" y="1363"/>
                      <a:pt x="1673" y="1106"/>
                    </a:cubicBezTo>
                    <a:cubicBezTo>
                      <a:pt x="1752" y="841"/>
                      <a:pt x="1699" y="544"/>
                      <a:pt x="1527" y="326"/>
                    </a:cubicBezTo>
                    <a:cubicBezTo>
                      <a:pt x="1364" y="124"/>
                      <a:pt x="1116" y="1"/>
                      <a:pt x="8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92" name="Google Shape;192;p37"/>
              <p:cNvSpPr/>
              <p:nvPr/>
            </p:nvSpPr>
            <p:spPr>
              <a:xfrm>
                <a:off x="4832160" y="2063495"/>
                <a:ext cx="61479" cy="58456"/>
              </a:xfrm>
              <a:custGeom>
                <a:avLst/>
                <a:gdLst/>
                <a:ahLst/>
                <a:cxnLst/>
                <a:rect l="l" t="t" r="r" b="b"/>
                <a:pathLst>
                  <a:path w="2949" h="2804" extrusionOk="0">
                    <a:moveTo>
                      <a:pt x="1437" y="0"/>
                    </a:moveTo>
                    <a:cubicBezTo>
                      <a:pt x="1281" y="0"/>
                      <a:pt x="1123" y="26"/>
                      <a:pt x="972" y="80"/>
                    </a:cubicBezTo>
                    <a:cubicBezTo>
                      <a:pt x="457" y="265"/>
                      <a:pt x="87" y="747"/>
                      <a:pt x="47" y="1289"/>
                    </a:cubicBezTo>
                    <a:cubicBezTo>
                      <a:pt x="1" y="1838"/>
                      <a:pt x="298" y="2373"/>
                      <a:pt x="781" y="2638"/>
                    </a:cubicBezTo>
                    <a:cubicBezTo>
                      <a:pt x="986" y="2744"/>
                      <a:pt x="1210" y="2803"/>
                      <a:pt x="1442" y="2803"/>
                    </a:cubicBezTo>
                    <a:cubicBezTo>
                      <a:pt x="1990" y="2803"/>
                      <a:pt x="2499" y="2473"/>
                      <a:pt x="2724" y="1970"/>
                    </a:cubicBezTo>
                    <a:cubicBezTo>
                      <a:pt x="2949" y="1461"/>
                      <a:pt x="2850" y="853"/>
                      <a:pt x="2473" y="443"/>
                    </a:cubicBezTo>
                    <a:cubicBezTo>
                      <a:pt x="2200" y="157"/>
                      <a:pt x="1821" y="0"/>
                      <a:pt x="1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93" name="Google Shape;193;p37"/>
              <p:cNvSpPr/>
              <p:nvPr/>
            </p:nvSpPr>
            <p:spPr>
              <a:xfrm>
                <a:off x="4886736" y="2040210"/>
                <a:ext cx="65065" cy="61062"/>
              </a:xfrm>
              <a:custGeom>
                <a:avLst/>
                <a:gdLst/>
                <a:ahLst/>
                <a:cxnLst/>
                <a:rect l="l" t="t" r="r" b="b"/>
                <a:pathLst>
                  <a:path w="3121" h="2929" extrusionOk="0">
                    <a:moveTo>
                      <a:pt x="1550" y="0"/>
                    </a:moveTo>
                    <a:cubicBezTo>
                      <a:pt x="1459" y="0"/>
                      <a:pt x="1367" y="9"/>
                      <a:pt x="1276" y="27"/>
                    </a:cubicBezTo>
                    <a:cubicBezTo>
                      <a:pt x="747" y="132"/>
                      <a:pt x="304" y="542"/>
                      <a:pt x="152" y="1064"/>
                    </a:cubicBezTo>
                    <a:cubicBezTo>
                      <a:pt x="0" y="1593"/>
                      <a:pt x="172" y="2182"/>
                      <a:pt x="582" y="2552"/>
                    </a:cubicBezTo>
                    <a:cubicBezTo>
                      <a:pt x="846" y="2796"/>
                      <a:pt x="1203" y="2929"/>
                      <a:pt x="1560" y="2929"/>
                    </a:cubicBezTo>
                    <a:cubicBezTo>
                      <a:pt x="2109" y="2929"/>
                      <a:pt x="2618" y="2611"/>
                      <a:pt x="2869" y="2122"/>
                    </a:cubicBezTo>
                    <a:cubicBezTo>
                      <a:pt x="3120" y="1626"/>
                      <a:pt x="3061" y="1018"/>
                      <a:pt x="2724" y="575"/>
                    </a:cubicBezTo>
                    <a:cubicBezTo>
                      <a:pt x="2443" y="212"/>
                      <a:pt x="2002" y="0"/>
                      <a:pt x="15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94" name="Google Shape;194;p37"/>
              <p:cNvSpPr/>
              <p:nvPr/>
            </p:nvSpPr>
            <p:spPr>
              <a:xfrm>
                <a:off x="4941709" y="2208212"/>
                <a:ext cx="67129" cy="133111"/>
              </a:xfrm>
              <a:custGeom>
                <a:avLst/>
                <a:gdLst/>
                <a:ahLst/>
                <a:cxnLst/>
                <a:rect l="l" t="t" r="r" b="b"/>
                <a:pathLst>
                  <a:path w="3220" h="6385" extrusionOk="0">
                    <a:moveTo>
                      <a:pt x="1614" y="1"/>
                    </a:moveTo>
                    <a:cubicBezTo>
                      <a:pt x="1486" y="1"/>
                      <a:pt x="1359" y="29"/>
                      <a:pt x="1243" y="85"/>
                    </a:cubicBezTo>
                    <a:cubicBezTo>
                      <a:pt x="1184" y="105"/>
                      <a:pt x="1124" y="138"/>
                      <a:pt x="1072" y="177"/>
                    </a:cubicBezTo>
                    <a:cubicBezTo>
                      <a:pt x="999" y="224"/>
                      <a:pt x="933" y="270"/>
                      <a:pt x="873" y="323"/>
                    </a:cubicBezTo>
                    <a:cubicBezTo>
                      <a:pt x="721" y="442"/>
                      <a:pt x="589" y="581"/>
                      <a:pt x="477" y="726"/>
                    </a:cubicBezTo>
                    <a:cubicBezTo>
                      <a:pt x="272" y="991"/>
                      <a:pt x="120" y="1301"/>
                      <a:pt x="54" y="1632"/>
                    </a:cubicBezTo>
                    <a:cubicBezTo>
                      <a:pt x="14" y="1823"/>
                      <a:pt x="1" y="2022"/>
                      <a:pt x="1" y="2220"/>
                    </a:cubicBezTo>
                    <a:cubicBezTo>
                      <a:pt x="1" y="2352"/>
                      <a:pt x="113" y="2465"/>
                      <a:pt x="245" y="2471"/>
                    </a:cubicBezTo>
                    <a:cubicBezTo>
                      <a:pt x="250" y="2471"/>
                      <a:pt x="254" y="2471"/>
                      <a:pt x="258" y="2471"/>
                    </a:cubicBezTo>
                    <a:cubicBezTo>
                      <a:pt x="385" y="2471"/>
                      <a:pt x="491" y="2374"/>
                      <a:pt x="510" y="2246"/>
                    </a:cubicBezTo>
                    <a:cubicBezTo>
                      <a:pt x="536" y="1962"/>
                      <a:pt x="602" y="1685"/>
                      <a:pt x="761" y="1447"/>
                    </a:cubicBezTo>
                    <a:lnTo>
                      <a:pt x="761" y="1718"/>
                    </a:lnTo>
                    <a:lnTo>
                      <a:pt x="192" y="3998"/>
                    </a:lnTo>
                    <a:cubicBezTo>
                      <a:pt x="166" y="4097"/>
                      <a:pt x="153" y="4203"/>
                      <a:pt x="344" y="4203"/>
                    </a:cubicBezTo>
                    <a:lnTo>
                      <a:pt x="814" y="4203"/>
                    </a:lnTo>
                    <a:lnTo>
                      <a:pt x="900" y="6107"/>
                    </a:lnTo>
                    <a:cubicBezTo>
                      <a:pt x="906" y="6259"/>
                      <a:pt x="1039" y="6384"/>
                      <a:pt x="1197" y="6384"/>
                    </a:cubicBezTo>
                    <a:cubicBezTo>
                      <a:pt x="1349" y="6384"/>
                      <a:pt x="1481" y="6259"/>
                      <a:pt x="1495" y="6107"/>
                    </a:cubicBezTo>
                    <a:lnTo>
                      <a:pt x="1594" y="4203"/>
                    </a:lnTo>
                    <a:lnTo>
                      <a:pt x="1627" y="4203"/>
                    </a:lnTo>
                    <a:lnTo>
                      <a:pt x="1713" y="6107"/>
                    </a:lnTo>
                    <a:cubicBezTo>
                      <a:pt x="1726" y="6259"/>
                      <a:pt x="1858" y="6384"/>
                      <a:pt x="2010" y="6384"/>
                    </a:cubicBezTo>
                    <a:cubicBezTo>
                      <a:pt x="2169" y="6384"/>
                      <a:pt x="2301" y="6259"/>
                      <a:pt x="2308" y="6107"/>
                    </a:cubicBezTo>
                    <a:lnTo>
                      <a:pt x="2413" y="4203"/>
                    </a:lnTo>
                    <a:lnTo>
                      <a:pt x="2870" y="4203"/>
                    </a:lnTo>
                    <a:cubicBezTo>
                      <a:pt x="2922" y="4203"/>
                      <a:pt x="2969" y="4177"/>
                      <a:pt x="3002" y="4137"/>
                    </a:cubicBezTo>
                    <a:cubicBezTo>
                      <a:pt x="3035" y="4097"/>
                      <a:pt x="3048" y="4051"/>
                      <a:pt x="3035" y="3998"/>
                    </a:cubicBezTo>
                    <a:lnTo>
                      <a:pt x="2460" y="1711"/>
                    </a:lnTo>
                    <a:lnTo>
                      <a:pt x="2460" y="1447"/>
                    </a:lnTo>
                    <a:cubicBezTo>
                      <a:pt x="2618" y="1685"/>
                      <a:pt x="2678" y="1969"/>
                      <a:pt x="2711" y="2246"/>
                    </a:cubicBezTo>
                    <a:cubicBezTo>
                      <a:pt x="2724" y="2374"/>
                      <a:pt x="2836" y="2471"/>
                      <a:pt x="2963" y="2471"/>
                    </a:cubicBezTo>
                    <a:cubicBezTo>
                      <a:pt x="2967" y="2471"/>
                      <a:pt x="2971" y="2471"/>
                      <a:pt x="2975" y="2471"/>
                    </a:cubicBezTo>
                    <a:cubicBezTo>
                      <a:pt x="3108" y="2465"/>
                      <a:pt x="3213" y="2352"/>
                      <a:pt x="3213" y="2220"/>
                    </a:cubicBezTo>
                    <a:cubicBezTo>
                      <a:pt x="3220" y="2141"/>
                      <a:pt x="3213" y="2068"/>
                      <a:pt x="3213" y="1995"/>
                    </a:cubicBezTo>
                    <a:cubicBezTo>
                      <a:pt x="3207" y="1817"/>
                      <a:pt x="3174" y="1632"/>
                      <a:pt x="3121" y="1466"/>
                    </a:cubicBezTo>
                    <a:cubicBezTo>
                      <a:pt x="3074" y="1321"/>
                      <a:pt x="3022" y="1176"/>
                      <a:pt x="2949" y="1043"/>
                    </a:cubicBezTo>
                    <a:cubicBezTo>
                      <a:pt x="2770" y="719"/>
                      <a:pt x="2519" y="435"/>
                      <a:pt x="2215" y="217"/>
                    </a:cubicBezTo>
                    <a:cubicBezTo>
                      <a:pt x="2142" y="171"/>
                      <a:pt x="2063" y="118"/>
                      <a:pt x="1984" y="85"/>
                    </a:cubicBezTo>
                    <a:cubicBezTo>
                      <a:pt x="1868" y="29"/>
                      <a:pt x="1741" y="1"/>
                      <a:pt x="16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95" name="Google Shape;195;p37"/>
              <p:cNvSpPr/>
              <p:nvPr/>
            </p:nvSpPr>
            <p:spPr>
              <a:xfrm>
                <a:off x="4884110" y="2104501"/>
                <a:ext cx="90833" cy="236557"/>
              </a:xfrm>
              <a:custGeom>
                <a:avLst/>
                <a:gdLst/>
                <a:ahLst/>
                <a:cxnLst/>
                <a:rect l="l" t="t" r="r" b="b"/>
                <a:pathLst>
                  <a:path w="4357" h="11347" extrusionOk="0">
                    <a:moveTo>
                      <a:pt x="1722" y="0"/>
                    </a:moveTo>
                    <a:cubicBezTo>
                      <a:pt x="1079" y="0"/>
                      <a:pt x="631" y="437"/>
                      <a:pt x="615" y="453"/>
                    </a:cubicBezTo>
                    <a:cubicBezTo>
                      <a:pt x="411" y="631"/>
                      <a:pt x="206" y="816"/>
                      <a:pt x="1" y="995"/>
                    </a:cubicBezTo>
                    <a:cubicBezTo>
                      <a:pt x="543" y="1378"/>
                      <a:pt x="992" y="1887"/>
                      <a:pt x="1303" y="2469"/>
                    </a:cubicBezTo>
                    <a:cubicBezTo>
                      <a:pt x="1501" y="2839"/>
                      <a:pt x="1640" y="3249"/>
                      <a:pt x="1713" y="3665"/>
                    </a:cubicBezTo>
                    <a:cubicBezTo>
                      <a:pt x="1759" y="3949"/>
                      <a:pt x="1772" y="4234"/>
                      <a:pt x="1766" y="4518"/>
                    </a:cubicBezTo>
                    <a:cubicBezTo>
                      <a:pt x="1766" y="4904"/>
                      <a:pt x="1442" y="5232"/>
                      <a:pt x="1057" y="5232"/>
                    </a:cubicBezTo>
                    <a:cubicBezTo>
                      <a:pt x="1053" y="5232"/>
                      <a:pt x="1049" y="5232"/>
                      <a:pt x="1045" y="5232"/>
                    </a:cubicBezTo>
                    <a:cubicBezTo>
                      <a:pt x="986" y="5232"/>
                      <a:pt x="926" y="5225"/>
                      <a:pt x="873" y="5212"/>
                    </a:cubicBezTo>
                    <a:lnTo>
                      <a:pt x="873" y="5212"/>
                    </a:lnTo>
                    <a:cubicBezTo>
                      <a:pt x="873" y="5212"/>
                      <a:pt x="1409" y="7175"/>
                      <a:pt x="1442" y="7301"/>
                    </a:cubicBezTo>
                    <a:cubicBezTo>
                      <a:pt x="1481" y="7473"/>
                      <a:pt x="1495" y="7823"/>
                      <a:pt x="1105" y="7823"/>
                    </a:cubicBezTo>
                    <a:lnTo>
                      <a:pt x="450" y="7823"/>
                    </a:lnTo>
                    <a:lnTo>
                      <a:pt x="397" y="8709"/>
                    </a:lnTo>
                    <a:lnTo>
                      <a:pt x="490" y="10864"/>
                    </a:lnTo>
                    <a:cubicBezTo>
                      <a:pt x="503" y="11128"/>
                      <a:pt x="728" y="11346"/>
                      <a:pt x="999" y="11346"/>
                    </a:cubicBezTo>
                    <a:cubicBezTo>
                      <a:pt x="1263" y="11346"/>
                      <a:pt x="1488" y="11135"/>
                      <a:pt x="1501" y="10864"/>
                    </a:cubicBezTo>
                    <a:lnTo>
                      <a:pt x="1686" y="7254"/>
                    </a:lnTo>
                    <a:lnTo>
                      <a:pt x="1832" y="10864"/>
                    </a:lnTo>
                    <a:cubicBezTo>
                      <a:pt x="1845" y="11128"/>
                      <a:pt x="2076" y="11346"/>
                      <a:pt x="2341" y="11346"/>
                    </a:cubicBezTo>
                    <a:cubicBezTo>
                      <a:pt x="2605" y="11346"/>
                      <a:pt x="2836" y="11135"/>
                      <a:pt x="2850" y="10864"/>
                    </a:cubicBezTo>
                    <a:lnTo>
                      <a:pt x="2929" y="9297"/>
                    </a:lnTo>
                    <a:cubicBezTo>
                      <a:pt x="2717" y="9284"/>
                      <a:pt x="2784" y="9085"/>
                      <a:pt x="2784" y="9085"/>
                    </a:cubicBezTo>
                    <a:lnTo>
                      <a:pt x="2982" y="8239"/>
                    </a:lnTo>
                    <a:lnTo>
                      <a:pt x="3008" y="7717"/>
                    </a:lnTo>
                    <a:cubicBezTo>
                      <a:pt x="2764" y="7658"/>
                      <a:pt x="2585" y="7440"/>
                      <a:pt x="2585" y="7182"/>
                    </a:cubicBezTo>
                    <a:cubicBezTo>
                      <a:pt x="2585" y="6944"/>
                      <a:pt x="2599" y="6712"/>
                      <a:pt x="2651" y="6488"/>
                    </a:cubicBezTo>
                    <a:cubicBezTo>
                      <a:pt x="2704" y="6256"/>
                      <a:pt x="2790" y="6038"/>
                      <a:pt x="2903" y="5833"/>
                    </a:cubicBezTo>
                    <a:cubicBezTo>
                      <a:pt x="2969" y="5708"/>
                      <a:pt x="3048" y="5595"/>
                      <a:pt x="3134" y="5483"/>
                    </a:cubicBezTo>
                    <a:cubicBezTo>
                      <a:pt x="3147" y="5390"/>
                      <a:pt x="3147" y="5291"/>
                      <a:pt x="3147" y="5199"/>
                    </a:cubicBezTo>
                    <a:lnTo>
                      <a:pt x="3147" y="4789"/>
                    </a:lnTo>
                    <a:lnTo>
                      <a:pt x="3147" y="3632"/>
                    </a:lnTo>
                    <a:lnTo>
                      <a:pt x="3147" y="2799"/>
                    </a:lnTo>
                    <a:lnTo>
                      <a:pt x="3147" y="2753"/>
                    </a:lnTo>
                    <a:cubicBezTo>
                      <a:pt x="3266" y="3017"/>
                      <a:pt x="3352" y="3302"/>
                      <a:pt x="3425" y="3586"/>
                    </a:cubicBezTo>
                    <a:cubicBezTo>
                      <a:pt x="3577" y="3216"/>
                      <a:pt x="3907" y="3024"/>
                      <a:pt x="4357" y="2951"/>
                    </a:cubicBezTo>
                    <a:cubicBezTo>
                      <a:pt x="4284" y="2660"/>
                      <a:pt x="4165" y="2297"/>
                      <a:pt x="4040" y="2026"/>
                    </a:cubicBezTo>
                    <a:cubicBezTo>
                      <a:pt x="3881" y="1676"/>
                      <a:pt x="3683" y="1352"/>
                      <a:pt x="3445" y="1054"/>
                    </a:cubicBezTo>
                    <a:cubicBezTo>
                      <a:pt x="3286" y="856"/>
                      <a:pt x="3107" y="677"/>
                      <a:pt x="2916" y="519"/>
                    </a:cubicBezTo>
                    <a:cubicBezTo>
                      <a:pt x="2823" y="439"/>
                      <a:pt x="2731" y="367"/>
                      <a:pt x="2625" y="301"/>
                    </a:cubicBezTo>
                    <a:cubicBezTo>
                      <a:pt x="2539" y="241"/>
                      <a:pt x="2453" y="195"/>
                      <a:pt x="2361" y="149"/>
                    </a:cubicBezTo>
                    <a:cubicBezTo>
                      <a:pt x="2134" y="42"/>
                      <a:pt x="1919" y="0"/>
                      <a:pt x="1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96" name="Google Shape;196;p37"/>
              <p:cNvSpPr/>
              <p:nvPr/>
            </p:nvSpPr>
            <p:spPr>
              <a:xfrm>
                <a:off x="4806248" y="2123784"/>
                <a:ext cx="109991" cy="218232"/>
              </a:xfrm>
              <a:custGeom>
                <a:avLst/>
                <a:gdLst/>
                <a:ahLst/>
                <a:cxnLst/>
                <a:rect l="l" t="t" r="r" b="b"/>
                <a:pathLst>
                  <a:path w="5276" h="10468" extrusionOk="0">
                    <a:moveTo>
                      <a:pt x="2637" y="0"/>
                    </a:moveTo>
                    <a:cubicBezTo>
                      <a:pt x="2433" y="0"/>
                      <a:pt x="2229" y="45"/>
                      <a:pt x="2044" y="136"/>
                    </a:cubicBezTo>
                    <a:cubicBezTo>
                      <a:pt x="1905" y="182"/>
                      <a:pt x="1779" y="268"/>
                      <a:pt x="1667" y="347"/>
                    </a:cubicBezTo>
                    <a:cubicBezTo>
                      <a:pt x="1515" y="453"/>
                      <a:pt x="1376" y="565"/>
                      <a:pt x="1244" y="684"/>
                    </a:cubicBezTo>
                    <a:cubicBezTo>
                      <a:pt x="959" y="949"/>
                      <a:pt x="721" y="1246"/>
                      <a:pt x="523" y="1577"/>
                    </a:cubicBezTo>
                    <a:cubicBezTo>
                      <a:pt x="424" y="1735"/>
                      <a:pt x="338" y="1914"/>
                      <a:pt x="265" y="2092"/>
                    </a:cubicBezTo>
                    <a:cubicBezTo>
                      <a:pt x="199" y="2264"/>
                      <a:pt x="140" y="2449"/>
                      <a:pt x="100" y="2634"/>
                    </a:cubicBezTo>
                    <a:cubicBezTo>
                      <a:pt x="60" y="2820"/>
                      <a:pt x="34" y="2998"/>
                      <a:pt x="14" y="3190"/>
                    </a:cubicBezTo>
                    <a:cubicBezTo>
                      <a:pt x="1" y="3335"/>
                      <a:pt x="1" y="3481"/>
                      <a:pt x="8" y="3633"/>
                    </a:cubicBezTo>
                    <a:lnTo>
                      <a:pt x="8" y="3639"/>
                    </a:lnTo>
                    <a:cubicBezTo>
                      <a:pt x="8" y="3857"/>
                      <a:pt x="186" y="4036"/>
                      <a:pt x="404" y="4049"/>
                    </a:cubicBezTo>
                    <a:cubicBezTo>
                      <a:pt x="408" y="4049"/>
                      <a:pt x="412" y="4049"/>
                      <a:pt x="416" y="4049"/>
                    </a:cubicBezTo>
                    <a:cubicBezTo>
                      <a:pt x="623" y="4049"/>
                      <a:pt x="814" y="3886"/>
                      <a:pt x="834" y="3679"/>
                    </a:cubicBezTo>
                    <a:cubicBezTo>
                      <a:pt x="854" y="3481"/>
                      <a:pt x="880" y="3282"/>
                      <a:pt x="933" y="3091"/>
                    </a:cubicBezTo>
                    <a:cubicBezTo>
                      <a:pt x="1006" y="2839"/>
                      <a:pt x="1105" y="2588"/>
                      <a:pt x="1244" y="2370"/>
                    </a:cubicBezTo>
                    <a:lnTo>
                      <a:pt x="1244" y="2892"/>
                    </a:lnTo>
                    <a:lnTo>
                      <a:pt x="272" y="6448"/>
                    </a:lnTo>
                    <a:cubicBezTo>
                      <a:pt x="259" y="6521"/>
                      <a:pt x="279" y="6594"/>
                      <a:pt x="325" y="6653"/>
                    </a:cubicBezTo>
                    <a:cubicBezTo>
                      <a:pt x="378" y="6713"/>
                      <a:pt x="444" y="6746"/>
                      <a:pt x="523" y="6746"/>
                    </a:cubicBezTo>
                    <a:lnTo>
                      <a:pt x="1330" y="6746"/>
                    </a:lnTo>
                    <a:lnTo>
                      <a:pt x="1475" y="10005"/>
                    </a:lnTo>
                    <a:cubicBezTo>
                      <a:pt x="1488" y="10256"/>
                      <a:pt x="1706" y="10467"/>
                      <a:pt x="1964" y="10467"/>
                    </a:cubicBezTo>
                    <a:cubicBezTo>
                      <a:pt x="2215" y="10467"/>
                      <a:pt x="2434" y="10262"/>
                      <a:pt x="2447" y="10005"/>
                    </a:cubicBezTo>
                    <a:lnTo>
                      <a:pt x="2625" y="6746"/>
                    </a:lnTo>
                    <a:lnTo>
                      <a:pt x="2665" y="6746"/>
                    </a:lnTo>
                    <a:lnTo>
                      <a:pt x="2817" y="10005"/>
                    </a:lnTo>
                    <a:cubicBezTo>
                      <a:pt x="2824" y="10256"/>
                      <a:pt x="3042" y="10467"/>
                      <a:pt x="3299" y="10467"/>
                    </a:cubicBezTo>
                    <a:cubicBezTo>
                      <a:pt x="3551" y="10467"/>
                      <a:pt x="3769" y="10262"/>
                      <a:pt x="3782" y="10005"/>
                    </a:cubicBezTo>
                    <a:lnTo>
                      <a:pt x="3960" y="6746"/>
                    </a:lnTo>
                    <a:lnTo>
                      <a:pt x="4760" y="6746"/>
                    </a:lnTo>
                    <a:cubicBezTo>
                      <a:pt x="4833" y="6746"/>
                      <a:pt x="4906" y="6713"/>
                      <a:pt x="4952" y="6653"/>
                    </a:cubicBezTo>
                    <a:cubicBezTo>
                      <a:pt x="5005" y="6594"/>
                      <a:pt x="5025" y="6528"/>
                      <a:pt x="5005" y="6442"/>
                    </a:cubicBezTo>
                    <a:lnTo>
                      <a:pt x="4040" y="2932"/>
                    </a:lnTo>
                    <a:lnTo>
                      <a:pt x="4040" y="2377"/>
                    </a:lnTo>
                    <a:cubicBezTo>
                      <a:pt x="4179" y="2595"/>
                      <a:pt x="4278" y="2839"/>
                      <a:pt x="4344" y="3091"/>
                    </a:cubicBezTo>
                    <a:cubicBezTo>
                      <a:pt x="4397" y="3282"/>
                      <a:pt x="4423" y="3481"/>
                      <a:pt x="4443" y="3679"/>
                    </a:cubicBezTo>
                    <a:cubicBezTo>
                      <a:pt x="4468" y="3889"/>
                      <a:pt x="4647" y="4050"/>
                      <a:pt x="4855" y="4050"/>
                    </a:cubicBezTo>
                    <a:cubicBezTo>
                      <a:pt x="4863" y="4050"/>
                      <a:pt x="4871" y="4049"/>
                      <a:pt x="4879" y="4049"/>
                    </a:cubicBezTo>
                    <a:cubicBezTo>
                      <a:pt x="5097" y="4036"/>
                      <a:pt x="5269" y="3851"/>
                      <a:pt x="5276" y="3639"/>
                    </a:cubicBezTo>
                    <a:cubicBezTo>
                      <a:pt x="5276" y="3500"/>
                      <a:pt x="5276" y="3368"/>
                      <a:pt x="5269" y="3236"/>
                    </a:cubicBezTo>
                    <a:cubicBezTo>
                      <a:pt x="5256" y="3051"/>
                      <a:pt x="5230" y="2872"/>
                      <a:pt x="5190" y="2694"/>
                    </a:cubicBezTo>
                    <a:cubicBezTo>
                      <a:pt x="5117" y="2317"/>
                      <a:pt x="4978" y="1954"/>
                      <a:pt x="4787" y="1623"/>
                    </a:cubicBezTo>
                    <a:cubicBezTo>
                      <a:pt x="4595" y="1293"/>
                      <a:pt x="4357" y="989"/>
                      <a:pt x="4079" y="724"/>
                    </a:cubicBezTo>
                    <a:cubicBezTo>
                      <a:pt x="3941" y="599"/>
                      <a:pt x="3802" y="480"/>
                      <a:pt x="3650" y="374"/>
                    </a:cubicBezTo>
                    <a:cubicBezTo>
                      <a:pt x="3537" y="294"/>
                      <a:pt x="3418" y="215"/>
                      <a:pt x="3286" y="156"/>
                    </a:cubicBezTo>
                    <a:cubicBezTo>
                      <a:pt x="3280" y="149"/>
                      <a:pt x="3266" y="142"/>
                      <a:pt x="3253" y="142"/>
                    </a:cubicBezTo>
                    <a:cubicBezTo>
                      <a:pt x="3061" y="48"/>
                      <a:pt x="2849" y="0"/>
                      <a:pt x="26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197" name="Google Shape;197;p37"/>
          <p:cNvSpPr txBox="1">
            <a:spLocks noGrp="1"/>
          </p:cNvSpPr>
          <p:nvPr>
            <p:ph type="ctrTitle"/>
          </p:nvPr>
        </p:nvSpPr>
        <p:spPr>
          <a:xfrm>
            <a:off x="1421050" y="2876675"/>
            <a:ext cx="6302100" cy="122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sz="2000" dirty="0" err="1">
                <a:solidFill>
                  <a:schemeClr val="dk1"/>
                </a:solidFill>
              </a:rPr>
              <a:t>Granhub</a:t>
            </a:r>
            <a:r>
              <a:rPr lang="en-GB" sz="2000" dirty="0">
                <a:solidFill>
                  <a:schemeClr val="dk1"/>
                </a:solidFill>
              </a:rPr>
              <a:t> Online Community</a:t>
            </a:r>
            <a:endParaRPr sz="2000" dirty="0">
              <a:solidFill>
                <a:schemeClr val="dk1"/>
              </a:solidFill>
            </a:endParaRPr>
          </a:p>
          <a:p>
            <a:pPr marL="0" lvl="0" indent="0" algn="ctr" rtl="0">
              <a:spcBef>
                <a:spcPts val="0"/>
              </a:spcBef>
              <a:spcAft>
                <a:spcPts val="0"/>
              </a:spcAft>
              <a:buNone/>
            </a:pPr>
            <a:r>
              <a:rPr lang="en" sz="4100" dirty="0">
                <a:solidFill>
                  <a:schemeClr val="dk2"/>
                </a:solidFill>
              </a:rPr>
              <a:t>The next steps</a:t>
            </a:r>
            <a:endParaRPr sz="4200" dirty="0">
              <a:solidFill>
                <a:schemeClr val="dk1"/>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01"/>
        <p:cNvGrpSpPr/>
        <p:nvPr/>
      </p:nvGrpSpPr>
      <p:grpSpPr>
        <a:xfrm>
          <a:off x="0" y="0"/>
          <a:ext cx="0" cy="0"/>
          <a:chOff x="0" y="0"/>
          <a:chExt cx="0" cy="0"/>
        </a:xfrm>
      </p:grpSpPr>
      <p:cxnSp>
        <p:nvCxnSpPr>
          <p:cNvPr id="202" name="Google Shape;202;p38"/>
          <p:cNvCxnSpPr/>
          <p:nvPr/>
        </p:nvCxnSpPr>
        <p:spPr>
          <a:xfrm>
            <a:off x="1969650" y="1123950"/>
            <a:ext cx="5204700" cy="0"/>
          </a:xfrm>
          <a:prstGeom prst="straightConnector1">
            <a:avLst/>
          </a:prstGeom>
          <a:noFill/>
          <a:ln w="9525" cap="flat" cmpd="sng">
            <a:solidFill>
              <a:schemeClr val="dk1"/>
            </a:solidFill>
            <a:prstDash val="solid"/>
            <a:round/>
            <a:headEnd type="none" w="med" len="med"/>
            <a:tailEnd type="none" w="med" len="med"/>
          </a:ln>
        </p:spPr>
      </p:cxnSp>
      <p:grpSp>
        <p:nvGrpSpPr>
          <p:cNvPr id="203" name="Google Shape;203;p38"/>
          <p:cNvGrpSpPr/>
          <p:nvPr/>
        </p:nvGrpSpPr>
        <p:grpSpPr>
          <a:xfrm>
            <a:off x="7393404" y="2612713"/>
            <a:ext cx="718538" cy="622473"/>
            <a:chOff x="8184894" y="2526888"/>
            <a:chExt cx="828000" cy="717300"/>
          </a:xfrm>
        </p:grpSpPr>
        <p:sp>
          <p:nvSpPr>
            <p:cNvPr id="204" name="Google Shape;204;p38"/>
            <p:cNvSpPr/>
            <p:nvPr/>
          </p:nvSpPr>
          <p:spPr>
            <a:xfrm>
              <a:off x="8184894" y="2526888"/>
              <a:ext cx="828000" cy="717300"/>
            </a:xfrm>
            <a:prstGeom prst="hexagon">
              <a:avLst>
                <a:gd name="adj" fmla="val 25000"/>
                <a:gd name="vf" fmla="val 11547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8"/>
            <p:cNvSpPr/>
            <p:nvPr/>
          </p:nvSpPr>
          <p:spPr>
            <a:xfrm>
              <a:off x="8227922" y="2564686"/>
              <a:ext cx="740700" cy="641700"/>
            </a:xfrm>
            <a:prstGeom prst="hexagon">
              <a:avLst>
                <a:gd name="adj" fmla="val 25000"/>
                <a:gd name="vf" fmla="val 11547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6" name="Google Shape;206;p38"/>
            <p:cNvGrpSpPr/>
            <p:nvPr/>
          </p:nvGrpSpPr>
          <p:grpSpPr>
            <a:xfrm>
              <a:off x="8460384" y="2743558"/>
              <a:ext cx="275770" cy="283890"/>
              <a:chOff x="4363050" y="2520250"/>
              <a:chExt cx="346575" cy="356825"/>
            </a:xfrm>
          </p:grpSpPr>
          <p:sp>
            <p:nvSpPr>
              <p:cNvPr id="207" name="Google Shape;207;p38"/>
              <p:cNvSpPr/>
              <p:nvPr/>
            </p:nvSpPr>
            <p:spPr>
              <a:xfrm>
                <a:off x="4640350" y="2650200"/>
                <a:ext cx="49100" cy="48050"/>
              </a:xfrm>
              <a:custGeom>
                <a:avLst/>
                <a:gdLst/>
                <a:ahLst/>
                <a:cxnLst/>
                <a:rect l="l" t="t" r="r" b="b"/>
                <a:pathLst>
                  <a:path w="1964" h="1922" extrusionOk="0">
                    <a:moveTo>
                      <a:pt x="991" y="0"/>
                    </a:moveTo>
                    <a:cubicBezTo>
                      <a:pt x="760" y="0"/>
                      <a:pt x="531" y="80"/>
                      <a:pt x="357" y="230"/>
                    </a:cubicBezTo>
                    <a:cubicBezTo>
                      <a:pt x="159" y="395"/>
                      <a:pt x="34" y="640"/>
                      <a:pt x="20" y="904"/>
                    </a:cubicBezTo>
                    <a:cubicBezTo>
                      <a:pt x="0" y="1168"/>
                      <a:pt x="100" y="1426"/>
                      <a:pt x="278" y="1618"/>
                    </a:cubicBezTo>
                    <a:cubicBezTo>
                      <a:pt x="457" y="1810"/>
                      <a:pt x="714" y="1922"/>
                      <a:pt x="972" y="1922"/>
                    </a:cubicBezTo>
                    <a:cubicBezTo>
                      <a:pt x="1435" y="1922"/>
                      <a:pt x="1838" y="1578"/>
                      <a:pt x="1917" y="1129"/>
                    </a:cubicBezTo>
                    <a:cubicBezTo>
                      <a:pt x="1964" y="871"/>
                      <a:pt x="1898" y="593"/>
                      <a:pt x="1739" y="382"/>
                    </a:cubicBezTo>
                    <a:cubicBezTo>
                      <a:pt x="1587" y="177"/>
                      <a:pt x="1349" y="38"/>
                      <a:pt x="1091" y="5"/>
                    </a:cubicBezTo>
                    <a:cubicBezTo>
                      <a:pt x="1058" y="2"/>
                      <a:pt x="1024" y="0"/>
                      <a:pt x="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08" name="Google Shape;208;p38"/>
              <p:cNvSpPr/>
              <p:nvPr/>
            </p:nvSpPr>
            <p:spPr>
              <a:xfrm>
                <a:off x="4363050" y="2594650"/>
                <a:ext cx="346575" cy="282425"/>
              </a:xfrm>
              <a:custGeom>
                <a:avLst/>
                <a:gdLst/>
                <a:ahLst/>
                <a:cxnLst/>
                <a:rect l="l" t="t" r="r" b="b"/>
                <a:pathLst>
                  <a:path w="13863" h="11297" extrusionOk="0">
                    <a:moveTo>
                      <a:pt x="10312" y="3272"/>
                    </a:moveTo>
                    <a:cubicBezTo>
                      <a:pt x="10312" y="3275"/>
                      <a:pt x="10312" y="3284"/>
                      <a:pt x="10313" y="3301"/>
                    </a:cubicBezTo>
                    <a:lnTo>
                      <a:pt x="10313" y="3301"/>
                    </a:lnTo>
                    <a:cubicBezTo>
                      <a:pt x="10315" y="3322"/>
                      <a:pt x="10317" y="3343"/>
                      <a:pt x="10319" y="3364"/>
                    </a:cubicBezTo>
                    <a:cubicBezTo>
                      <a:pt x="10319" y="3324"/>
                      <a:pt x="10312" y="3285"/>
                      <a:pt x="10312" y="3272"/>
                    </a:cubicBezTo>
                    <a:close/>
                    <a:moveTo>
                      <a:pt x="2764" y="0"/>
                    </a:moveTo>
                    <a:cubicBezTo>
                      <a:pt x="2525" y="0"/>
                      <a:pt x="2281" y="54"/>
                      <a:pt x="1977" y="178"/>
                    </a:cubicBezTo>
                    <a:cubicBezTo>
                      <a:pt x="1845" y="231"/>
                      <a:pt x="1719" y="297"/>
                      <a:pt x="1594" y="370"/>
                    </a:cubicBezTo>
                    <a:cubicBezTo>
                      <a:pt x="1296" y="555"/>
                      <a:pt x="1038" y="799"/>
                      <a:pt x="827" y="1077"/>
                    </a:cubicBezTo>
                    <a:cubicBezTo>
                      <a:pt x="397" y="1645"/>
                      <a:pt x="166" y="2339"/>
                      <a:pt x="73" y="3040"/>
                    </a:cubicBezTo>
                    <a:cubicBezTo>
                      <a:pt x="1" y="3556"/>
                      <a:pt x="1" y="4085"/>
                      <a:pt x="40" y="4607"/>
                    </a:cubicBezTo>
                    <a:cubicBezTo>
                      <a:pt x="40" y="4607"/>
                      <a:pt x="40" y="4607"/>
                      <a:pt x="40" y="4613"/>
                    </a:cubicBezTo>
                    <a:cubicBezTo>
                      <a:pt x="106" y="5202"/>
                      <a:pt x="106" y="5440"/>
                      <a:pt x="529" y="5453"/>
                    </a:cubicBezTo>
                    <a:cubicBezTo>
                      <a:pt x="556" y="5453"/>
                      <a:pt x="582" y="5453"/>
                      <a:pt x="602" y="5446"/>
                    </a:cubicBezTo>
                    <a:cubicBezTo>
                      <a:pt x="807" y="5400"/>
                      <a:pt x="966" y="5215"/>
                      <a:pt x="953" y="4997"/>
                    </a:cubicBezTo>
                    <a:cubicBezTo>
                      <a:pt x="926" y="4389"/>
                      <a:pt x="959" y="3761"/>
                      <a:pt x="1098" y="3159"/>
                    </a:cubicBezTo>
                    <a:cubicBezTo>
                      <a:pt x="1171" y="2848"/>
                      <a:pt x="1276" y="2538"/>
                      <a:pt x="1435" y="2260"/>
                    </a:cubicBezTo>
                    <a:lnTo>
                      <a:pt x="1435" y="2260"/>
                    </a:lnTo>
                    <a:cubicBezTo>
                      <a:pt x="1415" y="2432"/>
                      <a:pt x="1395" y="2604"/>
                      <a:pt x="1376" y="2782"/>
                    </a:cubicBezTo>
                    <a:cubicBezTo>
                      <a:pt x="1329" y="3139"/>
                      <a:pt x="1290" y="3496"/>
                      <a:pt x="1243" y="3853"/>
                    </a:cubicBezTo>
                    <a:cubicBezTo>
                      <a:pt x="1210" y="4157"/>
                      <a:pt x="1171" y="4455"/>
                      <a:pt x="1138" y="4752"/>
                    </a:cubicBezTo>
                    <a:cubicBezTo>
                      <a:pt x="1131" y="4805"/>
                      <a:pt x="1124" y="4851"/>
                      <a:pt x="1118" y="4904"/>
                    </a:cubicBezTo>
                    <a:cubicBezTo>
                      <a:pt x="1078" y="5228"/>
                      <a:pt x="1138" y="5572"/>
                      <a:pt x="1283" y="5863"/>
                    </a:cubicBezTo>
                    <a:cubicBezTo>
                      <a:pt x="1316" y="5929"/>
                      <a:pt x="1356" y="5995"/>
                      <a:pt x="1395" y="6054"/>
                    </a:cubicBezTo>
                    <a:lnTo>
                      <a:pt x="1620" y="10807"/>
                    </a:lnTo>
                    <a:cubicBezTo>
                      <a:pt x="1633" y="11071"/>
                      <a:pt x="1858" y="11283"/>
                      <a:pt x="2122" y="11290"/>
                    </a:cubicBezTo>
                    <a:cubicBezTo>
                      <a:pt x="2380" y="11290"/>
                      <a:pt x="2605" y="11085"/>
                      <a:pt x="2631" y="10827"/>
                    </a:cubicBezTo>
                    <a:cubicBezTo>
                      <a:pt x="2631" y="10820"/>
                      <a:pt x="2631" y="10814"/>
                      <a:pt x="2631" y="10807"/>
                    </a:cubicBezTo>
                    <a:lnTo>
                      <a:pt x="2797" y="7211"/>
                    </a:lnTo>
                    <a:lnTo>
                      <a:pt x="2962" y="10807"/>
                    </a:lnTo>
                    <a:cubicBezTo>
                      <a:pt x="2975" y="11071"/>
                      <a:pt x="3200" y="11283"/>
                      <a:pt x="3464" y="11290"/>
                    </a:cubicBezTo>
                    <a:cubicBezTo>
                      <a:pt x="3722" y="11290"/>
                      <a:pt x="3947" y="11085"/>
                      <a:pt x="3973" y="10827"/>
                    </a:cubicBezTo>
                    <a:cubicBezTo>
                      <a:pt x="3973" y="10820"/>
                      <a:pt x="3973" y="10814"/>
                      <a:pt x="3973" y="10807"/>
                    </a:cubicBezTo>
                    <a:lnTo>
                      <a:pt x="4191" y="6034"/>
                    </a:lnTo>
                    <a:cubicBezTo>
                      <a:pt x="4403" y="5711"/>
                      <a:pt x="4509" y="5314"/>
                      <a:pt x="4462" y="4904"/>
                    </a:cubicBezTo>
                    <a:lnTo>
                      <a:pt x="4145" y="2260"/>
                    </a:lnTo>
                    <a:lnTo>
                      <a:pt x="4145" y="2260"/>
                    </a:lnTo>
                    <a:cubicBezTo>
                      <a:pt x="4476" y="2881"/>
                      <a:pt x="4588" y="3635"/>
                      <a:pt x="4615" y="4329"/>
                    </a:cubicBezTo>
                    <a:cubicBezTo>
                      <a:pt x="4621" y="4554"/>
                      <a:pt x="4621" y="4779"/>
                      <a:pt x="4608" y="4997"/>
                    </a:cubicBezTo>
                    <a:cubicBezTo>
                      <a:pt x="4601" y="5228"/>
                      <a:pt x="4773" y="5433"/>
                      <a:pt x="5005" y="5453"/>
                    </a:cubicBezTo>
                    <a:cubicBezTo>
                      <a:pt x="5019" y="5454"/>
                      <a:pt x="5034" y="5455"/>
                      <a:pt x="5048" y="5455"/>
                    </a:cubicBezTo>
                    <a:cubicBezTo>
                      <a:pt x="5090" y="5455"/>
                      <a:pt x="5130" y="5448"/>
                      <a:pt x="5170" y="5433"/>
                    </a:cubicBezTo>
                    <a:cubicBezTo>
                      <a:pt x="5216" y="5446"/>
                      <a:pt x="5262" y="5453"/>
                      <a:pt x="5322" y="5453"/>
                    </a:cubicBezTo>
                    <a:cubicBezTo>
                      <a:pt x="5355" y="5453"/>
                      <a:pt x="5375" y="5453"/>
                      <a:pt x="5395" y="5446"/>
                    </a:cubicBezTo>
                    <a:cubicBezTo>
                      <a:pt x="5599" y="5400"/>
                      <a:pt x="5758" y="5215"/>
                      <a:pt x="5745" y="4997"/>
                    </a:cubicBezTo>
                    <a:cubicBezTo>
                      <a:pt x="5718" y="4389"/>
                      <a:pt x="5751" y="3761"/>
                      <a:pt x="5890" y="3159"/>
                    </a:cubicBezTo>
                    <a:cubicBezTo>
                      <a:pt x="5963" y="2848"/>
                      <a:pt x="6069" y="2538"/>
                      <a:pt x="6227" y="2260"/>
                    </a:cubicBezTo>
                    <a:lnTo>
                      <a:pt x="6227" y="2260"/>
                    </a:lnTo>
                    <a:cubicBezTo>
                      <a:pt x="6208" y="2432"/>
                      <a:pt x="6188" y="2604"/>
                      <a:pt x="6168" y="2782"/>
                    </a:cubicBezTo>
                    <a:cubicBezTo>
                      <a:pt x="6122" y="3139"/>
                      <a:pt x="6082" y="3496"/>
                      <a:pt x="6036" y="3853"/>
                    </a:cubicBezTo>
                    <a:cubicBezTo>
                      <a:pt x="6003" y="4157"/>
                      <a:pt x="5963" y="4455"/>
                      <a:pt x="5930" y="4752"/>
                    </a:cubicBezTo>
                    <a:cubicBezTo>
                      <a:pt x="5923" y="4805"/>
                      <a:pt x="5917" y="4851"/>
                      <a:pt x="5910" y="4904"/>
                    </a:cubicBezTo>
                    <a:cubicBezTo>
                      <a:pt x="5870" y="5228"/>
                      <a:pt x="5930" y="5572"/>
                      <a:pt x="6075" y="5863"/>
                    </a:cubicBezTo>
                    <a:cubicBezTo>
                      <a:pt x="6108" y="5929"/>
                      <a:pt x="6148" y="5995"/>
                      <a:pt x="6188" y="6054"/>
                    </a:cubicBezTo>
                    <a:lnTo>
                      <a:pt x="6412" y="10807"/>
                    </a:lnTo>
                    <a:cubicBezTo>
                      <a:pt x="6426" y="11071"/>
                      <a:pt x="6650" y="11283"/>
                      <a:pt x="6915" y="11290"/>
                    </a:cubicBezTo>
                    <a:cubicBezTo>
                      <a:pt x="7173" y="11290"/>
                      <a:pt x="7404" y="11085"/>
                      <a:pt x="7424" y="10827"/>
                    </a:cubicBezTo>
                    <a:cubicBezTo>
                      <a:pt x="7424" y="10820"/>
                      <a:pt x="7424" y="10814"/>
                      <a:pt x="7424" y="10807"/>
                    </a:cubicBezTo>
                    <a:lnTo>
                      <a:pt x="7589" y="7211"/>
                    </a:lnTo>
                    <a:lnTo>
                      <a:pt x="7754" y="10807"/>
                    </a:lnTo>
                    <a:cubicBezTo>
                      <a:pt x="7768" y="11071"/>
                      <a:pt x="7992" y="11283"/>
                      <a:pt x="8257" y="11290"/>
                    </a:cubicBezTo>
                    <a:cubicBezTo>
                      <a:pt x="8515" y="11290"/>
                      <a:pt x="8739" y="11085"/>
                      <a:pt x="8766" y="10827"/>
                    </a:cubicBezTo>
                    <a:cubicBezTo>
                      <a:pt x="8766" y="10820"/>
                      <a:pt x="8766" y="10814"/>
                      <a:pt x="8766" y="10807"/>
                    </a:cubicBezTo>
                    <a:lnTo>
                      <a:pt x="8984" y="6034"/>
                    </a:lnTo>
                    <a:cubicBezTo>
                      <a:pt x="9202" y="5711"/>
                      <a:pt x="9301" y="5314"/>
                      <a:pt x="9255" y="4904"/>
                    </a:cubicBezTo>
                    <a:lnTo>
                      <a:pt x="8938" y="2260"/>
                    </a:lnTo>
                    <a:lnTo>
                      <a:pt x="8938" y="2260"/>
                    </a:lnTo>
                    <a:cubicBezTo>
                      <a:pt x="9275" y="2881"/>
                      <a:pt x="9380" y="3635"/>
                      <a:pt x="9407" y="4329"/>
                    </a:cubicBezTo>
                    <a:cubicBezTo>
                      <a:pt x="9413" y="4554"/>
                      <a:pt x="9413" y="4779"/>
                      <a:pt x="9400" y="4997"/>
                    </a:cubicBezTo>
                    <a:cubicBezTo>
                      <a:pt x="9394" y="5208"/>
                      <a:pt x="9539" y="5393"/>
                      <a:pt x="9737" y="5440"/>
                    </a:cubicBezTo>
                    <a:cubicBezTo>
                      <a:pt x="9744" y="5453"/>
                      <a:pt x="9751" y="5459"/>
                      <a:pt x="9757" y="5459"/>
                    </a:cubicBezTo>
                    <a:cubicBezTo>
                      <a:pt x="9797" y="5512"/>
                      <a:pt x="9843" y="5559"/>
                      <a:pt x="9896" y="5592"/>
                    </a:cubicBezTo>
                    <a:cubicBezTo>
                      <a:pt x="10008" y="5671"/>
                      <a:pt x="10141" y="5704"/>
                      <a:pt x="10279" y="5711"/>
                    </a:cubicBezTo>
                    <a:cubicBezTo>
                      <a:pt x="10298" y="5712"/>
                      <a:pt x="10317" y="5712"/>
                      <a:pt x="10335" y="5712"/>
                    </a:cubicBezTo>
                    <a:cubicBezTo>
                      <a:pt x="10588" y="5712"/>
                      <a:pt x="10845" y="5631"/>
                      <a:pt x="11079" y="5539"/>
                    </a:cubicBezTo>
                    <a:lnTo>
                      <a:pt x="11079" y="5539"/>
                    </a:lnTo>
                    <a:lnTo>
                      <a:pt x="10987" y="7231"/>
                    </a:lnTo>
                    <a:cubicBezTo>
                      <a:pt x="10973" y="7442"/>
                      <a:pt x="11026" y="7628"/>
                      <a:pt x="11119" y="7799"/>
                    </a:cubicBezTo>
                    <a:lnTo>
                      <a:pt x="11271" y="10985"/>
                    </a:lnTo>
                    <a:cubicBezTo>
                      <a:pt x="11278" y="11157"/>
                      <a:pt x="11430" y="11296"/>
                      <a:pt x="11601" y="11296"/>
                    </a:cubicBezTo>
                    <a:cubicBezTo>
                      <a:pt x="11780" y="11296"/>
                      <a:pt x="11925" y="11157"/>
                      <a:pt x="11939" y="10985"/>
                    </a:cubicBezTo>
                    <a:lnTo>
                      <a:pt x="12064" y="8474"/>
                    </a:lnTo>
                    <a:lnTo>
                      <a:pt x="12190" y="10985"/>
                    </a:lnTo>
                    <a:cubicBezTo>
                      <a:pt x="12196" y="11157"/>
                      <a:pt x="12342" y="11296"/>
                      <a:pt x="12520" y="11296"/>
                    </a:cubicBezTo>
                    <a:cubicBezTo>
                      <a:pt x="12692" y="11296"/>
                      <a:pt x="12844" y="11157"/>
                      <a:pt x="12851" y="10985"/>
                    </a:cubicBezTo>
                    <a:lnTo>
                      <a:pt x="13016" y="7793"/>
                    </a:lnTo>
                    <a:cubicBezTo>
                      <a:pt x="13109" y="7621"/>
                      <a:pt x="13142" y="7423"/>
                      <a:pt x="13128" y="7231"/>
                    </a:cubicBezTo>
                    <a:cubicBezTo>
                      <a:pt x="13128" y="7138"/>
                      <a:pt x="13122" y="7046"/>
                      <a:pt x="13115" y="6947"/>
                    </a:cubicBezTo>
                    <a:cubicBezTo>
                      <a:pt x="13102" y="6662"/>
                      <a:pt x="13082" y="6372"/>
                      <a:pt x="13069" y="6087"/>
                    </a:cubicBezTo>
                    <a:lnTo>
                      <a:pt x="13069" y="6087"/>
                    </a:lnTo>
                    <a:cubicBezTo>
                      <a:pt x="13208" y="6458"/>
                      <a:pt x="13261" y="6854"/>
                      <a:pt x="13294" y="7244"/>
                    </a:cubicBezTo>
                    <a:cubicBezTo>
                      <a:pt x="13307" y="7392"/>
                      <a:pt x="13432" y="7509"/>
                      <a:pt x="13579" y="7509"/>
                    </a:cubicBezTo>
                    <a:cubicBezTo>
                      <a:pt x="13583" y="7509"/>
                      <a:pt x="13587" y="7509"/>
                      <a:pt x="13591" y="7509"/>
                    </a:cubicBezTo>
                    <a:cubicBezTo>
                      <a:pt x="13737" y="7495"/>
                      <a:pt x="13856" y="7370"/>
                      <a:pt x="13862" y="7224"/>
                    </a:cubicBezTo>
                    <a:cubicBezTo>
                      <a:pt x="13862" y="6808"/>
                      <a:pt x="13842" y="6391"/>
                      <a:pt x="13750" y="5982"/>
                    </a:cubicBezTo>
                    <a:cubicBezTo>
                      <a:pt x="13591" y="5294"/>
                      <a:pt x="13188" y="4620"/>
                      <a:pt x="12527" y="4303"/>
                    </a:cubicBezTo>
                    <a:cubicBezTo>
                      <a:pt x="12378" y="4232"/>
                      <a:pt x="12224" y="4196"/>
                      <a:pt x="12071" y="4196"/>
                    </a:cubicBezTo>
                    <a:cubicBezTo>
                      <a:pt x="11836" y="4196"/>
                      <a:pt x="11602" y="4281"/>
                      <a:pt x="11390" y="4461"/>
                    </a:cubicBezTo>
                    <a:cubicBezTo>
                      <a:pt x="11211" y="4607"/>
                      <a:pt x="11026" y="4732"/>
                      <a:pt x="10828" y="4851"/>
                    </a:cubicBezTo>
                    <a:cubicBezTo>
                      <a:pt x="10722" y="4917"/>
                      <a:pt x="10617" y="4970"/>
                      <a:pt x="10504" y="5017"/>
                    </a:cubicBezTo>
                    <a:cubicBezTo>
                      <a:pt x="10451" y="5043"/>
                      <a:pt x="10398" y="5063"/>
                      <a:pt x="10339" y="5076"/>
                    </a:cubicBezTo>
                    <a:cubicBezTo>
                      <a:pt x="10319" y="5076"/>
                      <a:pt x="10293" y="5083"/>
                      <a:pt x="10266" y="5089"/>
                    </a:cubicBezTo>
                    <a:cubicBezTo>
                      <a:pt x="10266" y="5083"/>
                      <a:pt x="10266" y="5076"/>
                      <a:pt x="10266" y="5076"/>
                    </a:cubicBezTo>
                    <a:cubicBezTo>
                      <a:pt x="10343" y="4524"/>
                      <a:pt x="10364" y="3965"/>
                      <a:pt x="10323" y="3412"/>
                    </a:cubicBezTo>
                    <a:lnTo>
                      <a:pt x="10323" y="3412"/>
                    </a:lnTo>
                    <a:cubicBezTo>
                      <a:pt x="10324" y="3424"/>
                      <a:pt x="10326" y="3434"/>
                      <a:pt x="10326" y="3443"/>
                    </a:cubicBezTo>
                    <a:cubicBezTo>
                      <a:pt x="10326" y="3430"/>
                      <a:pt x="10326" y="3404"/>
                      <a:pt x="10319" y="3364"/>
                    </a:cubicBezTo>
                    <a:lnTo>
                      <a:pt x="10319" y="3364"/>
                    </a:lnTo>
                    <a:cubicBezTo>
                      <a:pt x="10319" y="3364"/>
                      <a:pt x="10319" y="3364"/>
                      <a:pt x="10319" y="3364"/>
                    </a:cubicBezTo>
                    <a:cubicBezTo>
                      <a:pt x="10316" y="3336"/>
                      <a:pt x="10314" y="3316"/>
                      <a:pt x="10313" y="3301"/>
                    </a:cubicBezTo>
                    <a:lnTo>
                      <a:pt x="10313" y="3301"/>
                    </a:lnTo>
                    <a:cubicBezTo>
                      <a:pt x="10249" y="2615"/>
                      <a:pt x="10077" y="1932"/>
                      <a:pt x="9711" y="1348"/>
                    </a:cubicBezTo>
                    <a:cubicBezTo>
                      <a:pt x="9367" y="793"/>
                      <a:pt x="8845" y="304"/>
                      <a:pt x="8210" y="112"/>
                    </a:cubicBezTo>
                    <a:cubicBezTo>
                      <a:pt x="7974" y="41"/>
                      <a:pt x="7768" y="0"/>
                      <a:pt x="7559" y="0"/>
                    </a:cubicBezTo>
                    <a:cubicBezTo>
                      <a:pt x="7319" y="0"/>
                      <a:pt x="7073" y="54"/>
                      <a:pt x="6769" y="178"/>
                    </a:cubicBezTo>
                    <a:cubicBezTo>
                      <a:pt x="6637" y="231"/>
                      <a:pt x="6512" y="297"/>
                      <a:pt x="6386" y="370"/>
                    </a:cubicBezTo>
                    <a:cubicBezTo>
                      <a:pt x="6089" y="555"/>
                      <a:pt x="5831" y="799"/>
                      <a:pt x="5619" y="1077"/>
                    </a:cubicBezTo>
                    <a:cubicBezTo>
                      <a:pt x="5441" y="1315"/>
                      <a:pt x="5295" y="1579"/>
                      <a:pt x="5176" y="1850"/>
                    </a:cubicBezTo>
                    <a:cubicBezTo>
                      <a:pt x="5104" y="1678"/>
                      <a:pt x="5018" y="1507"/>
                      <a:pt x="4919" y="1348"/>
                    </a:cubicBezTo>
                    <a:cubicBezTo>
                      <a:pt x="4575" y="793"/>
                      <a:pt x="4053" y="304"/>
                      <a:pt x="3418" y="112"/>
                    </a:cubicBezTo>
                    <a:cubicBezTo>
                      <a:pt x="3178" y="41"/>
                      <a:pt x="2973" y="0"/>
                      <a:pt x="27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09" name="Google Shape;209;p38"/>
              <p:cNvSpPr/>
              <p:nvPr/>
            </p:nvSpPr>
            <p:spPr>
              <a:xfrm>
                <a:off x="4394450" y="2520250"/>
                <a:ext cx="76550" cy="73250"/>
              </a:xfrm>
              <a:custGeom>
                <a:avLst/>
                <a:gdLst/>
                <a:ahLst/>
                <a:cxnLst/>
                <a:rect l="l" t="t" r="r" b="b"/>
                <a:pathLst>
                  <a:path w="3062" h="2930" extrusionOk="0">
                    <a:moveTo>
                      <a:pt x="1529" y="1"/>
                    </a:moveTo>
                    <a:cubicBezTo>
                      <a:pt x="1020" y="1"/>
                      <a:pt x="539" y="271"/>
                      <a:pt x="278" y="708"/>
                    </a:cubicBezTo>
                    <a:cubicBezTo>
                      <a:pt x="7" y="1151"/>
                      <a:pt x="1" y="1726"/>
                      <a:pt x="258" y="2182"/>
                    </a:cubicBezTo>
                    <a:cubicBezTo>
                      <a:pt x="510" y="2632"/>
                      <a:pt x="985" y="2916"/>
                      <a:pt x="1501" y="2929"/>
                    </a:cubicBezTo>
                    <a:lnTo>
                      <a:pt x="1534" y="2929"/>
                    </a:lnTo>
                    <a:cubicBezTo>
                      <a:pt x="2050" y="2929"/>
                      <a:pt x="2532" y="2652"/>
                      <a:pt x="2797" y="2209"/>
                    </a:cubicBezTo>
                    <a:cubicBezTo>
                      <a:pt x="3061" y="1759"/>
                      <a:pt x="3061" y="1184"/>
                      <a:pt x="2803" y="735"/>
                    </a:cubicBezTo>
                    <a:cubicBezTo>
                      <a:pt x="2545" y="292"/>
                      <a:pt x="2063"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10" name="Google Shape;210;p38"/>
              <p:cNvSpPr/>
              <p:nvPr/>
            </p:nvSpPr>
            <p:spPr>
              <a:xfrm>
                <a:off x="4514250" y="2520250"/>
                <a:ext cx="76550" cy="73250"/>
              </a:xfrm>
              <a:custGeom>
                <a:avLst/>
                <a:gdLst/>
                <a:ahLst/>
                <a:cxnLst/>
                <a:rect l="l" t="t" r="r" b="b"/>
                <a:pathLst>
                  <a:path w="3062" h="2930" extrusionOk="0">
                    <a:moveTo>
                      <a:pt x="1529" y="1"/>
                    </a:moveTo>
                    <a:cubicBezTo>
                      <a:pt x="1020" y="1"/>
                      <a:pt x="540" y="271"/>
                      <a:pt x="279" y="708"/>
                    </a:cubicBezTo>
                    <a:cubicBezTo>
                      <a:pt x="8" y="1151"/>
                      <a:pt x="1" y="1726"/>
                      <a:pt x="259" y="2182"/>
                    </a:cubicBezTo>
                    <a:cubicBezTo>
                      <a:pt x="510" y="2632"/>
                      <a:pt x="986" y="2916"/>
                      <a:pt x="1501" y="2929"/>
                    </a:cubicBezTo>
                    <a:lnTo>
                      <a:pt x="1534" y="2929"/>
                    </a:lnTo>
                    <a:cubicBezTo>
                      <a:pt x="2050" y="2929"/>
                      <a:pt x="2533" y="2652"/>
                      <a:pt x="2797" y="2209"/>
                    </a:cubicBezTo>
                    <a:cubicBezTo>
                      <a:pt x="3061" y="1759"/>
                      <a:pt x="3061" y="1184"/>
                      <a:pt x="2804" y="735"/>
                    </a:cubicBezTo>
                    <a:cubicBezTo>
                      <a:pt x="2546" y="292"/>
                      <a:pt x="2063" y="8"/>
                      <a:pt x="1548" y="1"/>
                    </a:cubicBezTo>
                    <a:cubicBezTo>
                      <a:pt x="1542"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11" name="Google Shape;211;p38"/>
              <p:cNvSpPr/>
              <p:nvPr/>
            </p:nvSpPr>
            <p:spPr>
              <a:xfrm>
                <a:off x="4621175" y="2680875"/>
                <a:ext cx="25" cy="200"/>
              </a:xfrm>
              <a:custGeom>
                <a:avLst/>
                <a:gdLst/>
                <a:ahLst/>
                <a:cxnLst/>
                <a:rect l="l" t="t" r="r" b="b"/>
                <a:pathLst>
                  <a:path w="1" h="8" extrusionOk="0">
                    <a:moveTo>
                      <a:pt x="1" y="1"/>
                    </a:moveTo>
                    <a:cubicBezTo>
                      <a:pt x="1" y="8"/>
                      <a:pt x="1" y="8"/>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12" name="Google Shape;212;p38"/>
              <p:cNvSpPr/>
              <p:nvPr/>
            </p:nvSpPr>
            <p:spPr>
              <a:xfrm>
                <a:off x="4621175" y="2680725"/>
                <a:ext cx="25" cy="175"/>
              </a:xfrm>
              <a:custGeom>
                <a:avLst/>
                <a:gdLst/>
                <a:ahLst/>
                <a:cxnLst/>
                <a:rect l="l" t="t" r="r" b="b"/>
                <a:pathLst>
                  <a:path w="1" h="7" extrusionOk="0">
                    <a:moveTo>
                      <a:pt x="1" y="0"/>
                    </a:moveTo>
                    <a:cubicBezTo>
                      <a:pt x="1" y="0"/>
                      <a:pt x="1" y="0"/>
                      <a:pt x="1" y="7"/>
                    </a:cubicBezTo>
                    <a:cubicBezTo>
                      <a:pt x="1" y="0"/>
                      <a:pt x="1"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213" name="Google Shape;213;p38"/>
          <p:cNvGrpSpPr/>
          <p:nvPr/>
        </p:nvGrpSpPr>
        <p:grpSpPr>
          <a:xfrm>
            <a:off x="8060908" y="348898"/>
            <a:ext cx="602719" cy="572699"/>
            <a:chOff x="7606062" y="61869"/>
            <a:chExt cx="777000" cy="738300"/>
          </a:xfrm>
        </p:grpSpPr>
        <p:sp>
          <p:nvSpPr>
            <p:cNvPr id="214" name="Google Shape;214;p38"/>
            <p:cNvSpPr/>
            <p:nvPr/>
          </p:nvSpPr>
          <p:spPr>
            <a:xfrm>
              <a:off x="7606062" y="61869"/>
              <a:ext cx="777000" cy="738300"/>
            </a:xfrm>
            <a:prstGeom prst="pentagon">
              <a:avLst>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38"/>
            <p:cNvSpPr/>
            <p:nvPr/>
          </p:nvSpPr>
          <p:spPr>
            <a:xfrm>
              <a:off x="7656944" y="110211"/>
              <a:ext cx="675300" cy="641700"/>
            </a:xfrm>
            <a:prstGeom prst="pentagon">
              <a:avLst>
                <a:gd name="hf" fmla="val 105146"/>
                <a:gd name="vf" fmla="val 11055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6" name="Google Shape;216;p38"/>
            <p:cNvGrpSpPr/>
            <p:nvPr/>
          </p:nvGrpSpPr>
          <p:grpSpPr>
            <a:xfrm>
              <a:off x="7851217" y="289420"/>
              <a:ext cx="286783" cy="293105"/>
              <a:chOff x="4072473" y="2031100"/>
              <a:chExt cx="300579" cy="307206"/>
            </a:xfrm>
          </p:grpSpPr>
          <p:sp>
            <p:nvSpPr>
              <p:cNvPr id="217" name="Google Shape;217;p38"/>
              <p:cNvSpPr/>
              <p:nvPr/>
            </p:nvSpPr>
            <p:spPr>
              <a:xfrm>
                <a:off x="4100741" y="2031100"/>
                <a:ext cx="63126" cy="63001"/>
              </a:xfrm>
              <a:custGeom>
                <a:avLst/>
                <a:gdLst/>
                <a:ahLst/>
                <a:cxnLst/>
                <a:rect l="l" t="t" r="r" b="b"/>
                <a:pathLst>
                  <a:path w="3028" h="3022" extrusionOk="0">
                    <a:moveTo>
                      <a:pt x="1514" y="1"/>
                    </a:moveTo>
                    <a:cubicBezTo>
                      <a:pt x="681" y="1"/>
                      <a:pt x="0" y="675"/>
                      <a:pt x="0" y="1515"/>
                    </a:cubicBezTo>
                    <a:cubicBezTo>
                      <a:pt x="0" y="2348"/>
                      <a:pt x="681" y="3022"/>
                      <a:pt x="1514" y="3022"/>
                    </a:cubicBezTo>
                    <a:cubicBezTo>
                      <a:pt x="2353" y="3022"/>
                      <a:pt x="3027" y="2348"/>
                      <a:pt x="3027" y="1515"/>
                    </a:cubicBezTo>
                    <a:cubicBezTo>
                      <a:pt x="3027" y="675"/>
                      <a:pt x="2353" y="1"/>
                      <a:pt x="15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18" name="Google Shape;218;p38"/>
              <p:cNvSpPr/>
              <p:nvPr/>
            </p:nvSpPr>
            <p:spPr>
              <a:xfrm>
                <a:off x="4281522" y="2040481"/>
                <a:ext cx="65482" cy="62584"/>
              </a:xfrm>
              <a:custGeom>
                <a:avLst/>
                <a:gdLst/>
                <a:ahLst/>
                <a:cxnLst/>
                <a:rect l="l" t="t" r="r" b="b"/>
                <a:pathLst>
                  <a:path w="3141" h="3002" extrusionOk="0">
                    <a:moveTo>
                      <a:pt x="1569" y="0"/>
                    </a:moveTo>
                    <a:cubicBezTo>
                      <a:pt x="1046" y="0"/>
                      <a:pt x="553" y="277"/>
                      <a:pt x="285" y="728"/>
                    </a:cubicBezTo>
                    <a:cubicBezTo>
                      <a:pt x="7" y="1184"/>
                      <a:pt x="1" y="1772"/>
                      <a:pt x="258" y="2235"/>
                    </a:cubicBezTo>
                    <a:cubicBezTo>
                      <a:pt x="516" y="2697"/>
                      <a:pt x="1012" y="2988"/>
                      <a:pt x="1534" y="3001"/>
                    </a:cubicBezTo>
                    <a:lnTo>
                      <a:pt x="1567" y="3001"/>
                    </a:lnTo>
                    <a:cubicBezTo>
                      <a:pt x="2096" y="3001"/>
                      <a:pt x="2592" y="2717"/>
                      <a:pt x="2863" y="2261"/>
                    </a:cubicBezTo>
                    <a:cubicBezTo>
                      <a:pt x="3134" y="1805"/>
                      <a:pt x="3140" y="1217"/>
                      <a:pt x="2869" y="754"/>
                    </a:cubicBezTo>
                    <a:cubicBezTo>
                      <a:pt x="2605" y="298"/>
                      <a:pt x="2109"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19" name="Google Shape;219;p38"/>
              <p:cNvSpPr/>
              <p:nvPr/>
            </p:nvSpPr>
            <p:spPr>
              <a:xfrm>
                <a:off x="4072473" y="2095891"/>
                <a:ext cx="300579" cy="242415"/>
              </a:xfrm>
              <a:custGeom>
                <a:avLst/>
                <a:gdLst/>
                <a:ahLst/>
                <a:cxnLst/>
                <a:rect l="l" t="t" r="r" b="b"/>
                <a:pathLst>
                  <a:path w="14418" h="11628" extrusionOk="0">
                    <a:moveTo>
                      <a:pt x="2887" y="1"/>
                    </a:moveTo>
                    <a:cubicBezTo>
                      <a:pt x="2695" y="1"/>
                      <a:pt x="2506" y="20"/>
                      <a:pt x="2334" y="53"/>
                    </a:cubicBezTo>
                    <a:cubicBezTo>
                      <a:pt x="2308" y="59"/>
                      <a:pt x="2281" y="66"/>
                      <a:pt x="2248" y="72"/>
                    </a:cubicBezTo>
                    <a:cubicBezTo>
                      <a:pt x="2182" y="92"/>
                      <a:pt x="2103" y="119"/>
                      <a:pt x="2010" y="158"/>
                    </a:cubicBezTo>
                    <a:cubicBezTo>
                      <a:pt x="1832" y="231"/>
                      <a:pt x="1587" y="363"/>
                      <a:pt x="1343" y="562"/>
                    </a:cubicBezTo>
                    <a:cubicBezTo>
                      <a:pt x="1224" y="661"/>
                      <a:pt x="1098" y="780"/>
                      <a:pt x="986" y="912"/>
                    </a:cubicBezTo>
                    <a:cubicBezTo>
                      <a:pt x="867" y="1044"/>
                      <a:pt x="755" y="1190"/>
                      <a:pt x="662" y="1348"/>
                    </a:cubicBezTo>
                    <a:cubicBezTo>
                      <a:pt x="464" y="1665"/>
                      <a:pt x="312" y="2022"/>
                      <a:pt x="212" y="2386"/>
                    </a:cubicBezTo>
                    <a:cubicBezTo>
                      <a:pt x="107" y="2743"/>
                      <a:pt x="54" y="3107"/>
                      <a:pt x="27" y="3437"/>
                    </a:cubicBezTo>
                    <a:cubicBezTo>
                      <a:pt x="1" y="3774"/>
                      <a:pt x="1" y="4085"/>
                      <a:pt x="8" y="4343"/>
                    </a:cubicBezTo>
                    <a:cubicBezTo>
                      <a:pt x="21" y="4607"/>
                      <a:pt x="41" y="4819"/>
                      <a:pt x="54" y="4971"/>
                    </a:cubicBezTo>
                    <a:cubicBezTo>
                      <a:pt x="67" y="5123"/>
                      <a:pt x="80" y="5209"/>
                      <a:pt x="80" y="5209"/>
                    </a:cubicBezTo>
                    <a:cubicBezTo>
                      <a:pt x="112" y="5432"/>
                      <a:pt x="298" y="5599"/>
                      <a:pt x="518" y="5599"/>
                    </a:cubicBezTo>
                    <a:cubicBezTo>
                      <a:pt x="526" y="5599"/>
                      <a:pt x="535" y="5599"/>
                      <a:pt x="543" y="5599"/>
                    </a:cubicBezTo>
                    <a:cubicBezTo>
                      <a:pt x="794" y="5592"/>
                      <a:pt x="986" y="5380"/>
                      <a:pt x="973" y="5129"/>
                    </a:cubicBezTo>
                    <a:cubicBezTo>
                      <a:pt x="973" y="5129"/>
                      <a:pt x="973" y="5050"/>
                      <a:pt x="966" y="4918"/>
                    </a:cubicBezTo>
                    <a:cubicBezTo>
                      <a:pt x="966" y="4779"/>
                      <a:pt x="966" y="4581"/>
                      <a:pt x="979" y="4349"/>
                    </a:cubicBezTo>
                    <a:cubicBezTo>
                      <a:pt x="986" y="4111"/>
                      <a:pt x="1012" y="3847"/>
                      <a:pt x="1059" y="3563"/>
                    </a:cubicBezTo>
                    <a:cubicBezTo>
                      <a:pt x="1105" y="3285"/>
                      <a:pt x="1178" y="2994"/>
                      <a:pt x="1277" y="2730"/>
                    </a:cubicBezTo>
                    <a:cubicBezTo>
                      <a:pt x="1336" y="2578"/>
                      <a:pt x="1402" y="2432"/>
                      <a:pt x="1475" y="2300"/>
                    </a:cubicBezTo>
                    <a:lnTo>
                      <a:pt x="1475" y="2300"/>
                    </a:lnTo>
                    <a:lnTo>
                      <a:pt x="1145" y="5030"/>
                    </a:lnTo>
                    <a:cubicBezTo>
                      <a:pt x="1131" y="5162"/>
                      <a:pt x="1125" y="5314"/>
                      <a:pt x="1145" y="5453"/>
                    </a:cubicBezTo>
                    <a:cubicBezTo>
                      <a:pt x="1178" y="5737"/>
                      <a:pt x="1283" y="5995"/>
                      <a:pt x="1429" y="6220"/>
                    </a:cubicBezTo>
                    <a:lnTo>
                      <a:pt x="1667" y="11131"/>
                    </a:lnTo>
                    <a:cubicBezTo>
                      <a:pt x="1680" y="11396"/>
                      <a:pt x="1891" y="11614"/>
                      <a:pt x="2162" y="11627"/>
                    </a:cubicBezTo>
                    <a:cubicBezTo>
                      <a:pt x="2171" y="11627"/>
                      <a:pt x="2179" y="11627"/>
                      <a:pt x="2187" y="11627"/>
                    </a:cubicBezTo>
                    <a:cubicBezTo>
                      <a:pt x="2467" y="11627"/>
                      <a:pt x="2698" y="11407"/>
                      <a:pt x="2711" y="11131"/>
                    </a:cubicBezTo>
                    <a:lnTo>
                      <a:pt x="2876" y="7416"/>
                    </a:lnTo>
                    <a:lnTo>
                      <a:pt x="3048" y="11131"/>
                    </a:lnTo>
                    <a:cubicBezTo>
                      <a:pt x="3061" y="11396"/>
                      <a:pt x="3280" y="11614"/>
                      <a:pt x="3551" y="11627"/>
                    </a:cubicBezTo>
                    <a:cubicBezTo>
                      <a:pt x="3559" y="11627"/>
                      <a:pt x="3567" y="11627"/>
                      <a:pt x="3575" y="11627"/>
                    </a:cubicBezTo>
                    <a:cubicBezTo>
                      <a:pt x="3855" y="11627"/>
                      <a:pt x="4086" y="11407"/>
                      <a:pt x="4099" y="11131"/>
                    </a:cubicBezTo>
                    <a:lnTo>
                      <a:pt x="4324" y="6200"/>
                    </a:lnTo>
                    <a:cubicBezTo>
                      <a:pt x="4542" y="5870"/>
                      <a:pt x="4648" y="5460"/>
                      <a:pt x="4595" y="5030"/>
                    </a:cubicBezTo>
                    <a:lnTo>
                      <a:pt x="4271" y="2333"/>
                    </a:lnTo>
                    <a:lnTo>
                      <a:pt x="4271" y="2333"/>
                    </a:lnTo>
                    <a:cubicBezTo>
                      <a:pt x="4337" y="2452"/>
                      <a:pt x="4397" y="2584"/>
                      <a:pt x="4450" y="2730"/>
                    </a:cubicBezTo>
                    <a:cubicBezTo>
                      <a:pt x="4555" y="2994"/>
                      <a:pt x="4621" y="3285"/>
                      <a:pt x="4668" y="3563"/>
                    </a:cubicBezTo>
                    <a:cubicBezTo>
                      <a:pt x="4714" y="3847"/>
                      <a:pt x="4740" y="4111"/>
                      <a:pt x="4754" y="4349"/>
                    </a:cubicBezTo>
                    <a:cubicBezTo>
                      <a:pt x="4760" y="4581"/>
                      <a:pt x="4760" y="4779"/>
                      <a:pt x="4760" y="4918"/>
                    </a:cubicBezTo>
                    <a:cubicBezTo>
                      <a:pt x="4754" y="5050"/>
                      <a:pt x="4754" y="5129"/>
                      <a:pt x="4754" y="5129"/>
                    </a:cubicBezTo>
                    <a:cubicBezTo>
                      <a:pt x="4747" y="5341"/>
                      <a:pt x="4886" y="5532"/>
                      <a:pt x="5091" y="5585"/>
                    </a:cubicBezTo>
                    <a:cubicBezTo>
                      <a:pt x="5256" y="5770"/>
                      <a:pt x="5441" y="5922"/>
                      <a:pt x="5666" y="6028"/>
                    </a:cubicBezTo>
                    <a:cubicBezTo>
                      <a:pt x="5845" y="6115"/>
                      <a:pt x="6045" y="6156"/>
                      <a:pt x="6243" y="6156"/>
                    </a:cubicBezTo>
                    <a:cubicBezTo>
                      <a:pt x="6271" y="6156"/>
                      <a:pt x="6299" y="6155"/>
                      <a:pt x="6327" y="6154"/>
                    </a:cubicBezTo>
                    <a:lnTo>
                      <a:pt x="6327" y="6887"/>
                    </a:lnTo>
                    <a:lnTo>
                      <a:pt x="6333" y="7006"/>
                    </a:lnTo>
                    <a:lnTo>
                      <a:pt x="5838" y="9241"/>
                    </a:lnTo>
                    <a:cubicBezTo>
                      <a:pt x="5824" y="9294"/>
                      <a:pt x="5838" y="9346"/>
                      <a:pt x="5871" y="9386"/>
                    </a:cubicBezTo>
                    <a:cubicBezTo>
                      <a:pt x="5904" y="9432"/>
                      <a:pt x="5957" y="9452"/>
                      <a:pt x="6010" y="9452"/>
                    </a:cubicBezTo>
                    <a:lnTo>
                      <a:pt x="6380" y="9452"/>
                    </a:lnTo>
                    <a:lnTo>
                      <a:pt x="6466" y="11336"/>
                    </a:lnTo>
                    <a:cubicBezTo>
                      <a:pt x="6472" y="11501"/>
                      <a:pt x="6611" y="11627"/>
                      <a:pt x="6770" y="11627"/>
                    </a:cubicBezTo>
                    <a:cubicBezTo>
                      <a:pt x="6928" y="11627"/>
                      <a:pt x="7067" y="11501"/>
                      <a:pt x="7074" y="11343"/>
                    </a:cubicBezTo>
                    <a:lnTo>
                      <a:pt x="7180" y="9452"/>
                    </a:lnTo>
                    <a:lnTo>
                      <a:pt x="7219" y="9452"/>
                    </a:lnTo>
                    <a:lnTo>
                      <a:pt x="7305" y="11336"/>
                    </a:lnTo>
                    <a:cubicBezTo>
                      <a:pt x="7312" y="11501"/>
                      <a:pt x="7444" y="11627"/>
                      <a:pt x="7609" y="11627"/>
                    </a:cubicBezTo>
                    <a:cubicBezTo>
                      <a:pt x="7768" y="11627"/>
                      <a:pt x="7900" y="11501"/>
                      <a:pt x="7907" y="11343"/>
                    </a:cubicBezTo>
                    <a:lnTo>
                      <a:pt x="8012" y="9452"/>
                    </a:lnTo>
                    <a:lnTo>
                      <a:pt x="8383" y="9452"/>
                    </a:lnTo>
                    <a:cubicBezTo>
                      <a:pt x="8436" y="9452"/>
                      <a:pt x="8482" y="9432"/>
                      <a:pt x="8515" y="9386"/>
                    </a:cubicBezTo>
                    <a:cubicBezTo>
                      <a:pt x="8548" y="9346"/>
                      <a:pt x="8561" y="9294"/>
                      <a:pt x="8554" y="9241"/>
                    </a:cubicBezTo>
                    <a:lnTo>
                      <a:pt x="8072" y="7046"/>
                    </a:lnTo>
                    <a:lnTo>
                      <a:pt x="8079" y="6914"/>
                    </a:lnTo>
                    <a:lnTo>
                      <a:pt x="8079" y="6154"/>
                    </a:lnTo>
                    <a:cubicBezTo>
                      <a:pt x="8106" y="6155"/>
                      <a:pt x="8133" y="6156"/>
                      <a:pt x="8161" y="6156"/>
                    </a:cubicBezTo>
                    <a:cubicBezTo>
                      <a:pt x="8354" y="6156"/>
                      <a:pt x="8554" y="6116"/>
                      <a:pt x="8733" y="6035"/>
                    </a:cubicBezTo>
                    <a:cubicBezTo>
                      <a:pt x="8898" y="5962"/>
                      <a:pt x="9037" y="5856"/>
                      <a:pt x="9163" y="5737"/>
                    </a:cubicBezTo>
                    <a:cubicBezTo>
                      <a:pt x="9167" y="5737"/>
                      <a:pt x="9171" y="5737"/>
                      <a:pt x="9175" y="5737"/>
                    </a:cubicBezTo>
                    <a:cubicBezTo>
                      <a:pt x="9401" y="5737"/>
                      <a:pt x="9599" y="5555"/>
                      <a:pt x="9619" y="5327"/>
                    </a:cubicBezTo>
                    <a:cubicBezTo>
                      <a:pt x="9625" y="5222"/>
                      <a:pt x="9632" y="5109"/>
                      <a:pt x="9645" y="4997"/>
                    </a:cubicBezTo>
                    <a:cubicBezTo>
                      <a:pt x="9665" y="4825"/>
                      <a:pt x="9685" y="4653"/>
                      <a:pt x="9711" y="4481"/>
                    </a:cubicBezTo>
                    <a:cubicBezTo>
                      <a:pt x="9771" y="4118"/>
                      <a:pt x="9870" y="3761"/>
                      <a:pt x="9996" y="3417"/>
                    </a:cubicBezTo>
                    <a:cubicBezTo>
                      <a:pt x="10029" y="3331"/>
                      <a:pt x="10062" y="3245"/>
                      <a:pt x="10101" y="3166"/>
                    </a:cubicBezTo>
                    <a:lnTo>
                      <a:pt x="10114" y="4224"/>
                    </a:lnTo>
                    <a:lnTo>
                      <a:pt x="9262" y="8064"/>
                    </a:lnTo>
                    <a:cubicBezTo>
                      <a:pt x="9249" y="8157"/>
                      <a:pt x="9268" y="8243"/>
                      <a:pt x="9328" y="8315"/>
                    </a:cubicBezTo>
                    <a:cubicBezTo>
                      <a:pt x="9381" y="8388"/>
                      <a:pt x="9467" y="8428"/>
                      <a:pt x="9559" y="8428"/>
                    </a:cubicBezTo>
                    <a:lnTo>
                      <a:pt x="10233" y="8428"/>
                    </a:lnTo>
                    <a:lnTo>
                      <a:pt x="10366" y="11131"/>
                    </a:lnTo>
                    <a:cubicBezTo>
                      <a:pt x="10379" y="11409"/>
                      <a:pt x="10610" y="11627"/>
                      <a:pt x="10881" y="11627"/>
                    </a:cubicBezTo>
                    <a:cubicBezTo>
                      <a:pt x="11152" y="11627"/>
                      <a:pt x="11384" y="11415"/>
                      <a:pt x="11403" y="11144"/>
                    </a:cubicBezTo>
                    <a:cubicBezTo>
                      <a:pt x="11403" y="11138"/>
                      <a:pt x="11403" y="11138"/>
                      <a:pt x="11403" y="11138"/>
                    </a:cubicBezTo>
                    <a:lnTo>
                      <a:pt x="11542" y="8428"/>
                    </a:lnTo>
                    <a:lnTo>
                      <a:pt x="11668" y="8428"/>
                    </a:lnTo>
                    <a:lnTo>
                      <a:pt x="11800" y="11131"/>
                    </a:lnTo>
                    <a:cubicBezTo>
                      <a:pt x="11813" y="11409"/>
                      <a:pt x="12045" y="11627"/>
                      <a:pt x="12316" y="11627"/>
                    </a:cubicBezTo>
                    <a:cubicBezTo>
                      <a:pt x="12587" y="11627"/>
                      <a:pt x="12818" y="11415"/>
                      <a:pt x="12838" y="11144"/>
                    </a:cubicBezTo>
                    <a:cubicBezTo>
                      <a:pt x="12838" y="11138"/>
                      <a:pt x="12838" y="11138"/>
                      <a:pt x="12838" y="11138"/>
                    </a:cubicBezTo>
                    <a:lnTo>
                      <a:pt x="12977" y="8428"/>
                    </a:lnTo>
                    <a:lnTo>
                      <a:pt x="13631" y="8428"/>
                    </a:lnTo>
                    <a:cubicBezTo>
                      <a:pt x="13717" y="8428"/>
                      <a:pt x="13803" y="8388"/>
                      <a:pt x="13862" y="8315"/>
                    </a:cubicBezTo>
                    <a:cubicBezTo>
                      <a:pt x="13922" y="8249"/>
                      <a:pt x="13942" y="8157"/>
                      <a:pt x="13922" y="8064"/>
                    </a:cubicBezTo>
                    <a:lnTo>
                      <a:pt x="13082" y="4204"/>
                    </a:lnTo>
                    <a:lnTo>
                      <a:pt x="13096" y="3159"/>
                    </a:lnTo>
                    <a:cubicBezTo>
                      <a:pt x="13241" y="3510"/>
                      <a:pt x="13334" y="3933"/>
                      <a:pt x="13406" y="4303"/>
                    </a:cubicBezTo>
                    <a:cubicBezTo>
                      <a:pt x="13466" y="4620"/>
                      <a:pt x="13499" y="4944"/>
                      <a:pt x="13525" y="5261"/>
                    </a:cubicBezTo>
                    <a:cubicBezTo>
                      <a:pt x="13525" y="5268"/>
                      <a:pt x="13525" y="5281"/>
                      <a:pt x="13525" y="5288"/>
                    </a:cubicBezTo>
                    <a:cubicBezTo>
                      <a:pt x="13544" y="5511"/>
                      <a:pt x="13743" y="5692"/>
                      <a:pt x="13965" y="5692"/>
                    </a:cubicBezTo>
                    <a:cubicBezTo>
                      <a:pt x="13972" y="5692"/>
                      <a:pt x="13980" y="5691"/>
                      <a:pt x="13988" y="5691"/>
                    </a:cubicBezTo>
                    <a:cubicBezTo>
                      <a:pt x="14226" y="5684"/>
                      <a:pt x="14411" y="5486"/>
                      <a:pt x="14418" y="5255"/>
                    </a:cubicBezTo>
                    <a:cubicBezTo>
                      <a:pt x="14418" y="5103"/>
                      <a:pt x="14418" y="4951"/>
                      <a:pt x="14418" y="4805"/>
                    </a:cubicBezTo>
                    <a:lnTo>
                      <a:pt x="14418" y="4792"/>
                    </a:lnTo>
                    <a:cubicBezTo>
                      <a:pt x="14418" y="4784"/>
                      <a:pt x="14418" y="4777"/>
                      <a:pt x="14418" y="4772"/>
                    </a:cubicBezTo>
                    <a:cubicBezTo>
                      <a:pt x="14404" y="4422"/>
                      <a:pt x="14385" y="4072"/>
                      <a:pt x="14325" y="3721"/>
                    </a:cubicBezTo>
                    <a:cubicBezTo>
                      <a:pt x="14272" y="3344"/>
                      <a:pt x="14180" y="2981"/>
                      <a:pt x="14048" y="2624"/>
                    </a:cubicBezTo>
                    <a:cubicBezTo>
                      <a:pt x="13803" y="1943"/>
                      <a:pt x="13387" y="1295"/>
                      <a:pt x="12792" y="879"/>
                    </a:cubicBezTo>
                    <a:cubicBezTo>
                      <a:pt x="12666" y="793"/>
                      <a:pt x="12534" y="720"/>
                      <a:pt x="12402" y="648"/>
                    </a:cubicBezTo>
                    <a:cubicBezTo>
                      <a:pt x="12146" y="508"/>
                      <a:pt x="11873" y="438"/>
                      <a:pt x="11599" y="438"/>
                    </a:cubicBezTo>
                    <a:cubicBezTo>
                      <a:pt x="11329" y="438"/>
                      <a:pt x="11058" y="506"/>
                      <a:pt x="10802" y="641"/>
                    </a:cubicBezTo>
                    <a:cubicBezTo>
                      <a:pt x="10174" y="978"/>
                      <a:pt x="9665" y="1513"/>
                      <a:pt x="9334" y="2135"/>
                    </a:cubicBezTo>
                    <a:cubicBezTo>
                      <a:pt x="9163" y="2465"/>
                      <a:pt x="9037" y="2822"/>
                      <a:pt x="8938" y="3186"/>
                    </a:cubicBezTo>
                    <a:cubicBezTo>
                      <a:pt x="8845" y="3549"/>
                      <a:pt x="8792" y="3920"/>
                      <a:pt x="8753" y="4290"/>
                    </a:cubicBezTo>
                    <a:cubicBezTo>
                      <a:pt x="8720" y="4627"/>
                      <a:pt x="8726" y="4964"/>
                      <a:pt x="8726" y="5301"/>
                    </a:cubicBezTo>
                    <a:cubicBezTo>
                      <a:pt x="8726" y="5321"/>
                      <a:pt x="8726" y="5347"/>
                      <a:pt x="8733" y="5367"/>
                    </a:cubicBezTo>
                    <a:cubicBezTo>
                      <a:pt x="8634" y="5427"/>
                      <a:pt x="8521" y="5473"/>
                      <a:pt x="8402" y="5486"/>
                    </a:cubicBezTo>
                    <a:cubicBezTo>
                      <a:pt x="8364" y="5492"/>
                      <a:pt x="8325" y="5495"/>
                      <a:pt x="8286" y="5495"/>
                    </a:cubicBezTo>
                    <a:cubicBezTo>
                      <a:pt x="8111" y="5495"/>
                      <a:pt x="7938" y="5436"/>
                      <a:pt x="7814" y="5327"/>
                    </a:cubicBezTo>
                    <a:cubicBezTo>
                      <a:pt x="7633" y="5169"/>
                      <a:pt x="7427" y="5094"/>
                      <a:pt x="7219" y="5094"/>
                    </a:cubicBezTo>
                    <a:cubicBezTo>
                      <a:pt x="7002" y="5094"/>
                      <a:pt x="6784" y="5176"/>
                      <a:pt x="6591" y="5327"/>
                    </a:cubicBezTo>
                    <a:cubicBezTo>
                      <a:pt x="6460" y="5431"/>
                      <a:pt x="6288" y="5495"/>
                      <a:pt x="6117" y="5495"/>
                    </a:cubicBezTo>
                    <a:cubicBezTo>
                      <a:pt x="6081" y="5495"/>
                      <a:pt x="6045" y="5492"/>
                      <a:pt x="6010" y="5486"/>
                    </a:cubicBezTo>
                    <a:cubicBezTo>
                      <a:pt x="5858" y="5466"/>
                      <a:pt x="5732" y="5413"/>
                      <a:pt x="5613" y="5334"/>
                    </a:cubicBezTo>
                    <a:cubicBezTo>
                      <a:pt x="5633" y="5294"/>
                      <a:pt x="5639" y="5255"/>
                      <a:pt x="5646" y="5209"/>
                    </a:cubicBezTo>
                    <a:cubicBezTo>
                      <a:pt x="5646" y="5209"/>
                      <a:pt x="5659" y="5123"/>
                      <a:pt x="5672" y="4971"/>
                    </a:cubicBezTo>
                    <a:cubicBezTo>
                      <a:pt x="5692" y="4819"/>
                      <a:pt x="5706" y="4607"/>
                      <a:pt x="5719" y="4343"/>
                    </a:cubicBezTo>
                    <a:cubicBezTo>
                      <a:pt x="5725" y="4085"/>
                      <a:pt x="5725" y="3774"/>
                      <a:pt x="5699" y="3437"/>
                    </a:cubicBezTo>
                    <a:cubicBezTo>
                      <a:pt x="5672" y="3107"/>
                      <a:pt x="5620" y="2743"/>
                      <a:pt x="5514" y="2386"/>
                    </a:cubicBezTo>
                    <a:cubicBezTo>
                      <a:pt x="5415" y="2022"/>
                      <a:pt x="5263" y="1665"/>
                      <a:pt x="5071" y="1348"/>
                    </a:cubicBezTo>
                    <a:cubicBezTo>
                      <a:pt x="4972" y="1190"/>
                      <a:pt x="4859" y="1044"/>
                      <a:pt x="4747" y="912"/>
                    </a:cubicBezTo>
                    <a:cubicBezTo>
                      <a:pt x="4628" y="780"/>
                      <a:pt x="4502" y="661"/>
                      <a:pt x="4383" y="562"/>
                    </a:cubicBezTo>
                    <a:cubicBezTo>
                      <a:pt x="4139" y="363"/>
                      <a:pt x="3901" y="231"/>
                      <a:pt x="3716" y="158"/>
                    </a:cubicBezTo>
                    <a:cubicBezTo>
                      <a:pt x="3623" y="119"/>
                      <a:pt x="3544" y="92"/>
                      <a:pt x="3478" y="72"/>
                    </a:cubicBezTo>
                    <a:cubicBezTo>
                      <a:pt x="3289" y="22"/>
                      <a:pt x="3087" y="1"/>
                      <a:pt x="28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20" name="Google Shape;220;p38"/>
              <p:cNvSpPr/>
              <p:nvPr/>
            </p:nvSpPr>
            <p:spPr>
              <a:xfrm>
                <a:off x="4203389" y="2163454"/>
                <a:ext cx="38464" cy="36608"/>
              </a:xfrm>
              <a:custGeom>
                <a:avLst/>
                <a:gdLst/>
                <a:ahLst/>
                <a:cxnLst/>
                <a:rect l="l" t="t" r="r" b="b"/>
                <a:pathLst>
                  <a:path w="1845" h="1756" extrusionOk="0">
                    <a:moveTo>
                      <a:pt x="916" y="0"/>
                    </a:moveTo>
                    <a:cubicBezTo>
                      <a:pt x="680" y="0"/>
                      <a:pt x="451" y="98"/>
                      <a:pt x="291" y="269"/>
                    </a:cubicBezTo>
                    <a:cubicBezTo>
                      <a:pt x="87" y="487"/>
                      <a:pt x="1" y="791"/>
                      <a:pt x="73" y="1082"/>
                    </a:cubicBezTo>
                    <a:cubicBezTo>
                      <a:pt x="139" y="1359"/>
                      <a:pt x="344" y="1597"/>
                      <a:pt x="615" y="1697"/>
                    </a:cubicBezTo>
                    <a:cubicBezTo>
                      <a:pt x="714" y="1736"/>
                      <a:pt x="820" y="1756"/>
                      <a:pt x="926" y="1756"/>
                    </a:cubicBezTo>
                    <a:cubicBezTo>
                      <a:pt x="1217" y="1756"/>
                      <a:pt x="1494" y="1604"/>
                      <a:pt x="1653" y="1359"/>
                    </a:cubicBezTo>
                    <a:cubicBezTo>
                      <a:pt x="1818" y="1115"/>
                      <a:pt x="1845" y="798"/>
                      <a:pt x="1726" y="527"/>
                    </a:cubicBezTo>
                    <a:cubicBezTo>
                      <a:pt x="1613" y="262"/>
                      <a:pt x="1369" y="64"/>
                      <a:pt x="1085" y="18"/>
                    </a:cubicBezTo>
                    <a:cubicBezTo>
                      <a:pt x="1029" y="6"/>
                      <a:pt x="972" y="0"/>
                      <a:pt x="9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221" name="Google Shape;221;p38"/>
          <p:cNvSpPr/>
          <p:nvPr/>
        </p:nvSpPr>
        <p:spPr>
          <a:xfrm>
            <a:off x="240600" y="106500"/>
            <a:ext cx="8662800" cy="5037000"/>
          </a:xfrm>
          <a:prstGeom prst="rect">
            <a:avLst/>
          </a:prstGeom>
          <a:noFill/>
          <a:ln w="9525" cap="flat" cmpd="sng">
            <a:solidFill>
              <a:schemeClr val="dk2"/>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8"/>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CONTENTS OF THIS TEMPLATE</a:t>
            </a:r>
            <a:endParaRPr b="1"/>
          </a:p>
        </p:txBody>
      </p:sp>
      <p:sp>
        <p:nvSpPr>
          <p:cNvPr id="223" name="Google Shape;223;p38"/>
          <p:cNvSpPr txBox="1">
            <a:spLocks noGrp="1"/>
          </p:cNvSpPr>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Here’s what you’ll find in this </a:t>
            </a:r>
            <a:r>
              <a:rPr lang="en" b="1">
                <a:solidFill>
                  <a:schemeClr val="dk2"/>
                </a:solidFill>
                <a:uFill>
                  <a:noFill/>
                </a:uFill>
                <a:hlinkClick r:id="rId3">
                  <a:extLst>
                    <a:ext uri="{A12FA001-AC4F-418D-AE19-62706E023703}">
                      <ahyp:hlinkClr xmlns:ahyp="http://schemas.microsoft.com/office/drawing/2018/hyperlinkcolor" val="tx"/>
                    </a:ext>
                  </a:extLst>
                </a:hlinkClick>
              </a:rPr>
              <a:t>Slidesgo</a:t>
            </a:r>
            <a:r>
              <a:rPr lang="en">
                <a:solidFill>
                  <a:schemeClr val="dk2"/>
                </a:solidFill>
              </a:rPr>
              <a:t> </a:t>
            </a:r>
            <a:r>
              <a:rPr lang="en">
                <a:solidFill>
                  <a:schemeClr val="dk1"/>
                </a:solidFill>
              </a:rPr>
              <a:t>template: </a:t>
            </a:r>
            <a:endParaRPr>
              <a:solidFill>
                <a:schemeClr val="dk1"/>
              </a:solidFill>
            </a:endParaRPr>
          </a:p>
          <a:p>
            <a:pPr marL="457200" lvl="0" indent="-298450" algn="l" rtl="0">
              <a:spcBef>
                <a:spcPts val="0"/>
              </a:spcBef>
              <a:spcAft>
                <a:spcPts val="0"/>
              </a:spcAft>
              <a:buClr>
                <a:schemeClr val="dk1"/>
              </a:buClr>
              <a:buSzPts val="1100"/>
              <a:buAutoNum type="arabicPeriod"/>
            </a:pPr>
            <a:r>
              <a:rPr lang="en">
                <a:solidFill>
                  <a:schemeClr val="dk1"/>
                </a:solidFill>
              </a:rPr>
              <a:t>A slide structure based on a multi-purpose presentation for education, which you can easily adapt to your needs. For more info on how to edit the template, please visit </a:t>
            </a:r>
            <a:r>
              <a:rPr lang="en" b="1">
                <a:solidFill>
                  <a:schemeClr val="dk2"/>
                </a:solidFill>
                <a:uFill>
                  <a:noFill/>
                </a:uFill>
                <a:hlinkClick r:id="rId4">
                  <a:extLst>
                    <a:ext uri="{A12FA001-AC4F-418D-AE19-62706E023703}">
                      <ahyp:hlinkClr xmlns:ahyp="http://schemas.microsoft.com/office/drawing/2018/hyperlinkcolor" val="tx"/>
                    </a:ext>
                  </a:extLst>
                </a:hlinkClick>
              </a:rPr>
              <a:t>Slidesgo School</a:t>
            </a:r>
            <a:r>
              <a:rPr lang="en">
                <a:solidFill>
                  <a:schemeClr val="dk1"/>
                </a:solidFill>
              </a:rPr>
              <a:t> or read our </a:t>
            </a:r>
            <a:r>
              <a:rPr lang="en" b="1">
                <a:solidFill>
                  <a:schemeClr val="dk2"/>
                </a:solidFill>
                <a:uFill>
                  <a:noFill/>
                </a:uFill>
                <a:hlinkClick r:id="rId5">
                  <a:extLst>
                    <a:ext uri="{A12FA001-AC4F-418D-AE19-62706E023703}">
                      <ahyp:hlinkClr xmlns:ahyp="http://schemas.microsoft.com/office/drawing/2018/hyperlinkcolor" val="tx"/>
                    </a:ext>
                  </a:extLst>
                </a:hlinkClick>
              </a:rPr>
              <a:t>FAQs</a:t>
            </a:r>
            <a:r>
              <a:rPr lang="en">
                <a:solidFill>
                  <a:schemeClr val="dk1"/>
                </a:solidFill>
              </a:rPr>
              <a:t>.</a:t>
            </a:r>
            <a:endParaRPr>
              <a:solidFill>
                <a:schemeClr val="dk1"/>
              </a:solidFill>
            </a:endParaRPr>
          </a:p>
          <a:p>
            <a:pPr marL="457200" lvl="0" indent="-298450" algn="l" rtl="0">
              <a:spcBef>
                <a:spcPts val="0"/>
              </a:spcBef>
              <a:spcAft>
                <a:spcPts val="0"/>
              </a:spcAft>
              <a:buClr>
                <a:schemeClr val="dk1"/>
              </a:buClr>
              <a:buSzPts val="1100"/>
              <a:buAutoNum type="arabicPeriod"/>
            </a:pPr>
            <a:r>
              <a:rPr lang="en">
                <a:solidFill>
                  <a:schemeClr val="dk1"/>
                </a:solidFill>
              </a:rPr>
              <a:t>To view this template in PowerPoint with the correct fonts, download and install on your computer the </a:t>
            </a:r>
            <a:r>
              <a:rPr lang="en" b="1">
                <a:solidFill>
                  <a:schemeClr val="hlink"/>
                </a:solidFill>
                <a:uFill>
                  <a:noFill/>
                </a:uFill>
                <a:hlinkClick r:id="rId6" action="ppaction://hlinksldjump"/>
              </a:rPr>
              <a:t>fonts that we have used</a:t>
            </a:r>
            <a:r>
              <a:rPr lang="en">
                <a:solidFill>
                  <a:schemeClr val="dk1"/>
                </a:solidFill>
              </a:rPr>
              <a:t>. You can learn how to download and install fonts </a:t>
            </a:r>
            <a:r>
              <a:rPr lang="en" b="1">
                <a:solidFill>
                  <a:schemeClr val="dk2"/>
                </a:solidFill>
                <a:uFill>
                  <a:noFill/>
                </a:uFill>
                <a:hlinkClick r:id="rId7">
                  <a:extLst>
                    <a:ext uri="{A12FA001-AC4F-418D-AE19-62706E023703}">
                      <ahyp:hlinkClr xmlns:ahyp="http://schemas.microsoft.com/office/drawing/2018/hyperlinkcolor" val="tx"/>
                    </a:ext>
                  </a:extLst>
                </a:hlinkClick>
              </a:rPr>
              <a:t>here</a:t>
            </a:r>
            <a:r>
              <a:rPr lang="en">
                <a:solidFill>
                  <a:schemeClr val="dk1"/>
                </a:solidFill>
              </a:rPr>
              <a:t>.</a:t>
            </a:r>
            <a:endParaRPr>
              <a:solidFill>
                <a:schemeClr val="dk1"/>
              </a:solidFill>
            </a:endParaRPr>
          </a:p>
          <a:p>
            <a:pPr marL="457200" lvl="0" indent="-298450" algn="l" rtl="0">
              <a:spcBef>
                <a:spcPts val="0"/>
              </a:spcBef>
              <a:spcAft>
                <a:spcPts val="0"/>
              </a:spcAft>
              <a:buClr>
                <a:schemeClr val="dk1"/>
              </a:buClr>
              <a:buSzPts val="1100"/>
              <a:buAutoNum type="arabicPeriod"/>
            </a:pPr>
            <a:r>
              <a:rPr lang="en">
                <a:solidFill>
                  <a:schemeClr val="dk1"/>
                </a:solidFill>
              </a:rPr>
              <a:t>An assortment of graphic resources that are suitable for use in the presentation can be found in the </a:t>
            </a:r>
            <a:r>
              <a:rPr lang="en" b="1">
                <a:solidFill>
                  <a:schemeClr val="hlink"/>
                </a:solidFill>
                <a:uFill>
                  <a:noFill/>
                </a:uFill>
                <a:hlinkClick r:id="rId8" action="ppaction://hlinksldjump"/>
              </a:rPr>
              <a:t>alternative resources slide</a:t>
            </a:r>
            <a:r>
              <a:rPr lang="en">
                <a:solidFill>
                  <a:schemeClr val="dk1"/>
                </a:solidFill>
              </a:rPr>
              <a:t>.</a:t>
            </a:r>
            <a:endParaRPr>
              <a:solidFill>
                <a:schemeClr val="dk1"/>
              </a:solidFill>
            </a:endParaRPr>
          </a:p>
          <a:p>
            <a:pPr marL="457200" lvl="0" indent="-298450" algn="l" rtl="0">
              <a:spcBef>
                <a:spcPts val="0"/>
              </a:spcBef>
              <a:spcAft>
                <a:spcPts val="0"/>
              </a:spcAft>
              <a:buClr>
                <a:schemeClr val="dk1"/>
              </a:buClr>
              <a:buSzPts val="1100"/>
              <a:buAutoNum type="arabicPeriod"/>
            </a:pPr>
            <a:r>
              <a:rPr lang="en">
                <a:solidFill>
                  <a:schemeClr val="dk1"/>
                </a:solidFill>
              </a:rPr>
              <a:t>A </a:t>
            </a:r>
            <a:r>
              <a:rPr lang="en" b="1">
                <a:solidFill>
                  <a:schemeClr val="hlink"/>
                </a:solidFill>
                <a:uFill>
                  <a:noFill/>
                </a:uFill>
                <a:hlinkClick r:id="rId9" action="ppaction://hlinksldjump"/>
              </a:rPr>
              <a:t>thanks slide</a:t>
            </a:r>
            <a:r>
              <a:rPr lang="en">
                <a:solidFill>
                  <a:schemeClr val="dk1"/>
                </a:solidFill>
              </a:rPr>
              <a:t>, which you must keep so that proper credits for our design are given.</a:t>
            </a:r>
            <a:endParaRPr>
              <a:solidFill>
                <a:schemeClr val="dk1"/>
              </a:solidFill>
            </a:endParaRPr>
          </a:p>
          <a:p>
            <a:pPr marL="457200" lvl="0" indent="-298450" algn="l" rtl="0">
              <a:spcBef>
                <a:spcPts val="0"/>
              </a:spcBef>
              <a:spcAft>
                <a:spcPts val="0"/>
              </a:spcAft>
              <a:buClr>
                <a:schemeClr val="dk1"/>
              </a:buClr>
              <a:buSzPts val="1100"/>
              <a:buAutoNum type="arabicPeriod"/>
            </a:pPr>
            <a:r>
              <a:rPr lang="en">
                <a:solidFill>
                  <a:schemeClr val="dk1"/>
                </a:solidFill>
              </a:rPr>
              <a:t>A </a:t>
            </a:r>
            <a:r>
              <a:rPr lang="en" b="1">
                <a:solidFill>
                  <a:schemeClr val="hlink"/>
                </a:solidFill>
                <a:uFill>
                  <a:noFill/>
                </a:uFill>
                <a:hlinkClick r:id="rId10" action="ppaction://hlinksldjump"/>
              </a:rPr>
              <a:t>resources slide</a:t>
            </a:r>
            <a:r>
              <a:rPr lang="en">
                <a:solidFill>
                  <a:schemeClr val="dk1"/>
                </a:solidFill>
              </a:rPr>
              <a:t>, where you’ll find links to all the elements used in the template.</a:t>
            </a:r>
            <a:endParaRPr>
              <a:solidFill>
                <a:schemeClr val="dk1"/>
              </a:solidFill>
            </a:endParaRPr>
          </a:p>
          <a:p>
            <a:pPr marL="457200" lvl="0" indent="-298450" algn="l" rtl="0">
              <a:spcBef>
                <a:spcPts val="0"/>
              </a:spcBef>
              <a:spcAft>
                <a:spcPts val="0"/>
              </a:spcAft>
              <a:buClr>
                <a:schemeClr val="dk1"/>
              </a:buClr>
              <a:buSzPts val="1100"/>
              <a:buAutoNum type="arabicPeriod"/>
            </a:pPr>
            <a:r>
              <a:rPr lang="en" b="1">
                <a:solidFill>
                  <a:schemeClr val="hlink"/>
                </a:solidFill>
                <a:uFill>
                  <a:noFill/>
                </a:uFill>
                <a:hlinkClick r:id="rId11" action="ppaction://hlinksldjump"/>
              </a:rPr>
              <a:t>Instructions for use</a:t>
            </a:r>
            <a:r>
              <a:rPr lang="en">
                <a:solidFill>
                  <a:schemeClr val="dk1"/>
                </a:solidFill>
              </a:rPr>
              <a:t>.</a:t>
            </a:r>
            <a:endParaRPr>
              <a:solidFill>
                <a:schemeClr val="dk1"/>
              </a:solidFill>
            </a:endParaRPr>
          </a:p>
          <a:p>
            <a:pPr marL="457200" lvl="0" indent="-298450" algn="l" rtl="0">
              <a:spcBef>
                <a:spcPts val="0"/>
              </a:spcBef>
              <a:spcAft>
                <a:spcPts val="0"/>
              </a:spcAft>
              <a:buClr>
                <a:schemeClr val="dk1"/>
              </a:buClr>
              <a:buSzPts val="1100"/>
              <a:buAutoNum type="arabicPeriod"/>
            </a:pPr>
            <a:r>
              <a:rPr lang="en">
                <a:solidFill>
                  <a:schemeClr val="dk1"/>
                </a:solidFill>
              </a:rPr>
              <a:t>Final slides with:</a:t>
            </a:r>
            <a:endParaRPr>
              <a:solidFill>
                <a:schemeClr val="dk1"/>
              </a:solidFill>
            </a:endParaRPr>
          </a:p>
          <a:p>
            <a:pPr marL="914400" lvl="0" indent="-298450" algn="l" rtl="0">
              <a:spcBef>
                <a:spcPts val="0"/>
              </a:spcBef>
              <a:spcAft>
                <a:spcPts val="0"/>
              </a:spcAft>
              <a:buClr>
                <a:schemeClr val="dk1"/>
              </a:buClr>
              <a:buSzPts val="1100"/>
              <a:buChar char="●"/>
            </a:pPr>
            <a:r>
              <a:rPr lang="en">
                <a:solidFill>
                  <a:schemeClr val="dk1"/>
                </a:solidFill>
              </a:rPr>
              <a:t>The</a:t>
            </a:r>
            <a:r>
              <a:rPr lang="en">
                <a:solidFill>
                  <a:schemeClr val="hlink"/>
                </a:solidFill>
                <a:uFill>
                  <a:noFill/>
                </a:uFill>
                <a:hlinkClick r:id="rId6" action="ppaction://hlinksldjump"/>
              </a:rPr>
              <a:t> </a:t>
            </a:r>
            <a:r>
              <a:rPr lang="en" b="1">
                <a:solidFill>
                  <a:schemeClr val="hlink"/>
                </a:solidFill>
                <a:uFill>
                  <a:noFill/>
                </a:uFill>
                <a:hlinkClick r:id="rId6" action="ppaction://hlinksldjump"/>
              </a:rPr>
              <a:t>fonts and colors</a:t>
            </a:r>
            <a:r>
              <a:rPr lang="en">
                <a:solidFill>
                  <a:schemeClr val="dk1"/>
                </a:solidFill>
              </a:rPr>
              <a:t> used in the template.</a:t>
            </a:r>
            <a:endParaRPr>
              <a:solidFill>
                <a:schemeClr val="dk1"/>
              </a:solidFill>
            </a:endParaRPr>
          </a:p>
          <a:p>
            <a:pPr marL="914400" lvl="0" indent="-298450" algn="l" rtl="0">
              <a:spcBef>
                <a:spcPts val="0"/>
              </a:spcBef>
              <a:spcAft>
                <a:spcPts val="0"/>
              </a:spcAft>
              <a:buClr>
                <a:schemeClr val="dk1"/>
              </a:buClr>
              <a:buSzPts val="1100"/>
              <a:buChar char="●"/>
            </a:pPr>
            <a:r>
              <a:rPr lang="en">
                <a:solidFill>
                  <a:schemeClr val="dk1"/>
                </a:solidFill>
              </a:rPr>
              <a:t>A </a:t>
            </a:r>
            <a:r>
              <a:rPr lang="en" b="1">
                <a:solidFill>
                  <a:schemeClr val="hlink"/>
                </a:solidFill>
                <a:uFill>
                  <a:noFill/>
                </a:uFill>
                <a:hlinkClick r:id="rId12" action="ppaction://hlinksldjump"/>
              </a:rPr>
              <a:t>selection of illustrations</a:t>
            </a:r>
            <a:r>
              <a:rPr lang="en" b="1">
                <a:solidFill>
                  <a:schemeClr val="dk1"/>
                </a:solidFill>
              </a:rPr>
              <a:t>.</a:t>
            </a:r>
            <a:r>
              <a:rPr lang="en">
                <a:solidFill>
                  <a:schemeClr val="dk1"/>
                </a:solidFill>
              </a:rPr>
              <a:t> You can also customize and animate them as you wish with the online editor. Visit</a:t>
            </a:r>
            <a:r>
              <a:rPr lang="en" b="1">
                <a:solidFill>
                  <a:schemeClr val="dk1"/>
                </a:solidFill>
              </a:rPr>
              <a:t> </a:t>
            </a:r>
            <a:r>
              <a:rPr lang="en" b="1">
                <a:solidFill>
                  <a:schemeClr val="dk2"/>
                </a:solidFill>
                <a:uFill>
                  <a:noFill/>
                </a:uFill>
                <a:hlinkClick r:id="rId13">
                  <a:extLst>
                    <a:ext uri="{A12FA001-AC4F-418D-AE19-62706E023703}">
                      <ahyp:hlinkClr xmlns:ahyp="http://schemas.microsoft.com/office/drawing/2018/hyperlinkcolor" val="tx"/>
                    </a:ext>
                  </a:extLst>
                </a:hlinkClick>
              </a:rPr>
              <a:t>Storyset</a:t>
            </a:r>
            <a:r>
              <a:rPr lang="en">
                <a:solidFill>
                  <a:schemeClr val="dk2"/>
                </a:solidFill>
              </a:rPr>
              <a:t> </a:t>
            </a:r>
            <a:r>
              <a:rPr lang="en">
                <a:solidFill>
                  <a:schemeClr val="dk1"/>
                </a:solidFill>
              </a:rPr>
              <a:t>to find more. </a:t>
            </a:r>
            <a:endParaRPr>
              <a:solidFill>
                <a:schemeClr val="dk1"/>
              </a:solidFill>
            </a:endParaRPr>
          </a:p>
          <a:p>
            <a:pPr marL="914400" lvl="0" indent="-298450" algn="l" rtl="0">
              <a:spcBef>
                <a:spcPts val="0"/>
              </a:spcBef>
              <a:spcAft>
                <a:spcPts val="0"/>
              </a:spcAft>
              <a:buClr>
                <a:schemeClr val="dk1"/>
              </a:buClr>
              <a:buSzPts val="1100"/>
              <a:buChar char="●"/>
            </a:pPr>
            <a:r>
              <a:rPr lang="en">
                <a:solidFill>
                  <a:schemeClr val="dk1"/>
                </a:solidFill>
              </a:rPr>
              <a:t>More</a:t>
            </a:r>
            <a:r>
              <a:rPr lang="en">
                <a:solidFill>
                  <a:schemeClr val="hlink"/>
                </a:solidFill>
                <a:uFill>
                  <a:noFill/>
                </a:uFill>
                <a:hlinkClick r:id="rId14" action="ppaction://hlinksldjump"/>
              </a:rPr>
              <a:t> </a:t>
            </a:r>
            <a:r>
              <a:rPr lang="en" b="1">
                <a:solidFill>
                  <a:schemeClr val="hlink"/>
                </a:solidFill>
                <a:uFill>
                  <a:noFill/>
                </a:uFill>
                <a:hlinkClick r:id="rId14" action="ppaction://hlinksldjump"/>
              </a:rPr>
              <a:t>infographic resources</a:t>
            </a:r>
            <a:r>
              <a:rPr lang="en">
                <a:solidFill>
                  <a:schemeClr val="dk1"/>
                </a:solidFill>
              </a:rPr>
              <a:t>, whose size and color can be edited. </a:t>
            </a:r>
            <a:endParaRPr>
              <a:solidFill>
                <a:schemeClr val="dk1"/>
              </a:solidFill>
            </a:endParaRPr>
          </a:p>
          <a:p>
            <a:pPr marL="914400" lvl="0" indent="-298450" algn="l" rtl="0">
              <a:spcBef>
                <a:spcPts val="0"/>
              </a:spcBef>
              <a:spcAft>
                <a:spcPts val="0"/>
              </a:spcAft>
              <a:buClr>
                <a:schemeClr val="dk1"/>
              </a:buClr>
              <a:buSzPts val="1100"/>
              <a:buChar char="●"/>
            </a:pPr>
            <a:r>
              <a:rPr lang="en">
                <a:solidFill>
                  <a:schemeClr val="dk1"/>
                </a:solidFill>
              </a:rPr>
              <a:t>Sets of </a:t>
            </a:r>
            <a:r>
              <a:rPr lang="en" b="1">
                <a:solidFill>
                  <a:schemeClr val="hlink"/>
                </a:solidFill>
                <a:uFill>
                  <a:noFill/>
                </a:uFill>
                <a:hlinkClick r:id="rId15" action="ppaction://hlinksldjump"/>
              </a:rPr>
              <a:t>customizable icons</a:t>
            </a:r>
            <a:r>
              <a:rPr lang="en">
                <a:solidFill>
                  <a:schemeClr val="dk1"/>
                </a:solidFill>
              </a:rPr>
              <a:t> of the following themes: general, business, avatar, creative process, education, help &amp; support, medical, nature, performing arts, SEO &amp; marketing, and teamwork.</a:t>
            </a:r>
            <a:endParaRPr>
              <a:solidFill>
                <a:schemeClr val="dk1"/>
              </a:solidFill>
            </a:endParaRPr>
          </a:p>
          <a:p>
            <a:pPr marL="0" lvl="0" indent="0" algn="l" rtl="0">
              <a:spcBef>
                <a:spcPts val="0"/>
              </a:spcBef>
              <a:spcAft>
                <a:spcPts val="0"/>
              </a:spcAft>
              <a:buNone/>
            </a:pPr>
            <a:r>
              <a:rPr lang="en">
                <a:solidFill>
                  <a:schemeClr val="dk1"/>
                </a:solidFill>
              </a:rPr>
              <a:t>You can delete this slide when you’re done editing the presentation.</a:t>
            </a:r>
            <a:endParaRPr>
              <a:solidFill>
                <a:schemeClr val="dk1"/>
              </a:solidFill>
            </a:endParaRPr>
          </a:p>
          <a:p>
            <a:pPr marL="0" lvl="0" indent="0" algn="l" rtl="0">
              <a:spcBef>
                <a:spcPts val="0"/>
              </a:spcBef>
              <a:spcAft>
                <a:spcPts val="0"/>
              </a:spcAft>
              <a:buNone/>
            </a:pPr>
            <a:endParaRPr>
              <a:solidFill>
                <a:schemeClr val="dk1"/>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27"/>
        <p:cNvGrpSpPr/>
        <p:nvPr/>
      </p:nvGrpSpPr>
      <p:grpSpPr>
        <a:xfrm>
          <a:off x="0" y="0"/>
          <a:ext cx="0" cy="0"/>
          <a:chOff x="0" y="0"/>
          <a:chExt cx="0" cy="0"/>
        </a:xfrm>
      </p:grpSpPr>
      <p:grpSp>
        <p:nvGrpSpPr>
          <p:cNvPr id="228" name="Google Shape;228;p39"/>
          <p:cNvGrpSpPr/>
          <p:nvPr/>
        </p:nvGrpSpPr>
        <p:grpSpPr>
          <a:xfrm>
            <a:off x="4711474" y="1910119"/>
            <a:ext cx="717275" cy="717275"/>
            <a:chOff x="762200" y="1561800"/>
            <a:chExt cx="708000" cy="708000"/>
          </a:xfrm>
        </p:grpSpPr>
        <p:sp>
          <p:nvSpPr>
            <p:cNvPr id="229" name="Google Shape;229;p39"/>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9"/>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 name="Google Shape;231;p39"/>
          <p:cNvGrpSpPr/>
          <p:nvPr/>
        </p:nvGrpSpPr>
        <p:grpSpPr>
          <a:xfrm>
            <a:off x="1168011" y="3509832"/>
            <a:ext cx="717275" cy="717275"/>
            <a:chOff x="762200" y="1561800"/>
            <a:chExt cx="708000" cy="708000"/>
          </a:xfrm>
        </p:grpSpPr>
        <p:sp>
          <p:nvSpPr>
            <p:cNvPr id="232" name="Google Shape;232;p39"/>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9"/>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 name="Google Shape;234;p39"/>
          <p:cNvGrpSpPr/>
          <p:nvPr/>
        </p:nvGrpSpPr>
        <p:grpSpPr>
          <a:xfrm>
            <a:off x="4711474" y="3509832"/>
            <a:ext cx="717275" cy="717275"/>
            <a:chOff x="762200" y="1561800"/>
            <a:chExt cx="708000" cy="708000"/>
          </a:xfrm>
        </p:grpSpPr>
        <p:sp>
          <p:nvSpPr>
            <p:cNvPr id="235" name="Google Shape;235;p39"/>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9"/>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 name="Google Shape;237;p39"/>
          <p:cNvGrpSpPr/>
          <p:nvPr/>
        </p:nvGrpSpPr>
        <p:grpSpPr>
          <a:xfrm>
            <a:off x="1168011" y="1910119"/>
            <a:ext cx="717275" cy="717275"/>
            <a:chOff x="762200" y="1561800"/>
            <a:chExt cx="708000" cy="708000"/>
          </a:xfrm>
        </p:grpSpPr>
        <p:sp>
          <p:nvSpPr>
            <p:cNvPr id="238" name="Google Shape;238;p39"/>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9"/>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0" name="Google Shape;240;p39"/>
          <p:cNvSpPr txBox="1">
            <a:spLocks noGrp="1"/>
          </p:cNvSpPr>
          <p:nvPr>
            <p:ph type="title" idx="2"/>
          </p:nvPr>
        </p:nvSpPr>
        <p:spPr>
          <a:xfrm>
            <a:off x="1920300" y="1792865"/>
            <a:ext cx="25122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The family</a:t>
            </a:r>
            <a:endParaRPr/>
          </a:p>
        </p:txBody>
      </p:sp>
      <p:sp>
        <p:nvSpPr>
          <p:cNvPr id="241" name="Google Shape;241;p39"/>
          <p:cNvSpPr txBox="1">
            <a:spLocks noGrp="1"/>
          </p:cNvSpPr>
          <p:nvPr>
            <p:ph type="subTitle" idx="1"/>
          </p:nvPr>
        </p:nvSpPr>
        <p:spPr>
          <a:xfrm>
            <a:off x="1920300" y="2226988"/>
            <a:ext cx="25122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sp>
        <p:nvSpPr>
          <p:cNvPr id="242" name="Google Shape;242;p39"/>
          <p:cNvSpPr txBox="1">
            <a:spLocks noGrp="1"/>
          </p:cNvSpPr>
          <p:nvPr>
            <p:ph type="title" idx="3"/>
          </p:nvPr>
        </p:nvSpPr>
        <p:spPr>
          <a:xfrm>
            <a:off x="1225450" y="2070913"/>
            <a:ext cx="602400" cy="39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cxnSp>
        <p:nvCxnSpPr>
          <p:cNvPr id="243" name="Google Shape;243;p39"/>
          <p:cNvCxnSpPr/>
          <p:nvPr/>
        </p:nvCxnSpPr>
        <p:spPr>
          <a:xfrm>
            <a:off x="3140850" y="1123950"/>
            <a:ext cx="2862300" cy="0"/>
          </a:xfrm>
          <a:prstGeom prst="straightConnector1">
            <a:avLst/>
          </a:prstGeom>
          <a:noFill/>
          <a:ln w="9525" cap="flat" cmpd="sng">
            <a:solidFill>
              <a:schemeClr val="dk1"/>
            </a:solidFill>
            <a:prstDash val="solid"/>
            <a:round/>
            <a:headEnd type="none" w="med" len="med"/>
            <a:tailEnd type="none" w="med" len="med"/>
          </a:ln>
        </p:spPr>
      </p:cxnSp>
      <p:grpSp>
        <p:nvGrpSpPr>
          <p:cNvPr id="244" name="Google Shape;244;p39"/>
          <p:cNvGrpSpPr/>
          <p:nvPr/>
        </p:nvGrpSpPr>
        <p:grpSpPr>
          <a:xfrm>
            <a:off x="8230562" y="117588"/>
            <a:ext cx="717300" cy="717300"/>
            <a:chOff x="8230562" y="117588"/>
            <a:chExt cx="717300" cy="717300"/>
          </a:xfrm>
        </p:grpSpPr>
        <p:sp>
          <p:nvSpPr>
            <p:cNvPr id="245" name="Google Shape;245;p39"/>
            <p:cNvSpPr/>
            <p:nvPr/>
          </p:nvSpPr>
          <p:spPr>
            <a:xfrm>
              <a:off x="8230562" y="117588"/>
              <a:ext cx="717300" cy="717300"/>
            </a:xfrm>
            <a:prstGeom prst="octagon">
              <a:avLst>
                <a:gd name="adj" fmla="val 29289"/>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9"/>
            <p:cNvSpPr/>
            <p:nvPr/>
          </p:nvSpPr>
          <p:spPr>
            <a:xfrm>
              <a:off x="8268367" y="155436"/>
              <a:ext cx="641700" cy="641700"/>
            </a:xfrm>
            <a:prstGeom prst="octagon">
              <a:avLst>
                <a:gd name="adj" fmla="val 29289"/>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 name="Google Shape;247;p39"/>
            <p:cNvGrpSpPr/>
            <p:nvPr/>
          </p:nvGrpSpPr>
          <p:grpSpPr>
            <a:xfrm>
              <a:off x="8456811" y="334176"/>
              <a:ext cx="264849" cy="284129"/>
              <a:chOff x="5960550" y="2519275"/>
              <a:chExt cx="332850" cy="357125"/>
            </a:xfrm>
          </p:grpSpPr>
          <p:sp>
            <p:nvSpPr>
              <p:cNvPr id="248" name="Google Shape;248;p39"/>
              <p:cNvSpPr/>
              <p:nvPr/>
            </p:nvSpPr>
            <p:spPr>
              <a:xfrm>
                <a:off x="6088300" y="2519275"/>
                <a:ext cx="78525" cy="75050"/>
              </a:xfrm>
              <a:custGeom>
                <a:avLst/>
                <a:gdLst/>
                <a:ahLst/>
                <a:cxnLst/>
                <a:rect l="l" t="t" r="r" b="b"/>
                <a:pathLst>
                  <a:path w="3141" h="3002" extrusionOk="0">
                    <a:moveTo>
                      <a:pt x="1569" y="0"/>
                    </a:moveTo>
                    <a:cubicBezTo>
                      <a:pt x="1047" y="0"/>
                      <a:pt x="553" y="283"/>
                      <a:pt x="285" y="727"/>
                    </a:cubicBezTo>
                    <a:cubicBezTo>
                      <a:pt x="7" y="1183"/>
                      <a:pt x="1" y="1772"/>
                      <a:pt x="265" y="2234"/>
                    </a:cubicBezTo>
                    <a:cubicBezTo>
                      <a:pt x="523" y="2697"/>
                      <a:pt x="1012" y="2995"/>
                      <a:pt x="1541" y="3001"/>
                    </a:cubicBezTo>
                    <a:lnTo>
                      <a:pt x="1574" y="3001"/>
                    </a:lnTo>
                    <a:cubicBezTo>
                      <a:pt x="2096" y="3001"/>
                      <a:pt x="2598" y="2717"/>
                      <a:pt x="2863" y="2268"/>
                    </a:cubicBezTo>
                    <a:cubicBezTo>
                      <a:pt x="3134" y="1805"/>
                      <a:pt x="3140" y="1217"/>
                      <a:pt x="2869" y="754"/>
                    </a:cubicBezTo>
                    <a:cubicBezTo>
                      <a:pt x="2612" y="298"/>
                      <a:pt x="2116"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49" name="Google Shape;249;p39"/>
              <p:cNvSpPr/>
              <p:nvPr/>
            </p:nvSpPr>
            <p:spPr>
              <a:xfrm>
                <a:off x="6223800" y="2648525"/>
                <a:ext cx="49125" cy="48075"/>
              </a:xfrm>
              <a:custGeom>
                <a:avLst/>
                <a:gdLst/>
                <a:ahLst/>
                <a:cxnLst/>
                <a:rect l="l" t="t" r="r" b="b"/>
                <a:pathLst>
                  <a:path w="1965" h="1923" extrusionOk="0">
                    <a:moveTo>
                      <a:pt x="991" y="1"/>
                    </a:moveTo>
                    <a:cubicBezTo>
                      <a:pt x="760" y="1"/>
                      <a:pt x="531" y="81"/>
                      <a:pt x="358" y="231"/>
                    </a:cubicBezTo>
                    <a:cubicBezTo>
                      <a:pt x="160" y="396"/>
                      <a:pt x="34" y="641"/>
                      <a:pt x="21" y="905"/>
                    </a:cubicBezTo>
                    <a:cubicBezTo>
                      <a:pt x="1" y="1169"/>
                      <a:pt x="100" y="1427"/>
                      <a:pt x="279" y="1619"/>
                    </a:cubicBezTo>
                    <a:cubicBezTo>
                      <a:pt x="457" y="1811"/>
                      <a:pt x="715" y="1923"/>
                      <a:pt x="979" y="1923"/>
                    </a:cubicBezTo>
                    <a:cubicBezTo>
                      <a:pt x="1435" y="1923"/>
                      <a:pt x="1839" y="1579"/>
                      <a:pt x="1918" y="1130"/>
                    </a:cubicBezTo>
                    <a:cubicBezTo>
                      <a:pt x="1964" y="872"/>
                      <a:pt x="1905" y="594"/>
                      <a:pt x="1739" y="383"/>
                    </a:cubicBezTo>
                    <a:cubicBezTo>
                      <a:pt x="1587" y="178"/>
                      <a:pt x="1349" y="39"/>
                      <a:pt x="1092" y="6"/>
                    </a:cubicBezTo>
                    <a:cubicBezTo>
                      <a:pt x="1058" y="3"/>
                      <a:pt x="1025" y="1"/>
                      <a:pt x="9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50" name="Google Shape;250;p39"/>
              <p:cNvSpPr/>
              <p:nvPr/>
            </p:nvSpPr>
            <p:spPr>
              <a:xfrm>
                <a:off x="5960550" y="2596675"/>
                <a:ext cx="332850" cy="279725"/>
              </a:xfrm>
              <a:custGeom>
                <a:avLst/>
                <a:gdLst/>
                <a:ahLst/>
                <a:cxnLst/>
                <a:rect l="l" t="t" r="r" b="b"/>
                <a:pathLst>
                  <a:path w="13314" h="11189" extrusionOk="0">
                    <a:moveTo>
                      <a:pt x="6685" y="0"/>
                    </a:moveTo>
                    <a:cubicBezTo>
                      <a:pt x="6414" y="0"/>
                      <a:pt x="6144" y="68"/>
                      <a:pt x="5891" y="203"/>
                    </a:cubicBezTo>
                    <a:cubicBezTo>
                      <a:pt x="5256" y="540"/>
                      <a:pt x="4747" y="1075"/>
                      <a:pt x="4423" y="1697"/>
                    </a:cubicBezTo>
                    <a:cubicBezTo>
                      <a:pt x="4245" y="2034"/>
                      <a:pt x="4119" y="2384"/>
                      <a:pt x="4027" y="2748"/>
                    </a:cubicBezTo>
                    <a:cubicBezTo>
                      <a:pt x="3927" y="3111"/>
                      <a:pt x="3874" y="3481"/>
                      <a:pt x="3841" y="3851"/>
                    </a:cubicBezTo>
                    <a:cubicBezTo>
                      <a:pt x="3808" y="4189"/>
                      <a:pt x="3808" y="4526"/>
                      <a:pt x="3808" y="4863"/>
                    </a:cubicBezTo>
                    <a:cubicBezTo>
                      <a:pt x="3808" y="4863"/>
                      <a:pt x="3802" y="4869"/>
                      <a:pt x="3802" y="4869"/>
                    </a:cubicBezTo>
                    <a:cubicBezTo>
                      <a:pt x="3802" y="4869"/>
                      <a:pt x="3694" y="4947"/>
                      <a:pt x="3573" y="4947"/>
                    </a:cubicBezTo>
                    <a:cubicBezTo>
                      <a:pt x="3557" y="4947"/>
                      <a:pt x="3540" y="4945"/>
                      <a:pt x="3524" y="4942"/>
                    </a:cubicBezTo>
                    <a:cubicBezTo>
                      <a:pt x="3465" y="4929"/>
                      <a:pt x="3412" y="4909"/>
                      <a:pt x="3359" y="4889"/>
                    </a:cubicBezTo>
                    <a:cubicBezTo>
                      <a:pt x="3247" y="4843"/>
                      <a:pt x="3141" y="4784"/>
                      <a:pt x="3035" y="4717"/>
                    </a:cubicBezTo>
                    <a:cubicBezTo>
                      <a:pt x="2837" y="4605"/>
                      <a:pt x="2652" y="4473"/>
                      <a:pt x="2473" y="4327"/>
                    </a:cubicBezTo>
                    <a:cubicBezTo>
                      <a:pt x="2262" y="4148"/>
                      <a:pt x="2029" y="4065"/>
                      <a:pt x="1796" y="4065"/>
                    </a:cubicBezTo>
                    <a:cubicBezTo>
                      <a:pt x="1643" y="4065"/>
                      <a:pt x="1490" y="4101"/>
                      <a:pt x="1343" y="4169"/>
                    </a:cubicBezTo>
                    <a:cubicBezTo>
                      <a:pt x="675" y="4486"/>
                      <a:pt x="272" y="5160"/>
                      <a:pt x="113" y="5848"/>
                    </a:cubicBezTo>
                    <a:cubicBezTo>
                      <a:pt x="21" y="6258"/>
                      <a:pt x="1" y="6674"/>
                      <a:pt x="1" y="7090"/>
                    </a:cubicBezTo>
                    <a:cubicBezTo>
                      <a:pt x="8" y="7236"/>
                      <a:pt x="127" y="7361"/>
                      <a:pt x="272" y="7375"/>
                    </a:cubicBezTo>
                    <a:cubicBezTo>
                      <a:pt x="276" y="7375"/>
                      <a:pt x="280" y="7375"/>
                      <a:pt x="284" y="7375"/>
                    </a:cubicBezTo>
                    <a:cubicBezTo>
                      <a:pt x="431" y="7375"/>
                      <a:pt x="563" y="7258"/>
                      <a:pt x="569" y="7110"/>
                    </a:cubicBezTo>
                    <a:cubicBezTo>
                      <a:pt x="602" y="6720"/>
                      <a:pt x="655" y="6324"/>
                      <a:pt x="794" y="5953"/>
                    </a:cubicBezTo>
                    <a:lnTo>
                      <a:pt x="807" y="6284"/>
                    </a:lnTo>
                    <a:lnTo>
                      <a:pt x="318" y="8479"/>
                    </a:lnTo>
                    <a:cubicBezTo>
                      <a:pt x="305" y="8531"/>
                      <a:pt x="318" y="8584"/>
                      <a:pt x="351" y="8624"/>
                    </a:cubicBezTo>
                    <a:cubicBezTo>
                      <a:pt x="384" y="8664"/>
                      <a:pt x="437" y="8683"/>
                      <a:pt x="483" y="8683"/>
                    </a:cubicBezTo>
                    <a:lnTo>
                      <a:pt x="887" y="8683"/>
                    </a:lnTo>
                    <a:lnTo>
                      <a:pt x="999" y="10852"/>
                    </a:lnTo>
                    <a:cubicBezTo>
                      <a:pt x="1006" y="11023"/>
                      <a:pt x="1158" y="11162"/>
                      <a:pt x="1330" y="11162"/>
                    </a:cubicBezTo>
                    <a:cubicBezTo>
                      <a:pt x="1501" y="11162"/>
                      <a:pt x="1653" y="11023"/>
                      <a:pt x="1660" y="10852"/>
                    </a:cubicBezTo>
                    <a:lnTo>
                      <a:pt x="1766" y="8683"/>
                    </a:lnTo>
                    <a:lnTo>
                      <a:pt x="1799" y="8683"/>
                    </a:lnTo>
                    <a:lnTo>
                      <a:pt x="1911" y="10852"/>
                    </a:lnTo>
                    <a:cubicBezTo>
                      <a:pt x="1924" y="11023"/>
                      <a:pt x="2070" y="11162"/>
                      <a:pt x="2242" y="11162"/>
                    </a:cubicBezTo>
                    <a:cubicBezTo>
                      <a:pt x="2420" y="11162"/>
                      <a:pt x="2566" y="11023"/>
                      <a:pt x="2579" y="10852"/>
                    </a:cubicBezTo>
                    <a:lnTo>
                      <a:pt x="2678" y="8683"/>
                    </a:lnTo>
                    <a:lnTo>
                      <a:pt x="3088" y="8683"/>
                    </a:lnTo>
                    <a:cubicBezTo>
                      <a:pt x="3134" y="8683"/>
                      <a:pt x="3187" y="8664"/>
                      <a:pt x="3220" y="8624"/>
                    </a:cubicBezTo>
                    <a:cubicBezTo>
                      <a:pt x="3253" y="8584"/>
                      <a:pt x="3266" y="8531"/>
                      <a:pt x="3253" y="8479"/>
                    </a:cubicBezTo>
                    <a:lnTo>
                      <a:pt x="2771" y="6284"/>
                    </a:lnTo>
                    <a:lnTo>
                      <a:pt x="2784" y="5405"/>
                    </a:lnTo>
                    <a:cubicBezTo>
                      <a:pt x="3018" y="5497"/>
                      <a:pt x="3275" y="5578"/>
                      <a:pt x="3528" y="5578"/>
                    </a:cubicBezTo>
                    <a:cubicBezTo>
                      <a:pt x="3546" y="5578"/>
                      <a:pt x="3565" y="5578"/>
                      <a:pt x="3584" y="5577"/>
                    </a:cubicBezTo>
                    <a:cubicBezTo>
                      <a:pt x="3722" y="5570"/>
                      <a:pt x="3855" y="5537"/>
                      <a:pt x="3967" y="5458"/>
                    </a:cubicBezTo>
                    <a:cubicBezTo>
                      <a:pt x="4040" y="5411"/>
                      <a:pt x="4093" y="5352"/>
                      <a:pt x="4145" y="5286"/>
                    </a:cubicBezTo>
                    <a:cubicBezTo>
                      <a:pt x="4172" y="5292"/>
                      <a:pt x="4205" y="5299"/>
                      <a:pt x="4238" y="5299"/>
                    </a:cubicBezTo>
                    <a:cubicBezTo>
                      <a:pt x="4246" y="5300"/>
                      <a:pt x="4254" y="5300"/>
                      <a:pt x="4261" y="5300"/>
                    </a:cubicBezTo>
                    <a:cubicBezTo>
                      <a:pt x="4483" y="5300"/>
                      <a:pt x="4682" y="5119"/>
                      <a:pt x="4701" y="4896"/>
                    </a:cubicBezTo>
                    <a:cubicBezTo>
                      <a:pt x="4707" y="4784"/>
                      <a:pt x="4714" y="4671"/>
                      <a:pt x="4727" y="4559"/>
                    </a:cubicBezTo>
                    <a:cubicBezTo>
                      <a:pt x="4747" y="4387"/>
                      <a:pt x="4773" y="4215"/>
                      <a:pt x="4800" y="4043"/>
                    </a:cubicBezTo>
                    <a:cubicBezTo>
                      <a:pt x="4853" y="3680"/>
                      <a:pt x="4952" y="3323"/>
                      <a:pt x="5078" y="2979"/>
                    </a:cubicBezTo>
                    <a:cubicBezTo>
                      <a:pt x="5111" y="2893"/>
                      <a:pt x="5144" y="2807"/>
                      <a:pt x="5183" y="2728"/>
                    </a:cubicBezTo>
                    <a:lnTo>
                      <a:pt x="5203" y="3785"/>
                    </a:lnTo>
                    <a:lnTo>
                      <a:pt x="4344" y="7632"/>
                    </a:lnTo>
                    <a:cubicBezTo>
                      <a:pt x="4331" y="7718"/>
                      <a:pt x="4350" y="7811"/>
                      <a:pt x="4410" y="7877"/>
                    </a:cubicBezTo>
                    <a:cubicBezTo>
                      <a:pt x="4469" y="7950"/>
                      <a:pt x="4549" y="7989"/>
                      <a:pt x="4641" y="7989"/>
                    </a:cubicBezTo>
                    <a:lnTo>
                      <a:pt x="5315" y="7989"/>
                    </a:lnTo>
                    <a:lnTo>
                      <a:pt x="5448" y="10700"/>
                    </a:lnTo>
                    <a:cubicBezTo>
                      <a:pt x="5461" y="10971"/>
                      <a:pt x="5692" y="11189"/>
                      <a:pt x="5970" y="11189"/>
                    </a:cubicBezTo>
                    <a:cubicBezTo>
                      <a:pt x="5974" y="11189"/>
                      <a:pt x="5978" y="11189"/>
                      <a:pt x="5982" y="11189"/>
                    </a:cubicBezTo>
                    <a:cubicBezTo>
                      <a:pt x="6241" y="11189"/>
                      <a:pt x="6472" y="10973"/>
                      <a:pt x="6485" y="10706"/>
                    </a:cubicBezTo>
                    <a:cubicBezTo>
                      <a:pt x="6485" y="10706"/>
                      <a:pt x="6485" y="10700"/>
                      <a:pt x="6485" y="10700"/>
                    </a:cubicBezTo>
                    <a:lnTo>
                      <a:pt x="6631" y="7989"/>
                    </a:lnTo>
                    <a:lnTo>
                      <a:pt x="6750" y="7989"/>
                    </a:lnTo>
                    <a:lnTo>
                      <a:pt x="6882" y="10700"/>
                    </a:lnTo>
                    <a:cubicBezTo>
                      <a:pt x="6895" y="10971"/>
                      <a:pt x="7127" y="11189"/>
                      <a:pt x="7398" y="11189"/>
                    </a:cubicBezTo>
                    <a:cubicBezTo>
                      <a:pt x="7402" y="11189"/>
                      <a:pt x="7406" y="11189"/>
                      <a:pt x="7410" y="11189"/>
                    </a:cubicBezTo>
                    <a:cubicBezTo>
                      <a:pt x="7675" y="11189"/>
                      <a:pt x="7900" y="10973"/>
                      <a:pt x="7920" y="10706"/>
                    </a:cubicBezTo>
                    <a:cubicBezTo>
                      <a:pt x="7920" y="10706"/>
                      <a:pt x="7920" y="10700"/>
                      <a:pt x="7920" y="10700"/>
                    </a:cubicBezTo>
                    <a:lnTo>
                      <a:pt x="8059" y="7989"/>
                    </a:lnTo>
                    <a:lnTo>
                      <a:pt x="8713" y="7989"/>
                    </a:lnTo>
                    <a:cubicBezTo>
                      <a:pt x="8806" y="7989"/>
                      <a:pt x="8892" y="7950"/>
                      <a:pt x="8944" y="7877"/>
                    </a:cubicBezTo>
                    <a:cubicBezTo>
                      <a:pt x="9004" y="7811"/>
                      <a:pt x="9024" y="7718"/>
                      <a:pt x="9011" y="7626"/>
                    </a:cubicBezTo>
                    <a:lnTo>
                      <a:pt x="8164" y="3766"/>
                    </a:lnTo>
                    <a:lnTo>
                      <a:pt x="8178" y="2728"/>
                    </a:lnTo>
                    <a:cubicBezTo>
                      <a:pt x="8323" y="3071"/>
                      <a:pt x="8422" y="3501"/>
                      <a:pt x="8488" y="3865"/>
                    </a:cubicBezTo>
                    <a:cubicBezTo>
                      <a:pt x="8548" y="4182"/>
                      <a:pt x="8581" y="4506"/>
                      <a:pt x="8607" y="4823"/>
                    </a:cubicBezTo>
                    <a:cubicBezTo>
                      <a:pt x="8607" y="4836"/>
                      <a:pt x="8607" y="4843"/>
                      <a:pt x="8614" y="4850"/>
                    </a:cubicBezTo>
                    <a:cubicBezTo>
                      <a:pt x="8633" y="5073"/>
                      <a:pt x="8825" y="5253"/>
                      <a:pt x="9053" y="5253"/>
                    </a:cubicBezTo>
                    <a:cubicBezTo>
                      <a:pt x="9061" y="5253"/>
                      <a:pt x="9069" y="5253"/>
                      <a:pt x="9077" y="5253"/>
                    </a:cubicBezTo>
                    <a:cubicBezTo>
                      <a:pt x="9096" y="5253"/>
                      <a:pt x="9123" y="5253"/>
                      <a:pt x="9143" y="5246"/>
                    </a:cubicBezTo>
                    <a:cubicBezTo>
                      <a:pt x="9196" y="5332"/>
                      <a:pt x="9255" y="5405"/>
                      <a:pt x="9341" y="5458"/>
                    </a:cubicBezTo>
                    <a:cubicBezTo>
                      <a:pt x="9453" y="5537"/>
                      <a:pt x="9592" y="5570"/>
                      <a:pt x="9724" y="5577"/>
                    </a:cubicBezTo>
                    <a:cubicBezTo>
                      <a:pt x="9744" y="5578"/>
                      <a:pt x="9763" y="5578"/>
                      <a:pt x="9782" y="5578"/>
                    </a:cubicBezTo>
                    <a:cubicBezTo>
                      <a:pt x="10039" y="5578"/>
                      <a:pt x="10290" y="5497"/>
                      <a:pt x="10524" y="5405"/>
                    </a:cubicBezTo>
                    <a:lnTo>
                      <a:pt x="10524" y="5405"/>
                    </a:lnTo>
                    <a:lnTo>
                      <a:pt x="10432" y="7097"/>
                    </a:lnTo>
                    <a:cubicBezTo>
                      <a:pt x="10425" y="7309"/>
                      <a:pt x="10471" y="7494"/>
                      <a:pt x="10564" y="7666"/>
                    </a:cubicBezTo>
                    <a:lnTo>
                      <a:pt x="10716" y="10852"/>
                    </a:lnTo>
                    <a:cubicBezTo>
                      <a:pt x="10729" y="11023"/>
                      <a:pt x="10875" y="11162"/>
                      <a:pt x="11053" y="11162"/>
                    </a:cubicBezTo>
                    <a:cubicBezTo>
                      <a:pt x="11225" y="11162"/>
                      <a:pt x="11370" y="11023"/>
                      <a:pt x="11384" y="10852"/>
                    </a:cubicBezTo>
                    <a:lnTo>
                      <a:pt x="11516" y="8340"/>
                    </a:lnTo>
                    <a:lnTo>
                      <a:pt x="11635" y="10852"/>
                    </a:lnTo>
                    <a:cubicBezTo>
                      <a:pt x="11641" y="11023"/>
                      <a:pt x="11793" y="11162"/>
                      <a:pt x="11965" y="11162"/>
                    </a:cubicBezTo>
                    <a:cubicBezTo>
                      <a:pt x="12137" y="11162"/>
                      <a:pt x="12289" y="11023"/>
                      <a:pt x="12296" y="10852"/>
                    </a:cubicBezTo>
                    <a:lnTo>
                      <a:pt x="12461" y="7659"/>
                    </a:lnTo>
                    <a:cubicBezTo>
                      <a:pt x="12554" y="7487"/>
                      <a:pt x="12587" y="7295"/>
                      <a:pt x="12580" y="7097"/>
                    </a:cubicBezTo>
                    <a:cubicBezTo>
                      <a:pt x="12573" y="7005"/>
                      <a:pt x="12567" y="6912"/>
                      <a:pt x="12560" y="6819"/>
                    </a:cubicBezTo>
                    <a:cubicBezTo>
                      <a:pt x="12547" y="6529"/>
                      <a:pt x="12534" y="6238"/>
                      <a:pt x="12514" y="5953"/>
                    </a:cubicBezTo>
                    <a:lnTo>
                      <a:pt x="12514" y="5953"/>
                    </a:lnTo>
                    <a:cubicBezTo>
                      <a:pt x="12653" y="6324"/>
                      <a:pt x="12706" y="6720"/>
                      <a:pt x="12739" y="7110"/>
                    </a:cubicBezTo>
                    <a:cubicBezTo>
                      <a:pt x="12752" y="7258"/>
                      <a:pt x="12877" y="7375"/>
                      <a:pt x="13024" y="7375"/>
                    </a:cubicBezTo>
                    <a:cubicBezTo>
                      <a:pt x="13028" y="7375"/>
                      <a:pt x="13032" y="7375"/>
                      <a:pt x="13036" y="7375"/>
                    </a:cubicBezTo>
                    <a:cubicBezTo>
                      <a:pt x="13188" y="7361"/>
                      <a:pt x="13307" y="7236"/>
                      <a:pt x="13307" y="7090"/>
                    </a:cubicBezTo>
                    <a:cubicBezTo>
                      <a:pt x="13314" y="6674"/>
                      <a:pt x="13287" y="6258"/>
                      <a:pt x="13195" y="5848"/>
                    </a:cubicBezTo>
                    <a:cubicBezTo>
                      <a:pt x="13036" y="5160"/>
                      <a:pt x="12633" y="4486"/>
                      <a:pt x="11972" y="4169"/>
                    </a:cubicBezTo>
                    <a:cubicBezTo>
                      <a:pt x="11825" y="4101"/>
                      <a:pt x="11672" y="4065"/>
                      <a:pt x="11519" y="4065"/>
                    </a:cubicBezTo>
                    <a:cubicBezTo>
                      <a:pt x="11285" y="4065"/>
                      <a:pt x="11050" y="4148"/>
                      <a:pt x="10835" y="4327"/>
                    </a:cubicBezTo>
                    <a:cubicBezTo>
                      <a:pt x="10663" y="4473"/>
                      <a:pt x="10471" y="4605"/>
                      <a:pt x="10280" y="4717"/>
                    </a:cubicBezTo>
                    <a:cubicBezTo>
                      <a:pt x="10174" y="4784"/>
                      <a:pt x="10062" y="4843"/>
                      <a:pt x="9949" y="4889"/>
                    </a:cubicBezTo>
                    <a:cubicBezTo>
                      <a:pt x="9896" y="4909"/>
                      <a:pt x="9843" y="4929"/>
                      <a:pt x="9791" y="4942"/>
                    </a:cubicBezTo>
                    <a:cubicBezTo>
                      <a:pt x="9753" y="4947"/>
                      <a:pt x="9707" y="4957"/>
                      <a:pt x="9666" y="4957"/>
                    </a:cubicBezTo>
                    <a:cubicBezTo>
                      <a:pt x="9657" y="4957"/>
                      <a:pt x="9647" y="4957"/>
                      <a:pt x="9639" y="4955"/>
                    </a:cubicBezTo>
                    <a:cubicBezTo>
                      <a:pt x="9632" y="4949"/>
                      <a:pt x="9513" y="4869"/>
                      <a:pt x="9513" y="4869"/>
                    </a:cubicBezTo>
                    <a:cubicBezTo>
                      <a:pt x="9506" y="4869"/>
                      <a:pt x="9500" y="4863"/>
                      <a:pt x="9500" y="4863"/>
                    </a:cubicBezTo>
                    <a:cubicBezTo>
                      <a:pt x="9500" y="4850"/>
                      <a:pt x="9500" y="4830"/>
                      <a:pt x="9500" y="4817"/>
                    </a:cubicBezTo>
                    <a:cubicBezTo>
                      <a:pt x="9500" y="4665"/>
                      <a:pt x="9506" y="4512"/>
                      <a:pt x="9500" y="4367"/>
                    </a:cubicBezTo>
                    <a:cubicBezTo>
                      <a:pt x="9500" y="4367"/>
                      <a:pt x="9500" y="4367"/>
                      <a:pt x="9500" y="4354"/>
                    </a:cubicBezTo>
                    <a:cubicBezTo>
                      <a:pt x="9500" y="4345"/>
                      <a:pt x="9500" y="4339"/>
                      <a:pt x="9500" y="4334"/>
                    </a:cubicBezTo>
                    <a:cubicBezTo>
                      <a:pt x="9493" y="3984"/>
                      <a:pt x="9467" y="3633"/>
                      <a:pt x="9414" y="3283"/>
                    </a:cubicBezTo>
                    <a:cubicBezTo>
                      <a:pt x="9354" y="2913"/>
                      <a:pt x="9262" y="2543"/>
                      <a:pt x="9130" y="2186"/>
                    </a:cubicBezTo>
                    <a:cubicBezTo>
                      <a:pt x="8885" y="1505"/>
                      <a:pt x="8469" y="857"/>
                      <a:pt x="7874" y="441"/>
                    </a:cubicBezTo>
                    <a:cubicBezTo>
                      <a:pt x="7748" y="355"/>
                      <a:pt x="7616" y="282"/>
                      <a:pt x="7484" y="209"/>
                    </a:cubicBezTo>
                    <a:cubicBezTo>
                      <a:pt x="7231" y="70"/>
                      <a:pt x="6958" y="0"/>
                      <a:pt x="6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51" name="Google Shape;251;p39"/>
              <p:cNvSpPr/>
              <p:nvPr/>
            </p:nvSpPr>
            <p:spPr>
              <a:xfrm>
                <a:off x="5980875" y="2648525"/>
                <a:ext cx="49125" cy="48075"/>
              </a:xfrm>
              <a:custGeom>
                <a:avLst/>
                <a:gdLst/>
                <a:ahLst/>
                <a:cxnLst/>
                <a:rect l="l" t="t" r="r" b="b"/>
                <a:pathLst>
                  <a:path w="1965" h="1923" extrusionOk="0">
                    <a:moveTo>
                      <a:pt x="980" y="1"/>
                    </a:moveTo>
                    <a:cubicBezTo>
                      <a:pt x="947" y="1"/>
                      <a:pt x="913" y="3"/>
                      <a:pt x="880" y="6"/>
                    </a:cubicBezTo>
                    <a:cubicBezTo>
                      <a:pt x="622" y="39"/>
                      <a:pt x="384" y="178"/>
                      <a:pt x="226" y="383"/>
                    </a:cubicBezTo>
                    <a:cubicBezTo>
                      <a:pt x="67" y="594"/>
                      <a:pt x="1" y="872"/>
                      <a:pt x="47" y="1130"/>
                    </a:cubicBezTo>
                    <a:cubicBezTo>
                      <a:pt x="127" y="1579"/>
                      <a:pt x="536" y="1923"/>
                      <a:pt x="992" y="1923"/>
                    </a:cubicBezTo>
                    <a:cubicBezTo>
                      <a:pt x="1257" y="1923"/>
                      <a:pt x="1508" y="1811"/>
                      <a:pt x="1687" y="1619"/>
                    </a:cubicBezTo>
                    <a:cubicBezTo>
                      <a:pt x="1872" y="1427"/>
                      <a:pt x="1964" y="1169"/>
                      <a:pt x="1951" y="905"/>
                    </a:cubicBezTo>
                    <a:cubicBezTo>
                      <a:pt x="1931" y="641"/>
                      <a:pt x="1812" y="396"/>
                      <a:pt x="1614" y="231"/>
                    </a:cubicBezTo>
                    <a:cubicBezTo>
                      <a:pt x="1435" y="81"/>
                      <a:pt x="1210"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252" name="Google Shape;252;p39"/>
          <p:cNvGrpSpPr/>
          <p:nvPr/>
        </p:nvGrpSpPr>
        <p:grpSpPr>
          <a:xfrm>
            <a:off x="310188" y="183362"/>
            <a:ext cx="805800" cy="805800"/>
            <a:chOff x="310188" y="183362"/>
            <a:chExt cx="805800" cy="805800"/>
          </a:xfrm>
        </p:grpSpPr>
        <p:sp>
          <p:nvSpPr>
            <p:cNvPr id="253" name="Google Shape;253;p39"/>
            <p:cNvSpPr/>
            <p:nvPr/>
          </p:nvSpPr>
          <p:spPr>
            <a:xfrm>
              <a:off x="310188" y="183362"/>
              <a:ext cx="805800" cy="805800"/>
            </a:xfrm>
            <a:prstGeom prst="diamond">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9"/>
            <p:cNvSpPr/>
            <p:nvPr/>
          </p:nvSpPr>
          <p:spPr>
            <a:xfrm>
              <a:off x="378022" y="251212"/>
              <a:ext cx="670200" cy="670200"/>
            </a:xfrm>
            <a:prstGeom prst="diamon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5" name="Google Shape;255;p39"/>
            <p:cNvGrpSpPr/>
            <p:nvPr/>
          </p:nvGrpSpPr>
          <p:grpSpPr>
            <a:xfrm>
              <a:off x="575759" y="440939"/>
              <a:ext cx="274669" cy="290718"/>
              <a:chOff x="3278493" y="2036478"/>
              <a:chExt cx="287883" cy="304704"/>
            </a:xfrm>
          </p:grpSpPr>
          <p:sp>
            <p:nvSpPr>
              <p:cNvPr id="256" name="Google Shape;256;p39"/>
              <p:cNvSpPr/>
              <p:nvPr/>
            </p:nvSpPr>
            <p:spPr>
              <a:xfrm>
                <a:off x="3306178" y="2036478"/>
                <a:ext cx="62042" cy="61896"/>
              </a:xfrm>
              <a:custGeom>
                <a:avLst/>
                <a:gdLst/>
                <a:ahLst/>
                <a:cxnLst/>
                <a:rect l="l" t="t" r="r" b="b"/>
                <a:pathLst>
                  <a:path w="2976" h="2969" extrusionOk="0">
                    <a:moveTo>
                      <a:pt x="1488" y="1"/>
                    </a:moveTo>
                    <a:cubicBezTo>
                      <a:pt x="669" y="1"/>
                      <a:pt x="1" y="662"/>
                      <a:pt x="1" y="1481"/>
                    </a:cubicBezTo>
                    <a:cubicBezTo>
                      <a:pt x="1" y="2301"/>
                      <a:pt x="669" y="2969"/>
                      <a:pt x="1488" y="2969"/>
                    </a:cubicBezTo>
                    <a:cubicBezTo>
                      <a:pt x="2308" y="2969"/>
                      <a:pt x="2976" y="2301"/>
                      <a:pt x="2976" y="1481"/>
                    </a:cubicBezTo>
                    <a:cubicBezTo>
                      <a:pt x="2976" y="662"/>
                      <a:pt x="2308" y="1"/>
                      <a:pt x="1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57" name="Google Shape;257;p39"/>
              <p:cNvSpPr/>
              <p:nvPr/>
            </p:nvSpPr>
            <p:spPr>
              <a:xfrm>
                <a:off x="3509431" y="2152218"/>
                <a:ext cx="40277" cy="39172"/>
              </a:xfrm>
              <a:custGeom>
                <a:avLst/>
                <a:gdLst/>
                <a:ahLst/>
                <a:cxnLst/>
                <a:rect l="l" t="t" r="r" b="b"/>
                <a:pathLst>
                  <a:path w="1932" h="1879" extrusionOk="0">
                    <a:moveTo>
                      <a:pt x="956" y="1"/>
                    </a:moveTo>
                    <a:cubicBezTo>
                      <a:pt x="736" y="1"/>
                      <a:pt x="520" y="79"/>
                      <a:pt x="351" y="219"/>
                    </a:cubicBezTo>
                    <a:cubicBezTo>
                      <a:pt x="153" y="385"/>
                      <a:pt x="34" y="629"/>
                      <a:pt x="21" y="887"/>
                    </a:cubicBezTo>
                    <a:cubicBezTo>
                      <a:pt x="1" y="1145"/>
                      <a:pt x="100" y="1396"/>
                      <a:pt x="272" y="1588"/>
                    </a:cubicBezTo>
                    <a:cubicBezTo>
                      <a:pt x="450" y="1773"/>
                      <a:pt x="702" y="1879"/>
                      <a:pt x="959" y="1879"/>
                    </a:cubicBezTo>
                    <a:cubicBezTo>
                      <a:pt x="1409" y="1879"/>
                      <a:pt x="1805" y="1548"/>
                      <a:pt x="1885" y="1105"/>
                    </a:cubicBezTo>
                    <a:cubicBezTo>
                      <a:pt x="1931" y="847"/>
                      <a:pt x="1865" y="583"/>
                      <a:pt x="1713" y="371"/>
                    </a:cubicBezTo>
                    <a:cubicBezTo>
                      <a:pt x="1554" y="173"/>
                      <a:pt x="1323" y="34"/>
                      <a:pt x="1072" y="8"/>
                    </a:cubicBezTo>
                    <a:cubicBezTo>
                      <a:pt x="1033" y="3"/>
                      <a:pt x="994" y="1"/>
                      <a:pt x="9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58" name="Google Shape;258;p39"/>
              <p:cNvSpPr/>
              <p:nvPr/>
            </p:nvSpPr>
            <p:spPr>
              <a:xfrm>
                <a:off x="3278493" y="2100081"/>
                <a:ext cx="287883" cy="241101"/>
              </a:xfrm>
              <a:custGeom>
                <a:avLst/>
                <a:gdLst/>
                <a:ahLst/>
                <a:cxnLst/>
                <a:rect l="l" t="t" r="r" b="b"/>
                <a:pathLst>
                  <a:path w="13809" h="11565" extrusionOk="0">
                    <a:moveTo>
                      <a:pt x="6164" y="2116"/>
                    </a:moveTo>
                    <a:cubicBezTo>
                      <a:pt x="6185" y="2116"/>
                      <a:pt x="6206" y="2117"/>
                      <a:pt x="6227" y="2119"/>
                    </a:cubicBezTo>
                    <a:cubicBezTo>
                      <a:pt x="6505" y="2145"/>
                      <a:pt x="6743" y="2363"/>
                      <a:pt x="6789" y="2641"/>
                    </a:cubicBezTo>
                    <a:cubicBezTo>
                      <a:pt x="6796" y="2694"/>
                      <a:pt x="6796" y="2753"/>
                      <a:pt x="6789" y="2806"/>
                    </a:cubicBezTo>
                    <a:cubicBezTo>
                      <a:pt x="6880" y="2764"/>
                      <a:pt x="6978" y="2741"/>
                      <a:pt x="7078" y="2741"/>
                    </a:cubicBezTo>
                    <a:cubicBezTo>
                      <a:pt x="7167" y="2741"/>
                      <a:pt x="7257" y="2759"/>
                      <a:pt x="7344" y="2800"/>
                    </a:cubicBezTo>
                    <a:lnTo>
                      <a:pt x="8488" y="3315"/>
                    </a:lnTo>
                    <a:cubicBezTo>
                      <a:pt x="8812" y="3467"/>
                      <a:pt x="8950" y="3844"/>
                      <a:pt x="8805" y="4168"/>
                    </a:cubicBezTo>
                    <a:cubicBezTo>
                      <a:pt x="8824" y="4129"/>
                      <a:pt x="8842" y="4091"/>
                      <a:pt x="8847" y="4080"/>
                    </a:cubicBezTo>
                    <a:lnTo>
                      <a:pt x="8847" y="4080"/>
                    </a:lnTo>
                    <a:cubicBezTo>
                      <a:pt x="8843" y="4089"/>
                      <a:pt x="8831" y="4117"/>
                      <a:pt x="8805" y="4175"/>
                    </a:cubicBezTo>
                    <a:cubicBezTo>
                      <a:pt x="8805" y="4175"/>
                      <a:pt x="8805" y="4175"/>
                      <a:pt x="8805" y="4175"/>
                    </a:cubicBezTo>
                    <a:lnTo>
                      <a:pt x="8805" y="4175"/>
                    </a:lnTo>
                    <a:cubicBezTo>
                      <a:pt x="8804" y="4178"/>
                      <a:pt x="8802" y="4181"/>
                      <a:pt x="8801" y="4183"/>
                    </a:cubicBezTo>
                    <a:lnTo>
                      <a:pt x="8801" y="4183"/>
                    </a:lnTo>
                    <a:cubicBezTo>
                      <a:pt x="8693" y="4415"/>
                      <a:pt x="8462" y="4550"/>
                      <a:pt x="8220" y="4550"/>
                    </a:cubicBezTo>
                    <a:cubicBezTo>
                      <a:pt x="8130" y="4550"/>
                      <a:pt x="8039" y="4531"/>
                      <a:pt x="7952" y="4492"/>
                    </a:cubicBezTo>
                    <a:lnTo>
                      <a:pt x="7000" y="4056"/>
                    </a:lnTo>
                    <a:cubicBezTo>
                      <a:pt x="7139" y="3923"/>
                      <a:pt x="7139" y="3685"/>
                      <a:pt x="7000" y="3547"/>
                    </a:cubicBezTo>
                    <a:cubicBezTo>
                      <a:pt x="6941" y="3487"/>
                      <a:pt x="6862" y="3448"/>
                      <a:pt x="6776" y="3441"/>
                    </a:cubicBezTo>
                    <a:cubicBezTo>
                      <a:pt x="6723" y="3441"/>
                      <a:pt x="6670" y="3448"/>
                      <a:pt x="6624" y="3454"/>
                    </a:cubicBezTo>
                    <a:cubicBezTo>
                      <a:pt x="6558" y="3461"/>
                      <a:pt x="6498" y="3461"/>
                      <a:pt x="6439" y="3461"/>
                    </a:cubicBezTo>
                    <a:cubicBezTo>
                      <a:pt x="6432" y="3421"/>
                      <a:pt x="6432" y="3381"/>
                      <a:pt x="6432" y="3342"/>
                    </a:cubicBezTo>
                    <a:cubicBezTo>
                      <a:pt x="6342" y="3388"/>
                      <a:pt x="6245" y="3410"/>
                      <a:pt x="6148" y="3410"/>
                    </a:cubicBezTo>
                    <a:cubicBezTo>
                      <a:pt x="5966" y="3410"/>
                      <a:pt x="5786" y="3332"/>
                      <a:pt x="5665" y="3190"/>
                    </a:cubicBezTo>
                    <a:cubicBezTo>
                      <a:pt x="5507" y="3005"/>
                      <a:pt x="5473" y="2740"/>
                      <a:pt x="5573" y="2522"/>
                    </a:cubicBezTo>
                    <a:lnTo>
                      <a:pt x="5592" y="2482"/>
                    </a:lnTo>
                    <a:cubicBezTo>
                      <a:pt x="5690" y="2257"/>
                      <a:pt x="5917" y="2116"/>
                      <a:pt x="6164" y="2116"/>
                    </a:cubicBezTo>
                    <a:close/>
                    <a:moveTo>
                      <a:pt x="2845" y="0"/>
                    </a:moveTo>
                    <a:cubicBezTo>
                      <a:pt x="2653" y="0"/>
                      <a:pt x="2463" y="20"/>
                      <a:pt x="2287" y="50"/>
                    </a:cubicBezTo>
                    <a:cubicBezTo>
                      <a:pt x="2261" y="57"/>
                      <a:pt x="2235" y="63"/>
                      <a:pt x="2201" y="70"/>
                    </a:cubicBezTo>
                    <a:cubicBezTo>
                      <a:pt x="2142" y="90"/>
                      <a:pt x="2063" y="116"/>
                      <a:pt x="1977" y="156"/>
                    </a:cubicBezTo>
                    <a:cubicBezTo>
                      <a:pt x="1792" y="228"/>
                      <a:pt x="1560" y="354"/>
                      <a:pt x="1316" y="552"/>
                    </a:cubicBezTo>
                    <a:cubicBezTo>
                      <a:pt x="1197" y="651"/>
                      <a:pt x="1078" y="764"/>
                      <a:pt x="965" y="896"/>
                    </a:cubicBezTo>
                    <a:cubicBezTo>
                      <a:pt x="846" y="1022"/>
                      <a:pt x="741" y="1167"/>
                      <a:pt x="648" y="1326"/>
                    </a:cubicBezTo>
                    <a:cubicBezTo>
                      <a:pt x="450" y="1636"/>
                      <a:pt x="304" y="1987"/>
                      <a:pt x="205" y="2344"/>
                    </a:cubicBezTo>
                    <a:cubicBezTo>
                      <a:pt x="106" y="2694"/>
                      <a:pt x="53" y="3051"/>
                      <a:pt x="27" y="3375"/>
                    </a:cubicBezTo>
                    <a:cubicBezTo>
                      <a:pt x="0" y="3705"/>
                      <a:pt x="0" y="4009"/>
                      <a:pt x="7" y="4261"/>
                    </a:cubicBezTo>
                    <a:cubicBezTo>
                      <a:pt x="20" y="4518"/>
                      <a:pt x="33" y="4730"/>
                      <a:pt x="53" y="4882"/>
                    </a:cubicBezTo>
                    <a:cubicBezTo>
                      <a:pt x="66" y="5027"/>
                      <a:pt x="80" y="5107"/>
                      <a:pt x="80" y="5107"/>
                    </a:cubicBezTo>
                    <a:lnTo>
                      <a:pt x="80" y="5113"/>
                    </a:lnTo>
                    <a:cubicBezTo>
                      <a:pt x="105" y="5330"/>
                      <a:pt x="290" y="5497"/>
                      <a:pt x="511" y="5497"/>
                    </a:cubicBezTo>
                    <a:cubicBezTo>
                      <a:pt x="519" y="5497"/>
                      <a:pt x="527" y="5497"/>
                      <a:pt x="536" y="5497"/>
                    </a:cubicBezTo>
                    <a:cubicBezTo>
                      <a:pt x="780" y="5483"/>
                      <a:pt x="965" y="5279"/>
                      <a:pt x="959" y="5034"/>
                    </a:cubicBezTo>
                    <a:cubicBezTo>
                      <a:pt x="959" y="5034"/>
                      <a:pt x="952" y="4961"/>
                      <a:pt x="952" y="4822"/>
                    </a:cubicBezTo>
                    <a:cubicBezTo>
                      <a:pt x="946" y="4690"/>
                      <a:pt x="946" y="4499"/>
                      <a:pt x="959" y="4267"/>
                    </a:cubicBezTo>
                    <a:cubicBezTo>
                      <a:pt x="965" y="4036"/>
                      <a:pt x="992" y="3771"/>
                      <a:pt x="1038" y="3500"/>
                    </a:cubicBezTo>
                    <a:cubicBezTo>
                      <a:pt x="1084" y="3223"/>
                      <a:pt x="1150" y="2939"/>
                      <a:pt x="1250" y="2674"/>
                    </a:cubicBezTo>
                    <a:cubicBezTo>
                      <a:pt x="1309" y="2529"/>
                      <a:pt x="1375" y="2383"/>
                      <a:pt x="1448" y="2258"/>
                    </a:cubicBezTo>
                    <a:lnTo>
                      <a:pt x="1448" y="2258"/>
                    </a:lnTo>
                    <a:lnTo>
                      <a:pt x="1124" y="4941"/>
                    </a:lnTo>
                    <a:cubicBezTo>
                      <a:pt x="1104" y="5067"/>
                      <a:pt x="1104" y="5212"/>
                      <a:pt x="1124" y="5351"/>
                    </a:cubicBezTo>
                    <a:cubicBezTo>
                      <a:pt x="1157" y="5629"/>
                      <a:pt x="1256" y="5887"/>
                      <a:pt x="1402" y="6105"/>
                    </a:cubicBezTo>
                    <a:lnTo>
                      <a:pt x="1633" y="10924"/>
                    </a:lnTo>
                    <a:cubicBezTo>
                      <a:pt x="1646" y="11188"/>
                      <a:pt x="1858" y="11399"/>
                      <a:pt x="2122" y="11413"/>
                    </a:cubicBezTo>
                    <a:cubicBezTo>
                      <a:pt x="2130" y="11413"/>
                      <a:pt x="2139" y="11413"/>
                      <a:pt x="2147" y="11413"/>
                    </a:cubicBezTo>
                    <a:cubicBezTo>
                      <a:pt x="2420" y="11413"/>
                      <a:pt x="2645" y="11200"/>
                      <a:pt x="2658" y="10924"/>
                    </a:cubicBezTo>
                    <a:lnTo>
                      <a:pt x="2823" y="7281"/>
                    </a:lnTo>
                    <a:lnTo>
                      <a:pt x="2995" y="10924"/>
                    </a:lnTo>
                    <a:cubicBezTo>
                      <a:pt x="3008" y="11188"/>
                      <a:pt x="3213" y="11399"/>
                      <a:pt x="3484" y="11413"/>
                    </a:cubicBezTo>
                    <a:cubicBezTo>
                      <a:pt x="3492" y="11413"/>
                      <a:pt x="3500" y="11413"/>
                      <a:pt x="3508" y="11413"/>
                    </a:cubicBezTo>
                    <a:cubicBezTo>
                      <a:pt x="3782" y="11413"/>
                      <a:pt x="4006" y="11200"/>
                      <a:pt x="4019" y="10924"/>
                    </a:cubicBezTo>
                    <a:lnTo>
                      <a:pt x="4244" y="6085"/>
                    </a:lnTo>
                    <a:cubicBezTo>
                      <a:pt x="4456" y="5761"/>
                      <a:pt x="4561" y="5358"/>
                      <a:pt x="4515" y="4941"/>
                    </a:cubicBezTo>
                    <a:lnTo>
                      <a:pt x="4191" y="2291"/>
                    </a:lnTo>
                    <a:lnTo>
                      <a:pt x="4191" y="2291"/>
                    </a:lnTo>
                    <a:cubicBezTo>
                      <a:pt x="4257" y="2410"/>
                      <a:pt x="4317" y="2542"/>
                      <a:pt x="4370" y="2674"/>
                    </a:cubicBezTo>
                    <a:cubicBezTo>
                      <a:pt x="4469" y="2939"/>
                      <a:pt x="4535" y="3223"/>
                      <a:pt x="4581" y="3500"/>
                    </a:cubicBezTo>
                    <a:cubicBezTo>
                      <a:pt x="4627" y="3771"/>
                      <a:pt x="4654" y="4036"/>
                      <a:pt x="4660" y="4267"/>
                    </a:cubicBezTo>
                    <a:cubicBezTo>
                      <a:pt x="4674" y="4499"/>
                      <a:pt x="4674" y="4690"/>
                      <a:pt x="4667" y="4822"/>
                    </a:cubicBezTo>
                    <a:cubicBezTo>
                      <a:pt x="4667" y="4961"/>
                      <a:pt x="4660" y="5034"/>
                      <a:pt x="4660" y="5034"/>
                    </a:cubicBezTo>
                    <a:cubicBezTo>
                      <a:pt x="4654" y="5265"/>
                      <a:pt x="4819" y="5464"/>
                      <a:pt x="5050" y="5497"/>
                    </a:cubicBezTo>
                    <a:cubicBezTo>
                      <a:pt x="5067" y="5499"/>
                      <a:pt x="5084" y="5499"/>
                      <a:pt x="5100" y="5499"/>
                    </a:cubicBezTo>
                    <a:cubicBezTo>
                      <a:pt x="5319" y="5499"/>
                      <a:pt x="5515" y="5341"/>
                      <a:pt x="5540" y="5113"/>
                    </a:cubicBezTo>
                    <a:lnTo>
                      <a:pt x="5540" y="5107"/>
                    </a:lnTo>
                    <a:cubicBezTo>
                      <a:pt x="5540" y="5107"/>
                      <a:pt x="5553" y="5027"/>
                      <a:pt x="5566" y="4882"/>
                    </a:cubicBezTo>
                    <a:cubicBezTo>
                      <a:pt x="5586" y="4730"/>
                      <a:pt x="5599" y="4518"/>
                      <a:pt x="5612" y="4261"/>
                    </a:cubicBezTo>
                    <a:cubicBezTo>
                      <a:pt x="5612" y="4234"/>
                      <a:pt x="5612" y="4201"/>
                      <a:pt x="5612" y="4175"/>
                    </a:cubicBezTo>
                    <a:cubicBezTo>
                      <a:pt x="5612" y="4148"/>
                      <a:pt x="5612" y="4115"/>
                      <a:pt x="5612" y="4089"/>
                    </a:cubicBezTo>
                    <a:cubicBezTo>
                      <a:pt x="5659" y="4115"/>
                      <a:pt x="5711" y="4148"/>
                      <a:pt x="5764" y="4175"/>
                    </a:cubicBezTo>
                    <a:lnTo>
                      <a:pt x="4991" y="7711"/>
                    </a:lnTo>
                    <a:cubicBezTo>
                      <a:pt x="4978" y="7784"/>
                      <a:pt x="4991" y="7856"/>
                      <a:pt x="5037" y="7916"/>
                    </a:cubicBezTo>
                    <a:cubicBezTo>
                      <a:pt x="5084" y="7975"/>
                      <a:pt x="5156" y="8009"/>
                      <a:pt x="5229" y="8009"/>
                    </a:cubicBezTo>
                    <a:lnTo>
                      <a:pt x="6022" y="8009"/>
                    </a:lnTo>
                    <a:lnTo>
                      <a:pt x="6174" y="11062"/>
                    </a:lnTo>
                    <a:cubicBezTo>
                      <a:pt x="6187" y="11333"/>
                      <a:pt x="6419" y="11558"/>
                      <a:pt x="6690" y="11565"/>
                    </a:cubicBezTo>
                    <a:cubicBezTo>
                      <a:pt x="6694" y="11565"/>
                      <a:pt x="6698" y="11565"/>
                      <a:pt x="6703" y="11565"/>
                    </a:cubicBezTo>
                    <a:cubicBezTo>
                      <a:pt x="6968" y="11565"/>
                      <a:pt x="7199" y="11362"/>
                      <a:pt x="7225" y="11095"/>
                    </a:cubicBezTo>
                    <a:cubicBezTo>
                      <a:pt x="7232" y="11089"/>
                      <a:pt x="7232" y="11076"/>
                      <a:pt x="7232" y="11062"/>
                    </a:cubicBezTo>
                    <a:lnTo>
                      <a:pt x="7390" y="8009"/>
                    </a:lnTo>
                    <a:lnTo>
                      <a:pt x="7476" y="8009"/>
                    </a:lnTo>
                    <a:lnTo>
                      <a:pt x="7628" y="11062"/>
                    </a:lnTo>
                    <a:cubicBezTo>
                      <a:pt x="7642" y="11333"/>
                      <a:pt x="7873" y="11558"/>
                      <a:pt x="8151" y="11565"/>
                    </a:cubicBezTo>
                    <a:cubicBezTo>
                      <a:pt x="8155" y="11565"/>
                      <a:pt x="8159" y="11565"/>
                      <a:pt x="8163" y="11565"/>
                    </a:cubicBezTo>
                    <a:cubicBezTo>
                      <a:pt x="8422" y="11565"/>
                      <a:pt x="8653" y="11362"/>
                      <a:pt x="8686" y="11095"/>
                    </a:cubicBezTo>
                    <a:cubicBezTo>
                      <a:pt x="8686" y="11089"/>
                      <a:pt x="8686" y="11076"/>
                      <a:pt x="8686" y="11062"/>
                    </a:cubicBezTo>
                    <a:lnTo>
                      <a:pt x="8851" y="8009"/>
                    </a:lnTo>
                    <a:lnTo>
                      <a:pt x="9618" y="8009"/>
                    </a:lnTo>
                    <a:cubicBezTo>
                      <a:pt x="9691" y="8009"/>
                      <a:pt x="9757" y="7975"/>
                      <a:pt x="9803" y="7916"/>
                    </a:cubicBezTo>
                    <a:cubicBezTo>
                      <a:pt x="9856" y="7863"/>
                      <a:pt x="9869" y="7784"/>
                      <a:pt x="9856" y="7711"/>
                    </a:cubicBezTo>
                    <a:lnTo>
                      <a:pt x="8957" y="3454"/>
                    </a:lnTo>
                    <a:lnTo>
                      <a:pt x="8957" y="3110"/>
                    </a:lnTo>
                    <a:cubicBezTo>
                      <a:pt x="9228" y="3758"/>
                      <a:pt x="9334" y="4459"/>
                      <a:pt x="9393" y="5153"/>
                    </a:cubicBezTo>
                    <a:cubicBezTo>
                      <a:pt x="9393" y="5173"/>
                      <a:pt x="9393" y="5186"/>
                      <a:pt x="9393" y="5199"/>
                    </a:cubicBezTo>
                    <a:cubicBezTo>
                      <a:pt x="9413" y="5384"/>
                      <a:pt x="9539" y="5536"/>
                      <a:pt x="9704" y="5589"/>
                    </a:cubicBezTo>
                    <a:lnTo>
                      <a:pt x="9704" y="5596"/>
                    </a:lnTo>
                    <a:cubicBezTo>
                      <a:pt x="9757" y="5682"/>
                      <a:pt x="9823" y="5761"/>
                      <a:pt x="9909" y="5821"/>
                    </a:cubicBezTo>
                    <a:cubicBezTo>
                      <a:pt x="10021" y="5893"/>
                      <a:pt x="10153" y="5933"/>
                      <a:pt x="10286" y="5933"/>
                    </a:cubicBezTo>
                    <a:cubicBezTo>
                      <a:pt x="10306" y="5934"/>
                      <a:pt x="10326" y="5934"/>
                      <a:pt x="10345" y="5934"/>
                    </a:cubicBezTo>
                    <a:cubicBezTo>
                      <a:pt x="10596" y="5934"/>
                      <a:pt x="10846" y="5860"/>
                      <a:pt x="11072" y="5768"/>
                    </a:cubicBezTo>
                    <a:lnTo>
                      <a:pt x="11092" y="6627"/>
                    </a:lnTo>
                    <a:lnTo>
                      <a:pt x="10616" y="8788"/>
                    </a:lnTo>
                    <a:cubicBezTo>
                      <a:pt x="10603" y="8835"/>
                      <a:pt x="10616" y="8888"/>
                      <a:pt x="10649" y="8927"/>
                    </a:cubicBezTo>
                    <a:cubicBezTo>
                      <a:pt x="10682" y="8967"/>
                      <a:pt x="10729" y="8987"/>
                      <a:pt x="10781" y="8987"/>
                    </a:cubicBezTo>
                    <a:lnTo>
                      <a:pt x="11165" y="8987"/>
                    </a:lnTo>
                    <a:lnTo>
                      <a:pt x="11264" y="11109"/>
                    </a:lnTo>
                    <a:cubicBezTo>
                      <a:pt x="11271" y="11281"/>
                      <a:pt x="11416" y="11419"/>
                      <a:pt x="11588" y="11419"/>
                    </a:cubicBezTo>
                    <a:cubicBezTo>
                      <a:pt x="11760" y="11419"/>
                      <a:pt x="11905" y="11281"/>
                      <a:pt x="11918" y="11109"/>
                    </a:cubicBezTo>
                    <a:lnTo>
                      <a:pt x="12024" y="8987"/>
                    </a:lnTo>
                    <a:lnTo>
                      <a:pt x="12057" y="8987"/>
                    </a:lnTo>
                    <a:lnTo>
                      <a:pt x="12163" y="11109"/>
                    </a:lnTo>
                    <a:cubicBezTo>
                      <a:pt x="12170" y="11281"/>
                      <a:pt x="12315" y="11419"/>
                      <a:pt x="12487" y="11419"/>
                    </a:cubicBezTo>
                    <a:cubicBezTo>
                      <a:pt x="12659" y="11419"/>
                      <a:pt x="12804" y="11281"/>
                      <a:pt x="12811" y="11109"/>
                    </a:cubicBezTo>
                    <a:lnTo>
                      <a:pt x="12923" y="8987"/>
                    </a:lnTo>
                    <a:lnTo>
                      <a:pt x="13333" y="8987"/>
                    </a:lnTo>
                    <a:cubicBezTo>
                      <a:pt x="13379" y="8987"/>
                      <a:pt x="13432" y="8967"/>
                      <a:pt x="13459" y="8927"/>
                    </a:cubicBezTo>
                    <a:cubicBezTo>
                      <a:pt x="13492" y="8888"/>
                      <a:pt x="13505" y="8835"/>
                      <a:pt x="13498" y="8788"/>
                    </a:cubicBezTo>
                    <a:lnTo>
                      <a:pt x="13016" y="6627"/>
                    </a:lnTo>
                    <a:lnTo>
                      <a:pt x="13029" y="6303"/>
                    </a:lnTo>
                    <a:cubicBezTo>
                      <a:pt x="13168" y="6667"/>
                      <a:pt x="13214" y="7057"/>
                      <a:pt x="13247" y="7440"/>
                    </a:cubicBezTo>
                    <a:cubicBezTo>
                      <a:pt x="13260" y="7588"/>
                      <a:pt x="13385" y="7698"/>
                      <a:pt x="13526" y="7698"/>
                    </a:cubicBezTo>
                    <a:cubicBezTo>
                      <a:pt x="13530" y="7698"/>
                      <a:pt x="13534" y="7698"/>
                      <a:pt x="13538" y="7698"/>
                    </a:cubicBezTo>
                    <a:cubicBezTo>
                      <a:pt x="13683" y="7691"/>
                      <a:pt x="13802" y="7566"/>
                      <a:pt x="13802" y="7420"/>
                    </a:cubicBezTo>
                    <a:cubicBezTo>
                      <a:pt x="13809" y="7010"/>
                      <a:pt x="13789" y="6607"/>
                      <a:pt x="13697" y="6204"/>
                    </a:cubicBezTo>
                    <a:cubicBezTo>
                      <a:pt x="13538" y="5530"/>
                      <a:pt x="13141" y="4869"/>
                      <a:pt x="12493" y="4558"/>
                    </a:cubicBezTo>
                    <a:cubicBezTo>
                      <a:pt x="12349" y="4487"/>
                      <a:pt x="12198" y="4451"/>
                      <a:pt x="12047" y="4451"/>
                    </a:cubicBezTo>
                    <a:cubicBezTo>
                      <a:pt x="11818" y="4451"/>
                      <a:pt x="11588" y="4535"/>
                      <a:pt x="11376" y="4710"/>
                    </a:cubicBezTo>
                    <a:cubicBezTo>
                      <a:pt x="11204" y="4849"/>
                      <a:pt x="11019" y="4981"/>
                      <a:pt x="10828" y="5093"/>
                    </a:cubicBezTo>
                    <a:cubicBezTo>
                      <a:pt x="10729" y="5153"/>
                      <a:pt x="10623" y="5212"/>
                      <a:pt x="10510" y="5259"/>
                    </a:cubicBezTo>
                    <a:cubicBezTo>
                      <a:pt x="10458" y="5279"/>
                      <a:pt x="10405" y="5298"/>
                      <a:pt x="10352" y="5312"/>
                    </a:cubicBezTo>
                    <a:cubicBezTo>
                      <a:pt x="10325" y="5318"/>
                      <a:pt x="10299" y="5318"/>
                      <a:pt x="10272" y="5318"/>
                    </a:cubicBezTo>
                    <a:cubicBezTo>
                      <a:pt x="10292" y="5272"/>
                      <a:pt x="10299" y="5219"/>
                      <a:pt x="10299" y="5166"/>
                    </a:cubicBezTo>
                    <a:cubicBezTo>
                      <a:pt x="10299" y="4558"/>
                      <a:pt x="10299" y="4492"/>
                      <a:pt x="10292" y="4373"/>
                    </a:cubicBezTo>
                    <a:cubicBezTo>
                      <a:pt x="10246" y="3633"/>
                      <a:pt x="10114" y="2892"/>
                      <a:pt x="9810" y="2205"/>
                    </a:cubicBezTo>
                    <a:cubicBezTo>
                      <a:pt x="9526" y="1550"/>
                      <a:pt x="9063" y="949"/>
                      <a:pt x="8435" y="585"/>
                    </a:cubicBezTo>
                    <a:cubicBezTo>
                      <a:pt x="8157" y="420"/>
                      <a:pt x="7734" y="275"/>
                      <a:pt x="7437" y="275"/>
                    </a:cubicBezTo>
                    <a:cubicBezTo>
                      <a:pt x="7139" y="275"/>
                      <a:pt x="6881" y="341"/>
                      <a:pt x="6597" y="493"/>
                    </a:cubicBezTo>
                    <a:cubicBezTo>
                      <a:pt x="6320" y="638"/>
                      <a:pt x="6042" y="803"/>
                      <a:pt x="5784" y="982"/>
                    </a:cubicBezTo>
                    <a:cubicBezTo>
                      <a:pt x="5546" y="1154"/>
                      <a:pt x="5315" y="1346"/>
                      <a:pt x="5123" y="1564"/>
                    </a:cubicBezTo>
                    <a:lnTo>
                      <a:pt x="5110" y="1564"/>
                    </a:lnTo>
                    <a:cubicBezTo>
                      <a:pt x="5110" y="1564"/>
                      <a:pt x="5024" y="1405"/>
                      <a:pt x="4971" y="1326"/>
                    </a:cubicBezTo>
                    <a:cubicBezTo>
                      <a:pt x="4879" y="1167"/>
                      <a:pt x="4766" y="1022"/>
                      <a:pt x="4654" y="896"/>
                    </a:cubicBezTo>
                    <a:cubicBezTo>
                      <a:pt x="4541" y="764"/>
                      <a:pt x="4422" y="651"/>
                      <a:pt x="4304" y="552"/>
                    </a:cubicBezTo>
                    <a:cubicBezTo>
                      <a:pt x="4059" y="354"/>
                      <a:pt x="3828" y="228"/>
                      <a:pt x="3642" y="156"/>
                    </a:cubicBezTo>
                    <a:cubicBezTo>
                      <a:pt x="3550" y="116"/>
                      <a:pt x="3477" y="90"/>
                      <a:pt x="3418" y="70"/>
                    </a:cubicBezTo>
                    <a:cubicBezTo>
                      <a:pt x="3233" y="20"/>
                      <a:pt x="3038" y="0"/>
                      <a:pt x="2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59" name="Google Shape;259;p39"/>
              <p:cNvSpPr/>
              <p:nvPr/>
            </p:nvSpPr>
            <p:spPr>
              <a:xfrm>
                <a:off x="3399882" y="2040689"/>
                <a:ext cx="66858" cy="63752"/>
              </a:xfrm>
              <a:custGeom>
                <a:avLst/>
                <a:gdLst/>
                <a:ahLst/>
                <a:cxnLst/>
                <a:rect l="l" t="t" r="r" b="b"/>
                <a:pathLst>
                  <a:path w="3207" h="3058" extrusionOk="0">
                    <a:moveTo>
                      <a:pt x="1613" y="1"/>
                    </a:moveTo>
                    <a:cubicBezTo>
                      <a:pt x="1118" y="1"/>
                      <a:pt x="644" y="247"/>
                      <a:pt x="358" y="651"/>
                    </a:cubicBezTo>
                    <a:cubicBezTo>
                      <a:pt x="54" y="1094"/>
                      <a:pt x="1" y="1676"/>
                      <a:pt x="219" y="2159"/>
                    </a:cubicBezTo>
                    <a:cubicBezTo>
                      <a:pt x="437" y="2635"/>
                      <a:pt x="893" y="2978"/>
                      <a:pt x="1415" y="3044"/>
                    </a:cubicBezTo>
                    <a:cubicBezTo>
                      <a:pt x="1482" y="3051"/>
                      <a:pt x="1548" y="3058"/>
                      <a:pt x="1607" y="3058"/>
                    </a:cubicBezTo>
                    <a:cubicBezTo>
                      <a:pt x="2136" y="3058"/>
                      <a:pt x="2638" y="2773"/>
                      <a:pt x="2916" y="2324"/>
                    </a:cubicBezTo>
                    <a:cubicBezTo>
                      <a:pt x="3194" y="1868"/>
                      <a:pt x="3207" y="1286"/>
                      <a:pt x="2962" y="810"/>
                    </a:cubicBezTo>
                    <a:cubicBezTo>
                      <a:pt x="2711" y="347"/>
                      <a:pt x="2235" y="37"/>
                      <a:pt x="1706" y="4"/>
                    </a:cubicBezTo>
                    <a:cubicBezTo>
                      <a:pt x="1675" y="2"/>
                      <a:pt x="1644" y="1"/>
                      <a:pt x="16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260" name="Google Shape;260;p39"/>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TABLE OF CONTENTS</a:t>
            </a:r>
            <a:endParaRPr b="1"/>
          </a:p>
        </p:txBody>
      </p:sp>
      <p:sp>
        <p:nvSpPr>
          <p:cNvPr id="261" name="Google Shape;261;p39"/>
          <p:cNvSpPr txBox="1">
            <a:spLocks noGrp="1"/>
          </p:cNvSpPr>
          <p:nvPr>
            <p:ph type="title" idx="4"/>
          </p:nvPr>
        </p:nvSpPr>
        <p:spPr>
          <a:xfrm>
            <a:off x="5463775" y="1792865"/>
            <a:ext cx="25122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Concepts</a:t>
            </a:r>
            <a:endParaRPr/>
          </a:p>
        </p:txBody>
      </p:sp>
      <p:sp>
        <p:nvSpPr>
          <p:cNvPr id="262" name="Google Shape;262;p39"/>
          <p:cNvSpPr txBox="1">
            <a:spLocks noGrp="1"/>
          </p:cNvSpPr>
          <p:nvPr>
            <p:ph type="subTitle" idx="5"/>
          </p:nvPr>
        </p:nvSpPr>
        <p:spPr>
          <a:xfrm>
            <a:off x="5463775" y="2226988"/>
            <a:ext cx="25122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sp>
        <p:nvSpPr>
          <p:cNvPr id="263" name="Google Shape;263;p39"/>
          <p:cNvSpPr txBox="1">
            <a:spLocks noGrp="1"/>
          </p:cNvSpPr>
          <p:nvPr>
            <p:ph type="title" idx="6"/>
          </p:nvPr>
        </p:nvSpPr>
        <p:spPr>
          <a:xfrm>
            <a:off x="4768925" y="2070913"/>
            <a:ext cx="602400" cy="39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264" name="Google Shape;264;p39"/>
          <p:cNvSpPr txBox="1">
            <a:spLocks noGrp="1"/>
          </p:cNvSpPr>
          <p:nvPr>
            <p:ph type="title" idx="7"/>
          </p:nvPr>
        </p:nvSpPr>
        <p:spPr>
          <a:xfrm>
            <a:off x="1920300" y="3392565"/>
            <a:ext cx="25122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Features</a:t>
            </a:r>
            <a:endParaRPr/>
          </a:p>
        </p:txBody>
      </p:sp>
      <p:sp>
        <p:nvSpPr>
          <p:cNvPr id="265" name="Google Shape;265;p39"/>
          <p:cNvSpPr txBox="1">
            <a:spLocks noGrp="1"/>
          </p:cNvSpPr>
          <p:nvPr>
            <p:ph type="subTitle" idx="8"/>
          </p:nvPr>
        </p:nvSpPr>
        <p:spPr>
          <a:xfrm>
            <a:off x="1920300" y="3826688"/>
            <a:ext cx="25122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sp>
        <p:nvSpPr>
          <p:cNvPr id="266" name="Google Shape;266;p39"/>
          <p:cNvSpPr txBox="1">
            <a:spLocks noGrp="1"/>
          </p:cNvSpPr>
          <p:nvPr>
            <p:ph type="title" idx="9"/>
          </p:nvPr>
        </p:nvSpPr>
        <p:spPr>
          <a:xfrm>
            <a:off x="1225450" y="3670613"/>
            <a:ext cx="602400" cy="39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267" name="Google Shape;267;p39"/>
          <p:cNvSpPr txBox="1">
            <a:spLocks noGrp="1"/>
          </p:cNvSpPr>
          <p:nvPr>
            <p:ph type="title" idx="13"/>
          </p:nvPr>
        </p:nvSpPr>
        <p:spPr>
          <a:xfrm>
            <a:off x="5463775" y="3392565"/>
            <a:ext cx="25122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Assignment</a:t>
            </a:r>
            <a:endParaRPr/>
          </a:p>
        </p:txBody>
      </p:sp>
      <p:sp>
        <p:nvSpPr>
          <p:cNvPr id="268" name="Google Shape;268;p39"/>
          <p:cNvSpPr txBox="1">
            <a:spLocks noGrp="1"/>
          </p:cNvSpPr>
          <p:nvPr>
            <p:ph type="subTitle" idx="14"/>
          </p:nvPr>
        </p:nvSpPr>
        <p:spPr>
          <a:xfrm>
            <a:off x="5463775" y="3826688"/>
            <a:ext cx="25122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sp>
        <p:nvSpPr>
          <p:cNvPr id="269" name="Google Shape;269;p39"/>
          <p:cNvSpPr txBox="1">
            <a:spLocks noGrp="1"/>
          </p:cNvSpPr>
          <p:nvPr>
            <p:ph type="title" idx="15"/>
          </p:nvPr>
        </p:nvSpPr>
        <p:spPr>
          <a:xfrm>
            <a:off x="4768925" y="3670613"/>
            <a:ext cx="602400" cy="39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73"/>
        <p:cNvGrpSpPr/>
        <p:nvPr/>
      </p:nvGrpSpPr>
      <p:grpSpPr>
        <a:xfrm>
          <a:off x="0" y="0"/>
          <a:ext cx="0" cy="0"/>
          <a:chOff x="0" y="0"/>
          <a:chExt cx="0" cy="0"/>
        </a:xfrm>
      </p:grpSpPr>
      <p:sp>
        <p:nvSpPr>
          <p:cNvPr id="274" name="Google Shape;274;p40"/>
          <p:cNvSpPr/>
          <p:nvPr/>
        </p:nvSpPr>
        <p:spPr>
          <a:xfrm>
            <a:off x="1323100" y="0"/>
            <a:ext cx="6518400" cy="2513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40"/>
          <p:cNvSpPr/>
          <p:nvPr/>
        </p:nvSpPr>
        <p:spPr>
          <a:xfrm>
            <a:off x="1401625" y="-76200"/>
            <a:ext cx="6361500" cy="25137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40"/>
          <p:cNvSpPr txBox="1">
            <a:spLocks noGrp="1"/>
          </p:cNvSpPr>
          <p:nvPr>
            <p:ph type="subTitle" idx="1"/>
          </p:nvPr>
        </p:nvSpPr>
        <p:spPr>
          <a:xfrm>
            <a:off x="2381350" y="1680475"/>
            <a:ext cx="4381500" cy="605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can be the part of the presentation where you introduce yourself, write your email…</a:t>
            </a:r>
            <a:endParaRPr/>
          </a:p>
        </p:txBody>
      </p:sp>
      <p:cxnSp>
        <p:nvCxnSpPr>
          <p:cNvPr id="277" name="Google Shape;277;p40"/>
          <p:cNvCxnSpPr/>
          <p:nvPr/>
        </p:nvCxnSpPr>
        <p:spPr>
          <a:xfrm>
            <a:off x="2638350" y="1607154"/>
            <a:ext cx="3867300" cy="0"/>
          </a:xfrm>
          <a:prstGeom prst="straightConnector1">
            <a:avLst/>
          </a:prstGeom>
          <a:noFill/>
          <a:ln w="9525" cap="flat" cmpd="sng">
            <a:solidFill>
              <a:schemeClr val="dk1"/>
            </a:solidFill>
            <a:prstDash val="solid"/>
            <a:round/>
            <a:headEnd type="none" w="med" len="med"/>
            <a:tailEnd type="none" w="med" len="med"/>
          </a:ln>
        </p:spPr>
      </p:cxnSp>
      <p:grpSp>
        <p:nvGrpSpPr>
          <p:cNvPr id="278" name="Google Shape;278;p40"/>
          <p:cNvGrpSpPr/>
          <p:nvPr/>
        </p:nvGrpSpPr>
        <p:grpSpPr>
          <a:xfrm>
            <a:off x="1088900" y="364300"/>
            <a:ext cx="690900" cy="657000"/>
            <a:chOff x="1049150" y="3578900"/>
            <a:chExt cx="690900" cy="657000"/>
          </a:xfrm>
        </p:grpSpPr>
        <p:sp>
          <p:nvSpPr>
            <p:cNvPr id="279" name="Google Shape;279;p40"/>
            <p:cNvSpPr/>
            <p:nvPr/>
          </p:nvSpPr>
          <p:spPr>
            <a:xfrm>
              <a:off x="1049150" y="3578900"/>
              <a:ext cx="690900" cy="657000"/>
            </a:xfrm>
            <a:prstGeom prst="decagon">
              <a:avLst>
                <a:gd name="vf" fmla="val 105146"/>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40"/>
            <p:cNvSpPr/>
            <p:nvPr/>
          </p:nvSpPr>
          <p:spPr>
            <a:xfrm>
              <a:off x="1085204" y="3613204"/>
              <a:ext cx="618600" cy="588300"/>
            </a:xfrm>
            <a:prstGeom prst="decagon">
              <a:avLst>
                <a:gd name="vf" fmla="val 105146"/>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 name="Google Shape;281;p40"/>
            <p:cNvGrpSpPr/>
            <p:nvPr/>
          </p:nvGrpSpPr>
          <p:grpSpPr>
            <a:xfrm>
              <a:off x="1302841" y="3765437"/>
              <a:ext cx="183329" cy="283890"/>
              <a:chOff x="3311700" y="2520250"/>
              <a:chExt cx="230400" cy="356825"/>
            </a:xfrm>
          </p:grpSpPr>
          <p:sp>
            <p:nvSpPr>
              <p:cNvPr id="282" name="Google Shape;282;p40"/>
              <p:cNvSpPr/>
              <p:nvPr/>
            </p:nvSpPr>
            <p:spPr>
              <a:xfrm>
                <a:off x="3332375" y="2650200"/>
                <a:ext cx="49100" cy="48050"/>
              </a:xfrm>
              <a:custGeom>
                <a:avLst/>
                <a:gdLst/>
                <a:ahLst/>
                <a:cxnLst/>
                <a:rect l="l" t="t" r="r" b="b"/>
                <a:pathLst>
                  <a:path w="1964" h="1922" extrusionOk="0">
                    <a:moveTo>
                      <a:pt x="977" y="0"/>
                    </a:moveTo>
                    <a:cubicBezTo>
                      <a:pt x="944" y="0"/>
                      <a:pt x="912" y="2"/>
                      <a:pt x="879" y="5"/>
                    </a:cubicBezTo>
                    <a:cubicBezTo>
                      <a:pt x="622" y="38"/>
                      <a:pt x="377" y="177"/>
                      <a:pt x="225" y="382"/>
                    </a:cubicBezTo>
                    <a:cubicBezTo>
                      <a:pt x="66" y="593"/>
                      <a:pt x="0" y="871"/>
                      <a:pt x="46" y="1129"/>
                    </a:cubicBezTo>
                    <a:cubicBezTo>
                      <a:pt x="126" y="1578"/>
                      <a:pt x="529" y="1922"/>
                      <a:pt x="992" y="1922"/>
                    </a:cubicBezTo>
                    <a:cubicBezTo>
                      <a:pt x="1249" y="1922"/>
                      <a:pt x="1507" y="1810"/>
                      <a:pt x="1686" y="1618"/>
                    </a:cubicBezTo>
                    <a:cubicBezTo>
                      <a:pt x="1871" y="1426"/>
                      <a:pt x="1963" y="1168"/>
                      <a:pt x="1944" y="904"/>
                    </a:cubicBezTo>
                    <a:cubicBezTo>
                      <a:pt x="1930" y="640"/>
                      <a:pt x="1805" y="395"/>
                      <a:pt x="1606" y="230"/>
                    </a:cubicBezTo>
                    <a:cubicBezTo>
                      <a:pt x="1433" y="80"/>
                      <a:pt x="1204" y="0"/>
                      <a:pt x="9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83" name="Google Shape;283;p40"/>
              <p:cNvSpPr/>
              <p:nvPr/>
            </p:nvSpPr>
            <p:spPr>
              <a:xfrm>
                <a:off x="3434175" y="2520250"/>
                <a:ext cx="76525" cy="73250"/>
              </a:xfrm>
              <a:custGeom>
                <a:avLst/>
                <a:gdLst/>
                <a:ahLst/>
                <a:cxnLst/>
                <a:rect l="l" t="t" r="r" b="b"/>
                <a:pathLst>
                  <a:path w="3061" h="2930" extrusionOk="0">
                    <a:moveTo>
                      <a:pt x="1529" y="1"/>
                    </a:moveTo>
                    <a:cubicBezTo>
                      <a:pt x="1026" y="1"/>
                      <a:pt x="545" y="271"/>
                      <a:pt x="278" y="708"/>
                    </a:cubicBezTo>
                    <a:cubicBezTo>
                      <a:pt x="13" y="1151"/>
                      <a:pt x="0" y="1726"/>
                      <a:pt x="258" y="2182"/>
                    </a:cubicBezTo>
                    <a:cubicBezTo>
                      <a:pt x="509" y="2632"/>
                      <a:pt x="992" y="2916"/>
                      <a:pt x="1501" y="2929"/>
                    </a:cubicBezTo>
                    <a:lnTo>
                      <a:pt x="1534" y="2929"/>
                    </a:lnTo>
                    <a:cubicBezTo>
                      <a:pt x="2049" y="2929"/>
                      <a:pt x="2532" y="2652"/>
                      <a:pt x="2796" y="2209"/>
                    </a:cubicBezTo>
                    <a:cubicBezTo>
                      <a:pt x="3061" y="1759"/>
                      <a:pt x="3061" y="1184"/>
                      <a:pt x="2803" y="735"/>
                    </a:cubicBezTo>
                    <a:cubicBezTo>
                      <a:pt x="2545" y="292"/>
                      <a:pt x="2062"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84" name="Google Shape;284;p40"/>
              <p:cNvSpPr/>
              <p:nvPr/>
            </p:nvSpPr>
            <p:spPr>
              <a:xfrm>
                <a:off x="3311700" y="2594650"/>
                <a:ext cx="230400" cy="282425"/>
              </a:xfrm>
              <a:custGeom>
                <a:avLst/>
                <a:gdLst/>
                <a:ahLst/>
                <a:cxnLst/>
                <a:rect l="l" t="t" r="r" b="b"/>
                <a:pathLst>
                  <a:path w="9216" h="11297" extrusionOk="0">
                    <a:moveTo>
                      <a:pt x="9163" y="3271"/>
                    </a:moveTo>
                    <a:cubicBezTo>
                      <a:pt x="9163" y="3285"/>
                      <a:pt x="9169" y="3324"/>
                      <a:pt x="9169" y="3364"/>
                    </a:cubicBezTo>
                    <a:cubicBezTo>
                      <a:pt x="9169" y="3305"/>
                      <a:pt x="9163" y="3278"/>
                      <a:pt x="9163" y="3271"/>
                    </a:cubicBezTo>
                    <a:close/>
                    <a:moveTo>
                      <a:pt x="9169" y="3364"/>
                    </a:moveTo>
                    <a:cubicBezTo>
                      <a:pt x="9176" y="3404"/>
                      <a:pt x="9176" y="3430"/>
                      <a:pt x="9176" y="3443"/>
                    </a:cubicBezTo>
                    <a:cubicBezTo>
                      <a:pt x="9176" y="3424"/>
                      <a:pt x="9176" y="3397"/>
                      <a:pt x="9169" y="3364"/>
                    </a:cubicBezTo>
                    <a:close/>
                    <a:moveTo>
                      <a:pt x="6410" y="0"/>
                    </a:moveTo>
                    <a:cubicBezTo>
                      <a:pt x="6170" y="0"/>
                      <a:pt x="5927" y="54"/>
                      <a:pt x="5626" y="178"/>
                    </a:cubicBezTo>
                    <a:cubicBezTo>
                      <a:pt x="5487" y="231"/>
                      <a:pt x="5362" y="297"/>
                      <a:pt x="5236" y="370"/>
                    </a:cubicBezTo>
                    <a:cubicBezTo>
                      <a:pt x="4939" y="555"/>
                      <a:pt x="4681" y="799"/>
                      <a:pt x="4469" y="1077"/>
                    </a:cubicBezTo>
                    <a:cubicBezTo>
                      <a:pt x="4040" y="1645"/>
                      <a:pt x="3808" y="2339"/>
                      <a:pt x="3716" y="3040"/>
                    </a:cubicBezTo>
                    <a:cubicBezTo>
                      <a:pt x="3643" y="3556"/>
                      <a:pt x="3643" y="4085"/>
                      <a:pt x="3683" y="4607"/>
                    </a:cubicBezTo>
                    <a:cubicBezTo>
                      <a:pt x="3683" y="4607"/>
                      <a:pt x="3683" y="4607"/>
                      <a:pt x="3683" y="4613"/>
                    </a:cubicBezTo>
                    <a:cubicBezTo>
                      <a:pt x="3703" y="4785"/>
                      <a:pt x="3716" y="4931"/>
                      <a:pt x="3736" y="5043"/>
                    </a:cubicBezTo>
                    <a:cubicBezTo>
                      <a:pt x="3736" y="5043"/>
                      <a:pt x="3729" y="5050"/>
                      <a:pt x="3722" y="5050"/>
                    </a:cubicBezTo>
                    <a:lnTo>
                      <a:pt x="3716" y="5050"/>
                    </a:lnTo>
                    <a:cubicBezTo>
                      <a:pt x="3680" y="5065"/>
                      <a:pt x="3628" y="5080"/>
                      <a:pt x="3573" y="5080"/>
                    </a:cubicBezTo>
                    <a:cubicBezTo>
                      <a:pt x="3557" y="5080"/>
                      <a:pt x="3540" y="5079"/>
                      <a:pt x="3524" y="5076"/>
                    </a:cubicBezTo>
                    <a:cubicBezTo>
                      <a:pt x="3471" y="5063"/>
                      <a:pt x="3418" y="5043"/>
                      <a:pt x="3365" y="5017"/>
                    </a:cubicBezTo>
                    <a:cubicBezTo>
                      <a:pt x="3253" y="4970"/>
                      <a:pt x="3141" y="4917"/>
                      <a:pt x="3035" y="4851"/>
                    </a:cubicBezTo>
                    <a:cubicBezTo>
                      <a:pt x="2843" y="4732"/>
                      <a:pt x="2652" y="4607"/>
                      <a:pt x="2480" y="4461"/>
                    </a:cubicBezTo>
                    <a:cubicBezTo>
                      <a:pt x="2264" y="4281"/>
                      <a:pt x="2028" y="4196"/>
                      <a:pt x="1794" y="4196"/>
                    </a:cubicBezTo>
                    <a:cubicBezTo>
                      <a:pt x="1641" y="4196"/>
                      <a:pt x="1489" y="4232"/>
                      <a:pt x="1343" y="4303"/>
                    </a:cubicBezTo>
                    <a:cubicBezTo>
                      <a:pt x="682" y="4620"/>
                      <a:pt x="279" y="5294"/>
                      <a:pt x="120" y="5982"/>
                    </a:cubicBezTo>
                    <a:cubicBezTo>
                      <a:pt x="27" y="6391"/>
                      <a:pt x="1" y="6808"/>
                      <a:pt x="8" y="7224"/>
                    </a:cubicBezTo>
                    <a:cubicBezTo>
                      <a:pt x="8" y="7370"/>
                      <a:pt x="126" y="7495"/>
                      <a:pt x="279" y="7509"/>
                    </a:cubicBezTo>
                    <a:cubicBezTo>
                      <a:pt x="283" y="7509"/>
                      <a:pt x="287" y="7509"/>
                      <a:pt x="291" y="7509"/>
                    </a:cubicBezTo>
                    <a:cubicBezTo>
                      <a:pt x="437" y="7509"/>
                      <a:pt x="563" y="7392"/>
                      <a:pt x="576" y="7244"/>
                    </a:cubicBezTo>
                    <a:cubicBezTo>
                      <a:pt x="609" y="6854"/>
                      <a:pt x="662" y="6458"/>
                      <a:pt x="801" y="6087"/>
                    </a:cubicBezTo>
                    <a:lnTo>
                      <a:pt x="807" y="6418"/>
                    </a:lnTo>
                    <a:lnTo>
                      <a:pt x="318" y="8612"/>
                    </a:lnTo>
                    <a:cubicBezTo>
                      <a:pt x="312" y="8665"/>
                      <a:pt x="325" y="8718"/>
                      <a:pt x="358" y="8758"/>
                    </a:cubicBezTo>
                    <a:cubicBezTo>
                      <a:pt x="391" y="8798"/>
                      <a:pt x="437" y="8817"/>
                      <a:pt x="490" y="8817"/>
                    </a:cubicBezTo>
                    <a:lnTo>
                      <a:pt x="887" y="8817"/>
                    </a:lnTo>
                    <a:lnTo>
                      <a:pt x="999" y="10985"/>
                    </a:lnTo>
                    <a:cubicBezTo>
                      <a:pt x="1012" y="11157"/>
                      <a:pt x="1158" y="11296"/>
                      <a:pt x="1336" y="11296"/>
                    </a:cubicBezTo>
                    <a:cubicBezTo>
                      <a:pt x="1508" y="11296"/>
                      <a:pt x="1653" y="11157"/>
                      <a:pt x="1667" y="10985"/>
                    </a:cubicBezTo>
                    <a:lnTo>
                      <a:pt x="1772" y="8817"/>
                    </a:lnTo>
                    <a:lnTo>
                      <a:pt x="1805" y="8817"/>
                    </a:lnTo>
                    <a:lnTo>
                      <a:pt x="1918" y="10985"/>
                    </a:lnTo>
                    <a:cubicBezTo>
                      <a:pt x="1924" y="11157"/>
                      <a:pt x="2076" y="11296"/>
                      <a:pt x="2248" y="11296"/>
                    </a:cubicBezTo>
                    <a:cubicBezTo>
                      <a:pt x="2420" y="11296"/>
                      <a:pt x="2572" y="11157"/>
                      <a:pt x="2579" y="10985"/>
                    </a:cubicBezTo>
                    <a:lnTo>
                      <a:pt x="2685" y="8817"/>
                    </a:lnTo>
                    <a:lnTo>
                      <a:pt x="3088" y="8817"/>
                    </a:lnTo>
                    <a:cubicBezTo>
                      <a:pt x="3141" y="8817"/>
                      <a:pt x="3187" y="8798"/>
                      <a:pt x="3220" y="8758"/>
                    </a:cubicBezTo>
                    <a:cubicBezTo>
                      <a:pt x="3253" y="8718"/>
                      <a:pt x="3266" y="8665"/>
                      <a:pt x="3260" y="8612"/>
                    </a:cubicBezTo>
                    <a:lnTo>
                      <a:pt x="2771" y="6418"/>
                    </a:lnTo>
                    <a:lnTo>
                      <a:pt x="2790" y="5539"/>
                    </a:lnTo>
                    <a:cubicBezTo>
                      <a:pt x="3024" y="5631"/>
                      <a:pt x="3275" y="5712"/>
                      <a:pt x="3533" y="5712"/>
                    </a:cubicBezTo>
                    <a:cubicBezTo>
                      <a:pt x="3552" y="5712"/>
                      <a:pt x="3571" y="5712"/>
                      <a:pt x="3590" y="5711"/>
                    </a:cubicBezTo>
                    <a:cubicBezTo>
                      <a:pt x="3722" y="5704"/>
                      <a:pt x="3861" y="5671"/>
                      <a:pt x="3974" y="5592"/>
                    </a:cubicBezTo>
                    <a:cubicBezTo>
                      <a:pt x="4026" y="5559"/>
                      <a:pt x="4073" y="5512"/>
                      <a:pt x="4112" y="5466"/>
                    </a:cubicBezTo>
                    <a:cubicBezTo>
                      <a:pt x="4112" y="5459"/>
                      <a:pt x="4119" y="5453"/>
                      <a:pt x="4126" y="5453"/>
                    </a:cubicBezTo>
                    <a:lnTo>
                      <a:pt x="4172" y="5453"/>
                    </a:lnTo>
                    <a:cubicBezTo>
                      <a:pt x="4205" y="5453"/>
                      <a:pt x="4225" y="5453"/>
                      <a:pt x="4251" y="5446"/>
                    </a:cubicBezTo>
                    <a:cubicBezTo>
                      <a:pt x="4456" y="5400"/>
                      <a:pt x="4608" y="5215"/>
                      <a:pt x="4595" y="4997"/>
                    </a:cubicBezTo>
                    <a:cubicBezTo>
                      <a:pt x="4569" y="4389"/>
                      <a:pt x="4602" y="3761"/>
                      <a:pt x="4740" y="3159"/>
                    </a:cubicBezTo>
                    <a:cubicBezTo>
                      <a:pt x="4820" y="2848"/>
                      <a:pt x="4925" y="2538"/>
                      <a:pt x="5084" y="2260"/>
                    </a:cubicBezTo>
                    <a:lnTo>
                      <a:pt x="5084" y="2260"/>
                    </a:lnTo>
                    <a:cubicBezTo>
                      <a:pt x="5058" y="2432"/>
                      <a:pt x="5038" y="2604"/>
                      <a:pt x="5018" y="2782"/>
                    </a:cubicBezTo>
                    <a:cubicBezTo>
                      <a:pt x="4972" y="3139"/>
                      <a:pt x="4932" y="3496"/>
                      <a:pt x="4886" y="3853"/>
                    </a:cubicBezTo>
                    <a:cubicBezTo>
                      <a:pt x="4853" y="4157"/>
                      <a:pt x="4813" y="4455"/>
                      <a:pt x="4780" y="4752"/>
                    </a:cubicBezTo>
                    <a:cubicBezTo>
                      <a:pt x="4773" y="4805"/>
                      <a:pt x="4767" y="4851"/>
                      <a:pt x="4760" y="4904"/>
                    </a:cubicBezTo>
                    <a:cubicBezTo>
                      <a:pt x="4721" y="5228"/>
                      <a:pt x="4780" y="5572"/>
                      <a:pt x="4932" y="5863"/>
                    </a:cubicBezTo>
                    <a:cubicBezTo>
                      <a:pt x="4959" y="5929"/>
                      <a:pt x="4998" y="5995"/>
                      <a:pt x="5038" y="6054"/>
                    </a:cubicBezTo>
                    <a:lnTo>
                      <a:pt x="5263" y="10807"/>
                    </a:lnTo>
                    <a:cubicBezTo>
                      <a:pt x="5276" y="11071"/>
                      <a:pt x="5501" y="11283"/>
                      <a:pt x="5765" y="11290"/>
                    </a:cubicBezTo>
                    <a:cubicBezTo>
                      <a:pt x="6023" y="11290"/>
                      <a:pt x="6254" y="11085"/>
                      <a:pt x="6274" y="10827"/>
                    </a:cubicBezTo>
                    <a:cubicBezTo>
                      <a:pt x="6281" y="10820"/>
                      <a:pt x="6281" y="10814"/>
                      <a:pt x="6281" y="10807"/>
                    </a:cubicBezTo>
                    <a:lnTo>
                      <a:pt x="6439" y="7211"/>
                    </a:lnTo>
                    <a:lnTo>
                      <a:pt x="6604" y="10807"/>
                    </a:lnTo>
                    <a:cubicBezTo>
                      <a:pt x="6618" y="11071"/>
                      <a:pt x="6842" y="11283"/>
                      <a:pt x="7107" y="11290"/>
                    </a:cubicBezTo>
                    <a:cubicBezTo>
                      <a:pt x="7365" y="11290"/>
                      <a:pt x="7596" y="11085"/>
                      <a:pt x="7616" y="10827"/>
                    </a:cubicBezTo>
                    <a:cubicBezTo>
                      <a:pt x="7616" y="10820"/>
                      <a:pt x="7622" y="10814"/>
                      <a:pt x="7622" y="10807"/>
                    </a:cubicBezTo>
                    <a:lnTo>
                      <a:pt x="7841" y="6034"/>
                    </a:lnTo>
                    <a:cubicBezTo>
                      <a:pt x="8052" y="5711"/>
                      <a:pt x="8158" y="5314"/>
                      <a:pt x="8105" y="4904"/>
                    </a:cubicBezTo>
                    <a:lnTo>
                      <a:pt x="7788" y="2260"/>
                    </a:lnTo>
                    <a:lnTo>
                      <a:pt x="7788" y="2260"/>
                    </a:lnTo>
                    <a:cubicBezTo>
                      <a:pt x="8125" y="2881"/>
                      <a:pt x="8231" y="3635"/>
                      <a:pt x="8257" y="4329"/>
                    </a:cubicBezTo>
                    <a:cubicBezTo>
                      <a:pt x="8264" y="4554"/>
                      <a:pt x="8264" y="4779"/>
                      <a:pt x="8257" y="4997"/>
                    </a:cubicBezTo>
                    <a:cubicBezTo>
                      <a:pt x="8244" y="5228"/>
                      <a:pt x="8422" y="5433"/>
                      <a:pt x="8647" y="5453"/>
                    </a:cubicBezTo>
                    <a:cubicBezTo>
                      <a:pt x="8659" y="5454"/>
                      <a:pt x="8671" y="5454"/>
                      <a:pt x="8683" y="5454"/>
                    </a:cubicBezTo>
                    <a:cubicBezTo>
                      <a:pt x="8900" y="5454"/>
                      <a:pt x="9092" y="5289"/>
                      <a:pt x="9123" y="5076"/>
                    </a:cubicBezTo>
                    <a:cubicBezTo>
                      <a:pt x="9196" y="4508"/>
                      <a:pt x="9215" y="3932"/>
                      <a:pt x="9169" y="3364"/>
                    </a:cubicBezTo>
                    <a:cubicBezTo>
                      <a:pt x="9116" y="2657"/>
                      <a:pt x="8938" y="1949"/>
                      <a:pt x="8568" y="1348"/>
                    </a:cubicBezTo>
                    <a:cubicBezTo>
                      <a:pt x="8224" y="793"/>
                      <a:pt x="7695" y="304"/>
                      <a:pt x="7061" y="112"/>
                    </a:cubicBezTo>
                    <a:cubicBezTo>
                      <a:pt x="6824" y="41"/>
                      <a:pt x="6618" y="0"/>
                      <a:pt x="6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285" name="Google Shape;285;p40"/>
          <p:cNvGrpSpPr/>
          <p:nvPr/>
        </p:nvGrpSpPr>
        <p:grpSpPr>
          <a:xfrm>
            <a:off x="6631788" y="2183391"/>
            <a:ext cx="758400" cy="657000"/>
            <a:chOff x="1753788" y="3579016"/>
            <a:chExt cx="758400" cy="657000"/>
          </a:xfrm>
        </p:grpSpPr>
        <p:sp>
          <p:nvSpPr>
            <p:cNvPr id="286" name="Google Shape;286;p40"/>
            <p:cNvSpPr/>
            <p:nvPr/>
          </p:nvSpPr>
          <p:spPr>
            <a:xfrm>
              <a:off x="1753788" y="3579016"/>
              <a:ext cx="758400" cy="657000"/>
            </a:xfrm>
            <a:prstGeom prst="hexagon">
              <a:avLst>
                <a:gd name="adj" fmla="val 25000"/>
                <a:gd name="vf" fmla="val 11547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40"/>
            <p:cNvSpPr/>
            <p:nvPr/>
          </p:nvSpPr>
          <p:spPr>
            <a:xfrm>
              <a:off x="1793200" y="3613638"/>
              <a:ext cx="678300" cy="587700"/>
            </a:xfrm>
            <a:prstGeom prst="hexagon">
              <a:avLst>
                <a:gd name="adj" fmla="val 25000"/>
                <a:gd name="vf" fmla="val 11547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8" name="Google Shape;288;p40"/>
            <p:cNvGrpSpPr/>
            <p:nvPr/>
          </p:nvGrpSpPr>
          <p:grpSpPr>
            <a:xfrm>
              <a:off x="2039245" y="3767811"/>
              <a:ext cx="186214" cy="279116"/>
              <a:chOff x="2582950" y="2526250"/>
              <a:chExt cx="234025" cy="350825"/>
            </a:xfrm>
          </p:grpSpPr>
          <p:sp>
            <p:nvSpPr>
              <p:cNvPr id="289" name="Google Shape;289;p40"/>
              <p:cNvSpPr/>
              <p:nvPr/>
            </p:nvSpPr>
            <p:spPr>
              <a:xfrm>
                <a:off x="2709025" y="2526250"/>
                <a:ext cx="78025" cy="73200"/>
              </a:xfrm>
              <a:custGeom>
                <a:avLst/>
                <a:gdLst/>
                <a:ahLst/>
                <a:cxnLst/>
                <a:rect l="l" t="t" r="r" b="b"/>
                <a:pathLst>
                  <a:path w="3121" h="2928" extrusionOk="0">
                    <a:moveTo>
                      <a:pt x="1559" y="1"/>
                    </a:moveTo>
                    <a:cubicBezTo>
                      <a:pt x="1485" y="1"/>
                      <a:pt x="1410" y="7"/>
                      <a:pt x="1336" y="19"/>
                    </a:cubicBezTo>
                    <a:cubicBezTo>
                      <a:pt x="801" y="105"/>
                      <a:pt x="351" y="488"/>
                      <a:pt x="179" y="997"/>
                    </a:cubicBezTo>
                    <a:cubicBezTo>
                      <a:pt x="1" y="1513"/>
                      <a:pt x="140" y="2108"/>
                      <a:pt x="523" y="2491"/>
                    </a:cubicBezTo>
                    <a:cubicBezTo>
                      <a:pt x="801" y="2769"/>
                      <a:pt x="1177" y="2927"/>
                      <a:pt x="1567" y="2927"/>
                    </a:cubicBezTo>
                    <a:cubicBezTo>
                      <a:pt x="2109" y="2927"/>
                      <a:pt x="2618" y="2616"/>
                      <a:pt x="2863" y="2141"/>
                    </a:cubicBezTo>
                    <a:cubicBezTo>
                      <a:pt x="3121" y="1651"/>
                      <a:pt x="3074" y="1043"/>
                      <a:pt x="2751" y="600"/>
                    </a:cubicBezTo>
                    <a:cubicBezTo>
                      <a:pt x="2472" y="225"/>
                      <a:pt x="2021" y="1"/>
                      <a:pt x="15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90" name="Google Shape;290;p40"/>
              <p:cNvSpPr/>
              <p:nvPr/>
            </p:nvSpPr>
            <p:spPr>
              <a:xfrm>
                <a:off x="2816950" y="2707500"/>
                <a:ext cx="25" cy="850"/>
              </a:xfrm>
              <a:custGeom>
                <a:avLst/>
                <a:gdLst/>
                <a:ahLst/>
                <a:cxnLst/>
                <a:rect l="l" t="t" r="r" b="b"/>
                <a:pathLst>
                  <a:path w="1" h="34" extrusionOk="0">
                    <a:moveTo>
                      <a:pt x="0" y="33"/>
                    </a:moveTo>
                    <a:lnTo>
                      <a:pt x="0" y="33"/>
                    </a:lnTo>
                    <a:cubicBezTo>
                      <a:pt x="0" y="20"/>
                      <a:pt x="0" y="0"/>
                      <a:pt x="0" y="3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91" name="Google Shape;291;p40"/>
              <p:cNvSpPr/>
              <p:nvPr/>
            </p:nvSpPr>
            <p:spPr>
              <a:xfrm>
                <a:off x="2582950" y="2603975"/>
                <a:ext cx="234025" cy="273100"/>
              </a:xfrm>
              <a:custGeom>
                <a:avLst/>
                <a:gdLst/>
                <a:ahLst/>
                <a:cxnLst/>
                <a:rect l="l" t="t" r="r" b="b"/>
                <a:pathLst>
                  <a:path w="9361" h="10924" extrusionOk="0">
                    <a:moveTo>
                      <a:pt x="6575" y="0"/>
                    </a:moveTo>
                    <a:cubicBezTo>
                      <a:pt x="6334" y="0"/>
                      <a:pt x="6080" y="50"/>
                      <a:pt x="5837" y="182"/>
                    </a:cubicBezTo>
                    <a:cubicBezTo>
                      <a:pt x="5559" y="334"/>
                      <a:pt x="5308" y="519"/>
                      <a:pt x="5083" y="737"/>
                    </a:cubicBezTo>
                    <a:cubicBezTo>
                      <a:pt x="5070" y="750"/>
                      <a:pt x="5057" y="763"/>
                      <a:pt x="5044" y="777"/>
                    </a:cubicBezTo>
                    <a:cubicBezTo>
                      <a:pt x="5011" y="803"/>
                      <a:pt x="4984" y="836"/>
                      <a:pt x="4951" y="869"/>
                    </a:cubicBezTo>
                    <a:cubicBezTo>
                      <a:pt x="4925" y="902"/>
                      <a:pt x="4898" y="929"/>
                      <a:pt x="4865" y="962"/>
                    </a:cubicBezTo>
                    <a:cubicBezTo>
                      <a:pt x="4839" y="995"/>
                      <a:pt x="4812" y="1028"/>
                      <a:pt x="4793" y="1054"/>
                    </a:cubicBezTo>
                    <a:cubicBezTo>
                      <a:pt x="4753" y="1101"/>
                      <a:pt x="4720" y="1147"/>
                      <a:pt x="4687" y="1193"/>
                    </a:cubicBezTo>
                    <a:cubicBezTo>
                      <a:pt x="4674" y="1206"/>
                      <a:pt x="4667" y="1220"/>
                      <a:pt x="4654" y="1233"/>
                    </a:cubicBezTo>
                    <a:cubicBezTo>
                      <a:pt x="4561" y="1365"/>
                      <a:pt x="4475" y="1504"/>
                      <a:pt x="4389" y="1649"/>
                    </a:cubicBezTo>
                    <a:cubicBezTo>
                      <a:pt x="4059" y="2244"/>
                      <a:pt x="3841" y="2951"/>
                      <a:pt x="3788" y="3692"/>
                    </a:cubicBezTo>
                    <a:cubicBezTo>
                      <a:pt x="3761" y="4002"/>
                      <a:pt x="3768" y="4326"/>
                      <a:pt x="3808" y="4650"/>
                    </a:cubicBezTo>
                    <a:cubicBezTo>
                      <a:pt x="3775" y="4657"/>
                      <a:pt x="3748" y="4663"/>
                      <a:pt x="3715" y="4677"/>
                    </a:cubicBezTo>
                    <a:cubicBezTo>
                      <a:pt x="3674" y="4692"/>
                      <a:pt x="3621" y="4707"/>
                      <a:pt x="3569" y="4707"/>
                    </a:cubicBezTo>
                    <a:cubicBezTo>
                      <a:pt x="3553" y="4707"/>
                      <a:pt x="3538" y="4706"/>
                      <a:pt x="3523" y="4703"/>
                    </a:cubicBezTo>
                    <a:cubicBezTo>
                      <a:pt x="3464" y="4690"/>
                      <a:pt x="3411" y="4670"/>
                      <a:pt x="3358" y="4644"/>
                    </a:cubicBezTo>
                    <a:cubicBezTo>
                      <a:pt x="3246" y="4597"/>
                      <a:pt x="3133" y="4544"/>
                      <a:pt x="3034" y="4478"/>
                    </a:cubicBezTo>
                    <a:cubicBezTo>
                      <a:pt x="2836" y="4359"/>
                      <a:pt x="2651" y="4234"/>
                      <a:pt x="2472" y="4088"/>
                    </a:cubicBezTo>
                    <a:cubicBezTo>
                      <a:pt x="2256" y="3908"/>
                      <a:pt x="2021" y="3823"/>
                      <a:pt x="1787" y="3823"/>
                    </a:cubicBezTo>
                    <a:cubicBezTo>
                      <a:pt x="1634" y="3823"/>
                      <a:pt x="1482" y="3859"/>
                      <a:pt x="1335" y="3930"/>
                    </a:cubicBezTo>
                    <a:cubicBezTo>
                      <a:pt x="674" y="4247"/>
                      <a:pt x="271" y="4921"/>
                      <a:pt x="113" y="5609"/>
                    </a:cubicBezTo>
                    <a:cubicBezTo>
                      <a:pt x="20" y="6018"/>
                      <a:pt x="0" y="6435"/>
                      <a:pt x="0" y="6851"/>
                    </a:cubicBezTo>
                    <a:cubicBezTo>
                      <a:pt x="0" y="6997"/>
                      <a:pt x="126" y="7122"/>
                      <a:pt x="271" y="7136"/>
                    </a:cubicBezTo>
                    <a:cubicBezTo>
                      <a:pt x="275" y="7136"/>
                      <a:pt x="279" y="7136"/>
                      <a:pt x="283" y="7136"/>
                    </a:cubicBezTo>
                    <a:cubicBezTo>
                      <a:pt x="430" y="7136"/>
                      <a:pt x="556" y="7019"/>
                      <a:pt x="569" y="6871"/>
                    </a:cubicBezTo>
                    <a:cubicBezTo>
                      <a:pt x="602" y="6481"/>
                      <a:pt x="655" y="6085"/>
                      <a:pt x="793" y="5714"/>
                    </a:cubicBezTo>
                    <a:lnTo>
                      <a:pt x="800" y="6045"/>
                    </a:lnTo>
                    <a:lnTo>
                      <a:pt x="317" y="8239"/>
                    </a:lnTo>
                    <a:cubicBezTo>
                      <a:pt x="304" y="8292"/>
                      <a:pt x="317" y="8345"/>
                      <a:pt x="350" y="8385"/>
                    </a:cubicBezTo>
                    <a:cubicBezTo>
                      <a:pt x="384" y="8425"/>
                      <a:pt x="430" y="8444"/>
                      <a:pt x="483" y="8444"/>
                    </a:cubicBezTo>
                    <a:lnTo>
                      <a:pt x="886" y="8444"/>
                    </a:lnTo>
                    <a:lnTo>
                      <a:pt x="992" y="10612"/>
                    </a:lnTo>
                    <a:cubicBezTo>
                      <a:pt x="1005" y="10784"/>
                      <a:pt x="1150" y="10923"/>
                      <a:pt x="1329" y="10923"/>
                    </a:cubicBezTo>
                    <a:cubicBezTo>
                      <a:pt x="1501" y="10923"/>
                      <a:pt x="1653" y="10784"/>
                      <a:pt x="1659" y="10612"/>
                    </a:cubicBezTo>
                    <a:lnTo>
                      <a:pt x="1765" y="8444"/>
                    </a:lnTo>
                    <a:lnTo>
                      <a:pt x="1798" y="8444"/>
                    </a:lnTo>
                    <a:lnTo>
                      <a:pt x="1910" y="10612"/>
                    </a:lnTo>
                    <a:cubicBezTo>
                      <a:pt x="1917" y="10784"/>
                      <a:pt x="2069" y="10923"/>
                      <a:pt x="2241" y="10923"/>
                    </a:cubicBezTo>
                    <a:cubicBezTo>
                      <a:pt x="2419" y="10923"/>
                      <a:pt x="2565" y="10784"/>
                      <a:pt x="2571" y="10612"/>
                    </a:cubicBezTo>
                    <a:lnTo>
                      <a:pt x="2677" y="8444"/>
                    </a:lnTo>
                    <a:lnTo>
                      <a:pt x="3080" y="8444"/>
                    </a:lnTo>
                    <a:cubicBezTo>
                      <a:pt x="3133" y="8444"/>
                      <a:pt x="3180" y="8425"/>
                      <a:pt x="3213" y="8385"/>
                    </a:cubicBezTo>
                    <a:cubicBezTo>
                      <a:pt x="3246" y="8345"/>
                      <a:pt x="3259" y="8292"/>
                      <a:pt x="3252" y="8239"/>
                    </a:cubicBezTo>
                    <a:lnTo>
                      <a:pt x="2770" y="6045"/>
                    </a:lnTo>
                    <a:lnTo>
                      <a:pt x="2783" y="5166"/>
                    </a:lnTo>
                    <a:cubicBezTo>
                      <a:pt x="3017" y="5258"/>
                      <a:pt x="3268" y="5339"/>
                      <a:pt x="3526" y="5339"/>
                    </a:cubicBezTo>
                    <a:cubicBezTo>
                      <a:pt x="3545" y="5339"/>
                      <a:pt x="3564" y="5339"/>
                      <a:pt x="3583" y="5338"/>
                    </a:cubicBezTo>
                    <a:cubicBezTo>
                      <a:pt x="3715" y="5331"/>
                      <a:pt x="3854" y="5298"/>
                      <a:pt x="3966" y="5219"/>
                    </a:cubicBezTo>
                    <a:cubicBezTo>
                      <a:pt x="4013" y="5192"/>
                      <a:pt x="4046" y="5159"/>
                      <a:pt x="4079" y="5126"/>
                    </a:cubicBezTo>
                    <a:cubicBezTo>
                      <a:pt x="4112" y="5139"/>
                      <a:pt x="4151" y="5146"/>
                      <a:pt x="4191" y="5153"/>
                    </a:cubicBezTo>
                    <a:cubicBezTo>
                      <a:pt x="4207" y="5154"/>
                      <a:pt x="4222" y="5155"/>
                      <a:pt x="4238" y="5155"/>
                    </a:cubicBezTo>
                    <a:cubicBezTo>
                      <a:pt x="4463" y="5155"/>
                      <a:pt x="4655" y="4979"/>
                      <a:pt x="4680" y="4756"/>
                    </a:cubicBezTo>
                    <a:lnTo>
                      <a:pt x="4680" y="4736"/>
                    </a:lnTo>
                    <a:cubicBezTo>
                      <a:pt x="4687" y="4644"/>
                      <a:pt x="4693" y="4544"/>
                      <a:pt x="4700" y="4445"/>
                    </a:cubicBezTo>
                    <a:cubicBezTo>
                      <a:pt x="4726" y="4260"/>
                      <a:pt x="4746" y="4075"/>
                      <a:pt x="4779" y="3890"/>
                    </a:cubicBezTo>
                    <a:cubicBezTo>
                      <a:pt x="4852" y="3526"/>
                      <a:pt x="4938" y="3163"/>
                      <a:pt x="5077" y="2819"/>
                    </a:cubicBezTo>
                    <a:cubicBezTo>
                      <a:pt x="5103" y="2760"/>
                      <a:pt x="5123" y="2700"/>
                      <a:pt x="5149" y="2641"/>
                    </a:cubicBezTo>
                    <a:lnTo>
                      <a:pt x="5149" y="3051"/>
                    </a:lnTo>
                    <a:lnTo>
                      <a:pt x="4376" y="6904"/>
                    </a:lnTo>
                    <a:cubicBezTo>
                      <a:pt x="4363" y="6984"/>
                      <a:pt x="4383" y="7063"/>
                      <a:pt x="4436" y="7122"/>
                    </a:cubicBezTo>
                    <a:cubicBezTo>
                      <a:pt x="4482" y="7188"/>
                      <a:pt x="4561" y="7221"/>
                      <a:pt x="4640" y="7221"/>
                    </a:cubicBezTo>
                    <a:lnTo>
                      <a:pt x="5249" y="7221"/>
                    </a:lnTo>
                    <a:lnTo>
                      <a:pt x="5401" y="10414"/>
                    </a:lnTo>
                    <a:cubicBezTo>
                      <a:pt x="5414" y="10679"/>
                      <a:pt x="5639" y="10897"/>
                      <a:pt x="5910" y="10897"/>
                    </a:cubicBezTo>
                    <a:cubicBezTo>
                      <a:pt x="6174" y="10897"/>
                      <a:pt x="6399" y="10679"/>
                      <a:pt x="6412" y="10414"/>
                    </a:cubicBezTo>
                    <a:lnTo>
                      <a:pt x="6577" y="7221"/>
                    </a:lnTo>
                    <a:lnTo>
                      <a:pt x="6643" y="7221"/>
                    </a:lnTo>
                    <a:lnTo>
                      <a:pt x="6795" y="10414"/>
                    </a:lnTo>
                    <a:cubicBezTo>
                      <a:pt x="6815" y="10679"/>
                      <a:pt x="7040" y="10897"/>
                      <a:pt x="7304" y="10897"/>
                    </a:cubicBezTo>
                    <a:cubicBezTo>
                      <a:pt x="7569" y="10897"/>
                      <a:pt x="7800" y="10685"/>
                      <a:pt x="7813" y="10414"/>
                    </a:cubicBezTo>
                    <a:lnTo>
                      <a:pt x="7979" y="7221"/>
                    </a:lnTo>
                    <a:lnTo>
                      <a:pt x="8580" y="7221"/>
                    </a:lnTo>
                    <a:cubicBezTo>
                      <a:pt x="8659" y="7221"/>
                      <a:pt x="8732" y="7188"/>
                      <a:pt x="8785" y="7122"/>
                    </a:cubicBezTo>
                    <a:cubicBezTo>
                      <a:pt x="8831" y="7063"/>
                      <a:pt x="8851" y="6984"/>
                      <a:pt x="8838" y="6904"/>
                    </a:cubicBezTo>
                    <a:lnTo>
                      <a:pt x="8065" y="2991"/>
                    </a:lnTo>
                    <a:lnTo>
                      <a:pt x="8065" y="2661"/>
                    </a:lnTo>
                    <a:cubicBezTo>
                      <a:pt x="8078" y="2687"/>
                      <a:pt x="8091" y="2720"/>
                      <a:pt x="8104" y="2746"/>
                    </a:cubicBezTo>
                    <a:cubicBezTo>
                      <a:pt x="8131" y="2813"/>
                      <a:pt x="8150" y="2872"/>
                      <a:pt x="8170" y="2932"/>
                    </a:cubicBezTo>
                    <a:cubicBezTo>
                      <a:pt x="8236" y="3136"/>
                      <a:pt x="8296" y="3348"/>
                      <a:pt x="8342" y="3559"/>
                    </a:cubicBezTo>
                    <a:cubicBezTo>
                      <a:pt x="8362" y="3645"/>
                      <a:pt x="8375" y="3725"/>
                      <a:pt x="8395" y="3811"/>
                    </a:cubicBezTo>
                    <a:cubicBezTo>
                      <a:pt x="8435" y="4088"/>
                      <a:pt x="8468" y="4366"/>
                      <a:pt x="8488" y="4650"/>
                    </a:cubicBezTo>
                    <a:lnTo>
                      <a:pt x="8494" y="4670"/>
                    </a:lnTo>
                    <a:cubicBezTo>
                      <a:pt x="8514" y="4891"/>
                      <a:pt x="8705" y="5067"/>
                      <a:pt x="8931" y="5067"/>
                    </a:cubicBezTo>
                    <a:cubicBezTo>
                      <a:pt x="8935" y="5067"/>
                      <a:pt x="8940" y="5067"/>
                      <a:pt x="8944" y="5067"/>
                    </a:cubicBezTo>
                    <a:cubicBezTo>
                      <a:pt x="9175" y="5053"/>
                      <a:pt x="9354" y="4862"/>
                      <a:pt x="9360" y="4637"/>
                    </a:cubicBezTo>
                    <a:cubicBezTo>
                      <a:pt x="9360" y="4486"/>
                      <a:pt x="9360" y="4341"/>
                      <a:pt x="9360" y="4197"/>
                    </a:cubicBezTo>
                    <a:cubicBezTo>
                      <a:pt x="9360" y="4197"/>
                      <a:pt x="9360" y="4192"/>
                      <a:pt x="9360" y="4187"/>
                    </a:cubicBezTo>
                    <a:cubicBezTo>
                      <a:pt x="9360" y="4181"/>
                      <a:pt x="9360" y="4181"/>
                      <a:pt x="9360" y="4174"/>
                    </a:cubicBezTo>
                    <a:cubicBezTo>
                      <a:pt x="9354" y="4016"/>
                      <a:pt x="9347" y="3857"/>
                      <a:pt x="9340" y="3698"/>
                    </a:cubicBezTo>
                    <a:cubicBezTo>
                      <a:pt x="9327" y="3599"/>
                      <a:pt x="9320" y="3500"/>
                      <a:pt x="9307" y="3401"/>
                    </a:cubicBezTo>
                    <a:cubicBezTo>
                      <a:pt x="9274" y="3150"/>
                      <a:pt x="9228" y="2892"/>
                      <a:pt x="9175" y="2641"/>
                    </a:cubicBezTo>
                    <a:cubicBezTo>
                      <a:pt x="9155" y="2568"/>
                      <a:pt x="9135" y="2489"/>
                      <a:pt x="9116" y="2409"/>
                    </a:cubicBezTo>
                    <a:cubicBezTo>
                      <a:pt x="9089" y="2337"/>
                      <a:pt x="9069" y="2257"/>
                      <a:pt x="9043" y="2185"/>
                    </a:cubicBezTo>
                    <a:cubicBezTo>
                      <a:pt x="8970" y="1993"/>
                      <a:pt x="8891" y="1847"/>
                      <a:pt x="8805" y="1662"/>
                    </a:cubicBezTo>
                    <a:cubicBezTo>
                      <a:pt x="8752" y="1557"/>
                      <a:pt x="8692" y="1451"/>
                      <a:pt x="8626" y="1345"/>
                    </a:cubicBezTo>
                    <a:cubicBezTo>
                      <a:pt x="8322" y="863"/>
                      <a:pt x="7912" y="446"/>
                      <a:pt x="7390" y="188"/>
                    </a:cubicBezTo>
                    <a:cubicBezTo>
                      <a:pt x="7184" y="87"/>
                      <a:pt x="6892" y="0"/>
                      <a:pt x="65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92" name="Google Shape;292;p40"/>
              <p:cNvSpPr/>
              <p:nvPr/>
            </p:nvSpPr>
            <p:spPr>
              <a:xfrm>
                <a:off x="2603425" y="2650200"/>
                <a:ext cx="49125" cy="48050"/>
              </a:xfrm>
              <a:custGeom>
                <a:avLst/>
                <a:gdLst/>
                <a:ahLst/>
                <a:cxnLst/>
                <a:rect l="l" t="t" r="r" b="b"/>
                <a:pathLst>
                  <a:path w="1965" h="1922" extrusionOk="0">
                    <a:moveTo>
                      <a:pt x="978" y="0"/>
                    </a:moveTo>
                    <a:cubicBezTo>
                      <a:pt x="945" y="0"/>
                      <a:pt x="912" y="2"/>
                      <a:pt x="880" y="5"/>
                    </a:cubicBezTo>
                    <a:cubicBezTo>
                      <a:pt x="622" y="38"/>
                      <a:pt x="384" y="177"/>
                      <a:pt x="226" y="382"/>
                    </a:cubicBezTo>
                    <a:cubicBezTo>
                      <a:pt x="67" y="593"/>
                      <a:pt x="1" y="871"/>
                      <a:pt x="47" y="1129"/>
                    </a:cubicBezTo>
                    <a:cubicBezTo>
                      <a:pt x="126" y="1578"/>
                      <a:pt x="530" y="1922"/>
                      <a:pt x="992" y="1922"/>
                    </a:cubicBezTo>
                    <a:cubicBezTo>
                      <a:pt x="1250" y="1922"/>
                      <a:pt x="1508" y="1810"/>
                      <a:pt x="1686" y="1618"/>
                    </a:cubicBezTo>
                    <a:cubicBezTo>
                      <a:pt x="1871" y="1426"/>
                      <a:pt x="1964" y="1168"/>
                      <a:pt x="1951" y="904"/>
                    </a:cubicBezTo>
                    <a:cubicBezTo>
                      <a:pt x="1931" y="640"/>
                      <a:pt x="1812" y="395"/>
                      <a:pt x="1607" y="230"/>
                    </a:cubicBezTo>
                    <a:cubicBezTo>
                      <a:pt x="1434" y="80"/>
                      <a:pt x="1205" y="0"/>
                      <a:pt x="9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293" name="Google Shape;293;p40"/>
          <p:cNvSpPr txBox="1">
            <a:spLocks noGrp="1"/>
          </p:cNvSpPr>
          <p:nvPr>
            <p:ph type="title"/>
          </p:nvPr>
        </p:nvSpPr>
        <p:spPr>
          <a:xfrm>
            <a:off x="2512200" y="514275"/>
            <a:ext cx="4119600" cy="101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WHOA!</a:t>
            </a: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97"/>
        <p:cNvGrpSpPr/>
        <p:nvPr/>
      </p:nvGrpSpPr>
      <p:grpSpPr>
        <a:xfrm>
          <a:off x="0" y="0"/>
          <a:ext cx="0" cy="0"/>
          <a:chOff x="0" y="0"/>
          <a:chExt cx="0" cy="0"/>
        </a:xfrm>
      </p:grpSpPr>
      <p:pic>
        <p:nvPicPr>
          <p:cNvPr id="298" name="Google Shape;298;p41"/>
          <p:cNvPicPr preferRelativeResize="0"/>
          <p:nvPr/>
        </p:nvPicPr>
        <p:blipFill>
          <a:blip r:embed="rId3">
            <a:alphaModFix/>
          </a:blip>
          <a:stretch>
            <a:fillRect/>
          </a:stretch>
        </p:blipFill>
        <p:spPr>
          <a:xfrm>
            <a:off x="0" y="0"/>
            <a:ext cx="3433283" cy="5143500"/>
          </a:xfrm>
          <a:prstGeom prst="rect">
            <a:avLst/>
          </a:prstGeom>
          <a:noFill/>
          <a:ln>
            <a:noFill/>
          </a:ln>
        </p:spPr>
      </p:pic>
      <p:sp>
        <p:nvSpPr>
          <p:cNvPr id="299" name="Google Shape;299;p41"/>
          <p:cNvSpPr txBox="1">
            <a:spLocks noGrp="1"/>
          </p:cNvSpPr>
          <p:nvPr>
            <p:ph type="subTitle" idx="1"/>
          </p:nvPr>
        </p:nvSpPr>
        <p:spPr>
          <a:xfrm>
            <a:off x="3769750" y="3054175"/>
            <a:ext cx="4661100" cy="1218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cxnSp>
        <p:nvCxnSpPr>
          <p:cNvPr id="300" name="Google Shape;300;p41"/>
          <p:cNvCxnSpPr/>
          <p:nvPr/>
        </p:nvCxnSpPr>
        <p:spPr>
          <a:xfrm>
            <a:off x="4166650" y="2863675"/>
            <a:ext cx="3867300" cy="0"/>
          </a:xfrm>
          <a:prstGeom prst="straightConnector1">
            <a:avLst/>
          </a:prstGeom>
          <a:noFill/>
          <a:ln w="9525" cap="flat" cmpd="sng">
            <a:solidFill>
              <a:schemeClr val="dk1"/>
            </a:solidFill>
            <a:prstDash val="solid"/>
            <a:round/>
            <a:headEnd type="none" w="med" len="med"/>
            <a:tailEnd type="none" w="med" len="med"/>
          </a:ln>
        </p:spPr>
      </p:cxnSp>
      <p:grpSp>
        <p:nvGrpSpPr>
          <p:cNvPr id="301" name="Google Shape;301;p41"/>
          <p:cNvGrpSpPr/>
          <p:nvPr/>
        </p:nvGrpSpPr>
        <p:grpSpPr>
          <a:xfrm>
            <a:off x="6120012" y="977662"/>
            <a:ext cx="817020" cy="675324"/>
            <a:chOff x="5943325" y="1191125"/>
            <a:chExt cx="817020" cy="675324"/>
          </a:xfrm>
        </p:grpSpPr>
        <p:sp>
          <p:nvSpPr>
            <p:cNvPr id="302" name="Google Shape;302;p41"/>
            <p:cNvSpPr/>
            <p:nvPr/>
          </p:nvSpPr>
          <p:spPr>
            <a:xfrm>
              <a:off x="5943325" y="1191125"/>
              <a:ext cx="817020" cy="675324"/>
            </a:xfrm>
            <a:prstGeom prst="cloud">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41"/>
            <p:cNvSpPr/>
            <p:nvPr/>
          </p:nvSpPr>
          <p:spPr>
            <a:xfrm>
              <a:off x="5994682" y="1233539"/>
              <a:ext cx="714420" cy="590544"/>
            </a:xfrm>
            <a:prstGeom prst="clou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4" name="Google Shape;304;p41"/>
            <p:cNvGrpSpPr/>
            <p:nvPr/>
          </p:nvGrpSpPr>
          <p:grpSpPr>
            <a:xfrm>
              <a:off x="6209120" y="1382653"/>
              <a:ext cx="285761" cy="292060"/>
              <a:chOff x="4072473" y="2031100"/>
              <a:chExt cx="300579" cy="307206"/>
            </a:xfrm>
          </p:grpSpPr>
          <p:sp>
            <p:nvSpPr>
              <p:cNvPr id="305" name="Google Shape;305;p41"/>
              <p:cNvSpPr/>
              <p:nvPr/>
            </p:nvSpPr>
            <p:spPr>
              <a:xfrm>
                <a:off x="4100741" y="2031100"/>
                <a:ext cx="63126" cy="63001"/>
              </a:xfrm>
              <a:custGeom>
                <a:avLst/>
                <a:gdLst/>
                <a:ahLst/>
                <a:cxnLst/>
                <a:rect l="l" t="t" r="r" b="b"/>
                <a:pathLst>
                  <a:path w="3028" h="3022" extrusionOk="0">
                    <a:moveTo>
                      <a:pt x="1514" y="1"/>
                    </a:moveTo>
                    <a:cubicBezTo>
                      <a:pt x="681" y="1"/>
                      <a:pt x="0" y="675"/>
                      <a:pt x="0" y="1515"/>
                    </a:cubicBezTo>
                    <a:cubicBezTo>
                      <a:pt x="0" y="2348"/>
                      <a:pt x="681" y="3022"/>
                      <a:pt x="1514" y="3022"/>
                    </a:cubicBezTo>
                    <a:cubicBezTo>
                      <a:pt x="2353" y="3022"/>
                      <a:pt x="3027" y="2348"/>
                      <a:pt x="3027" y="1515"/>
                    </a:cubicBezTo>
                    <a:cubicBezTo>
                      <a:pt x="3027" y="675"/>
                      <a:pt x="2353" y="1"/>
                      <a:pt x="15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06" name="Google Shape;306;p41"/>
              <p:cNvSpPr/>
              <p:nvPr/>
            </p:nvSpPr>
            <p:spPr>
              <a:xfrm>
                <a:off x="4281522" y="2040481"/>
                <a:ext cx="65482" cy="62584"/>
              </a:xfrm>
              <a:custGeom>
                <a:avLst/>
                <a:gdLst/>
                <a:ahLst/>
                <a:cxnLst/>
                <a:rect l="l" t="t" r="r" b="b"/>
                <a:pathLst>
                  <a:path w="3141" h="3002" extrusionOk="0">
                    <a:moveTo>
                      <a:pt x="1569" y="0"/>
                    </a:moveTo>
                    <a:cubicBezTo>
                      <a:pt x="1046" y="0"/>
                      <a:pt x="553" y="277"/>
                      <a:pt x="285" y="728"/>
                    </a:cubicBezTo>
                    <a:cubicBezTo>
                      <a:pt x="7" y="1184"/>
                      <a:pt x="1" y="1772"/>
                      <a:pt x="258" y="2235"/>
                    </a:cubicBezTo>
                    <a:cubicBezTo>
                      <a:pt x="516" y="2697"/>
                      <a:pt x="1012" y="2988"/>
                      <a:pt x="1534" y="3001"/>
                    </a:cubicBezTo>
                    <a:lnTo>
                      <a:pt x="1567" y="3001"/>
                    </a:lnTo>
                    <a:cubicBezTo>
                      <a:pt x="2096" y="3001"/>
                      <a:pt x="2592" y="2717"/>
                      <a:pt x="2863" y="2261"/>
                    </a:cubicBezTo>
                    <a:cubicBezTo>
                      <a:pt x="3134" y="1805"/>
                      <a:pt x="3140" y="1217"/>
                      <a:pt x="2869" y="754"/>
                    </a:cubicBezTo>
                    <a:cubicBezTo>
                      <a:pt x="2605" y="298"/>
                      <a:pt x="2109"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07" name="Google Shape;307;p41"/>
              <p:cNvSpPr/>
              <p:nvPr/>
            </p:nvSpPr>
            <p:spPr>
              <a:xfrm>
                <a:off x="4072473" y="2095891"/>
                <a:ext cx="300579" cy="242415"/>
              </a:xfrm>
              <a:custGeom>
                <a:avLst/>
                <a:gdLst/>
                <a:ahLst/>
                <a:cxnLst/>
                <a:rect l="l" t="t" r="r" b="b"/>
                <a:pathLst>
                  <a:path w="14418" h="11628" extrusionOk="0">
                    <a:moveTo>
                      <a:pt x="2887" y="1"/>
                    </a:moveTo>
                    <a:cubicBezTo>
                      <a:pt x="2695" y="1"/>
                      <a:pt x="2506" y="20"/>
                      <a:pt x="2334" y="53"/>
                    </a:cubicBezTo>
                    <a:cubicBezTo>
                      <a:pt x="2308" y="59"/>
                      <a:pt x="2281" y="66"/>
                      <a:pt x="2248" y="72"/>
                    </a:cubicBezTo>
                    <a:cubicBezTo>
                      <a:pt x="2182" y="92"/>
                      <a:pt x="2103" y="119"/>
                      <a:pt x="2010" y="158"/>
                    </a:cubicBezTo>
                    <a:cubicBezTo>
                      <a:pt x="1832" y="231"/>
                      <a:pt x="1587" y="363"/>
                      <a:pt x="1343" y="562"/>
                    </a:cubicBezTo>
                    <a:cubicBezTo>
                      <a:pt x="1224" y="661"/>
                      <a:pt x="1098" y="780"/>
                      <a:pt x="986" y="912"/>
                    </a:cubicBezTo>
                    <a:cubicBezTo>
                      <a:pt x="867" y="1044"/>
                      <a:pt x="755" y="1190"/>
                      <a:pt x="662" y="1348"/>
                    </a:cubicBezTo>
                    <a:cubicBezTo>
                      <a:pt x="464" y="1665"/>
                      <a:pt x="312" y="2022"/>
                      <a:pt x="212" y="2386"/>
                    </a:cubicBezTo>
                    <a:cubicBezTo>
                      <a:pt x="107" y="2743"/>
                      <a:pt x="54" y="3107"/>
                      <a:pt x="27" y="3437"/>
                    </a:cubicBezTo>
                    <a:cubicBezTo>
                      <a:pt x="1" y="3774"/>
                      <a:pt x="1" y="4085"/>
                      <a:pt x="8" y="4343"/>
                    </a:cubicBezTo>
                    <a:cubicBezTo>
                      <a:pt x="21" y="4607"/>
                      <a:pt x="41" y="4819"/>
                      <a:pt x="54" y="4971"/>
                    </a:cubicBezTo>
                    <a:cubicBezTo>
                      <a:pt x="67" y="5123"/>
                      <a:pt x="80" y="5209"/>
                      <a:pt x="80" y="5209"/>
                    </a:cubicBezTo>
                    <a:cubicBezTo>
                      <a:pt x="112" y="5432"/>
                      <a:pt x="298" y="5599"/>
                      <a:pt x="518" y="5599"/>
                    </a:cubicBezTo>
                    <a:cubicBezTo>
                      <a:pt x="526" y="5599"/>
                      <a:pt x="535" y="5599"/>
                      <a:pt x="543" y="5599"/>
                    </a:cubicBezTo>
                    <a:cubicBezTo>
                      <a:pt x="794" y="5592"/>
                      <a:pt x="986" y="5380"/>
                      <a:pt x="973" y="5129"/>
                    </a:cubicBezTo>
                    <a:cubicBezTo>
                      <a:pt x="973" y="5129"/>
                      <a:pt x="973" y="5050"/>
                      <a:pt x="966" y="4918"/>
                    </a:cubicBezTo>
                    <a:cubicBezTo>
                      <a:pt x="966" y="4779"/>
                      <a:pt x="966" y="4581"/>
                      <a:pt x="979" y="4349"/>
                    </a:cubicBezTo>
                    <a:cubicBezTo>
                      <a:pt x="986" y="4111"/>
                      <a:pt x="1012" y="3847"/>
                      <a:pt x="1059" y="3563"/>
                    </a:cubicBezTo>
                    <a:cubicBezTo>
                      <a:pt x="1105" y="3285"/>
                      <a:pt x="1178" y="2994"/>
                      <a:pt x="1277" y="2730"/>
                    </a:cubicBezTo>
                    <a:cubicBezTo>
                      <a:pt x="1336" y="2578"/>
                      <a:pt x="1402" y="2432"/>
                      <a:pt x="1475" y="2300"/>
                    </a:cubicBezTo>
                    <a:lnTo>
                      <a:pt x="1475" y="2300"/>
                    </a:lnTo>
                    <a:lnTo>
                      <a:pt x="1145" y="5030"/>
                    </a:lnTo>
                    <a:cubicBezTo>
                      <a:pt x="1131" y="5162"/>
                      <a:pt x="1125" y="5314"/>
                      <a:pt x="1145" y="5453"/>
                    </a:cubicBezTo>
                    <a:cubicBezTo>
                      <a:pt x="1178" y="5737"/>
                      <a:pt x="1283" y="5995"/>
                      <a:pt x="1429" y="6220"/>
                    </a:cubicBezTo>
                    <a:lnTo>
                      <a:pt x="1667" y="11131"/>
                    </a:lnTo>
                    <a:cubicBezTo>
                      <a:pt x="1680" y="11396"/>
                      <a:pt x="1891" y="11614"/>
                      <a:pt x="2162" y="11627"/>
                    </a:cubicBezTo>
                    <a:cubicBezTo>
                      <a:pt x="2171" y="11627"/>
                      <a:pt x="2179" y="11627"/>
                      <a:pt x="2187" y="11627"/>
                    </a:cubicBezTo>
                    <a:cubicBezTo>
                      <a:pt x="2467" y="11627"/>
                      <a:pt x="2698" y="11407"/>
                      <a:pt x="2711" y="11131"/>
                    </a:cubicBezTo>
                    <a:lnTo>
                      <a:pt x="2876" y="7416"/>
                    </a:lnTo>
                    <a:lnTo>
                      <a:pt x="3048" y="11131"/>
                    </a:lnTo>
                    <a:cubicBezTo>
                      <a:pt x="3061" y="11396"/>
                      <a:pt x="3280" y="11614"/>
                      <a:pt x="3551" y="11627"/>
                    </a:cubicBezTo>
                    <a:cubicBezTo>
                      <a:pt x="3559" y="11627"/>
                      <a:pt x="3567" y="11627"/>
                      <a:pt x="3575" y="11627"/>
                    </a:cubicBezTo>
                    <a:cubicBezTo>
                      <a:pt x="3855" y="11627"/>
                      <a:pt x="4086" y="11407"/>
                      <a:pt x="4099" y="11131"/>
                    </a:cubicBezTo>
                    <a:lnTo>
                      <a:pt x="4324" y="6200"/>
                    </a:lnTo>
                    <a:cubicBezTo>
                      <a:pt x="4542" y="5870"/>
                      <a:pt x="4648" y="5460"/>
                      <a:pt x="4595" y="5030"/>
                    </a:cubicBezTo>
                    <a:lnTo>
                      <a:pt x="4271" y="2333"/>
                    </a:lnTo>
                    <a:lnTo>
                      <a:pt x="4271" y="2333"/>
                    </a:lnTo>
                    <a:cubicBezTo>
                      <a:pt x="4337" y="2452"/>
                      <a:pt x="4397" y="2584"/>
                      <a:pt x="4450" y="2730"/>
                    </a:cubicBezTo>
                    <a:cubicBezTo>
                      <a:pt x="4555" y="2994"/>
                      <a:pt x="4621" y="3285"/>
                      <a:pt x="4668" y="3563"/>
                    </a:cubicBezTo>
                    <a:cubicBezTo>
                      <a:pt x="4714" y="3847"/>
                      <a:pt x="4740" y="4111"/>
                      <a:pt x="4754" y="4349"/>
                    </a:cubicBezTo>
                    <a:cubicBezTo>
                      <a:pt x="4760" y="4581"/>
                      <a:pt x="4760" y="4779"/>
                      <a:pt x="4760" y="4918"/>
                    </a:cubicBezTo>
                    <a:cubicBezTo>
                      <a:pt x="4754" y="5050"/>
                      <a:pt x="4754" y="5129"/>
                      <a:pt x="4754" y="5129"/>
                    </a:cubicBezTo>
                    <a:cubicBezTo>
                      <a:pt x="4747" y="5341"/>
                      <a:pt x="4886" y="5532"/>
                      <a:pt x="5091" y="5585"/>
                    </a:cubicBezTo>
                    <a:cubicBezTo>
                      <a:pt x="5256" y="5770"/>
                      <a:pt x="5441" y="5922"/>
                      <a:pt x="5666" y="6028"/>
                    </a:cubicBezTo>
                    <a:cubicBezTo>
                      <a:pt x="5845" y="6115"/>
                      <a:pt x="6045" y="6156"/>
                      <a:pt x="6243" y="6156"/>
                    </a:cubicBezTo>
                    <a:cubicBezTo>
                      <a:pt x="6271" y="6156"/>
                      <a:pt x="6299" y="6155"/>
                      <a:pt x="6327" y="6154"/>
                    </a:cubicBezTo>
                    <a:lnTo>
                      <a:pt x="6327" y="6887"/>
                    </a:lnTo>
                    <a:lnTo>
                      <a:pt x="6333" y="7006"/>
                    </a:lnTo>
                    <a:lnTo>
                      <a:pt x="5838" y="9241"/>
                    </a:lnTo>
                    <a:cubicBezTo>
                      <a:pt x="5824" y="9294"/>
                      <a:pt x="5838" y="9346"/>
                      <a:pt x="5871" y="9386"/>
                    </a:cubicBezTo>
                    <a:cubicBezTo>
                      <a:pt x="5904" y="9432"/>
                      <a:pt x="5957" y="9452"/>
                      <a:pt x="6010" y="9452"/>
                    </a:cubicBezTo>
                    <a:lnTo>
                      <a:pt x="6380" y="9452"/>
                    </a:lnTo>
                    <a:lnTo>
                      <a:pt x="6466" y="11336"/>
                    </a:lnTo>
                    <a:cubicBezTo>
                      <a:pt x="6472" y="11501"/>
                      <a:pt x="6611" y="11627"/>
                      <a:pt x="6770" y="11627"/>
                    </a:cubicBezTo>
                    <a:cubicBezTo>
                      <a:pt x="6928" y="11627"/>
                      <a:pt x="7067" y="11501"/>
                      <a:pt x="7074" y="11343"/>
                    </a:cubicBezTo>
                    <a:lnTo>
                      <a:pt x="7180" y="9452"/>
                    </a:lnTo>
                    <a:lnTo>
                      <a:pt x="7219" y="9452"/>
                    </a:lnTo>
                    <a:lnTo>
                      <a:pt x="7305" y="11336"/>
                    </a:lnTo>
                    <a:cubicBezTo>
                      <a:pt x="7312" y="11501"/>
                      <a:pt x="7444" y="11627"/>
                      <a:pt x="7609" y="11627"/>
                    </a:cubicBezTo>
                    <a:cubicBezTo>
                      <a:pt x="7768" y="11627"/>
                      <a:pt x="7900" y="11501"/>
                      <a:pt x="7907" y="11343"/>
                    </a:cubicBezTo>
                    <a:lnTo>
                      <a:pt x="8012" y="9452"/>
                    </a:lnTo>
                    <a:lnTo>
                      <a:pt x="8383" y="9452"/>
                    </a:lnTo>
                    <a:cubicBezTo>
                      <a:pt x="8436" y="9452"/>
                      <a:pt x="8482" y="9432"/>
                      <a:pt x="8515" y="9386"/>
                    </a:cubicBezTo>
                    <a:cubicBezTo>
                      <a:pt x="8548" y="9346"/>
                      <a:pt x="8561" y="9294"/>
                      <a:pt x="8554" y="9241"/>
                    </a:cubicBezTo>
                    <a:lnTo>
                      <a:pt x="8072" y="7046"/>
                    </a:lnTo>
                    <a:lnTo>
                      <a:pt x="8079" y="6914"/>
                    </a:lnTo>
                    <a:lnTo>
                      <a:pt x="8079" y="6154"/>
                    </a:lnTo>
                    <a:cubicBezTo>
                      <a:pt x="8106" y="6155"/>
                      <a:pt x="8133" y="6156"/>
                      <a:pt x="8161" y="6156"/>
                    </a:cubicBezTo>
                    <a:cubicBezTo>
                      <a:pt x="8354" y="6156"/>
                      <a:pt x="8554" y="6116"/>
                      <a:pt x="8733" y="6035"/>
                    </a:cubicBezTo>
                    <a:cubicBezTo>
                      <a:pt x="8898" y="5962"/>
                      <a:pt x="9037" y="5856"/>
                      <a:pt x="9163" y="5737"/>
                    </a:cubicBezTo>
                    <a:cubicBezTo>
                      <a:pt x="9167" y="5737"/>
                      <a:pt x="9171" y="5737"/>
                      <a:pt x="9175" y="5737"/>
                    </a:cubicBezTo>
                    <a:cubicBezTo>
                      <a:pt x="9401" y="5737"/>
                      <a:pt x="9599" y="5555"/>
                      <a:pt x="9619" y="5327"/>
                    </a:cubicBezTo>
                    <a:cubicBezTo>
                      <a:pt x="9625" y="5222"/>
                      <a:pt x="9632" y="5109"/>
                      <a:pt x="9645" y="4997"/>
                    </a:cubicBezTo>
                    <a:cubicBezTo>
                      <a:pt x="9665" y="4825"/>
                      <a:pt x="9685" y="4653"/>
                      <a:pt x="9711" y="4481"/>
                    </a:cubicBezTo>
                    <a:cubicBezTo>
                      <a:pt x="9771" y="4118"/>
                      <a:pt x="9870" y="3761"/>
                      <a:pt x="9996" y="3417"/>
                    </a:cubicBezTo>
                    <a:cubicBezTo>
                      <a:pt x="10029" y="3331"/>
                      <a:pt x="10062" y="3245"/>
                      <a:pt x="10101" y="3166"/>
                    </a:cubicBezTo>
                    <a:lnTo>
                      <a:pt x="10114" y="4224"/>
                    </a:lnTo>
                    <a:lnTo>
                      <a:pt x="9262" y="8064"/>
                    </a:lnTo>
                    <a:cubicBezTo>
                      <a:pt x="9249" y="8157"/>
                      <a:pt x="9268" y="8243"/>
                      <a:pt x="9328" y="8315"/>
                    </a:cubicBezTo>
                    <a:cubicBezTo>
                      <a:pt x="9381" y="8388"/>
                      <a:pt x="9467" y="8428"/>
                      <a:pt x="9559" y="8428"/>
                    </a:cubicBezTo>
                    <a:lnTo>
                      <a:pt x="10233" y="8428"/>
                    </a:lnTo>
                    <a:lnTo>
                      <a:pt x="10366" y="11131"/>
                    </a:lnTo>
                    <a:cubicBezTo>
                      <a:pt x="10379" y="11409"/>
                      <a:pt x="10610" y="11627"/>
                      <a:pt x="10881" y="11627"/>
                    </a:cubicBezTo>
                    <a:cubicBezTo>
                      <a:pt x="11152" y="11627"/>
                      <a:pt x="11384" y="11415"/>
                      <a:pt x="11403" y="11144"/>
                    </a:cubicBezTo>
                    <a:cubicBezTo>
                      <a:pt x="11403" y="11138"/>
                      <a:pt x="11403" y="11138"/>
                      <a:pt x="11403" y="11138"/>
                    </a:cubicBezTo>
                    <a:lnTo>
                      <a:pt x="11542" y="8428"/>
                    </a:lnTo>
                    <a:lnTo>
                      <a:pt x="11668" y="8428"/>
                    </a:lnTo>
                    <a:lnTo>
                      <a:pt x="11800" y="11131"/>
                    </a:lnTo>
                    <a:cubicBezTo>
                      <a:pt x="11813" y="11409"/>
                      <a:pt x="12045" y="11627"/>
                      <a:pt x="12316" y="11627"/>
                    </a:cubicBezTo>
                    <a:cubicBezTo>
                      <a:pt x="12587" y="11627"/>
                      <a:pt x="12818" y="11415"/>
                      <a:pt x="12838" y="11144"/>
                    </a:cubicBezTo>
                    <a:cubicBezTo>
                      <a:pt x="12838" y="11138"/>
                      <a:pt x="12838" y="11138"/>
                      <a:pt x="12838" y="11138"/>
                    </a:cubicBezTo>
                    <a:lnTo>
                      <a:pt x="12977" y="8428"/>
                    </a:lnTo>
                    <a:lnTo>
                      <a:pt x="13631" y="8428"/>
                    </a:lnTo>
                    <a:cubicBezTo>
                      <a:pt x="13717" y="8428"/>
                      <a:pt x="13803" y="8388"/>
                      <a:pt x="13862" y="8315"/>
                    </a:cubicBezTo>
                    <a:cubicBezTo>
                      <a:pt x="13922" y="8249"/>
                      <a:pt x="13942" y="8157"/>
                      <a:pt x="13922" y="8064"/>
                    </a:cubicBezTo>
                    <a:lnTo>
                      <a:pt x="13082" y="4204"/>
                    </a:lnTo>
                    <a:lnTo>
                      <a:pt x="13096" y="3159"/>
                    </a:lnTo>
                    <a:cubicBezTo>
                      <a:pt x="13241" y="3510"/>
                      <a:pt x="13334" y="3933"/>
                      <a:pt x="13406" y="4303"/>
                    </a:cubicBezTo>
                    <a:cubicBezTo>
                      <a:pt x="13466" y="4620"/>
                      <a:pt x="13499" y="4944"/>
                      <a:pt x="13525" y="5261"/>
                    </a:cubicBezTo>
                    <a:cubicBezTo>
                      <a:pt x="13525" y="5268"/>
                      <a:pt x="13525" y="5281"/>
                      <a:pt x="13525" y="5288"/>
                    </a:cubicBezTo>
                    <a:cubicBezTo>
                      <a:pt x="13544" y="5511"/>
                      <a:pt x="13743" y="5692"/>
                      <a:pt x="13965" y="5692"/>
                    </a:cubicBezTo>
                    <a:cubicBezTo>
                      <a:pt x="13972" y="5692"/>
                      <a:pt x="13980" y="5691"/>
                      <a:pt x="13988" y="5691"/>
                    </a:cubicBezTo>
                    <a:cubicBezTo>
                      <a:pt x="14226" y="5684"/>
                      <a:pt x="14411" y="5486"/>
                      <a:pt x="14418" y="5255"/>
                    </a:cubicBezTo>
                    <a:cubicBezTo>
                      <a:pt x="14418" y="5103"/>
                      <a:pt x="14418" y="4951"/>
                      <a:pt x="14418" y="4805"/>
                    </a:cubicBezTo>
                    <a:lnTo>
                      <a:pt x="14418" y="4792"/>
                    </a:lnTo>
                    <a:cubicBezTo>
                      <a:pt x="14418" y="4784"/>
                      <a:pt x="14418" y="4777"/>
                      <a:pt x="14418" y="4772"/>
                    </a:cubicBezTo>
                    <a:cubicBezTo>
                      <a:pt x="14404" y="4422"/>
                      <a:pt x="14385" y="4072"/>
                      <a:pt x="14325" y="3721"/>
                    </a:cubicBezTo>
                    <a:cubicBezTo>
                      <a:pt x="14272" y="3344"/>
                      <a:pt x="14180" y="2981"/>
                      <a:pt x="14048" y="2624"/>
                    </a:cubicBezTo>
                    <a:cubicBezTo>
                      <a:pt x="13803" y="1943"/>
                      <a:pt x="13387" y="1295"/>
                      <a:pt x="12792" y="879"/>
                    </a:cubicBezTo>
                    <a:cubicBezTo>
                      <a:pt x="12666" y="793"/>
                      <a:pt x="12534" y="720"/>
                      <a:pt x="12402" y="648"/>
                    </a:cubicBezTo>
                    <a:cubicBezTo>
                      <a:pt x="12146" y="508"/>
                      <a:pt x="11873" y="438"/>
                      <a:pt x="11599" y="438"/>
                    </a:cubicBezTo>
                    <a:cubicBezTo>
                      <a:pt x="11329" y="438"/>
                      <a:pt x="11058" y="506"/>
                      <a:pt x="10802" y="641"/>
                    </a:cubicBezTo>
                    <a:cubicBezTo>
                      <a:pt x="10174" y="978"/>
                      <a:pt x="9665" y="1513"/>
                      <a:pt x="9334" y="2135"/>
                    </a:cubicBezTo>
                    <a:cubicBezTo>
                      <a:pt x="9163" y="2465"/>
                      <a:pt x="9037" y="2822"/>
                      <a:pt x="8938" y="3186"/>
                    </a:cubicBezTo>
                    <a:cubicBezTo>
                      <a:pt x="8845" y="3549"/>
                      <a:pt x="8792" y="3920"/>
                      <a:pt x="8753" y="4290"/>
                    </a:cubicBezTo>
                    <a:cubicBezTo>
                      <a:pt x="8720" y="4627"/>
                      <a:pt x="8726" y="4964"/>
                      <a:pt x="8726" y="5301"/>
                    </a:cubicBezTo>
                    <a:cubicBezTo>
                      <a:pt x="8726" y="5321"/>
                      <a:pt x="8726" y="5347"/>
                      <a:pt x="8733" y="5367"/>
                    </a:cubicBezTo>
                    <a:cubicBezTo>
                      <a:pt x="8634" y="5427"/>
                      <a:pt x="8521" y="5473"/>
                      <a:pt x="8402" y="5486"/>
                    </a:cubicBezTo>
                    <a:cubicBezTo>
                      <a:pt x="8364" y="5492"/>
                      <a:pt x="8325" y="5495"/>
                      <a:pt x="8286" y="5495"/>
                    </a:cubicBezTo>
                    <a:cubicBezTo>
                      <a:pt x="8111" y="5495"/>
                      <a:pt x="7938" y="5436"/>
                      <a:pt x="7814" y="5327"/>
                    </a:cubicBezTo>
                    <a:cubicBezTo>
                      <a:pt x="7633" y="5169"/>
                      <a:pt x="7427" y="5094"/>
                      <a:pt x="7219" y="5094"/>
                    </a:cubicBezTo>
                    <a:cubicBezTo>
                      <a:pt x="7002" y="5094"/>
                      <a:pt x="6784" y="5176"/>
                      <a:pt x="6591" y="5327"/>
                    </a:cubicBezTo>
                    <a:cubicBezTo>
                      <a:pt x="6460" y="5431"/>
                      <a:pt x="6288" y="5495"/>
                      <a:pt x="6117" y="5495"/>
                    </a:cubicBezTo>
                    <a:cubicBezTo>
                      <a:pt x="6081" y="5495"/>
                      <a:pt x="6045" y="5492"/>
                      <a:pt x="6010" y="5486"/>
                    </a:cubicBezTo>
                    <a:cubicBezTo>
                      <a:pt x="5858" y="5466"/>
                      <a:pt x="5732" y="5413"/>
                      <a:pt x="5613" y="5334"/>
                    </a:cubicBezTo>
                    <a:cubicBezTo>
                      <a:pt x="5633" y="5294"/>
                      <a:pt x="5639" y="5255"/>
                      <a:pt x="5646" y="5209"/>
                    </a:cubicBezTo>
                    <a:cubicBezTo>
                      <a:pt x="5646" y="5209"/>
                      <a:pt x="5659" y="5123"/>
                      <a:pt x="5672" y="4971"/>
                    </a:cubicBezTo>
                    <a:cubicBezTo>
                      <a:pt x="5692" y="4819"/>
                      <a:pt x="5706" y="4607"/>
                      <a:pt x="5719" y="4343"/>
                    </a:cubicBezTo>
                    <a:cubicBezTo>
                      <a:pt x="5725" y="4085"/>
                      <a:pt x="5725" y="3774"/>
                      <a:pt x="5699" y="3437"/>
                    </a:cubicBezTo>
                    <a:cubicBezTo>
                      <a:pt x="5672" y="3107"/>
                      <a:pt x="5620" y="2743"/>
                      <a:pt x="5514" y="2386"/>
                    </a:cubicBezTo>
                    <a:cubicBezTo>
                      <a:pt x="5415" y="2022"/>
                      <a:pt x="5263" y="1665"/>
                      <a:pt x="5071" y="1348"/>
                    </a:cubicBezTo>
                    <a:cubicBezTo>
                      <a:pt x="4972" y="1190"/>
                      <a:pt x="4859" y="1044"/>
                      <a:pt x="4747" y="912"/>
                    </a:cubicBezTo>
                    <a:cubicBezTo>
                      <a:pt x="4628" y="780"/>
                      <a:pt x="4502" y="661"/>
                      <a:pt x="4383" y="562"/>
                    </a:cubicBezTo>
                    <a:cubicBezTo>
                      <a:pt x="4139" y="363"/>
                      <a:pt x="3901" y="231"/>
                      <a:pt x="3716" y="158"/>
                    </a:cubicBezTo>
                    <a:cubicBezTo>
                      <a:pt x="3623" y="119"/>
                      <a:pt x="3544" y="92"/>
                      <a:pt x="3478" y="72"/>
                    </a:cubicBezTo>
                    <a:cubicBezTo>
                      <a:pt x="3289" y="22"/>
                      <a:pt x="3087" y="1"/>
                      <a:pt x="28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08" name="Google Shape;308;p41"/>
              <p:cNvSpPr/>
              <p:nvPr/>
            </p:nvSpPr>
            <p:spPr>
              <a:xfrm>
                <a:off x="4203389" y="2163454"/>
                <a:ext cx="38464" cy="36608"/>
              </a:xfrm>
              <a:custGeom>
                <a:avLst/>
                <a:gdLst/>
                <a:ahLst/>
                <a:cxnLst/>
                <a:rect l="l" t="t" r="r" b="b"/>
                <a:pathLst>
                  <a:path w="1845" h="1756" extrusionOk="0">
                    <a:moveTo>
                      <a:pt x="916" y="0"/>
                    </a:moveTo>
                    <a:cubicBezTo>
                      <a:pt x="680" y="0"/>
                      <a:pt x="451" y="98"/>
                      <a:pt x="291" y="269"/>
                    </a:cubicBezTo>
                    <a:cubicBezTo>
                      <a:pt x="87" y="487"/>
                      <a:pt x="1" y="791"/>
                      <a:pt x="73" y="1082"/>
                    </a:cubicBezTo>
                    <a:cubicBezTo>
                      <a:pt x="139" y="1359"/>
                      <a:pt x="344" y="1597"/>
                      <a:pt x="615" y="1697"/>
                    </a:cubicBezTo>
                    <a:cubicBezTo>
                      <a:pt x="714" y="1736"/>
                      <a:pt x="820" y="1756"/>
                      <a:pt x="926" y="1756"/>
                    </a:cubicBezTo>
                    <a:cubicBezTo>
                      <a:pt x="1217" y="1756"/>
                      <a:pt x="1494" y="1604"/>
                      <a:pt x="1653" y="1359"/>
                    </a:cubicBezTo>
                    <a:cubicBezTo>
                      <a:pt x="1818" y="1115"/>
                      <a:pt x="1845" y="798"/>
                      <a:pt x="1726" y="527"/>
                    </a:cubicBezTo>
                    <a:cubicBezTo>
                      <a:pt x="1613" y="262"/>
                      <a:pt x="1369" y="64"/>
                      <a:pt x="1085" y="18"/>
                    </a:cubicBezTo>
                    <a:cubicBezTo>
                      <a:pt x="1029" y="6"/>
                      <a:pt x="972" y="0"/>
                      <a:pt x="9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309" name="Google Shape;309;p41"/>
          <p:cNvGrpSpPr/>
          <p:nvPr/>
        </p:nvGrpSpPr>
        <p:grpSpPr>
          <a:xfrm>
            <a:off x="5263566" y="951725"/>
            <a:ext cx="727200" cy="727200"/>
            <a:chOff x="3919903" y="456875"/>
            <a:chExt cx="727200" cy="727200"/>
          </a:xfrm>
        </p:grpSpPr>
        <p:sp>
          <p:nvSpPr>
            <p:cNvPr id="310" name="Google Shape;310;p41"/>
            <p:cNvSpPr/>
            <p:nvPr/>
          </p:nvSpPr>
          <p:spPr>
            <a:xfrm>
              <a:off x="3919903" y="456875"/>
              <a:ext cx="727200" cy="7272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41"/>
            <p:cNvSpPr/>
            <p:nvPr/>
          </p:nvSpPr>
          <p:spPr>
            <a:xfrm>
              <a:off x="3962343" y="499314"/>
              <a:ext cx="642300" cy="6423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2" name="Google Shape;312;p41"/>
            <p:cNvGrpSpPr/>
            <p:nvPr/>
          </p:nvGrpSpPr>
          <p:grpSpPr>
            <a:xfrm>
              <a:off x="4021301" y="620308"/>
              <a:ext cx="535695" cy="400236"/>
              <a:chOff x="3630299" y="2041315"/>
              <a:chExt cx="397312" cy="296845"/>
            </a:xfrm>
          </p:grpSpPr>
          <p:sp>
            <p:nvSpPr>
              <p:cNvPr id="313" name="Google Shape;313;p41"/>
              <p:cNvSpPr/>
              <p:nvPr/>
            </p:nvSpPr>
            <p:spPr>
              <a:xfrm>
                <a:off x="3646955" y="2152364"/>
                <a:ext cx="39986" cy="39172"/>
              </a:xfrm>
              <a:custGeom>
                <a:avLst/>
                <a:gdLst/>
                <a:ahLst/>
                <a:cxnLst/>
                <a:rect l="l" t="t" r="r" b="b"/>
                <a:pathLst>
                  <a:path w="1918" h="1879" extrusionOk="0">
                    <a:moveTo>
                      <a:pt x="969" y="0"/>
                    </a:moveTo>
                    <a:cubicBezTo>
                      <a:pt x="931" y="0"/>
                      <a:pt x="892" y="3"/>
                      <a:pt x="854" y="8"/>
                    </a:cubicBezTo>
                    <a:cubicBezTo>
                      <a:pt x="602" y="41"/>
                      <a:pt x="371" y="173"/>
                      <a:pt x="219" y="371"/>
                    </a:cubicBezTo>
                    <a:cubicBezTo>
                      <a:pt x="60" y="583"/>
                      <a:pt x="1" y="847"/>
                      <a:pt x="47" y="1105"/>
                    </a:cubicBezTo>
                    <a:cubicBezTo>
                      <a:pt x="126" y="1548"/>
                      <a:pt x="523" y="1878"/>
                      <a:pt x="966" y="1878"/>
                    </a:cubicBezTo>
                    <a:cubicBezTo>
                      <a:pt x="1224" y="1878"/>
                      <a:pt x="1475" y="1766"/>
                      <a:pt x="1647" y="1581"/>
                    </a:cubicBezTo>
                    <a:cubicBezTo>
                      <a:pt x="1825" y="1396"/>
                      <a:pt x="1918" y="1138"/>
                      <a:pt x="1905" y="880"/>
                    </a:cubicBezTo>
                    <a:cubicBezTo>
                      <a:pt x="1885" y="629"/>
                      <a:pt x="1766" y="384"/>
                      <a:pt x="1574" y="226"/>
                    </a:cubicBezTo>
                    <a:cubicBezTo>
                      <a:pt x="1405" y="79"/>
                      <a:pt x="1189" y="0"/>
                      <a:pt x="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14" name="Google Shape;314;p41"/>
              <p:cNvSpPr/>
              <p:nvPr/>
            </p:nvSpPr>
            <p:spPr>
              <a:xfrm>
                <a:off x="3991464" y="2220074"/>
                <a:ext cx="25517" cy="24913"/>
              </a:xfrm>
              <a:custGeom>
                <a:avLst/>
                <a:gdLst/>
                <a:ahLst/>
                <a:cxnLst/>
                <a:rect l="l" t="t" r="r" b="b"/>
                <a:pathLst>
                  <a:path w="1224" h="1195" extrusionOk="0">
                    <a:moveTo>
                      <a:pt x="606" y="1"/>
                    </a:moveTo>
                    <a:cubicBezTo>
                      <a:pt x="467" y="1"/>
                      <a:pt x="332" y="47"/>
                      <a:pt x="225" y="137"/>
                    </a:cubicBezTo>
                    <a:cubicBezTo>
                      <a:pt x="99" y="243"/>
                      <a:pt x="20" y="395"/>
                      <a:pt x="13" y="560"/>
                    </a:cubicBezTo>
                    <a:cubicBezTo>
                      <a:pt x="0" y="726"/>
                      <a:pt x="60" y="891"/>
                      <a:pt x="172" y="1010"/>
                    </a:cubicBezTo>
                    <a:cubicBezTo>
                      <a:pt x="284" y="1122"/>
                      <a:pt x="443" y="1195"/>
                      <a:pt x="608" y="1195"/>
                    </a:cubicBezTo>
                    <a:cubicBezTo>
                      <a:pt x="893" y="1195"/>
                      <a:pt x="1144" y="983"/>
                      <a:pt x="1197" y="699"/>
                    </a:cubicBezTo>
                    <a:cubicBezTo>
                      <a:pt x="1223" y="540"/>
                      <a:pt x="1183" y="369"/>
                      <a:pt x="1084" y="236"/>
                    </a:cubicBezTo>
                    <a:cubicBezTo>
                      <a:pt x="985" y="104"/>
                      <a:pt x="840" y="25"/>
                      <a:pt x="681" y="5"/>
                    </a:cubicBezTo>
                    <a:cubicBezTo>
                      <a:pt x="656" y="2"/>
                      <a:pt x="631" y="1"/>
                      <a:pt x="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15" name="Google Shape;315;p41"/>
              <p:cNvSpPr/>
              <p:nvPr/>
            </p:nvSpPr>
            <p:spPr>
              <a:xfrm>
                <a:off x="3630299" y="2103521"/>
                <a:ext cx="397312" cy="234639"/>
              </a:xfrm>
              <a:custGeom>
                <a:avLst/>
                <a:gdLst/>
                <a:ahLst/>
                <a:cxnLst/>
                <a:rect l="l" t="t" r="r" b="b"/>
                <a:pathLst>
                  <a:path w="19058" h="11255" extrusionOk="0">
                    <a:moveTo>
                      <a:pt x="9366" y="2030"/>
                    </a:moveTo>
                    <a:cubicBezTo>
                      <a:pt x="9386" y="2030"/>
                      <a:pt x="9406" y="2031"/>
                      <a:pt x="9426" y="2033"/>
                    </a:cubicBezTo>
                    <a:cubicBezTo>
                      <a:pt x="9697" y="2060"/>
                      <a:pt x="9922" y="2271"/>
                      <a:pt x="9961" y="2536"/>
                    </a:cubicBezTo>
                    <a:cubicBezTo>
                      <a:pt x="9975" y="2588"/>
                      <a:pt x="9975" y="2641"/>
                      <a:pt x="9968" y="2694"/>
                    </a:cubicBezTo>
                    <a:cubicBezTo>
                      <a:pt x="10051" y="2653"/>
                      <a:pt x="10144" y="2631"/>
                      <a:pt x="10239" y="2631"/>
                    </a:cubicBezTo>
                    <a:cubicBezTo>
                      <a:pt x="10326" y="2631"/>
                      <a:pt x="10415" y="2650"/>
                      <a:pt x="10497" y="2688"/>
                    </a:cubicBezTo>
                    <a:lnTo>
                      <a:pt x="11594" y="3183"/>
                    </a:lnTo>
                    <a:cubicBezTo>
                      <a:pt x="11905" y="3329"/>
                      <a:pt x="12044" y="3692"/>
                      <a:pt x="11898" y="4003"/>
                    </a:cubicBezTo>
                    <a:cubicBezTo>
                      <a:pt x="11796" y="4232"/>
                      <a:pt x="11568" y="4368"/>
                      <a:pt x="11331" y="4368"/>
                    </a:cubicBezTo>
                    <a:cubicBezTo>
                      <a:pt x="11246" y="4368"/>
                      <a:pt x="11160" y="4350"/>
                      <a:pt x="11079" y="4314"/>
                    </a:cubicBezTo>
                    <a:lnTo>
                      <a:pt x="10166" y="3897"/>
                    </a:lnTo>
                    <a:cubicBezTo>
                      <a:pt x="10305" y="3765"/>
                      <a:pt x="10305" y="3540"/>
                      <a:pt x="10173" y="3402"/>
                    </a:cubicBezTo>
                    <a:cubicBezTo>
                      <a:pt x="10114" y="3349"/>
                      <a:pt x="10034" y="3309"/>
                      <a:pt x="9948" y="3302"/>
                    </a:cubicBezTo>
                    <a:cubicBezTo>
                      <a:pt x="9902" y="3302"/>
                      <a:pt x="9856" y="3309"/>
                      <a:pt x="9803" y="3316"/>
                    </a:cubicBezTo>
                    <a:cubicBezTo>
                      <a:pt x="9743" y="3322"/>
                      <a:pt x="9690" y="3322"/>
                      <a:pt x="9631" y="3322"/>
                    </a:cubicBezTo>
                    <a:cubicBezTo>
                      <a:pt x="9624" y="3283"/>
                      <a:pt x="9624" y="3249"/>
                      <a:pt x="9624" y="3210"/>
                    </a:cubicBezTo>
                    <a:cubicBezTo>
                      <a:pt x="9539" y="3254"/>
                      <a:pt x="9446" y="3275"/>
                      <a:pt x="9353" y="3275"/>
                    </a:cubicBezTo>
                    <a:cubicBezTo>
                      <a:pt x="9180" y="3275"/>
                      <a:pt x="9007" y="3200"/>
                      <a:pt x="8891" y="3058"/>
                    </a:cubicBezTo>
                    <a:cubicBezTo>
                      <a:pt x="8739" y="2886"/>
                      <a:pt x="8706" y="2628"/>
                      <a:pt x="8798" y="2417"/>
                    </a:cubicBezTo>
                    <a:lnTo>
                      <a:pt x="8818" y="2384"/>
                    </a:lnTo>
                    <a:cubicBezTo>
                      <a:pt x="8915" y="2170"/>
                      <a:pt x="9131" y="2030"/>
                      <a:pt x="9366" y="2030"/>
                    </a:cubicBezTo>
                    <a:close/>
                    <a:moveTo>
                      <a:pt x="8838" y="3924"/>
                    </a:moveTo>
                    <a:cubicBezTo>
                      <a:pt x="8884" y="3950"/>
                      <a:pt x="8937" y="3977"/>
                      <a:pt x="8983" y="4003"/>
                    </a:cubicBezTo>
                    <a:lnTo>
                      <a:pt x="8765" y="4997"/>
                    </a:lnTo>
                    <a:lnTo>
                      <a:pt x="8765" y="4997"/>
                    </a:lnTo>
                    <a:cubicBezTo>
                      <a:pt x="8765" y="4996"/>
                      <a:pt x="8765" y="4995"/>
                      <a:pt x="8765" y="4995"/>
                    </a:cubicBezTo>
                    <a:cubicBezTo>
                      <a:pt x="8765" y="4995"/>
                      <a:pt x="8778" y="4909"/>
                      <a:pt x="8791" y="4770"/>
                    </a:cubicBezTo>
                    <a:cubicBezTo>
                      <a:pt x="8805" y="4624"/>
                      <a:pt x="8825" y="4419"/>
                      <a:pt x="8831" y="4168"/>
                    </a:cubicBezTo>
                    <a:cubicBezTo>
                      <a:pt x="8838" y="4089"/>
                      <a:pt x="8838" y="4010"/>
                      <a:pt x="8838" y="3924"/>
                    </a:cubicBezTo>
                    <a:close/>
                    <a:moveTo>
                      <a:pt x="6129" y="1"/>
                    </a:moveTo>
                    <a:cubicBezTo>
                      <a:pt x="5941" y="1"/>
                      <a:pt x="5754" y="20"/>
                      <a:pt x="5586" y="50"/>
                    </a:cubicBezTo>
                    <a:cubicBezTo>
                      <a:pt x="5559" y="57"/>
                      <a:pt x="5533" y="63"/>
                      <a:pt x="5500" y="70"/>
                    </a:cubicBezTo>
                    <a:cubicBezTo>
                      <a:pt x="5440" y="90"/>
                      <a:pt x="5367" y="110"/>
                      <a:pt x="5282" y="149"/>
                    </a:cubicBezTo>
                    <a:cubicBezTo>
                      <a:pt x="5103" y="222"/>
                      <a:pt x="4872" y="348"/>
                      <a:pt x="4640" y="539"/>
                    </a:cubicBezTo>
                    <a:cubicBezTo>
                      <a:pt x="4521" y="632"/>
                      <a:pt x="4402" y="744"/>
                      <a:pt x="4290" y="870"/>
                    </a:cubicBezTo>
                    <a:cubicBezTo>
                      <a:pt x="4178" y="1002"/>
                      <a:pt x="4072" y="1141"/>
                      <a:pt x="3979" y="1293"/>
                    </a:cubicBezTo>
                    <a:cubicBezTo>
                      <a:pt x="3794" y="1597"/>
                      <a:pt x="3649" y="1941"/>
                      <a:pt x="3550" y="2284"/>
                    </a:cubicBezTo>
                    <a:cubicBezTo>
                      <a:pt x="3450" y="2635"/>
                      <a:pt x="3398" y="2978"/>
                      <a:pt x="3371" y="3296"/>
                    </a:cubicBezTo>
                    <a:cubicBezTo>
                      <a:pt x="3345" y="3620"/>
                      <a:pt x="3345" y="3917"/>
                      <a:pt x="3358" y="4168"/>
                    </a:cubicBezTo>
                    <a:cubicBezTo>
                      <a:pt x="3365" y="4419"/>
                      <a:pt x="3384" y="4624"/>
                      <a:pt x="3398" y="4770"/>
                    </a:cubicBezTo>
                    <a:cubicBezTo>
                      <a:pt x="3411" y="4909"/>
                      <a:pt x="3424" y="4995"/>
                      <a:pt x="3424" y="4995"/>
                    </a:cubicBezTo>
                    <a:cubicBezTo>
                      <a:pt x="3431" y="5054"/>
                      <a:pt x="3450" y="5100"/>
                      <a:pt x="3477" y="5147"/>
                    </a:cubicBezTo>
                    <a:cubicBezTo>
                      <a:pt x="3464" y="5147"/>
                      <a:pt x="3457" y="5147"/>
                      <a:pt x="3444" y="5140"/>
                    </a:cubicBezTo>
                    <a:cubicBezTo>
                      <a:pt x="3391" y="5127"/>
                      <a:pt x="3338" y="5114"/>
                      <a:pt x="3285" y="5087"/>
                    </a:cubicBezTo>
                    <a:cubicBezTo>
                      <a:pt x="3173" y="5047"/>
                      <a:pt x="3067" y="4988"/>
                      <a:pt x="2968" y="4928"/>
                    </a:cubicBezTo>
                    <a:cubicBezTo>
                      <a:pt x="2776" y="4809"/>
                      <a:pt x="2591" y="4684"/>
                      <a:pt x="2419" y="4545"/>
                    </a:cubicBezTo>
                    <a:cubicBezTo>
                      <a:pt x="2213" y="4370"/>
                      <a:pt x="1985" y="4289"/>
                      <a:pt x="1758" y="4289"/>
                    </a:cubicBezTo>
                    <a:cubicBezTo>
                      <a:pt x="1608" y="4289"/>
                      <a:pt x="1458" y="4324"/>
                      <a:pt x="1315" y="4393"/>
                    </a:cubicBezTo>
                    <a:cubicBezTo>
                      <a:pt x="668" y="4697"/>
                      <a:pt x="271" y="5358"/>
                      <a:pt x="112" y="6032"/>
                    </a:cubicBezTo>
                    <a:cubicBezTo>
                      <a:pt x="26" y="6429"/>
                      <a:pt x="0" y="6832"/>
                      <a:pt x="7" y="7242"/>
                    </a:cubicBezTo>
                    <a:cubicBezTo>
                      <a:pt x="7" y="7387"/>
                      <a:pt x="126" y="7513"/>
                      <a:pt x="271" y="7520"/>
                    </a:cubicBezTo>
                    <a:cubicBezTo>
                      <a:pt x="275" y="7520"/>
                      <a:pt x="279" y="7520"/>
                      <a:pt x="283" y="7520"/>
                    </a:cubicBezTo>
                    <a:cubicBezTo>
                      <a:pt x="424" y="7520"/>
                      <a:pt x="549" y="7410"/>
                      <a:pt x="562" y="7262"/>
                    </a:cubicBezTo>
                    <a:cubicBezTo>
                      <a:pt x="595" y="6878"/>
                      <a:pt x="641" y="6495"/>
                      <a:pt x="780" y="6131"/>
                    </a:cubicBezTo>
                    <a:lnTo>
                      <a:pt x="780" y="6131"/>
                    </a:lnTo>
                    <a:cubicBezTo>
                      <a:pt x="767" y="6416"/>
                      <a:pt x="747" y="6693"/>
                      <a:pt x="734" y="6978"/>
                    </a:cubicBezTo>
                    <a:cubicBezTo>
                      <a:pt x="727" y="7070"/>
                      <a:pt x="727" y="7156"/>
                      <a:pt x="721" y="7249"/>
                    </a:cubicBezTo>
                    <a:cubicBezTo>
                      <a:pt x="707" y="7440"/>
                      <a:pt x="747" y="7632"/>
                      <a:pt x="833" y="7804"/>
                    </a:cubicBezTo>
                    <a:lnTo>
                      <a:pt x="992" y="10917"/>
                    </a:lnTo>
                    <a:cubicBezTo>
                      <a:pt x="1005" y="11089"/>
                      <a:pt x="1150" y="11228"/>
                      <a:pt x="1315" y="11228"/>
                    </a:cubicBezTo>
                    <a:cubicBezTo>
                      <a:pt x="1487" y="11228"/>
                      <a:pt x="1633" y="11089"/>
                      <a:pt x="1639" y="10917"/>
                    </a:cubicBezTo>
                    <a:lnTo>
                      <a:pt x="1758" y="8465"/>
                    </a:lnTo>
                    <a:lnTo>
                      <a:pt x="1891" y="10917"/>
                    </a:lnTo>
                    <a:cubicBezTo>
                      <a:pt x="1897" y="11089"/>
                      <a:pt x="2043" y="11228"/>
                      <a:pt x="2214" y="11228"/>
                    </a:cubicBezTo>
                    <a:cubicBezTo>
                      <a:pt x="2380" y="11228"/>
                      <a:pt x="2525" y="11089"/>
                      <a:pt x="2538" y="10917"/>
                    </a:cubicBezTo>
                    <a:lnTo>
                      <a:pt x="2684" y="7804"/>
                    </a:lnTo>
                    <a:cubicBezTo>
                      <a:pt x="2776" y="7639"/>
                      <a:pt x="2823" y="7460"/>
                      <a:pt x="2816" y="7255"/>
                    </a:cubicBezTo>
                    <a:lnTo>
                      <a:pt x="2723" y="5596"/>
                    </a:lnTo>
                    <a:lnTo>
                      <a:pt x="2723" y="5596"/>
                    </a:lnTo>
                    <a:cubicBezTo>
                      <a:pt x="2958" y="5691"/>
                      <a:pt x="3218" y="5768"/>
                      <a:pt x="3472" y="5768"/>
                    </a:cubicBezTo>
                    <a:cubicBezTo>
                      <a:pt x="3483" y="5768"/>
                      <a:pt x="3493" y="5768"/>
                      <a:pt x="3503" y="5768"/>
                    </a:cubicBezTo>
                    <a:cubicBezTo>
                      <a:pt x="3636" y="5761"/>
                      <a:pt x="3768" y="5722"/>
                      <a:pt x="3880" y="5649"/>
                    </a:cubicBezTo>
                    <a:cubicBezTo>
                      <a:pt x="3973" y="5596"/>
                      <a:pt x="4039" y="5517"/>
                      <a:pt x="4085" y="5424"/>
                    </a:cubicBezTo>
                    <a:cubicBezTo>
                      <a:pt x="4112" y="5378"/>
                      <a:pt x="4125" y="5325"/>
                      <a:pt x="4118" y="5279"/>
                    </a:cubicBezTo>
                    <a:cubicBezTo>
                      <a:pt x="4224" y="5193"/>
                      <a:pt x="4290" y="5067"/>
                      <a:pt x="4283" y="4922"/>
                    </a:cubicBezTo>
                    <a:cubicBezTo>
                      <a:pt x="4283" y="4922"/>
                      <a:pt x="4277" y="4843"/>
                      <a:pt x="4277" y="4710"/>
                    </a:cubicBezTo>
                    <a:cubicBezTo>
                      <a:pt x="4277" y="4578"/>
                      <a:pt x="4277" y="4393"/>
                      <a:pt x="4283" y="4168"/>
                    </a:cubicBezTo>
                    <a:cubicBezTo>
                      <a:pt x="4297" y="3944"/>
                      <a:pt x="4316" y="3686"/>
                      <a:pt x="4363" y="3421"/>
                    </a:cubicBezTo>
                    <a:cubicBezTo>
                      <a:pt x="4409" y="3150"/>
                      <a:pt x="4475" y="2873"/>
                      <a:pt x="4574" y="2615"/>
                    </a:cubicBezTo>
                    <a:cubicBezTo>
                      <a:pt x="4627" y="2469"/>
                      <a:pt x="4693" y="2331"/>
                      <a:pt x="4759" y="2205"/>
                    </a:cubicBezTo>
                    <a:lnTo>
                      <a:pt x="4759" y="2205"/>
                    </a:lnTo>
                    <a:lnTo>
                      <a:pt x="4442" y="4823"/>
                    </a:lnTo>
                    <a:cubicBezTo>
                      <a:pt x="4429" y="4955"/>
                      <a:pt x="4429" y="5094"/>
                      <a:pt x="4442" y="5226"/>
                    </a:cubicBezTo>
                    <a:cubicBezTo>
                      <a:pt x="4475" y="5504"/>
                      <a:pt x="4574" y="5748"/>
                      <a:pt x="4720" y="5966"/>
                    </a:cubicBezTo>
                    <a:lnTo>
                      <a:pt x="4944" y="10673"/>
                    </a:lnTo>
                    <a:cubicBezTo>
                      <a:pt x="4958" y="10930"/>
                      <a:pt x="5163" y="11142"/>
                      <a:pt x="5427" y="11149"/>
                    </a:cubicBezTo>
                    <a:cubicBezTo>
                      <a:pt x="5435" y="11149"/>
                      <a:pt x="5443" y="11149"/>
                      <a:pt x="5451" y="11149"/>
                    </a:cubicBezTo>
                    <a:cubicBezTo>
                      <a:pt x="5712" y="11149"/>
                      <a:pt x="5936" y="10942"/>
                      <a:pt x="5949" y="10673"/>
                    </a:cubicBezTo>
                    <a:lnTo>
                      <a:pt x="6108" y="7116"/>
                    </a:lnTo>
                    <a:lnTo>
                      <a:pt x="6273" y="10673"/>
                    </a:lnTo>
                    <a:cubicBezTo>
                      <a:pt x="6286" y="10930"/>
                      <a:pt x="6491" y="11142"/>
                      <a:pt x="6756" y="11149"/>
                    </a:cubicBezTo>
                    <a:cubicBezTo>
                      <a:pt x="6764" y="11149"/>
                      <a:pt x="6772" y="11149"/>
                      <a:pt x="6780" y="11149"/>
                    </a:cubicBezTo>
                    <a:cubicBezTo>
                      <a:pt x="7047" y="11149"/>
                      <a:pt x="7265" y="10942"/>
                      <a:pt x="7278" y="10673"/>
                    </a:cubicBezTo>
                    <a:lnTo>
                      <a:pt x="7496" y="5946"/>
                    </a:lnTo>
                    <a:cubicBezTo>
                      <a:pt x="7701" y="5629"/>
                      <a:pt x="7807" y="5233"/>
                      <a:pt x="7760" y="4823"/>
                    </a:cubicBezTo>
                    <a:lnTo>
                      <a:pt x="7443" y="2238"/>
                    </a:lnTo>
                    <a:lnTo>
                      <a:pt x="7443" y="2238"/>
                    </a:lnTo>
                    <a:cubicBezTo>
                      <a:pt x="7509" y="2357"/>
                      <a:pt x="7569" y="2483"/>
                      <a:pt x="7615" y="2615"/>
                    </a:cubicBezTo>
                    <a:cubicBezTo>
                      <a:pt x="7714" y="2873"/>
                      <a:pt x="7780" y="3150"/>
                      <a:pt x="7826" y="3421"/>
                    </a:cubicBezTo>
                    <a:cubicBezTo>
                      <a:pt x="7873" y="3686"/>
                      <a:pt x="7893" y="3944"/>
                      <a:pt x="7906" y="4168"/>
                    </a:cubicBezTo>
                    <a:cubicBezTo>
                      <a:pt x="7912" y="4393"/>
                      <a:pt x="7912" y="4578"/>
                      <a:pt x="7912" y="4710"/>
                    </a:cubicBezTo>
                    <a:cubicBezTo>
                      <a:pt x="7912" y="4843"/>
                      <a:pt x="7906" y="4922"/>
                      <a:pt x="7906" y="4922"/>
                    </a:cubicBezTo>
                    <a:cubicBezTo>
                      <a:pt x="7899" y="5140"/>
                      <a:pt x="8058" y="5338"/>
                      <a:pt x="8283" y="5371"/>
                    </a:cubicBezTo>
                    <a:cubicBezTo>
                      <a:pt x="8299" y="5373"/>
                      <a:pt x="8316" y="5374"/>
                      <a:pt x="8332" y="5374"/>
                    </a:cubicBezTo>
                    <a:cubicBezTo>
                      <a:pt x="8526" y="5374"/>
                      <a:pt x="8695" y="5248"/>
                      <a:pt x="8750" y="5063"/>
                    </a:cubicBezTo>
                    <a:lnTo>
                      <a:pt x="8750" y="5063"/>
                    </a:lnTo>
                    <a:lnTo>
                      <a:pt x="8236" y="7401"/>
                    </a:lnTo>
                    <a:cubicBezTo>
                      <a:pt x="8223" y="7467"/>
                      <a:pt x="8243" y="7539"/>
                      <a:pt x="8289" y="7592"/>
                    </a:cubicBezTo>
                    <a:cubicBezTo>
                      <a:pt x="8335" y="7652"/>
                      <a:pt x="8401" y="7678"/>
                      <a:pt x="8468" y="7678"/>
                    </a:cubicBezTo>
                    <a:lnTo>
                      <a:pt x="9215" y="7678"/>
                    </a:lnTo>
                    <a:lnTo>
                      <a:pt x="9360" y="10699"/>
                    </a:lnTo>
                    <a:cubicBezTo>
                      <a:pt x="9373" y="10957"/>
                      <a:pt x="9598" y="11175"/>
                      <a:pt x="9856" y="11182"/>
                    </a:cubicBezTo>
                    <a:cubicBezTo>
                      <a:pt x="10120" y="11182"/>
                      <a:pt x="10345" y="10983"/>
                      <a:pt x="10371" y="10732"/>
                    </a:cubicBezTo>
                    <a:cubicBezTo>
                      <a:pt x="10371" y="10719"/>
                      <a:pt x="10378" y="10706"/>
                      <a:pt x="10378" y="10699"/>
                    </a:cubicBezTo>
                    <a:lnTo>
                      <a:pt x="10530" y="7678"/>
                    </a:lnTo>
                    <a:lnTo>
                      <a:pt x="10616" y="7678"/>
                    </a:lnTo>
                    <a:lnTo>
                      <a:pt x="10761" y="10699"/>
                    </a:lnTo>
                    <a:cubicBezTo>
                      <a:pt x="10775" y="10957"/>
                      <a:pt x="10993" y="11175"/>
                      <a:pt x="11257" y="11182"/>
                    </a:cubicBezTo>
                    <a:cubicBezTo>
                      <a:pt x="11515" y="11182"/>
                      <a:pt x="11740" y="10983"/>
                      <a:pt x="11773" y="10732"/>
                    </a:cubicBezTo>
                    <a:cubicBezTo>
                      <a:pt x="11773" y="10719"/>
                      <a:pt x="11773" y="10706"/>
                      <a:pt x="11773" y="10699"/>
                    </a:cubicBezTo>
                    <a:lnTo>
                      <a:pt x="11931" y="7678"/>
                    </a:lnTo>
                    <a:lnTo>
                      <a:pt x="12678" y="7678"/>
                    </a:lnTo>
                    <a:cubicBezTo>
                      <a:pt x="12751" y="7678"/>
                      <a:pt x="12817" y="7652"/>
                      <a:pt x="12857" y="7592"/>
                    </a:cubicBezTo>
                    <a:cubicBezTo>
                      <a:pt x="12903" y="7539"/>
                      <a:pt x="12923" y="7467"/>
                      <a:pt x="12910" y="7401"/>
                    </a:cubicBezTo>
                    <a:lnTo>
                      <a:pt x="12044" y="3316"/>
                    </a:lnTo>
                    <a:lnTo>
                      <a:pt x="12044" y="2985"/>
                    </a:lnTo>
                    <a:cubicBezTo>
                      <a:pt x="12301" y="3606"/>
                      <a:pt x="12407" y="4274"/>
                      <a:pt x="12460" y="4948"/>
                    </a:cubicBezTo>
                    <a:cubicBezTo>
                      <a:pt x="12460" y="4961"/>
                      <a:pt x="12467" y="4975"/>
                      <a:pt x="12467" y="4988"/>
                    </a:cubicBezTo>
                    <a:cubicBezTo>
                      <a:pt x="12480" y="5180"/>
                      <a:pt x="12625" y="5332"/>
                      <a:pt x="12804" y="5378"/>
                    </a:cubicBezTo>
                    <a:cubicBezTo>
                      <a:pt x="12804" y="5404"/>
                      <a:pt x="12817" y="5437"/>
                      <a:pt x="12830" y="5464"/>
                    </a:cubicBezTo>
                    <a:cubicBezTo>
                      <a:pt x="12883" y="5550"/>
                      <a:pt x="12949" y="5629"/>
                      <a:pt x="13035" y="5689"/>
                    </a:cubicBezTo>
                    <a:cubicBezTo>
                      <a:pt x="13141" y="5761"/>
                      <a:pt x="13273" y="5794"/>
                      <a:pt x="13405" y="5801"/>
                    </a:cubicBezTo>
                    <a:cubicBezTo>
                      <a:pt x="13423" y="5802"/>
                      <a:pt x="13441" y="5802"/>
                      <a:pt x="13459" y="5802"/>
                    </a:cubicBezTo>
                    <a:cubicBezTo>
                      <a:pt x="13699" y="5802"/>
                      <a:pt x="13944" y="5721"/>
                      <a:pt x="14172" y="5629"/>
                    </a:cubicBezTo>
                    <a:lnTo>
                      <a:pt x="14185" y="6475"/>
                    </a:lnTo>
                    <a:lnTo>
                      <a:pt x="13723" y="8584"/>
                    </a:lnTo>
                    <a:cubicBezTo>
                      <a:pt x="13709" y="8630"/>
                      <a:pt x="13723" y="8683"/>
                      <a:pt x="13756" y="8723"/>
                    </a:cubicBezTo>
                    <a:cubicBezTo>
                      <a:pt x="13789" y="8756"/>
                      <a:pt x="13835" y="8782"/>
                      <a:pt x="13881" y="8782"/>
                    </a:cubicBezTo>
                    <a:lnTo>
                      <a:pt x="14271" y="8782"/>
                    </a:lnTo>
                    <a:lnTo>
                      <a:pt x="14370" y="10858"/>
                    </a:lnTo>
                    <a:cubicBezTo>
                      <a:pt x="14384" y="11023"/>
                      <a:pt x="14522" y="11155"/>
                      <a:pt x="14694" y="11155"/>
                    </a:cubicBezTo>
                    <a:cubicBezTo>
                      <a:pt x="14698" y="11155"/>
                      <a:pt x="14702" y="11155"/>
                      <a:pt x="14706" y="11155"/>
                    </a:cubicBezTo>
                    <a:cubicBezTo>
                      <a:pt x="14866" y="11155"/>
                      <a:pt x="14999" y="11019"/>
                      <a:pt x="15012" y="10858"/>
                    </a:cubicBezTo>
                    <a:lnTo>
                      <a:pt x="15117" y="8782"/>
                    </a:lnTo>
                    <a:lnTo>
                      <a:pt x="15150" y="8782"/>
                    </a:lnTo>
                    <a:lnTo>
                      <a:pt x="15250" y="10858"/>
                    </a:lnTo>
                    <a:cubicBezTo>
                      <a:pt x="15256" y="11023"/>
                      <a:pt x="15402" y="11155"/>
                      <a:pt x="15567" y="11155"/>
                    </a:cubicBezTo>
                    <a:cubicBezTo>
                      <a:pt x="15571" y="11155"/>
                      <a:pt x="15575" y="11155"/>
                      <a:pt x="15579" y="11155"/>
                    </a:cubicBezTo>
                    <a:cubicBezTo>
                      <a:pt x="15745" y="11155"/>
                      <a:pt x="15878" y="11019"/>
                      <a:pt x="15891" y="10858"/>
                    </a:cubicBezTo>
                    <a:lnTo>
                      <a:pt x="15997" y="8782"/>
                    </a:lnTo>
                    <a:lnTo>
                      <a:pt x="16373" y="8782"/>
                    </a:lnTo>
                    <a:cubicBezTo>
                      <a:pt x="16426" y="8782"/>
                      <a:pt x="16472" y="8756"/>
                      <a:pt x="16499" y="8723"/>
                    </a:cubicBezTo>
                    <a:cubicBezTo>
                      <a:pt x="16532" y="8683"/>
                      <a:pt x="16545" y="8630"/>
                      <a:pt x="16539" y="8584"/>
                    </a:cubicBezTo>
                    <a:lnTo>
                      <a:pt x="16069" y="6475"/>
                    </a:lnTo>
                    <a:lnTo>
                      <a:pt x="16076" y="6158"/>
                    </a:lnTo>
                    <a:cubicBezTo>
                      <a:pt x="16215" y="6515"/>
                      <a:pt x="16261" y="6892"/>
                      <a:pt x="16294" y="7268"/>
                    </a:cubicBezTo>
                    <a:cubicBezTo>
                      <a:pt x="16301" y="7368"/>
                      <a:pt x="16354" y="7447"/>
                      <a:pt x="16433" y="7487"/>
                    </a:cubicBezTo>
                    <a:cubicBezTo>
                      <a:pt x="16433" y="7513"/>
                      <a:pt x="16439" y="7533"/>
                      <a:pt x="16453" y="7553"/>
                    </a:cubicBezTo>
                    <a:cubicBezTo>
                      <a:pt x="16486" y="7612"/>
                      <a:pt x="16525" y="7658"/>
                      <a:pt x="16585" y="7698"/>
                    </a:cubicBezTo>
                    <a:cubicBezTo>
                      <a:pt x="16658" y="7744"/>
                      <a:pt x="16737" y="7764"/>
                      <a:pt x="16823" y="7771"/>
                    </a:cubicBezTo>
                    <a:cubicBezTo>
                      <a:pt x="16833" y="7771"/>
                      <a:pt x="16842" y="7771"/>
                      <a:pt x="16852" y="7771"/>
                    </a:cubicBezTo>
                    <a:cubicBezTo>
                      <a:pt x="17014" y="7771"/>
                      <a:pt x="17176" y="7721"/>
                      <a:pt x="17325" y="7665"/>
                    </a:cubicBezTo>
                    <a:lnTo>
                      <a:pt x="17325" y="7665"/>
                    </a:lnTo>
                    <a:lnTo>
                      <a:pt x="17266" y="8723"/>
                    </a:lnTo>
                    <a:cubicBezTo>
                      <a:pt x="17259" y="8848"/>
                      <a:pt x="17292" y="8967"/>
                      <a:pt x="17345" y="9073"/>
                    </a:cubicBezTo>
                    <a:lnTo>
                      <a:pt x="17444" y="11056"/>
                    </a:lnTo>
                    <a:cubicBezTo>
                      <a:pt x="17451" y="11162"/>
                      <a:pt x="17543" y="11254"/>
                      <a:pt x="17649" y="11254"/>
                    </a:cubicBezTo>
                    <a:cubicBezTo>
                      <a:pt x="17755" y="11254"/>
                      <a:pt x="17847" y="11162"/>
                      <a:pt x="17854" y="11056"/>
                    </a:cubicBezTo>
                    <a:lnTo>
                      <a:pt x="17940" y="9489"/>
                    </a:lnTo>
                    <a:lnTo>
                      <a:pt x="18013" y="11056"/>
                    </a:lnTo>
                    <a:cubicBezTo>
                      <a:pt x="18019" y="11162"/>
                      <a:pt x="18112" y="11254"/>
                      <a:pt x="18218" y="11254"/>
                    </a:cubicBezTo>
                    <a:cubicBezTo>
                      <a:pt x="18330" y="11254"/>
                      <a:pt x="18422" y="11162"/>
                      <a:pt x="18429" y="11056"/>
                    </a:cubicBezTo>
                    <a:lnTo>
                      <a:pt x="18528" y="9066"/>
                    </a:lnTo>
                    <a:cubicBezTo>
                      <a:pt x="18588" y="8961"/>
                      <a:pt x="18608" y="8842"/>
                      <a:pt x="18601" y="8716"/>
                    </a:cubicBezTo>
                    <a:cubicBezTo>
                      <a:pt x="18594" y="8657"/>
                      <a:pt x="18594" y="8604"/>
                      <a:pt x="18594" y="8544"/>
                    </a:cubicBezTo>
                    <a:cubicBezTo>
                      <a:pt x="18581" y="8366"/>
                      <a:pt x="18575" y="8181"/>
                      <a:pt x="18561" y="8002"/>
                    </a:cubicBezTo>
                    <a:lnTo>
                      <a:pt x="18561" y="8002"/>
                    </a:lnTo>
                    <a:cubicBezTo>
                      <a:pt x="18647" y="8233"/>
                      <a:pt x="18680" y="8485"/>
                      <a:pt x="18700" y="8729"/>
                    </a:cubicBezTo>
                    <a:cubicBezTo>
                      <a:pt x="18706" y="8818"/>
                      <a:pt x="18786" y="8888"/>
                      <a:pt x="18873" y="8888"/>
                    </a:cubicBezTo>
                    <a:cubicBezTo>
                      <a:pt x="18877" y="8888"/>
                      <a:pt x="18881" y="8888"/>
                      <a:pt x="18885" y="8888"/>
                    </a:cubicBezTo>
                    <a:cubicBezTo>
                      <a:pt x="18978" y="8881"/>
                      <a:pt x="19057" y="8809"/>
                      <a:pt x="19057" y="8716"/>
                    </a:cubicBezTo>
                    <a:cubicBezTo>
                      <a:pt x="19057" y="8452"/>
                      <a:pt x="19044" y="8194"/>
                      <a:pt x="18984" y="7943"/>
                    </a:cubicBezTo>
                    <a:cubicBezTo>
                      <a:pt x="18885" y="7513"/>
                      <a:pt x="18634" y="7090"/>
                      <a:pt x="18224" y="6898"/>
                    </a:cubicBezTo>
                    <a:cubicBezTo>
                      <a:pt x="18131" y="6853"/>
                      <a:pt x="18033" y="6829"/>
                      <a:pt x="17935" y="6829"/>
                    </a:cubicBezTo>
                    <a:cubicBezTo>
                      <a:pt x="17791" y="6829"/>
                      <a:pt x="17647" y="6881"/>
                      <a:pt x="17517" y="6991"/>
                    </a:cubicBezTo>
                    <a:cubicBezTo>
                      <a:pt x="17405" y="7083"/>
                      <a:pt x="17292" y="7163"/>
                      <a:pt x="17167" y="7235"/>
                    </a:cubicBezTo>
                    <a:cubicBezTo>
                      <a:pt x="17100" y="7275"/>
                      <a:pt x="17034" y="7315"/>
                      <a:pt x="16962" y="7341"/>
                    </a:cubicBezTo>
                    <a:cubicBezTo>
                      <a:pt x="16929" y="7354"/>
                      <a:pt x="16896" y="7368"/>
                      <a:pt x="16862" y="7374"/>
                    </a:cubicBezTo>
                    <a:cubicBezTo>
                      <a:pt x="16843" y="7381"/>
                      <a:pt x="16823" y="7381"/>
                      <a:pt x="16803" y="7381"/>
                    </a:cubicBezTo>
                    <a:cubicBezTo>
                      <a:pt x="16823" y="7341"/>
                      <a:pt x="16836" y="7301"/>
                      <a:pt x="16836" y="7249"/>
                    </a:cubicBezTo>
                    <a:cubicBezTo>
                      <a:pt x="16843" y="6852"/>
                      <a:pt x="16823" y="6455"/>
                      <a:pt x="16730" y="6059"/>
                    </a:cubicBezTo>
                    <a:cubicBezTo>
                      <a:pt x="16578" y="5404"/>
                      <a:pt x="16188" y="4757"/>
                      <a:pt x="15554" y="4453"/>
                    </a:cubicBezTo>
                    <a:cubicBezTo>
                      <a:pt x="15412" y="4384"/>
                      <a:pt x="15265" y="4349"/>
                      <a:pt x="15119" y="4349"/>
                    </a:cubicBezTo>
                    <a:cubicBezTo>
                      <a:pt x="14896" y="4349"/>
                      <a:pt x="14673" y="4430"/>
                      <a:pt x="14470" y="4598"/>
                    </a:cubicBezTo>
                    <a:cubicBezTo>
                      <a:pt x="14298" y="4737"/>
                      <a:pt x="14119" y="4862"/>
                      <a:pt x="13934" y="4975"/>
                    </a:cubicBezTo>
                    <a:cubicBezTo>
                      <a:pt x="13828" y="5034"/>
                      <a:pt x="13729" y="5094"/>
                      <a:pt x="13617" y="5140"/>
                    </a:cubicBezTo>
                    <a:cubicBezTo>
                      <a:pt x="13564" y="5160"/>
                      <a:pt x="13518" y="5180"/>
                      <a:pt x="13465" y="5186"/>
                    </a:cubicBezTo>
                    <a:cubicBezTo>
                      <a:pt x="13444" y="5192"/>
                      <a:pt x="13423" y="5194"/>
                      <a:pt x="13403" y="5194"/>
                    </a:cubicBezTo>
                    <a:cubicBezTo>
                      <a:pt x="13355" y="5194"/>
                      <a:pt x="13311" y="5180"/>
                      <a:pt x="13273" y="5166"/>
                    </a:cubicBezTo>
                    <a:cubicBezTo>
                      <a:pt x="13313" y="5100"/>
                      <a:pt x="13333" y="5034"/>
                      <a:pt x="13333" y="4955"/>
                    </a:cubicBezTo>
                    <a:cubicBezTo>
                      <a:pt x="13333" y="4380"/>
                      <a:pt x="13326" y="4307"/>
                      <a:pt x="13319" y="4201"/>
                    </a:cubicBezTo>
                    <a:cubicBezTo>
                      <a:pt x="13280" y="3487"/>
                      <a:pt x="13154" y="2774"/>
                      <a:pt x="12863" y="2119"/>
                    </a:cubicBezTo>
                    <a:cubicBezTo>
                      <a:pt x="12586" y="1491"/>
                      <a:pt x="12143" y="910"/>
                      <a:pt x="11548" y="559"/>
                    </a:cubicBezTo>
                    <a:cubicBezTo>
                      <a:pt x="11283" y="404"/>
                      <a:pt x="10892" y="268"/>
                      <a:pt x="10609" y="268"/>
                    </a:cubicBezTo>
                    <a:cubicBezTo>
                      <a:pt x="10603" y="268"/>
                      <a:pt x="10596" y="268"/>
                      <a:pt x="10589" y="268"/>
                    </a:cubicBezTo>
                    <a:cubicBezTo>
                      <a:pt x="10299" y="268"/>
                      <a:pt x="10054" y="328"/>
                      <a:pt x="9783" y="473"/>
                    </a:cubicBezTo>
                    <a:cubicBezTo>
                      <a:pt x="9512" y="612"/>
                      <a:pt x="9254" y="771"/>
                      <a:pt x="9003" y="949"/>
                    </a:cubicBezTo>
                    <a:cubicBezTo>
                      <a:pt x="8765" y="1114"/>
                      <a:pt x="8534" y="1306"/>
                      <a:pt x="8342" y="1531"/>
                    </a:cubicBezTo>
                    <a:cubicBezTo>
                      <a:pt x="8302" y="1445"/>
                      <a:pt x="8256" y="1372"/>
                      <a:pt x="8210" y="1293"/>
                    </a:cubicBezTo>
                    <a:cubicBezTo>
                      <a:pt x="8117" y="1141"/>
                      <a:pt x="8011" y="1002"/>
                      <a:pt x="7899" y="870"/>
                    </a:cubicBezTo>
                    <a:cubicBezTo>
                      <a:pt x="7787" y="744"/>
                      <a:pt x="7668" y="632"/>
                      <a:pt x="7549" y="539"/>
                    </a:cubicBezTo>
                    <a:cubicBezTo>
                      <a:pt x="7317" y="348"/>
                      <a:pt x="7086" y="222"/>
                      <a:pt x="6908" y="149"/>
                    </a:cubicBezTo>
                    <a:cubicBezTo>
                      <a:pt x="6822" y="110"/>
                      <a:pt x="6749" y="90"/>
                      <a:pt x="6683" y="70"/>
                    </a:cubicBezTo>
                    <a:cubicBezTo>
                      <a:pt x="6508" y="20"/>
                      <a:pt x="6318" y="1"/>
                      <a:pt x="61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16" name="Google Shape;316;p41"/>
              <p:cNvSpPr/>
              <p:nvPr/>
            </p:nvSpPr>
            <p:spPr>
              <a:xfrm>
                <a:off x="3727297" y="2041315"/>
                <a:ext cx="60520" cy="60499"/>
              </a:xfrm>
              <a:custGeom>
                <a:avLst/>
                <a:gdLst/>
                <a:ahLst/>
                <a:cxnLst/>
                <a:rect l="l" t="t" r="r" b="b"/>
                <a:pathLst>
                  <a:path w="2903" h="2902" extrusionOk="0">
                    <a:moveTo>
                      <a:pt x="1448" y="0"/>
                    </a:moveTo>
                    <a:cubicBezTo>
                      <a:pt x="648" y="0"/>
                      <a:pt x="1" y="655"/>
                      <a:pt x="1" y="1454"/>
                    </a:cubicBezTo>
                    <a:cubicBezTo>
                      <a:pt x="1" y="2254"/>
                      <a:pt x="648" y="2902"/>
                      <a:pt x="1448" y="2902"/>
                    </a:cubicBezTo>
                    <a:cubicBezTo>
                      <a:pt x="2248" y="2902"/>
                      <a:pt x="2902" y="2254"/>
                      <a:pt x="2902" y="1454"/>
                    </a:cubicBezTo>
                    <a:cubicBezTo>
                      <a:pt x="2902" y="655"/>
                      <a:pt x="2248" y="0"/>
                      <a:pt x="14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17" name="Google Shape;317;p41"/>
              <p:cNvSpPr/>
              <p:nvPr/>
            </p:nvSpPr>
            <p:spPr>
              <a:xfrm>
                <a:off x="3925860" y="2154428"/>
                <a:ext cx="39298" cy="38339"/>
              </a:xfrm>
              <a:custGeom>
                <a:avLst/>
                <a:gdLst/>
                <a:ahLst/>
                <a:cxnLst/>
                <a:rect l="l" t="t" r="r" b="b"/>
                <a:pathLst>
                  <a:path w="1885" h="1839" extrusionOk="0">
                    <a:moveTo>
                      <a:pt x="926" y="0"/>
                    </a:moveTo>
                    <a:cubicBezTo>
                      <a:pt x="712" y="0"/>
                      <a:pt x="501" y="79"/>
                      <a:pt x="338" y="219"/>
                    </a:cubicBezTo>
                    <a:cubicBezTo>
                      <a:pt x="146" y="378"/>
                      <a:pt x="27" y="616"/>
                      <a:pt x="14" y="867"/>
                    </a:cubicBezTo>
                    <a:cubicBezTo>
                      <a:pt x="1" y="1118"/>
                      <a:pt x="87" y="1369"/>
                      <a:pt x="265" y="1554"/>
                    </a:cubicBezTo>
                    <a:cubicBezTo>
                      <a:pt x="437" y="1733"/>
                      <a:pt x="682" y="1839"/>
                      <a:pt x="933" y="1839"/>
                    </a:cubicBezTo>
                    <a:cubicBezTo>
                      <a:pt x="1369" y="1839"/>
                      <a:pt x="1759" y="1515"/>
                      <a:pt x="1838" y="1078"/>
                    </a:cubicBezTo>
                    <a:cubicBezTo>
                      <a:pt x="1885" y="834"/>
                      <a:pt x="1819" y="570"/>
                      <a:pt x="1667" y="365"/>
                    </a:cubicBezTo>
                    <a:cubicBezTo>
                      <a:pt x="1514" y="166"/>
                      <a:pt x="1290" y="34"/>
                      <a:pt x="1039" y="8"/>
                    </a:cubicBezTo>
                    <a:cubicBezTo>
                      <a:pt x="1001" y="3"/>
                      <a:pt x="963" y="0"/>
                      <a:pt x="9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18" name="Google Shape;318;p41"/>
              <p:cNvSpPr/>
              <p:nvPr/>
            </p:nvSpPr>
            <p:spPr>
              <a:xfrm>
                <a:off x="3818667" y="2045797"/>
                <a:ext cx="64231" cy="60979"/>
              </a:xfrm>
              <a:custGeom>
                <a:avLst/>
                <a:gdLst/>
                <a:ahLst/>
                <a:cxnLst/>
                <a:rect l="l" t="t" r="r" b="b"/>
                <a:pathLst>
                  <a:path w="3081" h="2925" extrusionOk="0">
                    <a:moveTo>
                      <a:pt x="1547" y="0"/>
                    </a:moveTo>
                    <a:cubicBezTo>
                      <a:pt x="1076" y="0"/>
                      <a:pt x="617" y="234"/>
                      <a:pt x="344" y="625"/>
                    </a:cubicBezTo>
                    <a:cubicBezTo>
                      <a:pt x="53" y="1048"/>
                      <a:pt x="0" y="1603"/>
                      <a:pt x="212" y="2072"/>
                    </a:cubicBezTo>
                    <a:cubicBezTo>
                      <a:pt x="423" y="2528"/>
                      <a:pt x="859" y="2852"/>
                      <a:pt x="1362" y="2918"/>
                    </a:cubicBezTo>
                    <a:cubicBezTo>
                      <a:pt x="1421" y="2925"/>
                      <a:pt x="1487" y="2925"/>
                      <a:pt x="1547" y="2925"/>
                    </a:cubicBezTo>
                    <a:cubicBezTo>
                      <a:pt x="2049" y="2925"/>
                      <a:pt x="2532" y="2661"/>
                      <a:pt x="2796" y="2224"/>
                    </a:cubicBezTo>
                    <a:cubicBezTo>
                      <a:pt x="3067" y="1788"/>
                      <a:pt x="3080" y="1226"/>
                      <a:pt x="2842" y="777"/>
                    </a:cubicBezTo>
                    <a:cubicBezTo>
                      <a:pt x="2604" y="334"/>
                      <a:pt x="2142" y="36"/>
                      <a:pt x="1639" y="3"/>
                    </a:cubicBezTo>
                    <a:cubicBezTo>
                      <a:pt x="1608" y="1"/>
                      <a:pt x="1577" y="0"/>
                      <a:pt x="15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319" name="Google Shape;319;p41"/>
          <p:cNvSpPr txBox="1">
            <a:spLocks noGrp="1"/>
          </p:cNvSpPr>
          <p:nvPr>
            <p:ph type="title"/>
          </p:nvPr>
        </p:nvSpPr>
        <p:spPr>
          <a:xfrm>
            <a:off x="3769750" y="1898706"/>
            <a:ext cx="46611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INTRODUCTION</a:t>
            </a: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23"/>
        <p:cNvGrpSpPr/>
        <p:nvPr/>
      </p:nvGrpSpPr>
      <p:grpSpPr>
        <a:xfrm>
          <a:off x="0" y="0"/>
          <a:ext cx="0" cy="0"/>
          <a:chOff x="0" y="0"/>
          <a:chExt cx="0" cy="0"/>
        </a:xfrm>
      </p:grpSpPr>
      <p:sp>
        <p:nvSpPr>
          <p:cNvPr id="324" name="Google Shape;324;p42"/>
          <p:cNvSpPr/>
          <p:nvPr/>
        </p:nvSpPr>
        <p:spPr>
          <a:xfrm>
            <a:off x="365274" y="1002400"/>
            <a:ext cx="4207800" cy="4189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42"/>
          <p:cNvSpPr/>
          <p:nvPr/>
        </p:nvSpPr>
        <p:spPr>
          <a:xfrm>
            <a:off x="471615" y="1096000"/>
            <a:ext cx="4011000" cy="4143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42"/>
          <p:cNvSpPr txBox="1">
            <a:spLocks noGrp="1"/>
          </p:cNvSpPr>
          <p:nvPr>
            <p:ph type="title"/>
          </p:nvPr>
        </p:nvSpPr>
        <p:spPr>
          <a:xfrm>
            <a:off x="463674" y="2897350"/>
            <a:ext cx="40110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FAMILY</a:t>
            </a:r>
            <a:endParaRPr/>
          </a:p>
        </p:txBody>
      </p:sp>
      <p:sp>
        <p:nvSpPr>
          <p:cNvPr id="327" name="Google Shape;327;p42"/>
          <p:cNvSpPr txBox="1">
            <a:spLocks noGrp="1"/>
          </p:cNvSpPr>
          <p:nvPr>
            <p:ph type="subTitle" idx="1"/>
          </p:nvPr>
        </p:nvSpPr>
        <p:spPr>
          <a:xfrm>
            <a:off x="1254024" y="3711150"/>
            <a:ext cx="2430300" cy="5316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You can enter a subtitle here if you need it</a:t>
            </a:r>
            <a:endParaRPr/>
          </a:p>
        </p:txBody>
      </p:sp>
      <p:cxnSp>
        <p:nvCxnSpPr>
          <p:cNvPr id="328" name="Google Shape;328;p42"/>
          <p:cNvCxnSpPr/>
          <p:nvPr/>
        </p:nvCxnSpPr>
        <p:spPr>
          <a:xfrm>
            <a:off x="1123674" y="2809100"/>
            <a:ext cx="2691000" cy="0"/>
          </a:xfrm>
          <a:prstGeom prst="straightConnector1">
            <a:avLst/>
          </a:prstGeom>
          <a:noFill/>
          <a:ln w="9525" cap="flat" cmpd="sng">
            <a:solidFill>
              <a:schemeClr val="dk1"/>
            </a:solidFill>
            <a:prstDash val="solid"/>
            <a:round/>
            <a:headEnd type="none" w="med" len="med"/>
            <a:tailEnd type="none" w="med" len="med"/>
          </a:ln>
        </p:spPr>
      </p:cxnSp>
      <p:grpSp>
        <p:nvGrpSpPr>
          <p:cNvPr id="329" name="Google Shape;329;p42"/>
          <p:cNvGrpSpPr/>
          <p:nvPr/>
        </p:nvGrpSpPr>
        <p:grpSpPr>
          <a:xfrm>
            <a:off x="2103737" y="646087"/>
            <a:ext cx="777000" cy="738300"/>
            <a:chOff x="5094212" y="2549737"/>
            <a:chExt cx="777000" cy="738300"/>
          </a:xfrm>
        </p:grpSpPr>
        <p:sp>
          <p:nvSpPr>
            <p:cNvPr id="330" name="Google Shape;330;p42"/>
            <p:cNvSpPr/>
            <p:nvPr/>
          </p:nvSpPr>
          <p:spPr>
            <a:xfrm>
              <a:off x="5094212" y="2549737"/>
              <a:ext cx="777000" cy="738300"/>
            </a:xfrm>
            <a:prstGeom prst="pentagon">
              <a:avLst>
                <a:gd name="hf" fmla="val 105146"/>
                <a:gd name="vf" fmla="val 11055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42"/>
            <p:cNvSpPr/>
            <p:nvPr/>
          </p:nvSpPr>
          <p:spPr>
            <a:xfrm>
              <a:off x="5145094" y="2598079"/>
              <a:ext cx="675300" cy="641700"/>
            </a:xfrm>
            <a:prstGeom prst="pentagon">
              <a:avLst>
                <a:gd name="hf" fmla="val 105146"/>
                <a:gd name="vf" fmla="val 11055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2" name="Google Shape;332;p42"/>
            <p:cNvGrpSpPr/>
            <p:nvPr/>
          </p:nvGrpSpPr>
          <p:grpSpPr>
            <a:xfrm>
              <a:off x="5345359" y="2795414"/>
              <a:ext cx="274669" cy="290718"/>
              <a:chOff x="3278493" y="2036478"/>
              <a:chExt cx="287883" cy="304704"/>
            </a:xfrm>
          </p:grpSpPr>
          <p:sp>
            <p:nvSpPr>
              <p:cNvPr id="333" name="Google Shape;333;p42"/>
              <p:cNvSpPr/>
              <p:nvPr/>
            </p:nvSpPr>
            <p:spPr>
              <a:xfrm>
                <a:off x="3306178" y="2036478"/>
                <a:ext cx="62042" cy="61896"/>
              </a:xfrm>
              <a:custGeom>
                <a:avLst/>
                <a:gdLst/>
                <a:ahLst/>
                <a:cxnLst/>
                <a:rect l="l" t="t" r="r" b="b"/>
                <a:pathLst>
                  <a:path w="2976" h="2969" extrusionOk="0">
                    <a:moveTo>
                      <a:pt x="1488" y="1"/>
                    </a:moveTo>
                    <a:cubicBezTo>
                      <a:pt x="669" y="1"/>
                      <a:pt x="1" y="662"/>
                      <a:pt x="1" y="1481"/>
                    </a:cubicBezTo>
                    <a:cubicBezTo>
                      <a:pt x="1" y="2301"/>
                      <a:pt x="669" y="2969"/>
                      <a:pt x="1488" y="2969"/>
                    </a:cubicBezTo>
                    <a:cubicBezTo>
                      <a:pt x="2308" y="2969"/>
                      <a:pt x="2976" y="2301"/>
                      <a:pt x="2976" y="1481"/>
                    </a:cubicBezTo>
                    <a:cubicBezTo>
                      <a:pt x="2976" y="662"/>
                      <a:pt x="2308" y="1"/>
                      <a:pt x="1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34" name="Google Shape;334;p42"/>
              <p:cNvSpPr/>
              <p:nvPr/>
            </p:nvSpPr>
            <p:spPr>
              <a:xfrm>
                <a:off x="3509431" y="2152218"/>
                <a:ext cx="40277" cy="39172"/>
              </a:xfrm>
              <a:custGeom>
                <a:avLst/>
                <a:gdLst/>
                <a:ahLst/>
                <a:cxnLst/>
                <a:rect l="l" t="t" r="r" b="b"/>
                <a:pathLst>
                  <a:path w="1932" h="1879" extrusionOk="0">
                    <a:moveTo>
                      <a:pt x="956" y="1"/>
                    </a:moveTo>
                    <a:cubicBezTo>
                      <a:pt x="736" y="1"/>
                      <a:pt x="520" y="79"/>
                      <a:pt x="351" y="219"/>
                    </a:cubicBezTo>
                    <a:cubicBezTo>
                      <a:pt x="153" y="385"/>
                      <a:pt x="34" y="629"/>
                      <a:pt x="21" y="887"/>
                    </a:cubicBezTo>
                    <a:cubicBezTo>
                      <a:pt x="1" y="1145"/>
                      <a:pt x="100" y="1396"/>
                      <a:pt x="272" y="1588"/>
                    </a:cubicBezTo>
                    <a:cubicBezTo>
                      <a:pt x="450" y="1773"/>
                      <a:pt x="702" y="1879"/>
                      <a:pt x="959" y="1879"/>
                    </a:cubicBezTo>
                    <a:cubicBezTo>
                      <a:pt x="1409" y="1879"/>
                      <a:pt x="1805" y="1548"/>
                      <a:pt x="1885" y="1105"/>
                    </a:cubicBezTo>
                    <a:cubicBezTo>
                      <a:pt x="1931" y="847"/>
                      <a:pt x="1865" y="583"/>
                      <a:pt x="1713" y="371"/>
                    </a:cubicBezTo>
                    <a:cubicBezTo>
                      <a:pt x="1554" y="173"/>
                      <a:pt x="1323" y="34"/>
                      <a:pt x="1072" y="8"/>
                    </a:cubicBezTo>
                    <a:cubicBezTo>
                      <a:pt x="1033" y="3"/>
                      <a:pt x="994" y="1"/>
                      <a:pt x="9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35" name="Google Shape;335;p42"/>
              <p:cNvSpPr/>
              <p:nvPr/>
            </p:nvSpPr>
            <p:spPr>
              <a:xfrm>
                <a:off x="3278493" y="2100081"/>
                <a:ext cx="287883" cy="241101"/>
              </a:xfrm>
              <a:custGeom>
                <a:avLst/>
                <a:gdLst/>
                <a:ahLst/>
                <a:cxnLst/>
                <a:rect l="l" t="t" r="r" b="b"/>
                <a:pathLst>
                  <a:path w="13809" h="11565" extrusionOk="0">
                    <a:moveTo>
                      <a:pt x="6164" y="2116"/>
                    </a:moveTo>
                    <a:cubicBezTo>
                      <a:pt x="6185" y="2116"/>
                      <a:pt x="6206" y="2117"/>
                      <a:pt x="6227" y="2119"/>
                    </a:cubicBezTo>
                    <a:cubicBezTo>
                      <a:pt x="6505" y="2145"/>
                      <a:pt x="6743" y="2363"/>
                      <a:pt x="6789" y="2641"/>
                    </a:cubicBezTo>
                    <a:cubicBezTo>
                      <a:pt x="6796" y="2694"/>
                      <a:pt x="6796" y="2753"/>
                      <a:pt x="6789" y="2806"/>
                    </a:cubicBezTo>
                    <a:cubicBezTo>
                      <a:pt x="6880" y="2764"/>
                      <a:pt x="6978" y="2741"/>
                      <a:pt x="7078" y="2741"/>
                    </a:cubicBezTo>
                    <a:cubicBezTo>
                      <a:pt x="7167" y="2741"/>
                      <a:pt x="7257" y="2759"/>
                      <a:pt x="7344" y="2800"/>
                    </a:cubicBezTo>
                    <a:lnTo>
                      <a:pt x="8488" y="3315"/>
                    </a:lnTo>
                    <a:cubicBezTo>
                      <a:pt x="8812" y="3467"/>
                      <a:pt x="8950" y="3844"/>
                      <a:pt x="8805" y="4168"/>
                    </a:cubicBezTo>
                    <a:cubicBezTo>
                      <a:pt x="8824" y="4129"/>
                      <a:pt x="8842" y="4091"/>
                      <a:pt x="8847" y="4080"/>
                    </a:cubicBezTo>
                    <a:lnTo>
                      <a:pt x="8847" y="4080"/>
                    </a:lnTo>
                    <a:cubicBezTo>
                      <a:pt x="8843" y="4089"/>
                      <a:pt x="8831" y="4117"/>
                      <a:pt x="8805" y="4175"/>
                    </a:cubicBezTo>
                    <a:cubicBezTo>
                      <a:pt x="8805" y="4175"/>
                      <a:pt x="8805" y="4175"/>
                      <a:pt x="8805" y="4175"/>
                    </a:cubicBezTo>
                    <a:lnTo>
                      <a:pt x="8805" y="4175"/>
                    </a:lnTo>
                    <a:cubicBezTo>
                      <a:pt x="8804" y="4178"/>
                      <a:pt x="8802" y="4181"/>
                      <a:pt x="8801" y="4183"/>
                    </a:cubicBezTo>
                    <a:lnTo>
                      <a:pt x="8801" y="4183"/>
                    </a:lnTo>
                    <a:cubicBezTo>
                      <a:pt x="8693" y="4415"/>
                      <a:pt x="8462" y="4550"/>
                      <a:pt x="8220" y="4550"/>
                    </a:cubicBezTo>
                    <a:cubicBezTo>
                      <a:pt x="8130" y="4550"/>
                      <a:pt x="8039" y="4531"/>
                      <a:pt x="7952" y="4492"/>
                    </a:cubicBezTo>
                    <a:lnTo>
                      <a:pt x="7000" y="4056"/>
                    </a:lnTo>
                    <a:cubicBezTo>
                      <a:pt x="7139" y="3923"/>
                      <a:pt x="7139" y="3685"/>
                      <a:pt x="7000" y="3547"/>
                    </a:cubicBezTo>
                    <a:cubicBezTo>
                      <a:pt x="6941" y="3487"/>
                      <a:pt x="6862" y="3448"/>
                      <a:pt x="6776" y="3441"/>
                    </a:cubicBezTo>
                    <a:cubicBezTo>
                      <a:pt x="6723" y="3441"/>
                      <a:pt x="6670" y="3448"/>
                      <a:pt x="6624" y="3454"/>
                    </a:cubicBezTo>
                    <a:cubicBezTo>
                      <a:pt x="6558" y="3461"/>
                      <a:pt x="6498" y="3461"/>
                      <a:pt x="6439" y="3461"/>
                    </a:cubicBezTo>
                    <a:cubicBezTo>
                      <a:pt x="6432" y="3421"/>
                      <a:pt x="6432" y="3381"/>
                      <a:pt x="6432" y="3342"/>
                    </a:cubicBezTo>
                    <a:cubicBezTo>
                      <a:pt x="6342" y="3388"/>
                      <a:pt x="6245" y="3410"/>
                      <a:pt x="6148" y="3410"/>
                    </a:cubicBezTo>
                    <a:cubicBezTo>
                      <a:pt x="5966" y="3410"/>
                      <a:pt x="5786" y="3332"/>
                      <a:pt x="5665" y="3190"/>
                    </a:cubicBezTo>
                    <a:cubicBezTo>
                      <a:pt x="5507" y="3005"/>
                      <a:pt x="5473" y="2740"/>
                      <a:pt x="5573" y="2522"/>
                    </a:cubicBezTo>
                    <a:lnTo>
                      <a:pt x="5592" y="2482"/>
                    </a:lnTo>
                    <a:cubicBezTo>
                      <a:pt x="5690" y="2257"/>
                      <a:pt x="5917" y="2116"/>
                      <a:pt x="6164" y="2116"/>
                    </a:cubicBezTo>
                    <a:close/>
                    <a:moveTo>
                      <a:pt x="2845" y="0"/>
                    </a:moveTo>
                    <a:cubicBezTo>
                      <a:pt x="2653" y="0"/>
                      <a:pt x="2463" y="20"/>
                      <a:pt x="2287" y="50"/>
                    </a:cubicBezTo>
                    <a:cubicBezTo>
                      <a:pt x="2261" y="57"/>
                      <a:pt x="2235" y="63"/>
                      <a:pt x="2201" y="70"/>
                    </a:cubicBezTo>
                    <a:cubicBezTo>
                      <a:pt x="2142" y="90"/>
                      <a:pt x="2063" y="116"/>
                      <a:pt x="1977" y="156"/>
                    </a:cubicBezTo>
                    <a:cubicBezTo>
                      <a:pt x="1792" y="228"/>
                      <a:pt x="1560" y="354"/>
                      <a:pt x="1316" y="552"/>
                    </a:cubicBezTo>
                    <a:cubicBezTo>
                      <a:pt x="1197" y="651"/>
                      <a:pt x="1078" y="764"/>
                      <a:pt x="965" y="896"/>
                    </a:cubicBezTo>
                    <a:cubicBezTo>
                      <a:pt x="846" y="1022"/>
                      <a:pt x="741" y="1167"/>
                      <a:pt x="648" y="1326"/>
                    </a:cubicBezTo>
                    <a:cubicBezTo>
                      <a:pt x="450" y="1636"/>
                      <a:pt x="304" y="1987"/>
                      <a:pt x="205" y="2344"/>
                    </a:cubicBezTo>
                    <a:cubicBezTo>
                      <a:pt x="106" y="2694"/>
                      <a:pt x="53" y="3051"/>
                      <a:pt x="27" y="3375"/>
                    </a:cubicBezTo>
                    <a:cubicBezTo>
                      <a:pt x="0" y="3705"/>
                      <a:pt x="0" y="4009"/>
                      <a:pt x="7" y="4261"/>
                    </a:cubicBezTo>
                    <a:cubicBezTo>
                      <a:pt x="20" y="4518"/>
                      <a:pt x="33" y="4730"/>
                      <a:pt x="53" y="4882"/>
                    </a:cubicBezTo>
                    <a:cubicBezTo>
                      <a:pt x="66" y="5027"/>
                      <a:pt x="80" y="5107"/>
                      <a:pt x="80" y="5107"/>
                    </a:cubicBezTo>
                    <a:lnTo>
                      <a:pt x="80" y="5113"/>
                    </a:lnTo>
                    <a:cubicBezTo>
                      <a:pt x="105" y="5330"/>
                      <a:pt x="290" y="5497"/>
                      <a:pt x="511" y="5497"/>
                    </a:cubicBezTo>
                    <a:cubicBezTo>
                      <a:pt x="519" y="5497"/>
                      <a:pt x="527" y="5497"/>
                      <a:pt x="536" y="5497"/>
                    </a:cubicBezTo>
                    <a:cubicBezTo>
                      <a:pt x="780" y="5483"/>
                      <a:pt x="965" y="5279"/>
                      <a:pt x="959" y="5034"/>
                    </a:cubicBezTo>
                    <a:cubicBezTo>
                      <a:pt x="959" y="5034"/>
                      <a:pt x="952" y="4961"/>
                      <a:pt x="952" y="4822"/>
                    </a:cubicBezTo>
                    <a:cubicBezTo>
                      <a:pt x="946" y="4690"/>
                      <a:pt x="946" y="4499"/>
                      <a:pt x="959" y="4267"/>
                    </a:cubicBezTo>
                    <a:cubicBezTo>
                      <a:pt x="965" y="4036"/>
                      <a:pt x="992" y="3771"/>
                      <a:pt x="1038" y="3500"/>
                    </a:cubicBezTo>
                    <a:cubicBezTo>
                      <a:pt x="1084" y="3223"/>
                      <a:pt x="1150" y="2939"/>
                      <a:pt x="1250" y="2674"/>
                    </a:cubicBezTo>
                    <a:cubicBezTo>
                      <a:pt x="1309" y="2529"/>
                      <a:pt x="1375" y="2383"/>
                      <a:pt x="1448" y="2258"/>
                    </a:cubicBezTo>
                    <a:lnTo>
                      <a:pt x="1448" y="2258"/>
                    </a:lnTo>
                    <a:lnTo>
                      <a:pt x="1124" y="4941"/>
                    </a:lnTo>
                    <a:cubicBezTo>
                      <a:pt x="1104" y="5067"/>
                      <a:pt x="1104" y="5212"/>
                      <a:pt x="1124" y="5351"/>
                    </a:cubicBezTo>
                    <a:cubicBezTo>
                      <a:pt x="1157" y="5629"/>
                      <a:pt x="1256" y="5887"/>
                      <a:pt x="1402" y="6105"/>
                    </a:cubicBezTo>
                    <a:lnTo>
                      <a:pt x="1633" y="10924"/>
                    </a:lnTo>
                    <a:cubicBezTo>
                      <a:pt x="1646" y="11188"/>
                      <a:pt x="1858" y="11399"/>
                      <a:pt x="2122" y="11413"/>
                    </a:cubicBezTo>
                    <a:cubicBezTo>
                      <a:pt x="2130" y="11413"/>
                      <a:pt x="2139" y="11413"/>
                      <a:pt x="2147" y="11413"/>
                    </a:cubicBezTo>
                    <a:cubicBezTo>
                      <a:pt x="2420" y="11413"/>
                      <a:pt x="2645" y="11200"/>
                      <a:pt x="2658" y="10924"/>
                    </a:cubicBezTo>
                    <a:lnTo>
                      <a:pt x="2823" y="7281"/>
                    </a:lnTo>
                    <a:lnTo>
                      <a:pt x="2995" y="10924"/>
                    </a:lnTo>
                    <a:cubicBezTo>
                      <a:pt x="3008" y="11188"/>
                      <a:pt x="3213" y="11399"/>
                      <a:pt x="3484" y="11413"/>
                    </a:cubicBezTo>
                    <a:cubicBezTo>
                      <a:pt x="3492" y="11413"/>
                      <a:pt x="3500" y="11413"/>
                      <a:pt x="3508" y="11413"/>
                    </a:cubicBezTo>
                    <a:cubicBezTo>
                      <a:pt x="3782" y="11413"/>
                      <a:pt x="4006" y="11200"/>
                      <a:pt x="4019" y="10924"/>
                    </a:cubicBezTo>
                    <a:lnTo>
                      <a:pt x="4244" y="6085"/>
                    </a:lnTo>
                    <a:cubicBezTo>
                      <a:pt x="4456" y="5761"/>
                      <a:pt x="4561" y="5358"/>
                      <a:pt x="4515" y="4941"/>
                    </a:cubicBezTo>
                    <a:lnTo>
                      <a:pt x="4191" y="2291"/>
                    </a:lnTo>
                    <a:lnTo>
                      <a:pt x="4191" y="2291"/>
                    </a:lnTo>
                    <a:cubicBezTo>
                      <a:pt x="4257" y="2410"/>
                      <a:pt x="4317" y="2542"/>
                      <a:pt x="4370" y="2674"/>
                    </a:cubicBezTo>
                    <a:cubicBezTo>
                      <a:pt x="4469" y="2939"/>
                      <a:pt x="4535" y="3223"/>
                      <a:pt x="4581" y="3500"/>
                    </a:cubicBezTo>
                    <a:cubicBezTo>
                      <a:pt x="4627" y="3771"/>
                      <a:pt x="4654" y="4036"/>
                      <a:pt x="4660" y="4267"/>
                    </a:cubicBezTo>
                    <a:cubicBezTo>
                      <a:pt x="4674" y="4499"/>
                      <a:pt x="4674" y="4690"/>
                      <a:pt x="4667" y="4822"/>
                    </a:cubicBezTo>
                    <a:cubicBezTo>
                      <a:pt x="4667" y="4961"/>
                      <a:pt x="4660" y="5034"/>
                      <a:pt x="4660" y="5034"/>
                    </a:cubicBezTo>
                    <a:cubicBezTo>
                      <a:pt x="4654" y="5265"/>
                      <a:pt x="4819" y="5464"/>
                      <a:pt x="5050" y="5497"/>
                    </a:cubicBezTo>
                    <a:cubicBezTo>
                      <a:pt x="5067" y="5499"/>
                      <a:pt x="5084" y="5499"/>
                      <a:pt x="5100" y="5499"/>
                    </a:cubicBezTo>
                    <a:cubicBezTo>
                      <a:pt x="5319" y="5499"/>
                      <a:pt x="5515" y="5341"/>
                      <a:pt x="5540" y="5113"/>
                    </a:cubicBezTo>
                    <a:lnTo>
                      <a:pt x="5540" y="5107"/>
                    </a:lnTo>
                    <a:cubicBezTo>
                      <a:pt x="5540" y="5107"/>
                      <a:pt x="5553" y="5027"/>
                      <a:pt x="5566" y="4882"/>
                    </a:cubicBezTo>
                    <a:cubicBezTo>
                      <a:pt x="5586" y="4730"/>
                      <a:pt x="5599" y="4518"/>
                      <a:pt x="5612" y="4261"/>
                    </a:cubicBezTo>
                    <a:cubicBezTo>
                      <a:pt x="5612" y="4234"/>
                      <a:pt x="5612" y="4201"/>
                      <a:pt x="5612" y="4175"/>
                    </a:cubicBezTo>
                    <a:cubicBezTo>
                      <a:pt x="5612" y="4148"/>
                      <a:pt x="5612" y="4115"/>
                      <a:pt x="5612" y="4089"/>
                    </a:cubicBezTo>
                    <a:cubicBezTo>
                      <a:pt x="5659" y="4115"/>
                      <a:pt x="5711" y="4148"/>
                      <a:pt x="5764" y="4175"/>
                    </a:cubicBezTo>
                    <a:lnTo>
                      <a:pt x="4991" y="7711"/>
                    </a:lnTo>
                    <a:cubicBezTo>
                      <a:pt x="4978" y="7784"/>
                      <a:pt x="4991" y="7856"/>
                      <a:pt x="5037" y="7916"/>
                    </a:cubicBezTo>
                    <a:cubicBezTo>
                      <a:pt x="5084" y="7975"/>
                      <a:pt x="5156" y="8009"/>
                      <a:pt x="5229" y="8009"/>
                    </a:cubicBezTo>
                    <a:lnTo>
                      <a:pt x="6022" y="8009"/>
                    </a:lnTo>
                    <a:lnTo>
                      <a:pt x="6174" y="11062"/>
                    </a:lnTo>
                    <a:cubicBezTo>
                      <a:pt x="6187" y="11333"/>
                      <a:pt x="6419" y="11558"/>
                      <a:pt x="6690" y="11565"/>
                    </a:cubicBezTo>
                    <a:cubicBezTo>
                      <a:pt x="6694" y="11565"/>
                      <a:pt x="6698" y="11565"/>
                      <a:pt x="6703" y="11565"/>
                    </a:cubicBezTo>
                    <a:cubicBezTo>
                      <a:pt x="6968" y="11565"/>
                      <a:pt x="7199" y="11362"/>
                      <a:pt x="7225" y="11095"/>
                    </a:cubicBezTo>
                    <a:cubicBezTo>
                      <a:pt x="7232" y="11089"/>
                      <a:pt x="7232" y="11076"/>
                      <a:pt x="7232" y="11062"/>
                    </a:cubicBezTo>
                    <a:lnTo>
                      <a:pt x="7390" y="8009"/>
                    </a:lnTo>
                    <a:lnTo>
                      <a:pt x="7476" y="8009"/>
                    </a:lnTo>
                    <a:lnTo>
                      <a:pt x="7628" y="11062"/>
                    </a:lnTo>
                    <a:cubicBezTo>
                      <a:pt x="7642" y="11333"/>
                      <a:pt x="7873" y="11558"/>
                      <a:pt x="8151" y="11565"/>
                    </a:cubicBezTo>
                    <a:cubicBezTo>
                      <a:pt x="8155" y="11565"/>
                      <a:pt x="8159" y="11565"/>
                      <a:pt x="8163" y="11565"/>
                    </a:cubicBezTo>
                    <a:cubicBezTo>
                      <a:pt x="8422" y="11565"/>
                      <a:pt x="8653" y="11362"/>
                      <a:pt x="8686" y="11095"/>
                    </a:cubicBezTo>
                    <a:cubicBezTo>
                      <a:pt x="8686" y="11089"/>
                      <a:pt x="8686" y="11076"/>
                      <a:pt x="8686" y="11062"/>
                    </a:cubicBezTo>
                    <a:lnTo>
                      <a:pt x="8851" y="8009"/>
                    </a:lnTo>
                    <a:lnTo>
                      <a:pt x="9618" y="8009"/>
                    </a:lnTo>
                    <a:cubicBezTo>
                      <a:pt x="9691" y="8009"/>
                      <a:pt x="9757" y="7975"/>
                      <a:pt x="9803" y="7916"/>
                    </a:cubicBezTo>
                    <a:cubicBezTo>
                      <a:pt x="9856" y="7863"/>
                      <a:pt x="9869" y="7784"/>
                      <a:pt x="9856" y="7711"/>
                    </a:cubicBezTo>
                    <a:lnTo>
                      <a:pt x="8957" y="3454"/>
                    </a:lnTo>
                    <a:lnTo>
                      <a:pt x="8957" y="3110"/>
                    </a:lnTo>
                    <a:cubicBezTo>
                      <a:pt x="9228" y="3758"/>
                      <a:pt x="9334" y="4459"/>
                      <a:pt x="9393" y="5153"/>
                    </a:cubicBezTo>
                    <a:cubicBezTo>
                      <a:pt x="9393" y="5173"/>
                      <a:pt x="9393" y="5186"/>
                      <a:pt x="9393" y="5199"/>
                    </a:cubicBezTo>
                    <a:cubicBezTo>
                      <a:pt x="9413" y="5384"/>
                      <a:pt x="9539" y="5536"/>
                      <a:pt x="9704" y="5589"/>
                    </a:cubicBezTo>
                    <a:lnTo>
                      <a:pt x="9704" y="5596"/>
                    </a:lnTo>
                    <a:cubicBezTo>
                      <a:pt x="9757" y="5682"/>
                      <a:pt x="9823" y="5761"/>
                      <a:pt x="9909" y="5821"/>
                    </a:cubicBezTo>
                    <a:cubicBezTo>
                      <a:pt x="10021" y="5893"/>
                      <a:pt x="10153" y="5933"/>
                      <a:pt x="10286" y="5933"/>
                    </a:cubicBezTo>
                    <a:cubicBezTo>
                      <a:pt x="10306" y="5934"/>
                      <a:pt x="10326" y="5934"/>
                      <a:pt x="10345" y="5934"/>
                    </a:cubicBezTo>
                    <a:cubicBezTo>
                      <a:pt x="10596" y="5934"/>
                      <a:pt x="10846" y="5860"/>
                      <a:pt x="11072" y="5768"/>
                    </a:cubicBezTo>
                    <a:lnTo>
                      <a:pt x="11092" y="6627"/>
                    </a:lnTo>
                    <a:lnTo>
                      <a:pt x="10616" y="8788"/>
                    </a:lnTo>
                    <a:cubicBezTo>
                      <a:pt x="10603" y="8835"/>
                      <a:pt x="10616" y="8888"/>
                      <a:pt x="10649" y="8927"/>
                    </a:cubicBezTo>
                    <a:cubicBezTo>
                      <a:pt x="10682" y="8967"/>
                      <a:pt x="10729" y="8987"/>
                      <a:pt x="10781" y="8987"/>
                    </a:cubicBezTo>
                    <a:lnTo>
                      <a:pt x="11165" y="8987"/>
                    </a:lnTo>
                    <a:lnTo>
                      <a:pt x="11264" y="11109"/>
                    </a:lnTo>
                    <a:cubicBezTo>
                      <a:pt x="11271" y="11281"/>
                      <a:pt x="11416" y="11419"/>
                      <a:pt x="11588" y="11419"/>
                    </a:cubicBezTo>
                    <a:cubicBezTo>
                      <a:pt x="11760" y="11419"/>
                      <a:pt x="11905" y="11281"/>
                      <a:pt x="11918" y="11109"/>
                    </a:cubicBezTo>
                    <a:lnTo>
                      <a:pt x="12024" y="8987"/>
                    </a:lnTo>
                    <a:lnTo>
                      <a:pt x="12057" y="8987"/>
                    </a:lnTo>
                    <a:lnTo>
                      <a:pt x="12163" y="11109"/>
                    </a:lnTo>
                    <a:cubicBezTo>
                      <a:pt x="12170" y="11281"/>
                      <a:pt x="12315" y="11419"/>
                      <a:pt x="12487" y="11419"/>
                    </a:cubicBezTo>
                    <a:cubicBezTo>
                      <a:pt x="12659" y="11419"/>
                      <a:pt x="12804" y="11281"/>
                      <a:pt x="12811" y="11109"/>
                    </a:cubicBezTo>
                    <a:lnTo>
                      <a:pt x="12923" y="8987"/>
                    </a:lnTo>
                    <a:lnTo>
                      <a:pt x="13333" y="8987"/>
                    </a:lnTo>
                    <a:cubicBezTo>
                      <a:pt x="13379" y="8987"/>
                      <a:pt x="13432" y="8967"/>
                      <a:pt x="13459" y="8927"/>
                    </a:cubicBezTo>
                    <a:cubicBezTo>
                      <a:pt x="13492" y="8888"/>
                      <a:pt x="13505" y="8835"/>
                      <a:pt x="13498" y="8788"/>
                    </a:cubicBezTo>
                    <a:lnTo>
                      <a:pt x="13016" y="6627"/>
                    </a:lnTo>
                    <a:lnTo>
                      <a:pt x="13029" y="6303"/>
                    </a:lnTo>
                    <a:cubicBezTo>
                      <a:pt x="13168" y="6667"/>
                      <a:pt x="13214" y="7057"/>
                      <a:pt x="13247" y="7440"/>
                    </a:cubicBezTo>
                    <a:cubicBezTo>
                      <a:pt x="13260" y="7588"/>
                      <a:pt x="13385" y="7698"/>
                      <a:pt x="13526" y="7698"/>
                    </a:cubicBezTo>
                    <a:cubicBezTo>
                      <a:pt x="13530" y="7698"/>
                      <a:pt x="13534" y="7698"/>
                      <a:pt x="13538" y="7698"/>
                    </a:cubicBezTo>
                    <a:cubicBezTo>
                      <a:pt x="13683" y="7691"/>
                      <a:pt x="13802" y="7566"/>
                      <a:pt x="13802" y="7420"/>
                    </a:cubicBezTo>
                    <a:cubicBezTo>
                      <a:pt x="13809" y="7010"/>
                      <a:pt x="13789" y="6607"/>
                      <a:pt x="13697" y="6204"/>
                    </a:cubicBezTo>
                    <a:cubicBezTo>
                      <a:pt x="13538" y="5530"/>
                      <a:pt x="13141" y="4869"/>
                      <a:pt x="12493" y="4558"/>
                    </a:cubicBezTo>
                    <a:cubicBezTo>
                      <a:pt x="12349" y="4487"/>
                      <a:pt x="12198" y="4451"/>
                      <a:pt x="12047" y="4451"/>
                    </a:cubicBezTo>
                    <a:cubicBezTo>
                      <a:pt x="11818" y="4451"/>
                      <a:pt x="11588" y="4535"/>
                      <a:pt x="11376" y="4710"/>
                    </a:cubicBezTo>
                    <a:cubicBezTo>
                      <a:pt x="11204" y="4849"/>
                      <a:pt x="11019" y="4981"/>
                      <a:pt x="10828" y="5093"/>
                    </a:cubicBezTo>
                    <a:cubicBezTo>
                      <a:pt x="10729" y="5153"/>
                      <a:pt x="10623" y="5212"/>
                      <a:pt x="10510" y="5259"/>
                    </a:cubicBezTo>
                    <a:cubicBezTo>
                      <a:pt x="10458" y="5279"/>
                      <a:pt x="10405" y="5298"/>
                      <a:pt x="10352" y="5312"/>
                    </a:cubicBezTo>
                    <a:cubicBezTo>
                      <a:pt x="10325" y="5318"/>
                      <a:pt x="10299" y="5318"/>
                      <a:pt x="10272" y="5318"/>
                    </a:cubicBezTo>
                    <a:cubicBezTo>
                      <a:pt x="10292" y="5272"/>
                      <a:pt x="10299" y="5219"/>
                      <a:pt x="10299" y="5166"/>
                    </a:cubicBezTo>
                    <a:cubicBezTo>
                      <a:pt x="10299" y="4558"/>
                      <a:pt x="10299" y="4492"/>
                      <a:pt x="10292" y="4373"/>
                    </a:cubicBezTo>
                    <a:cubicBezTo>
                      <a:pt x="10246" y="3633"/>
                      <a:pt x="10114" y="2892"/>
                      <a:pt x="9810" y="2205"/>
                    </a:cubicBezTo>
                    <a:cubicBezTo>
                      <a:pt x="9526" y="1550"/>
                      <a:pt x="9063" y="949"/>
                      <a:pt x="8435" y="585"/>
                    </a:cubicBezTo>
                    <a:cubicBezTo>
                      <a:pt x="8157" y="420"/>
                      <a:pt x="7734" y="275"/>
                      <a:pt x="7437" y="275"/>
                    </a:cubicBezTo>
                    <a:cubicBezTo>
                      <a:pt x="7139" y="275"/>
                      <a:pt x="6881" y="341"/>
                      <a:pt x="6597" y="493"/>
                    </a:cubicBezTo>
                    <a:cubicBezTo>
                      <a:pt x="6320" y="638"/>
                      <a:pt x="6042" y="803"/>
                      <a:pt x="5784" y="982"/>
                    </a:cubicBezTo>
                    <a:cubicBezTo>
                      <a:pt x="5546" y="1154"/>
                      <a:pt x="5315" y="1346"/>
                      <a:pt x="5123" y="1564"/>
                    </a:cubicBezTo>
                    <a:lnTo>
                      <a:pt x="5110" y="1564"/>
                    </a:lnTo>
                    <a:cubicBezTo>
                      <a:pt x="5110" y="1564"/>
                      <a:pt x="5024" y="1405"/>
                      <a:pt x="4971" y="1326"/>
                    </a:cubicBezTo>
                    <a:cubicBezTo>
                      <a:pt x="4879" y="1167"/>
                      <a:pt x="4766" y="1022"/>
                      <a:pt x="4654" y="896"/>
                    </a:cubicBezTo>
                    <a:cubicBezTo>
                      <a:pt x="4541" y="764"/>
                      <a:pt x="4422" y="651"/>
                      <a:pt x="4304" y="552"/>
                    </a:cubicBezTo>
                    <a:cubicBezTo>
                      <a:pt x="4059" y="354"/>
                      <a:pt x="3828" y="228"/>
                      <a:pt x="3642" y="156"/>
                    </a:cubicBezTo>
                    <a:cubicBezTo>
                      <a:pt x="3550" y="116"/>
                      <a:pt x="3477" y="90"/>
                      <a:pt x="3418" y="70"/>
                    </a:cubicBezTo>
                    <a:cubicBezTo>
                      <a:pt x="3233" y="20"/>
                      <a:pt x="3038" y="0"/>
                      <a:pt x="2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36" name="Google Shape;336;p42"/>
              <p:cNvSpPr/>
              <p:nvPr/>
            </p:nvSpPr>
            <p:spPr>
              <a:xfrm>
                <a:off x="3399882" y="2040689"/>
                <a:ext cx="66858" cy="63752"/>
              </a:xfrm>
              <a:custGeom>
                <a:avLst/>
                <a:gdLst/>
                <a:ahLst/>
                <a:cxnLst/>
                <a:rect l="l" t="t" r="r" b="b"/>
                <a:pathLst>
                  <a:path w="3207" h="3058" extrusionOk="0">
                    <a:moveTo>
                      <a:pt x="1613" y="1"/>
                    </a:moveTo>
                    <a:cubicBezTo>
                      <a:pt x="1118" y="1"/>
                      <a:pt x="644" y="247"/>
                      <a:pt x="358" y="651"/>
                    </a:cubicBezTo>
                    <a:cubicBezTo>
                      <a:pt x="54" y="1094"/>
                      <a:pt x="1" y="1676"/>
                      <a:pt x="219" y="2159"/>
                    </a:cubicBezTo>
                    <a:cubicBezTo>
                      <a:pt x="437" y="2635"/>
                      <a:pt x="893" y="2978"/>
                      <a:pt x="1415" y="3044"/>
                    </a:cubicBezTo>
                    <a:cubicBezTo>
                      <a:pt x="1482" y="3051"/>
                      <a:pt x="1548" y="3058"/>
                      <a:pt x="1607" y="3058"/>
                    </a:cubicBezTo>
                    <a:cubicBezTo>
                      <a:pt x="2136" y="3058"/>
                      <a:pt x="2638" y="2773"/>
                      <a:pt x="2916" y="2324"/>
                    </a:cubicBezTo>
                    <a:cubicBezTo>
                      <a:pt x="3194" y="1868"/>
                      <a:pt x="3207" y="1286"/>
                      <a:pt x="2962" y="810"/>
                    </a:cubicBezTo>
                    <a:cubicBezTo>
                      <a:pt x="2711" y="347"/>
                      <a:pt x="2235" y="37"/>
                      <a:pt x="1706" y="4"/>
                    </a:cubicBezTo>
                    <a:cubicBezTo>
                      <a:pt x="1675" y="2"/>
                      <a:pt x="1644" y="1"/>
                      <a:pt x="16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337" name="Google Shape;337;p42"/>
          <p:cNvGrpSpPr/>
          <p:nvPr/>
        </p:nvGrpSpPr>
        <p:grpSpPr>
          <a:xfrm>
            <a:off x="4194901" y="3968612"/>
            <a:ext cx="754200" cy="717300"/>
            <a:chOff x="5942501" y="2582162"/>
            <a:chExt cx="754200" cy="717300"/>
          </a:xfrm>
        </p:grpSpPr>
        <p:sp>
          <p:nvSpPr>
            <p:cNvPr id="338" name="Google Shape;338;p42"/>
            <p:cNvSpPr/>
            <p:nvPr/>
          </p:nvSpPr>
          <p:spPr>
            <a:xfrm>
              <a:off x="5942501" y="2582162"/>
              <a:ext cx="754200" cy="717300"/>
            </a:xfrm>
            <a:prstGeom prst="decagon">
              <a:avLst>
                <a:gd name="vf" fmla="val 105146"/>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42"/>
            <p:cNvSpPr/>
            <p:nvPr/>
          </p:nvSpPr>
          <p:spPr>
            <a:xfrm>
              <a:off x="5981863" y="2619613"/>
              <a:ext cx="675300" cy="642300"/>
            </a:xfrm>
            <a:prstGeom prst="decagon">
              <a:avLst>
                <a:gd name="vf" fmla="val 105146"/>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0" name="Google Shape;340;p42"/>
            <p:cNvGrpSpPr/>
            <p:nvPr/>
          </p:nvGrpSpPr>
          <p:grpSpPr>
            <a:xfrm>
              <a:off x="6144425" y="2801220"/>
              <a:ext cx="350188" cy="279116"/>
              <a:chOff x="5469425" y="2526250"/>
              <a:chExt cx="440100" cy="350825"/>
            </a:xfrm>
          </p:grpSpPr>
          <p:sp>
            <p:nvSpPr>
              <p:cNvPr id="341" name="Google Shape;341;p42"/>
              <p:cNvSpPr/>
              <p:nvPr/>
            </p:nvSpPr>
            <p:spPr>
              <a:xfrm>
                <a:off x="5489925" y="2650200"/>
                <a:ext cx="49100" cy="48050"/>
              </a:xfrm>
              <a:custGeom>
                <a:avLst/>
                <a:gdLst/>
                <a:ahLst/>
                <a:cxnLst/>
                <a:rect l="l" t="t" r="r" b="b"/>
                <a:pathLst>
                  <a:path w="1964" h="1922" extrusionOk="0">
                    <a:moveTo>
                      <a:pt x="979" y="0"/>
                    </a:moveTo>
                    <a:cubicBezTo>
                      <a:pt x="946" y="0"/>
                      <a:pt x="913" y="2"/>
                      <a:pt x="879" y="5"/>
                    </a:cubicBezTo>
                    <a:cubicBezTo>
                      <a:pt x="622" y="38"/>
                      <a:pt x="384" y="177"/>
                      <a:pt x="225" y="382"/>
                    </a:cubicBezTo>
                    <a:cubicBezTo>
                      <a:pt x="66" y="593"/>
                      <a:pt x="0" y="871"/>
                      <a:pt x="46" y="1129"/>
                    </a:cubicBezTo>
                    <a:cubicBezTo>
                      <a:pt x="126" y="1578"/>
                      <a:pt x="536" y="1922"/>
                      <a:pt x="992" y="1922"/>
                    </a:cubicBezTo>
                    <a:cubicBezTo>
                      <a:pt x="1256" y="1922"/>
                      <a:pt x="1507" y="1810"/>
                      <a:pt x="1692" y="1618"/>
                    </a:cubicBezTo>
                    <a:cubicBezTo>
                      <a:pt x="1871" y="1426"/>
                      <a:pt x="1963" y="1168"/>
                      <a:pt x="1950" y="904"/>
                    </a:cubicBezTo>
                    <a:cubicBezTo>
                      <a:pt x="1937" y="640"/>
                      <a:pt x="1811" y="395"/>
                      <a:pt x="1613" y="230"/>
                    </a:cubicBezTo>
                    <a:cubicBezTo>
                      <a:pt x="1434" y="80"/>
                      <a:pt x="1209" y="0"/>
                      <a:pt x="9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42" name="Google Shape;342;p42"/>
              <p:cNvSpPr/>
              <p:nvPr/>
            </p:nvSpPr>
            <p:spPr>
              <a:xfrm>
                <a:off x="5589725" y="2526250"/>
                <a:ext cx="78025" cy="73200"/>
              </a:xfrm>
              <a:custGeom>
                <a:avLst/>
                <a:gdLst/>
                <a:ahLst/>
                <a:cxnLst/>
                <a:rect l="l" t="t" r="r" b="b"/>
                <a:pathLst>
                  <a:path w="3121" h="2928" extrusionOk="0">
                    <a:moveTo>
                      <a:pt x="1559" y="1"/>
                    </a:moveTo>
                    <a:cubicBezTo>
                      <a:pt x="1485" y="1"/>
                      <a:pt x="1410" y="7"/>
                      <a:pt x="1336" y="19"/>
                    </a:cubicBezTo>
                    <a:cubicBezTo>
                      <a:pt x="801" y="105"/>
                      <a:pt x="351" y="488"/>
                      <a:pt x="179" y="997"/>
                    </a:cubicBezTo>
                    <a:cubicBezTo>
                      <a:pt x="1" y="1513"/>
                      <a:pt x="140" y="2108"/>
                      <a:pt x="530" y="2491"/>
                    </a:cubicBezTo>
                    <a:cubicBezTo>
                      <a:pt x="801" y="2769"/>
                      <a:pt x="1177" y="2927"/>
                      <a:pt x="1567" y="2927"/>
                    </a:cubicBezTo>
                    <a:cubicBezTo>
                      <a:pt x="2109" y="2927"/>
                      <a:pt x="2618" y="2616"/>
                      <a:pt x="2870" y="2141"/>
                    </a:cubicBezTo>
                    <a:cubicBezTo>
                      <a:pt x="3121" y="1651"/>
                      <a:pt x="3074" y="1043"/>
                      <a:pt x="2751" y="600"/>
                    </a:cubicBezTo>
                    <a:cubicBezTo>
                      <a:pt x="2472" y="225"/>
                      <a:pt x="2021" y="1"/>
                      <a:pt x="15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43" name="Google Shape;343;p42"/>
              <p:cNvSpPr/>
              <p:nvPr/>
            </p:nvSpPr>
            <p:spPr>
              <a:xfrm>
                <a:off x="5708875" y="2526250"/>
                <a:ext cx="77875" cy="73200"/>
              </a:xfrm>
              <a:custGeom>
                <a:avLst/>
                <a:gdLst/>
                <a:ahLst/>
                <a:cxnLst/>
                <a:rect l="l" t="t" r="r" b="b"/>
                <a:pathLst>
                  <a:path w="3115" h="2928" extrusionOk="0">
                    <a:moveTo>
                      <a:pt x="1553" y="1"/>
                    </a:moveTo>
                    <a:cubicBezTo>
                      <a:pt x="1478" y="1"/>
                      <a:pt x="1404" y="7"/>
                      <a:pt x="1329" y="19"/>
                    </a:cubicBezTo>
                    <a:cubicBezTo>
                      <a:pt x="800" y="105"/>
                      <a:pt x="344" y="488"/>
                      <a:pt x="173" y="997"/>
                    </a:cubicBezTo>
                    <a:cubicBezTo>
                      <a:pt x="1" y="1513"/>
                      <a:pt x="133" y="2108"/>
                      <a:pt x="523" y="2491"/>
                    </a:cubicBezTo>
                    <a:cubicBezTo>
                      <a:pt x="794" y="2769"/>
                      <a:pt x="1171" y="2927"/>
                      <a:pt x="1561" y="2927"/>
                    </a:cubicBezTo>
                    <a:cubicBezTo>
                      <a:pt x="2103" y="2927"/>
                      <a:pt x="2612" y="2616"/>
                      <a:pt x="2863" y="2141"/>
                    </a:cubicBezTo>
                    <a:cubicBezTo>
                      <a:pt x="3114" y="1651"/>
                      <a:pt x="3068" y="1043"/>
                      <a:pt x="2744" y="600"/>
                    </a:cubicBezTo>
                    <a:cubicBezTo>
                      <a:pt x="2465" y="225"/>
                      <a:pt x="2014" y="1"/>
                      <a:pt x="15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44" name="Google Shape;344;p42"/>
              <p:cNvSpPr/>
              <p:nvPr/>
            </p:nvSpPr>
            <p:spPr>
              <a:xfrm>
                <a:off x="5816625" y="2707500"/>
                <a:ext cx="25" cy="850"/>
              </a:xfrm>
              <a:custGeom>
                <a:avLst/>
                <a:gdLst/>
                <a:ahLst/>
                <a:cxnLst/>
                <a:rect l="l" t="t" r="r" b="b"/>
                <a:pathLst>
                  <a:path w="1" h="34" extrusionOk="0">
                    <a:moveTo>
                      <a:pt x="0" y="33"/>
                    </a:moveTo>
                    <a:cubicBezTo>
                      <a:pt x="0" y="33"/>
                      <a:pt x="0" y="33"/>
                      <a:pt x="0" y="33"/>
                    </a:cubicBezTo>
                    <a:cubicBezTo>
                      <a:pt x="0" y="20"/>
                      <a:pt x="0" y="0"/>
                      <a:pt x="0" y="3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45" name="Google Shape;345;p42"/>
              <p:cNvSpPr/>
              <p:nvPr/>
            </p:nvSpPr>
            <p:spPr>
              <a:xfrm>
                <a:off x="5840250" y="2650200"/>
                <a:ext cx="49100" cy="48050"/>
              </a:xfrm>
              <a:custGeom>
                <a:avLst/>
                <a:gdLst/>
                <a:ahLst/>
                <a:cxnLst/>
                <a:rect l="l" t="t" r="r" b="b"/>
                <a:pathLst>
                  <a:path w="1964" h="1922" extrusionOk="0">
                    <a:moveTo>
                      <a:pt x="991" y="0"/>
                    </a:moveTo>
                    <a:cubicBezTo>
                      <a:pt x="760" y="0"/>
                      <a:pt x="531" y="80"/>
                      <a:pt x="358" y="230"/>
                    </a:cubicBezTo>
                    <a:cubicBezTo>
                      <a:pt x="159" y="395"/>
                      <a:pt x="34" y="640"/>
                      <a:pt x="14" y="904"/>
                    </a:cubicBezTo>
                    <a:cubicBezTo>
                      <a:pt x="1" y="1168"/>
                      <a:pt x="100" y="1426"/>
                      <a:pt x="278" y="1618"/>
                    </a:cubicBezTo>
                    <a:cubicBezTo>
                      <a:pt x="457" y="1810"/>
                      <a:pt x="715" y="1922"/>
                      <a:pt x="972" y="1922"/>
                    </a:cubicBezTo>
                    <a:cubicBezTo>
                      <a:pt x="1435" y="1922"/>
                      <a:pt x="1838" y="1578"/>
                      <a:pt x="1918" y="1129"/>
                    </a:cubicBezTo>
                    <a:cubicBezTo>
                      <a:pt x="1964" y="871"/>
                      <a:pt x="1898" y="593"/>
                      <a:pt x="1739" y="382"/>
                    </a:cubicBezTo>
                    <a:cubicBezTo>
                      <a:pt x="1587" y="177"/>
                      <a:pt x="1343" y="38"/>
                      <a:pt x="1091" y="5"/>
                    </a:cubicBezTo>
                    <a:cubicBezTo>
                      <a:pt x="1058" y="2"/>
                      <a:pt x="1025" y="0"/>
                      <a:pt x="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46" name="Google Shape;346;p42"/>
              <p:cNvSpPr/>
              <p:nvPr/>
            </p:nvSpPr>
            <p:spPr>
              <a:xfrm>
                <a:off x="5469425" y="2603975"/>
                <a:ext cx="440100" cy="273100"/>
              </a:xfrm>
              <a:custGeom>
                <a:avLst/>
                <a:gdLst/>
                <a:ahLst/>
                <a:cxnLst/>
                <a:rect l="l" t="t" r="r" b="b"/>
                <a:pathLst>
                  <a:path w="17604" h="10924" extrusionOk="0">
                    <a:moveTo>
                      <a:pt x="6349" y="0"/>
                    </a:moveTo>
                    <a:cubicBezTo>
                      <a:pt x="6108" y="0"/>
                      <a:pt x="5851" y="50"/>
                      <a:pt x="5606" y="182"/>
                    </a:cubicBezTo>
                    <a:cubicBezTo>
                      <a:pt x="5328" y="334"/>
                      <a:pt x="5077" y="519"/>
                      <a:pt x="4852" y="737"/>
                    </a:cubicBezTo>
                    <a:cubicBezTo>
                      <a:pt x="4839" y="750"/>
                      <a:pt x="4826" y="763"/>
                      <a:pt x="4813" y="777"/>
                    </a:cubicBezTo>
                    <a:cubicBezTo>
                      <a:pt x="4780" y="803"/>
                      <a:pt x="4753" y="836"/>
                      <a:pt x="4720" y="869"/>
                    </a:cubicBezTo>
                    <a:cubicBezTo>
                      <a:pt x="4694" y="902"/>
                      <a:pt x="4667" y="929"/>
                      <a:pt x="4641" y="962"/>
                    </a:cubicBezTo>
                    <a:cubicBezTo>
                      <a:pt x="4608" y="995"/>
                      <a:pt x="4588" y="1028"/>
                      <a:pt x="4562" y="1054"/>
                    </a:cubicBezTo>
                    <a:cubicBezTo>
                      <a:pt x="4522" y="1101"/>
                      <a:pt x="4489" y="1147"/>
                      <a:pt x="4456" y="1193"/>
                    </a:cubicBezTo>
                    <a:cubicBezTo>
                      <a:pt x="4443" y="1206"/>
                      <a:pt x="4436" y="1220"/>
                      <a:pt x="4429" y="1233"/>
                    </a:cubicBezTo>
                    <a:cubicBezTo>
                      <a:pt x="4330" y="1365"/>
                      <a:pt x="4244" y="1504"/>
                      <a:pt x="4158" y="1649"/>
                    </a:cubicBezTo>
                    <a:cubicBezTo>
                      <a:pt x="3828" y="2244"/>
                      <a:pt x="3610" y="2951"/>
                      <a:pt x="3557" y="3692"/>
                    </a:cubicBezTo>
                    <a:cubicBezTo>
                      <a:pt x="3537" y="4002"/>
                      <a:pt x="3544" y="4326"/>
                      <a:pt x="3577" y="4650"/>
                    </a:cubicBezTo>
                    <a:cubicBezTo>
                      <a:pt x="3577" y="4683"/>
                      <a:pt x="3577" y="4703"/>
                      <a:pt x="3577" y="4703"/>
                    </a:cubicBezTo>
                    <a:lnTo>
                      <a:pt x="3524" y="4703"/>
                    </a:lnTo>
                    <a:cubicBezTo>
                      <a:pt x="3464" y="4690"/>
                      <a:pt x="3411" y="4670"/>
                      <a:pt x="3359" y="4644"/>
                    </a:cubicBezTo>
                    <a:cubicBezTo>
                      <a:pt x="3246" y="4597"/>
                      <a:pt x="3140" y="4544"/>
                      <a:pt x="3035" y="4478"/>
                    </a:cubicBezTo>
                    <a:cubicBezTo>
                      <a:pt x="2836" y="4359"/>
                      <a:pt x="2651" y="4234"/>
                      <a:pt x="2473" y="4088"/>
                    </a:cubicBezTo>
                    <a:cubicBezTo>
                      <a:pt x="2261" y="3908"/>
                      <a:pt x="2027" y="3823"/>
                      <a:pt x="1793" y="3823"/>
                    </a:cubicBezTo>
                    <a:cubicBezTo>
                      <a:pt x="1641" y="3823"/>
                      <a:pt x="1489" y="3859"/>
                      <a:pt x="1342" y="3930"/>
                    </a:cubicBezTo>
                    <a:cubicBezTo>
                      <a:pt x="675" y="4247"/>
                      <a:pt x="272" y="4921"/>
                      <a:pt x="113" y="5609"/>
                    </a:cubicBezTo>
                    <a:cubicBezTo>
                      <a:pt x="20" y="6018"/>
                      <a:pt x="1" y="6435"/>
                      <a:pt x="1" y="6851"/>
                    </a:cubicBezTo>
                    <a:cubicBezTo>
                      <a:pt x="7" y="6997"/>
                      <a:pt x="126" y="7122"/>
                      <a:pt x="272" y="7136"/>
                    </a:cubicBezTo>
                    <a:cubicBezTo>
                      <a:pt x="276" y="7136"/>
                      <a:pt x="280" y="7136"/>
                      <a:pt x="284" y="7136"/>
                    </a:cubicBezTo>
                    <a:cubicBezTo>
                      <a:pt x="431" y="7136"/>
                      <a:pt x="563" y="7019"/>
                      <a:pt x="569" y="6871"/>
                    </a:cubicBezTo>
                    <a:cubicBezTo>
                      <a:pt x="602" y="6481"/>
                      <a:pt x="655" y="6085"/>
                      <a:pt x="794" y="5714"/>
                    </a:cubicBezTo>
                    <a:lnTo>
                      <a:pt x="807" y="6045"/>
                    </a:lnTo>
                    <a:lnTo>
                      <a:pt x="318" y="8239"/>
                    </a:lnTo>
                    <a:cubicBezTo>
                      <a:pt x="305" y="8292"/>
                      <a:pt x="318" y="8345"/>
                      <a:pt x="351" y="8385"/>
                    </a:cubicBezTo>
                    <a:cubicBezTo>
                      <a:pt x="384" y="8425"/>
                      <a:pt x="437" y="8444"/>
                      <a:pt x="483" y="8444"/>
                    </a:cubicBezTo>
                    <a:lnTo>
                      <a:pt x="886" y="8444"/>
                    </a:lnTo>
                    <a:lnTo>
                      <a:pt x="999" y="10612"/>
                    </a:lnTo>
                    <a:cubicBezTo>
                      <a:pt x="1005" y="10784"/>
                      <a:pt x="1157" y="10923"/>
                      <a:pt x="1329" y="10923"/>
                    </a:cubicBezTo>
                    <a:cubicBezTo>
                      <a:pt x="1501" y="10923"/>
                      <a:pt x="1653" y="10784"/>
                      <a:pt x="1660" y="10612"/>
                    </a:cubicBezTo>
                    <a:lnTo>
                      <a:pt x="1765" y="8444"/>
                    </a:lnTo>
                    <a:lnTo>
                      <a:pt x="1799" y="8444"/>
                    </a:lnTo>
                    <a:lnTo>
                      <a:pt x="1911" y="10612"/>
                    </a:lnTo>
                    <a:cubicBezTo>
                      <a:pt x="1924" y="10784"/>
                      <a:pt x="2070" y="10923"/>
                      <a:pt x="2241" y="10923"/>
                    </a:cubicBezTo>
                    <a:cubicBezTo>
                      <a:pt x="2420" y="10923"/>
                      <a:pt x="2565" y="10784"/>
                      <a:pt x="2579" y="10612"/>
                    </a:cubicBezTo>
                    <a:lnTo>
                      <a:pt x="2678" y="8444"/>
                    </a:lnTo>
                    <a:lnTo>
                      <a:pt x="3088" y="8444"/>
                    </a:lnTo>
                    <a:cubicBezTo>
                      <a:pt x="3134" y="8444"/>
                      <a:pt x="3187" y="8425"/>
                      <a:pt x="3220" y="8385"/>
                    </a:cubicBezTo>
                    <a:cubicBezTo>
                      <a:pt x="3253" y="8345"/>
                      <a:pt x="3266" y="8292"/>
                      <a:pt x="3253" y="8239"/>
                    </a:cubicBezTo>
                    <a:lnTo>
                      <a:pt x="2770" y="6045"/>
                    </a:lnTo>
                    <a:lnTo>
                      <a:pt x="2783" y="5166"/>
                    </a:lnTo>
                    <a:cubicBezTo>
                      <a:pt x="3017" y="5258"/>
                      <a:pt x="3274" y="5339"/>
                      <a:pt x="3527" y="5339"/>
                    </a:cubicBezTo>
                    <a:cubicBezTo>
                      <a:pt x="3546" y="5339"/>
                      <a:pt x="3565" y="5339"/>
                      <a:pt x="3583" y="5338"/>
                    </a:cubicBezTo>
                    <a:cubicBezTo>
                      <a:pt x="3722" y="5331"/>
                      <a:pt x="3854" y="5298"/>
                      <a:pt x="3967" y="5219"/>
                    </a:cubicBezTo>
                    <a:cubicBezTo>
                      <a:pt x="4000" y="5199"/>
                      <a:pt x="4026" y="5179"/>
                      <a:pt x="4053" y="5153"/>
                    </a:cubicBezTo>
                    <a:cubicBezTo>
                      <a:pt x="4258" y="5133"/>
                      <a:pt x="4429" y="4967"/>
                      <a:pt x="4449" y="4756"/>
                    </a:cubicBezTo>
                    <a:lnTo>
                      <a:pt x="4449" y="4736"/>
                    </a:lnTo>
                    <a:cubicBezTo>
                      <a:pt x="4456" y="4644"/>
                      <a:pt x="4462" y="4544"/>
                      <a:pt x="4469" y="4445"/>
                    </a:cubicBezTo>
                    <a:cubicBezTo>
                      <a:pt x="4495" y="4260"/>
                      <a:pt x="4522" y="4075"/>
                      <a:pt x="4548" y="3890"/>
                    </a:cubicBezTo>
                    <a:cubicBezTo>
                      <a:pt x="4621" y="3526"/>
                      <a:pt x="4707" y="3163"/>
                      <a:pt x="4846" y="2819"/>
                    </a:cubicBezTo>
                    <a:cubicBezTo>
                      <a:pt x="4872" y="2760"/>
                      <a:pt x="4892" y="2700"/>
                      <a:pt x="4919" y="2641"/>
                    </a:cubicBezTo>
                    <a:lnTo>
                      <a:pt x="4919" y="3051"/>
                    </a:lnTo>
                    <a:lnTo>
                      <a:pt x="4152" y="6904"/>
                    </a:lnTo>
                    <a:cubicBezTo>
                      <a:pt x="4132" y="6984"/>
                      <a:pt x="4152" y="7063"/>
                      <a:pt x="4205" y="7122"/>
                    </a:cubicBezTo>
                    <a:cubicBezTo>
                      <a:pt x="4258" y="7188"/>
                      <a:pt x="4330" y="7221"/>
                      <a:pt x="4410" y="7221"/>
                    </a:cubicBezTo>
                    <a:lnTo>
                      <a:pt x="5018" y="7221"/>
                    </a:lnTo>
                    <a:lnTo>
                      <a:pt x="5170" y="10414"/>
                    </a:lnTo>
                    <a:cubicBezTo>
                      <a:pt x="5183" y="10679"/>
                      <a:pt x="5408" y="10897"/>
                      <a:pt x="5679" y="10897"/>
                    </a:cubicBezTo>
                    <a:cubicBezTo>
                      <a:pt x="5943" y="10897"/>
                      <a:pt x="6168" y="10679"/>
                      <a:pt x="6188" y="10414"/>
                    </a:cubicBezTo>
                    <a:lnTo>
                      <a:pt x="6353" y="7221"/>
                    </a:lnTo>
                    <a:lnTo>
                      <a:pt x="6412" y="7221"/>
                    </a:lnTo>
                    <a:lnTo>
                      <a:pt x="6571" y="10414"/>
                    </a:lnTo>
                    <a:cubicBezTo>
                      <a:pt x="6584" y="10679"/>
                      <a:pt x="6809" y="10897"/>
                      <a:pt x="7073" y="10897"/>
                    </a:cubicBezTo>
                    <a:cubicBezTo>
                      <a:pt x="7338" y="10897"/>
                      <a:pt x="7569" y="10685"/>
                      <a:pt x="7582" y="10414"/>
                    </a:cubicBezTo>
                    <a:lnTo>
                      <a:pt x="7748" y="7221"/>
                    </a:lnTo>
                    <a:lnTo>
                      <a:pt x="8349" y="7221"/>
                    </a:lnTo>
                    <a:cubicBezTo>
                      <a:pt x="8429" y="7221"/>
                      <a:pt x="8501" y="7188"/>
                      <a:pt x="8554" y="7122"/>
                    </a:cubicBezTo>
                    <a:cubicBezTo>
                      <a:pt x="8600" y="7063"/>
                      <a:pt x="8620" y="6984"/>
                      <a:pt x="8607" y="6904"/>
                    </a:cubicBezTo>
                    <a:lnTo>
                      <a:pt x="7840" y="2991"/>
                    </a:lnTo>
                    <a:lnTo>
                      <a:pt x="7840" y="2661"/>
                    </a:lnTo>
                    <a:cubicBezTo>
                      <a:pt x="7847" y="2687"/>
                      <a:pt x="7860" y="2720"/>
                      <a:pt x="7873" y="2746"/>
                    </a:cubicBezTo>
                    <a:cubicBezTo>
                      <a:pt x="7900" y="2813"/>
                      <a:pt x="7920" y="2872"/>
                      <a:pt x="7939" y="2932"/>
                    </a:cubicBezTo>
                    <a:cubicBezTo>
                      <a:pt x="8005" y="3136"/>
                      <a:pt x="8065" y="3348"/>
                      <a:pt x="8111" y="3559"/>
                    </a:cubicBezTo>
                    <a:cubicBezTo>
                      <a:pt x="8131" y="3645"/>
                      <a:pt x="8144" y="3725"/>
                      <a:pt x="8164" y="3811"/>
                    </a:cubicBezTo>
                    <a:cubicBezTo>
                      <a:pt x="8204" y="4088"/>
                      <a:pt x="8237" y="4366"/>
                      <a:pt x="8257" y="4650"/>
                    </a:cubicBezTo>
                    <a:lnTo>
                      <a:pt x="8263" y="4670"/>
                    </a:lnTo>
                    <a:cubicBezTo>
                      <a:pt x="8270" y="4782"/>
                      <a:pt x="8329" y="4888"/>
                      <a:pt x="8415" y="4961"/>
                    </a:cubicBezTo>
                    <a:cubicBezTo>
                      <a:pt x="8481" y="5067"/>
                      <a:pt x="8587" y="5139"/>
                      <a:pt x="8719" y="5153"/>
                    </a:cubicBezTo>
                    <a:cubicBezTo>
                      <a:pt x="8735" y="5154"/>
                      <a:pt x="8751" y="5155"/>
                      <a:pt x="8766" y="5155"/>
                    </a:cubicBezTo>
                    <a:cubicBezTo>
                      <a:pt x="8992" y="5155"/>
                      <a:pt x="9190" y="4979"/>
                      <a:pt x="9209" y="4756"/>
                    </a:cubicBezTo>
                    <a:lnTo>
                      <a:pt x="9209" y="4736"/>
                    </a:lnTo>
                    <a:cubicBezTo>
                      <a:pt x="9215" y="4644"/>
                      <a:pt x="9222" y="4544"/>
                      <a:pt x="9228" y="4445"/>
                    </a:cubicBezTo>
                    <a:cubicBezTo>
                      <a:pt x="9255" y="4260"/>
                      <a:pt x="9281" y="4075"/>
                      <a:pt x="9308" y="3890"/>
                    </a:cubicBezTo>
                    <a:cubicBezTo>
                      <a:pt x="9380" y="3526"/>
                      <a:pt x="9466" y="3163"/>
                      <a:pt x="9605" y="2819"/>
                    </a:cubicBezTo>
                    <a:cubicBezTo>
                      <a:pt x="9632" y="2760"/>
                      <a:pt x="9651" y="2700"/>
                      <a:pt x="9678" y="2641"/>
                    </a:cubicBezTo>
                    <a:lnTo>
                      <a:pt x="9678" y="3051"/>
                    </a:lnTo>
                    <a:lnTo>
                      <a:pt x="8911" y="6904"/>
                    </a:lnTo>
                    <a:cubicBezTo>
                      <a:pt x="8891" y="6984"/>
                      <a:pt x="8911" y="7063"/>
                      <a:pt x="8964" y="7122"/>
                    </a:cubicBezTo>
                    <a:cubicBezTo>
                      <a:pt x="9017" y="7188"/>
                      <a:pt x="9090" y="7221"/>
                      <a:pt x="9169" y="7221"/>
                    </a:cubicBezTo>
                    <a:lnTo>
                      <a:pt x="9777" y="7221"/>
                    </a:lnTo>
                    <a:lnTo>
                      <a:pt x="9929" y="10414"/>
                    </a:lnTo>
                    <a:cubicBezTo>
                      <a:pt x="9942" y="10679"/>
                      <a:pt x="10174" y="10897"/>
                      <a:pt x="10438" y="10897"/>
                    </a:cubicBezTo>
                    <a:cubicBezTo>
                      <a:pt x="10702" y="10897"/>
                      <a:pt x="10927" y="10679"/>
                      <a:pt x="10947" y="10414"/>
                    </a:cubicBezTo>
                    <a:lnTo>
                      <a:pt x="11112" y="7221"/>
                    </a:lnTo>
                    <a:lnTo>
                      <a:pt x="11172" y="7221"/>
                    </a:lnTo>
                    <a:lnTo>
                      <a:pt x="11330" y="10414"/>
                    </a:lnTo>
                    <a:cubicBezTo>
                      <a:pt x="11344" y="10679"/>
                      <a:pt x="11568" y="10897"/>
                      <a:pt x="11833" y="10897"/>
                    </a:cubicBezTo>
                    <a:cubicBezTo>
                      <a:pt x="12097" y="10897"/>
                      <a:pt x="12328" y="10685"/>
                      <a:pt x="12342" y="10414"/>
                    </a:cubicBezTo>
                    <a:lnTo>
                      <a:pt x="12507" y="7221"/>
                    </a:lnTo>
                    <a:lnTo>
                      <a:pt x="13108" y="7221"/>
                    </a:lnTo>
                    <a:cubicBezTo>
                      <a:pt x="13188" y="7221"/>
                      <a:pt x="13261" y="7188"/>
                      <a:pt x="13313" y="7122"/>
                    </a:cubicBezTo>
                    <a:cubicBezTo>
                      <a:pt x="13360" y="7063"/>
                      <a:pt x="13380" y="6984"/>
                      <a:pt x="13366" y="6904"/>
                    </a:cubicBezTo>
                    <a:lnTo>
                      <a:pt x="12600" y="2991"/>
                    </a:lnTo>
                    <a:lnTo>
                      <a:pt x="12600" y="2661"/>
                    </a:lnTo>
                    <a:cubicBezTo>
                      <a:pt x="12613" y="2687"/>
                      <a:pt x="12619" y="2720"/>
                      <a:pt x="12633" y="2746"/>
                    </a:cubicBezTo>
                    <a:cubicBezTo>
                      <a:pt x="12659" y="2813"/>
                      <a:pt x="12679" y="2872"/>
                      <a:pt x="12699" y="2932"/>
                    </a:cubicBezTo>
                    <a:cubicBezTo>
                      <a:pt x="12765" y="3136"/>
                      <a:pt x="12824" y="3348"/>
                      <a:pt x="12871" y="3559"/>
                    </a:cubicBezTo>
                    <a:cubicBezTo>
                      <a:pt x="12890" y="3645"/>
                      <a:pt x="12904" y="3725"/>
                      <a:pt x="12923" y="3811"/>
                    </a:cubicBezTo>
                    <a:cubicBezTo>
                      <a:pt x="12963" y="4088"/>
                      <a:pt x="12996" y="4366"/>
                      <a:pt x="13016" y="4650"/>
                    </a:cubicBezTo>
                    <a:lnTo>
                      <a:pt x="13023" y="4670"/>
                    </a:lnTo>
                    <a:cubicBezTo>
                      <a:pt x="13042" y="4891"/>
                      <a:pt x="13240" y="5067"/>
                      <a:pt x="13460" y="5067"/>
                    </a:cubicBezTo>
                    <a:cubicBezTo>
                      <a:pt x="13464" y="5067"/>
                      <a:pt x="13468" y="5067"/>
                      <a:pt x="13472" y="5067"/>
                    </a:cubicBezTo>
                    <a:cubicBezTo>
                      <a:pt x="13485" y="5073"/>
                      <a:pt x="13492" y="5080"/>
                      <a:pt x="13498" y="5086"/>
                    </a:cubicBezTo>
                    <a:cubicBezTo>
                      <a:pt x="13538" y="5139"/>
                      <a:pt x="13578" y="5186"/>
                      <a:pt x="13637" y="5219"/>
                    </a:cubicBezTo>
                    <a:cubicBezTo>
                      <a:pt x="13750" y="5298"/>
                      <a:pt x="13882" y="5331"/>
                      <a:pt x="14021" y="5338"/>
                    </a:cubicBezTo>
                    <a:cubicBezTo>
                      <a:pt x="14039" y="5339"/>
                      <a:pt x="14058" y="5339"/>
                      <a:pt x="14077" y="5339"/>
                    </a:cubicBezTo>
                    <a:cubicBezTo>
                      <a:pt x="14330" y="5339"/>
                      <a:pt x="14587" y="5258"/>
                      <a:pt x="14821" y="5166"/>
                    </a:cubicBezTo>
                    <a:lnTo>
                      <a:pt x="14821" y="5166"/>
                    </a:lnTo>
                    <a:lnTo>
                      <a:pt x="14728" y="6858"/>
                    </a:lnTo>
                    <a:cubicBezTo>
                      <a:pt x="14715" y="7069"/>
                      <a:pt x="14768" y="7255"/>
                      <a:pt x="14860" y="7426"/>
                    </a:cubicBezTo>
                    <a:lnTo>
                      <a:pt x="15012" y="10612"/>
                    </a:lnTo>
                    <a:cubicBezTo>
                      <a:pt x="15019" y="10784"/>
                      <a:pt x="15171" y="10923"/>
                      <a:pt x="15343" y="10923"/>
                    </a:cubicBezTo>
                    <a:cubicBezTo>
                      <a:pt x="15521" y="10923"/>
                      <a:pt x="15667" y="10784"/>
                      <a:pt x="15673" y="10612"/>
                    </a:cubicBezTo>
                    <a:lnTo>
                      <a:pt x="15805" y="8101"/>
                    </a:lnTo>
                    <a:lnTo>
                      <a:pt x="15924" y="10612"/>
                    </a:lnTo>
                    <a:cubicBezTo>
                      <a:pt x="15938" y="10784"/>
                      <a:pt x="16083" y="10923"/>
                      <a:pt x="16262" y="10923"/>
                    </a:cubicBezTo>
                    <a:cubicBezTo>
                      <a:pt x="16433" y="10923"/>
                      <a:pt x="16579" y="10784"/>
                      <a:pt x="16592" y="10612"/>
                    </a:cubicBezTo>
                    <a:lnTo>
                      <a:pt x="16757" y="7420"/>
                    </a:lnTo>
                    <a:cubicBezTo>
                      <a:pt x="16843" y="7248"/>
                      <a:pt x="16883" y="7050"/>
                      <a:pt x="16870" y="6858"/>
                    </a:cubicBezTo>
                    <a:cubicBezTo>
                      <a:pt x="16863" y="6765"/>
                      <a:pt x="16863" y="6673"/>
                      <a:pt x="16856" y="6574"/>
                    </a:cubicBezTo>
                    <a:cubicBezTo>
                      <a:pt x="16843" y="6289"/>
                      <a:pt x="16823" y="5999"/>
                      <a:pt x="16810" y="5714"/>
                    </a:cubicBezTo>
                    <a:lnTo>
                      <a:pt x="16810" y="5714"/>
                    </a:lnTo>
                    <a:cubicBezTo>
                      <a:pt x="16949" y="6085"/>
                      <a:pt x="17002" y="6481"/>
                      <a:pt x="17035" y="6871"/>
                    </a:cubicBezTo>
                    <a:cubicBezTo>
                      <a:pt x="17048" y="7019"/>
                      <a:pt x="17173" y="7136"/>
                      <a:pt x="17320" y="7136"/>
                    </a:cubicBezTo>
                    <a:cubicBezTo>
                      <a:pt x="17324" y="7136"/>
                      <a:pt x="17328" y="7136"/>
                      <a:pt x="17332" y="7136"/>
                    </a:cubicBezTo>
                    <a:cubicBezTo>
                      <a:pt x="17478" y="7122"/>
                      <a:pt x="17597" y="6997"/>
                      <a:pt x="17603" y="6851"/>
                    </a:cubicBezTo>
                    <a:cubicBezTo>
                      <a:pt x="17603" y="6435"/>
                      <a:pt x="17584" y="6018"/>
                      <a:pt x="17491" y="5609"/>
                    </a:cubicBezTo>
                    <a:cubicBezTo>
                      <a:pt x="17332" y="4921"/>
                      <a:pt x="16929" y="4247"/>
                      <a:pt x="16262" y="3930"/>
                    </a:cubicBezTo>
                    <a:cubicBezTo>
                      <a:pt x="16115" y="3859"/>
                      <a:pt x="15963" y="3823"/>
                      <a:pt x="15811" y="3823"/>
                    </a:cubicBezTo>
                    <a:cubicBezTo>
                      <a:pt x="15577" y="3823"/>
                      <a:pt x="15343" y="3908"/>
                      <a:pt x="15131" y="4088"/>
                    </a:cubicBezTo>
                    <a:cubicBezTo>
                      <a:pt x="14953" y="4234"/>
                      <a:pt x="14768" y="4359"/>
                      <a:pt x="14569" y="4478"/>
                    </a:cubicBezTo>
                    <a:cubicBezTo>
                      <a:pt x="14464" y="4544"/>
                      <a:pt x="14358" y="4597"/>
                      <a:pt x="14245" y="4644"/>
                    </a:cubicBezTo>
                    <a:cubicBezTo>
                      <a:pt x="14193" y="4670"/>
                      <a:pt x="14140" y="4690"/>
                      <a:pt x="14080" y="4703"/>
                    </a:cubicBezTo>
                    <a:cubicBezTo>
                      <a:pt x="14043" y="4708"/>
                      <a:pt x="14001" y="4718"/>
                      <a:pt x="13962" y="4718"/>
                    </a:cubicBezTo>
                    <a:cubicBezTo>
                      <a:pt x="13953" y="4718"/>
                      <a:pt x="13944" y="4718"/>
                      <a:pt x="13935" y="4716"/>
                    </a:cubicBezTo>
                    <a:cubicBezTo>
                      <a:pt x="13935" y="4716"/>
                      <a:pt x="13908" y="4696"/>
                      <a:pt x="13882" y="4683"/>
                    </a:cubicBezTo>
                    <a:cubicBezTo>
                      <a:pt x="13888" y="4670"/>
                      <a:pt x="13888" y="4650"/>
                      <a:pt x="13888" y="4637"/>
                    </a:cubicBezTo>
                    <a:cubicBezTo>
                      <a:pt x="13888" y="4486"/>
                      <a:pt x="13888" y="4341"/>
                      <a:pt x="13888" y="4197"/>
                    </a:cubicBezTo>
                    <a:cubicBezTo>
                      <a:pt x="13888" y="4197"/>
                      <a:pt x="13888" y="4192"/>
                      <a:pt x="13888" y="4187"/>
                    </a:cubicBezTo>
                    <a:cubicBezTo>
                      <a:pt x="13888" y="4181"/>
                      <a:pt x="13888" y="4181"/>
                      <a:pt x="13888" y="4174"/>
                    </a:cubicBezTo>
                    <a:cubicBezTo>
                      <a:pt x="13882" y="4016"/>
                      <a:pt x="13875" y="3857"/>
                      <a:pt x="13869" y="3698"/>
                    </a:cubicBezTo>
                    <a:cubicBezTo>
                      <a:pt x="13855" y="3599"/>
                      <a:pt x="13849" y="3500"/>
                      <a:pt x="13836" y="3401"/>
                    </a:cubicBezTo>
                    <a:cubicBezTo>
                      <a:pt x="13803" y="3150"/>
                      <a:pt x="13756" y="2892"/>
                      <a:pt x="13703" y="2641"/>
                    </a:cubicBezTo>
                    <a:cubicBezTo>
                      <a:pt x="13684" y="2568"/>
                      <a:pt x="13664" y="2489"/>
                      <a:pt x="13644" y="2409"/>
                    </a:cubicBezTo>
                    <a:cubicBezTo>
                      <a:pt x="13617" y="2337"/>
                      <a:pt x="13598" y="2257"/>
                      <a:pt x="13571" y="2185"/>
                    </a:cubicBezTo>
                    <a:cubicBezTo>
                      <a:pt x="13498" y="1993"/>
                      <a:pt x="13426" y="1847"/>
                      <a:pt x="13333" y="1662"/>
                    </a:cubicBezTo>
                    <a:cubicBezTo>
                      <a:pt x="13280" y="1557"/>
                      <a:pt x="13221" y="1451"/>
                      <a:pt x="13161" y="1345"/>
                    </a:cubicBezTo>
                    <a:cubicBezTo>
                      <a:pt x="12851" y="863"/>
                      <a:pt x="12441" y="446"/>
                      <a:pt x="11925" y="188"/>
                    </a:cubicBezTo>
                    <a:cubicBezTo>
                      <a:pt x="11719" y="87"/>
                      <a:pt x="11427" y="0"/>
                      <a:pt x="11109" y="0"/>
                    </a:cubicBezTo>
                    <a:cubicBezTo>
                      <a:pt x="10867" y="0"/>
                      <a:pt x="10611" y="50"/>
                      <a:pt x="10365" y="182"/>
                    </a:cubicBezTo>
                    <a:cubicBezTo>
                      <a:pt x="10088" y="334"/>
                      <a:pt x="9836" y="519"/>
                      <a:pt x="9612" y="737"/>
                    </a:cubicBezTo>
                    <a:cubicBezTo>
                      <a:pt x="9598" y="750"/>
                      <a:pt x="9585" y="763"/>
                      <a:pt x="9572" y="777"/>
                    </a:cubicBezTo>
                    <a:cubicBezTo>
                      <a:pt x="9539" y="803"/>
                      <a:pt x="9513" y="836"/>
                      <a:pt x="9480" y="869"/>
                    </a:cubicBezTo>
                    <a:cubicBezTo>
                      <a:pt x="9453" y="902"/>
                      <a:pt x="9427" y="929"/>
                      <a:pt x="9400" y="962"/>
                    </a:cubicBezTo>
                    <a:cubicBezTo>
                      <a:pt x="9374" y="995"/>
                      <a:pt x="9347" y="1028"/>
                      <a:pt x="9321" y="1054"/>
                    </a:cubicBezTo>
                    <a:cubicBezTo>
                      <a:pt x="9281" y="1101"/>
                      <a:pt x="9248" y="1147"/>
                      <a:pt x="9215" y="1193"/>
                    </a:cubicBezTo>
                    <a:cubicBezTo>
                      <a:pt x="9202" y="1206"/>
                      <a:pt x="9195" y="1220"/>
                      <a:pt x="9189" y="1233"/>
                    </a:cubicBezTo>
                    <a:cubicBezTo>
                      <a:pt x="9090" y="1365"/>
                      <a:pt x="9004" y="1504"/>
                      <a:pt x="8918" y="1649"/>
                    </a:cubicBezTo>
                    <a:cubicBezTo>
                      <a:pt x="8852" y="1762"/>
                      <a:pt x="8792" y="1881"/>
                      <a:pt x="8739" y="2006"/>
                    </a:cubicBezTo>
                    <a:cubicBezTo>
                      <a:pt x="8686" y="1894"/>
                      <a:pt x="8633" y="1788"/>
                      <a:pt x="8574" y="1662"/>
                    </a:cubicBezTo>
                    <a:cubicBezTo>
                      <a:pt x="8521" y="1557"/>
                      <a:pt x="8462" y="1451"/>
                      <a:pt x="8402" y="1345"/>
                    </a:cubicBezTo>
                    <a:cubicBezTo>
                      <a:pt x="8091" y="863"/>
                      <a:pt x="7682" y="446"/>
                      <a:pt x="7159" y="188"/>
                    </a:cubicBezTo>
                    <a:cubicBezTo>
                      <a:pt x="6957" y="87"/>
                      <a:pt x="6666" y="0"/>
                      <a:pt x="6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347" name="Google Shape;347;p42"/>
          <p:cNvSpPr txBox="1">
            <a:spLocks noGrp="1"/>
          </p:cNvSpPr>
          <p:nvPr>
            <p:ph type="title" idx="2"/>
          </p:nvPr>
        </p:nvSpPr>
        <p:spPr>
          <a:xfrm>
            <a:off x="1746474" y="1781750"/>
            <a:ext cx="14454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51"/>
        <p:cNvGrpSpPr/>
        <p:nvPr/>
      </p:nvGrpSpPr>
      <p:grpSpPr>
        <a:xfrm>
          <a:off x="0" y="0"/>
          <a:ext cx="0" cy="0"/>
          <a:chOff x="0" y="0"/>
          <a:chExt cx="0" cy="0"/>
        </a:xfrm>
      </p:grpSpPr>
      <p:pic>
        <p:nvPicPr>
          <p:cNvPr id="352" name="Google Shape;352;p43"/>
          <p:cNvPicPr preferRelativeResize="0"/>
          <p:nvPr/>
        </p:nvPicPr>
        <p:blipFill rotWithShape="1">
          <a:blip r:embed="rId3">
            <a:alphaModFix/>
          </a:blip>
          <a:srcRect l="24412" r="24417"/>
          <a:stretch/>
        </p:blipFill>
        <p:spPr>
          <a:xfrm>
            <a:off x="5181900" y="0"/>
            <a:ext cx="3962400" cy="5153699"/>
          </a:xfrm>
          <a:prstGeom prst="rect">
            <a:avLst/>
          </a:prstGeom>
          <a:noFill/>
          <a:ln>
            <a:noFill/>
          </a:ln>
        </p:spPr>
      </p:pic>
      <p:sp>
        <p:nvSpPr>
          <p:cNvPr id="353" name="Google Shape;353;p43"/>
          <p:cNvSpPr txBox="1">
            <a:spLocks noGrp="1"/>
          </p:cNvSpPr>
          <p:nvPr>
            <p:ph type="body" idx="1"/>
          </p:nvPr>
        </p:nvSpPr>
        <p:spPr>
          <a:xfrm>
            <a:off x="720000" y="2178025"/>
            <a:ext cx="4230600" cy="230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Do you know what helps you make your point clear?</a:t>
            </a:r>
            <a:endParaRPr>
              <a:solidFill>
                <a:schemeClr val="dk1"/>
              </a:solidFill>
            </a:endParaRPr>
          </a:p>
          <a:p>
            <a:pPr marL="0" lvl="0" indent="0" algn="l" rtl="0">
              <a:spcBef>
                <a:spcPts val="0"/>
              </a:spcBef>
              <a:spcAft>
                <a:spcPts val="0"/>
              </a:spcAft>
              <a:buNone/>
            </a:pPr>
            <a:r>
              <a:rPr lang="en">
                <a:solidFill>
                  <a:schemeClr val="dk1"/>
                </a:solidFill>
              </a:rPr>
              <a:t>Lists like this one:</a:t>
            </a:r>
            <a:endParaRPr>
              <a:solidFill>
                <a:schemeClr val="dk1"/>
              </a:solidFill>
            </a:endParaRPr>
          </a:p>
          <a:p>
            <a:pPr marL="457200" lvl="0" indent="-292100" algn="l" rtl="0">
              <a:spcBef>
                <a:spcPts val="1600"/>
              </a:spcBef>
              <a:spcAft>
                <a:spcPts val="0"/>
              </a:spcAft>
              <a:buClr>
                <a:schemeClr val="dk1"/>
              </a:buClr>
              <a:buSzPts val="1000"/>
              <a:buChar char="●"/>
            </a:pPr>
            <a:r>
              <a:rPr lang="en">
                <a:solidFill>
                  <a:schemeClr val="dk1"/>
                </a:solidFill>
              </a:rPr>
              <a:t>They’re simple </a:t>
            </a:r>
            <a:endParaRPr>
              <a:solidFill>
                <a:schemeClr val="dk1"/>
              </a:solidFill>
            </a:endParaRPr>
          </a:p>
          <a:p>
            <a:pPr marL="457200" lvl="0" indent="-292100" algn="l" rtl="0">
              <a:spcBef>
                <a:spcPts val="0"/>
              </a:spcBef>
              <a:spcAft>
                <a:spcPts val="0"/>
              </a:spcAft>
              <a:buClr>
                <a:schemeClr val="dk1"/>
              </a:buClr>
              <a:buSzPts val="1000"/>
              <a:buChar char="●"/>
            </a:pPr>
            <a:r>
              <a:rPr lang="en">
                <a:solidFill>
                  <a:schemeClr val="dk1"/>
                </a:solidFill>
              </a:rPr>
              <a:t>You can organize your ideas clearly</a:t>
            </a:r>
            <a:endParaRPr>
              <a:solidFill>
                <a:schemeClr val="dk1"/>
              </a:solidFill>
            </a:endParaRPr>
          </a:p>
          <a:p>
            <a:pPr marL="457200" lvl="0" indent="-292100" algn="l" rtl="0">
              <a:spcBef>
                <a:spcPts val="0"/>
              </a:spcBef>
              <a:spcAft>
                <a:spcPts val="0"/>
              </a:spcAft>
              <a:buClr>
                <a:schemeClr val="dk1"/>
              </a:buClr>
              <a:buSzPts val="1000"/>
              <a:buChar char="●"/>
            </a:pPr>
            <a:r>
              <a:rPr lang="en">
                <a:solidFill>
                  <a:schemeClr val="dk1"/>
                </a:solidFill>
              </a:rPr>
              <a:t>You’ll never forget to buy milk!</a:t>
            </a:r>
            <a:endParaRPr>
              <a:solidFill>
                <a:schemeClr val="dk1"/>
              </a:solidFill>
            </a:endParaRPr>
          </a:p>
          <a:p>
            <a:pPr marL="0" lvl="0" indent="0" algn="l" rtl="0">
              <a:spcBef>
                <a:spcPts val="1600"/>
              </a:spcBef>
              <a:spcAft>
                <a:spcPts val="0"/>
              </a:spcAft>
              <a:buNone/>
            </a:pPr>
            <a:r>
              <a:rPr lang="en">
                <a:solidFill>
                  <a:schemeClr val="dk1"/>
                </a:solidFill>
              </a:rPr>
              <a:t>And the most important thing: the audience won’t miss the point of your presentation</a:t>
            </a:r>
            <a:endParaRPr>
              <a:solidFill>
                <a:schemeClr val="dk1"/>
              </a:solidFill>
            </a:endParaRPr>
          </a:p>
        </p:txBody>
      </p:sp>
      <p:cxnSp>
        <p:nvCxnSpPr>
          <p:cNvPr id="354" name="Google Shape;354;p43"/>
          <p:cNvCxnSpPr/>
          <p:nvPr/>
        </p:nvCxnSpPr>
        <p:spPr>
          <a:xfrm>
            <a:off x="853375" y="2063488"/>
            <a:ext cx="2882100" cy="0"/>
          </a:xfrm>
          <a:prstGeom prst="straightConnector1">
            <a:avLst/>
          </a:prstGeom>
          <a:noFill/>
          <a:ln w="9525" cap="flat" cmpd="sng">
            <a:solidFill>
              <a:schemeClr val="dk1"/>
            </a:solidFill>
            <a:prstDash val="solid"/>
            <a:round/>
            <a:headEnd type="none" w="med" len="med"/>
            <a:tailEnd type="none" w="med" len="med"/>
          </a:ln>
        </p:spPr>
      </p:cxnSp>
      <p:grpSp>
        <p:nvGrpSpPr>
          <p:cNvPr id="355" name="Google Shape;355;p43"/>
          <p:cNvGrpSpPr/>
          <p:nvPr/>
        </p:nvGrpSpPr>
        <p:grpSpPr>
          <a:xfrm>
            <a:off x="4741212" y="432038"/>
            <a:ext cx="717300" cy="717300"/>
            <a:chOff x="2147862" y="23513"/>
            <a:chExt cx="717300" cy="717300"/>
          </a:xfrm>
        </p:grpSpPr>
        <p:sp>
          <p:nvSpPr>
            <p:cNvPr id="356" name="Google Shape;356;p43"/>
            <p:cNvSpPr/>
            <p:nvPr/>
          </p:nvSpPr>
          <p:spPr>
            <a:xfrm>
              <a:off x="2147862" y="23513"/>
              <a:ext cx="717300" cy="717300"/>
            </a:xfrm>
            <a:prstGeom prst="octagon">
              <a:avLst>
                <a:gd name="adj" fmla="val 29289"/>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43"/>
            <p:cNvSpPr/>
            <p:nvPr/>
          </p:nvSpPr>
          <p:spPr>
            <a:xfrm>
              <a:off x="2185667" y="61361"/>
              <a:ext cx="641700" cy="641700"/>
            </a:xfrm>
            <a:prstGeom prst="octagon">
              <a:avLst>
                <a:gd name="adj" fmla="val 29289"/>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 name="Google Shape;358;p43"/>
            <p:cNvGrpSpPr/>
            <p:nvPr/>
          </p:nvGrpSpPr>
          <p:grpSpPr>
            <a:xfrm>
              <a:off x="2319488" y="236623"/>
              <a:ext cx="374063" cy="291116"/>
              <a:chOff x="5065328" y="2035665"/>
              <a:chExt cx="392058" cy="305121"/>
            </a:xfrm>
          </p:grpSpPr>
          <p:sp>
            <p:nvSpPr>
              <p:cNvPr id="359" name="Google Shape;359;p43"/>
              <p:cNvSpPr/>
              <p:nvPr/>
            </p:nvSpPr>
            <p:spPr>
              <a:xfrm>
                <a:off x="5093429" y="2035665"/>
                <a:ext cx="62584" cy="62584"/>
              </a:xfrm>
              <a:custGeom>
                <a:avLst/>
                <a:gdLst/>
                <a:ahLst/>
                <a:cxnLst/>
                <a:rect l="l" t="t" r="r" b="b"/>
                <a:pathLst>
                  <a:path w="3002" h="3002" extrusionOk="0">
                    <a:moveTo>
                      <a:pt x="1501" y="0"/>
                    </a:moveTo>
                    <a:cubicBezTo>
                      <a:pt x="675" y="0"/>
                      <a:pt x="1" y="674"/>
                      <a:pt x="1" y="1501"/>
                    </a:cubicBezTo>
                    <a:cubicBezTo>
                      <a:pt x="1" y="2334"/>
                      <a:pt x="675" y="3001"/>
                      <a:pt x="1501" y="3001"/>
                    </a:cubicBezTo>
                    <a:cubicBezTo>
                      <a:pt x="2334" y="3001"/>
                      <a:pt x="3002" y="2334"/>
                      <a:pt x="3002" y="1501"/>
                    </a:cubicBezTo>
                    <a:cubicBezTo>
                      <a:pt x="3002" y="674"/>
                      <a:pt x="2334" y="0"/>
                      <a:pt x="15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60" name="Google Shape;360;p43"/>
              <p:cNvSpPr/>
              <p:nvPr/>
            </p:nvSpPr>
            <p:spPr>
              <a:xfrm>
                <a:off x="5366414" y="2045025"/>
                <a:ext cx="65065" cy="62167"/>
              </a:xfrm>
              <a:custGeom>
                <a:avLst/>
                <a:gdLst/>
                <a:ahLst/>
                <a:cxnLst/>
                <a:rect l="l" t="t" r="r" b="b"/>
                <a:pathLst>
                  <a:path w="3121" h="2982" extrusionOk="0">
                    <a:moveTo>
                      <a:pt x="1562" y="1"/>
                    </a:moveTo>
                    <a:cubicBezTo>
                      <a:pt x="1040" y="1"/>
                      <a:pt x="552" y="277"/>
                      <a:pt x="284" y="721"/>
                    </a:cubicBezTo>
                    <a:cubicBezTo>
                      <a:pt x="13" y="1171"/>
                      <a:pt x="0" y="1759"/>
                      <a:pt x="265" y="2222"/>
                    </a:cubicBezTo>
                    <a:cubicBezTo>
                      <a:pt x="516" y="2678"/>
                      <a:pt x="1005" y="2969"/>
                      <a:pt x="1527" y="2982"/>
                    </a:cubicBezTo>
                    <a:lnTo>
                      <a:pt x="1560" y="2982"/>
                    </a:lnTo>
                    <a:cubicBezTo>
                      <a:pt x="2082" y="2982"/>
                      <a:pt x="2578" y="2698"/>
                      <a:pt x="2849" y="2248"/>
                    </a:cubicBezTo>
                    <a:cubicBezTo>
                      <a:pt x="3114" y="1792"/>
                      <a:pt x="3120" y="1204"/>
                      <a:pt x="2856" y="748"/>
                    </a:cubicBezTo>
                    <a:cubicBezTo>
                      <a:pt x="2591" y="291"/>
                      <a:pt x="2102" y="7"/>
                      <a:pt x="1580" y="1"/>
                    </a:cubicBezTo>
                    <a:cubicBezTo>
                      <a:pt x="1574" y="1"/>
                      <a:pt x="1568" y="1"/>
                      <a:pt x="15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61" name="Google Shape;361;p43"/>
              <p:cNvSpPr/>
              <p:nvPr/>
            </p:nvSpPr>
            <p:spPr>
              <a:xfrm>
                <a:off x="5065328" y="2100019"/>
                <a:ext cx="392058" cy="240768"/>
              </a:xfrm>
              <a:custGeom>
                <a:avLst/>
                <a:gdLst/>
                <a:ahLst/>
                <a:cxnLst/>
                <a:rect l="l" t="t" r="r" b="b"/>
                <a:pathLst>
                  <a:path w="18806" h="11549" extrusionOk="0">
                    <a:moveTo>
                      <a:pt x="2866" y="1"/>
                    </a:moveTo>
                    <a:cubicBezTo>
                      <a:pt x="2674" y="1"/>
                      <a:pt x="2485" y="21"/>
                      <a:pt x="2314" y="53"/>
                    </a:cubicBezTo>
                    <a:cubicBezTo>
                      <a:pt x="2287" y="60"/>
                      <a:pt x="2261" y="66"/>
                      <a:pt x="2228" y="73"/>
                    </a:cubicBezTo>
                    <a:cubicBezTo>
                      <a:pt x="2168" y="93"/>
                      <a:pt x="2089" y="119"/>
                      <a:pt x="1996" y="152"/>
                    </a:cubicBezTo>
                    <a:cubicBezTo>
                      <a:pt x="1811" y="231"/>
                      <a:pt x="1573" y="357"/>
                      <a:pt x="1335" y="555"/>
                    </a:cubicBezTo>
                    <a:cubicBezTo>
                      <a:pt x="1210" y="654"/>
                      <a:pt x="1091" y="773"/>
                      <a:pt x="972" y="906"/>
                    </a:cubicBezTo>
                    <a:cubicBezTo>
                      <a:pt x="859" y="1038"/>
                      <a:pt x="747" y="1183"/>
                      <a:pt x="654" y="1342"/>
                    </a:cubicBezTo>
                    <a:cubicBezTo>
                      <a:pt x="456" y="1653"/>
                      <a:pt x="311" y="2010"/>
                      <a:pt x="205" y="2366"/>
                    </a:cubicBezTo>
                    <a:cubicBezTo>
                      <a:pt x="106" y="2723"/>
                      <a:pt x="53" y="3087"/>
                      <a:pt x="27" y="3417"/>
                    </a:cubicBezTo>
                    <a:cubicBezTo>
                      <a:pt x="0" y="3748"/>
                      <a:pt x="0" y="4052"/>
                      <a:pt x="7" y="4316"/>
                    </a:cubicBezTo>
                    <a:cubicBezTo>
                      <a:pt x="13" y="4574"/>
                      <a:pt x="33" y="4786"/>
                      <a:pt x="53" y="4938"/>
                    </a:cubicBezTo>
                    <a:cubicBezTo>
                      <a:pt x="66" y="5090"/>
                      <a:pt x="79" y="5169"/>
                      <a:pt x="79" y="5169"/>
                    </a:cubicBezTo>
                    <a:lnTo>
                      <a:pt x="79" y="5176"/>
                    </a:lnTo>
                    <a:cubicBezTo>
                      <a:pt x="105" y="5396"/>
                      <a:pt x="297" y="5566"/>
                      <a:pt x="529" y="5566"/>
                    </a:cubicBezTo>
                    <a:cubicBezTo>
                      <a:pt x="533" y="5566"/>
                      <a:pt x="538" y="5566"/>
                      <a:pt x="542" y="5566"/>
                    </a:cubicBezTo>
                    <a:cubicBezTo>
                      <a:pt x="787" y="5553"/>
                      <a:pt x="978" y="5341"/>
                      <a:pt x="965" y="5096"/>
                    </a:cubicBezTo>
                    <a:cubicBezTo>
                      <a:pt x="965" y="5096"/>
                      <a:pt x="965" y="5017"/>
                      <a:pt x="959" y="4885"/>
                    </a:cubicBezTo>
                    <a:cubicBezTo>
                      <a:pt x="959" y="4746"/>
                      <a:pt x="959" y="4548"/>
                      <a:pt x="965" y="4316"/>
                    </a:cubicBezTo>
                    <a:cubicBezTo>
                      <a:pt x="978" y="4085"/>
                      <a:pt x="1005" y="3821"/>
                      <a:pt x="1051" y="3543"/>
                    </a:cubicBezTo>
                    <a:cubicBezTo>
                      <a:pt x="1097" y="3265"/>
                      <a:pt x="1163" y="2975"/>
                      <a:pt x="1263" y="2710"/>
                    </a:cubicBezTo>
                    <a:cubicBezTo>
                      <a:pt x="1322" y="2558"/>
                      <a:pt x="1388" y="2413"/>
                      <a:pt x="1461" y="2281"/>
                    </a:cubicBezTo>
                    <a:lnTo>
                      <a:pt x="1461" y="2281"/>
                    </a:lnTo>
                    <a:lnTo>
                      <a:pt x="1130" y="4997"/>
                    </a:lnTo>
                    <a:cubicBezTo>
                      <a:pt x="1117" y="5129"/>
                      <a:pt x="1117" y="5275"/>
                      <a:pt x="1130" y="5414"/>
                    </a:cubicBezTo>
                    <a:cubicBezTo>
                      <a:pt x="1170" y="5698"/>
                      <a:pt x="1269" y="5956"/>
                      <a:pt x="1421" y="6174"/>
                    </a:cubicBezTo>
                    <a:lnTo>
                      <a:pt x="1653" y="11052"/>
                    </a:lnTo>
                    <a:cubicBezTo>
                      <a:pt x="1666" y="11317"/>
                      <a:pt x="1877" y="11541"/>
                      <a:pt x="2148" y="11548"/>
                    </a:cubicBezTo>
                    <a:cubicBezTo>
                      <a:pt x="2157" y="11548"/>
                      <a:pt x="2165" y="11548"/>
                      <a:pt x="2173" y="11548"/>
                    </a:cubicBezTo>
                    <a:cubicBezTo>
                      <a:pt x="2447" y="11548"/>
                      <a:pt x="2678" y="11335"/>
                      <a:pt x="2690" y="11052"/>
                    </a:cubicBezTo>
                    <a:lnTo>
                      <a:pt x="2856" y="7370"/>
                    </a:lnTo>
                    <a:lnTo>
                      <a:pt x="3028" y="11052"/>
                    </a:lnTo>
                    <a:cubicBezTo>
                      <a:pt x="3041" y="11317"/>
                      <a:pt x="3252" y="11535"/>
                      <a:pt x="3523" y="11548"/>
                    </a:cubicBezTo>
                    <a:cubicBezTo>
                      <a:pt x="3532" y="11548"/>
                      <a:pt x="3540" y="11548"/>
                      <a:pt x="3548" y="11548"/>
                    </a:cubicBezTo>
                    <a:cubicBezTo>
                      <a:pt x="3828" y="11548"/>
                      <a:pt x="4052" y="11335"/>
                      <a:pt x="4065" y="11052"/>
                    </a:cubicBezTo>
                    <a:lnTo>
                      <a:pt x="4290" y="6161"/>
                    </a:lnTo>
                    <a:cubicBezTo>
                      <a:pt x="4508" y="5830"/>
                      <a:pt x="4614" y="5420"/>
                      <a:pt x="4568" y="4997"/>
                    </a:cubicBezTo>
                    <a:lnTo>
                      <a:pt x="4237" y="2314"/>
                    </a:lnTo>
                    <a:lnTo>
                      <a:pt x="4237" y="2314"/>
                    </a:lnTo>
                    <a:cubicBezTo>
                      <a:pt x="4310" y="2439"/>
                      <a:pt x="4369" y="2571"/>
                      <a:pt x="4416" y="2710"/>
                    </a:cubicBezTo>
                    <a:cubicBezTo>
                      <a:pt x="4521" y="2975"/>
                      <a:pt x="4588" y="3265"/>
                      <a:pt x="4634" y="3543"/>
                    </a:cubicBezTo>
                    <a:cubicBezTo>
                      <a:pt x="4680" y="3821"/>
                      <a:pt x="4706" y="4085"/>
                      <a:pt x="4720" y="4316"/>
                    </a:cubicBezTo>
                    <a:cubicBezTo>
                      <a:pt x="4726" y="4548"/>
                      <a:pt x="4726" y="4746"/>
                      <a:pt x="4726" y="4885"/>
                    </a:cubicBezTo>
                    <a:cubicBezTo>
                      <a:pt x="4720" y="5017"/>
                      <a:pt x="4720" y="5096"/>
                      <a:pt x="4720" y="5096"/>
                    </a:cubicBezTo>
                    <a:cubicBezTo>
                      <a:pt x="4706" y="5328"/>
                      <a:pt x="4878" y="5533"/>
                      <a:pt x="5110" y="5559"/>
                    </a:cubicBezTo>
                    <a:cubicBezTo>
                      <a:pt x="5126" y="5562"/>
                      <a:pt x="5141" y="5564"/>
                      <a:pt x="5156" y="5564"/>
                    </a:cubicBezTo>
                    <a:cubicBezTo>
                      <a:pt x="5171" y="5564"/>
                      <a:pt x="5186" y="5562"/>
                      <a:pt x="5202" y="5559"/>
                    </a:cubicBezTo>
                    <a:cubicBezTo>
                      <a:pt x="5341" y="5698"/>
                      <a:pt x="5500" y="5817"/>
                      <a:pt x="5678" y="5903"/>
                    </a:cubicBezTo>
                    <a:cubicBezTo>
                      <a:pt x="5858" y="5990"/>
                      <a:pt x="6057" y="6031"/>
                      <a:pt x="6255" y="6031"/>
                    </a:cubicBezTo>
                    <a:cubicBezTo>
                      <a:pt x="6283" y="6031"/>
                      <a:pt x="6311" y="6030"/>
                      <a:pt x="6339" y="6028"/>
                    </a:cubicBezTo>
                    <a:lnTo>
                      <a:pt x="6339" y="6875"/>
                    </a:lnTo>
                    <a:lnTo>
                      <a:pt x="5850" y="9096"/>
                    </a:lnTo>
                    <a:cubicBezTo>
                      <a:pt x="5837" y="9142"/>
                      <a:pt x="5850" y="9201"/>
                      <a:pt x="5883" y="9241"/>
                    </a:cubicBezTo>
                    <a:cubicBezTo>
                      <a:pt x="5916" y="9281"/>
                      <a:pt x="5969" y="9300"/>
                      <a:pt x="6022" y="9300"/>
                    </a:cubicBezTo>
                    <a:lnTo>
                      <a:pt x="6399" y="9300"/>
                    </a:lnTo>
                    <a:lnTo>
                      <a:pt x="6485" y="11178"/>
                    </a:lnTo>
                    <a:cubicBezTo>
                      <a:pt x="6491" y="11336"/>
                      <a:pt x="6623" y="11462"/>
                      <a:pt x="6789" y="11462"/>
                    </a:cubicBezTo>
                    <a:cubicBezTo>
                      <a:pt x="6941" y="11462"/>
                      <a:pt x="7080" y="11336"/>
                      <a:pt x="7086" y="11178"/>
                    </a:cubicBezTo>
                    <a:lnTo>
                      <a:pt x="7185" y="9300"/>
                    </a:lnTo>
                    <a:lnTo>
                      <a:pt x="7232" y="9300"/>
                    </a:lnTo>
                    <a:lnTo>
                      <a:pt x="7311" y="11178"/>
                    </a:lnTo>
                    <a:cubicBezTo>
                      <a:pt x="7324" y="11336"/>
                      <a:pt x="7456" y="11462"/>
                      <a:pt x="7615" y="11462"/>
                    </a:cubicBezTo>
                    <a:cubicBezTo>
                      <a:pt x="7774" y="11462"/>
                      <a:pt x="7906" y="11336"/>
                      <a:pt x="7919" y="11178"/>
                    </a:cubicBezTo>
                    <a:lnTo>
                      <a:pt x="8018" y="9300"/>
                    </a:lnTo>
                    <a:lnTo>
                      <a:pt x="8375" y="9300"/>
                    </a:lnTo>
                    <a:cubicBezTo>
                      <a:pt x="8428" y="9300"/>
                      <a:pt x="8474" y="9281"/>
                      <a:pt x="8507" y="9241"/>
                    </a:cubicBezTo>
                    <a:cubicBezTo>
                      <a:pt x="8547" y="9201"/>
                      <a:pt x="8560" y="9148"/>
                      <a:pt x="8547" y="9096"/>
                    </a:cubicBezTo>
                    <a:lnTo>
                      <a:pt x="8078" y="6914"/>
                    </a:lnTo>
                    <a:lnTo>
                      <a:pt x="8071" y="6028"/>
                    </a:lnTo>
                    <a:lnTo>
                      <a:pt x="8071" y="6028"/>
                    </a:lnTo>
                    <a:cubicBezTo>
                      <a:pt x="8099" y="6030"/>
                      <a:pt x="8127" y="6031"/>
                      <a:pt x="8155" y="6031"/>
                    </a:cubicBezTo>
                    <a:cubicBezTo>
                      <a:pt x="8352" y="6031"/>
                      <a:pt x="8546" y="5990"/>
                      <a:pt x="8725" y="5909"/>
                    </a:cubicBezTo>
                    <a:cubicBezTo>
                      <a:pt x="8864" y="5843"/>
                      <a:pt x="8990" y="5757"/>
                      <a:pt x="9109" y="5658"/>
                    </a:cubicBezTo>
                    <a:cubicBezTo>
                      <a:pt x="9109" y="5658"/>
                      <a:pt x="9115" y="5665"/>
                      <a:pt x="9115" y="5665"/>
                    </a:cubicBezTo>
                    <a:cubicBezTo>
                      <a:pt x="9234" y="5738"/>
                      <a:pt x="9367" y="5777"/>
                      <a:pt x="9505" y="5784"/>
                    </a:cubicBezTo>
                    <a:cubicBezTo>
                      <a:pt x="9523" y="5785"/>
                      <a:pt x="9541" y="5785"/>
                      <a:pt x="9559" y="5785"/>
                    </a:cubicBezTo>
                    <a:cubicBezTo>
                      <a:pt x="9819" y="5785"/>
                      <a:pt x="10077" y="5698"/>
                      <a:pt x="10319" y="5605"/>
                    </a:cubicBezTo>
                    <a:lnTo>
                      <a:pt x="10319" y="5605"/>
                    </a:lnTo>
                    <a:lnTo>
                      <a:pt x="10226" y="7324"/>
                    </a:lnTo>
                    <a:cubicBezTo>
                      <a:pt x="10213" y="7536"/>
                      <a:pt x="10259" y="7721"/>
                      <a:pt x="10358" y="7893"/>
                    </a:cubicBezTo>
                    <a:lnTo>
                      <a:pt x="10510" y="11118"/>
                    </a:lnTo>
                    <a:cubicBezTo>
                      <a:pt x="10523" y="11297"/>
                      <a:pt x="10669" y="11442"/>
                      <a:pt x="10847" y="11442"/>
                    </a:cubicBezTo>
                    <a:cubicBezTo>
                      <a:pt x="11026" y="11442"/>
                      <a:pt x="11178" y="11297"/>
                      <a:pt x="11184" y="11118"/>
                    </a:cubicBezTo>
                    <a:lnTo>
                      <a:pt x="11317" y="8600"/>
                    </a:lnTo>
                    <a:lnTo>
                      <a:pt x="11442" y="11118"/>
                    </a:lnTo>
                    <a:cubicBezTo>
                      <a:pt x="11455" y="11297"/>
                      <a:pt x="11607" y="11442"/>
                      <a:pt x="11779" y="11442"/>
                    </a:cubicBezTo>
                    <a:cubicBezTo>
                      <a:pt x="11958" y="11442"/>
                      <a:pt x="12110" y="11297"/>
                      <a:pt x="12116" y="11118"/>
                    </a:cubicBezTo>
                    <a:lnTo>
                      <a:pt x="12268" y="7893"/>
                    </a:lnTo>
                    <a:cubicBezTo>
                      <a:pt x="12368" y="7721"/>
                      <a:pt x="12421" y="7536"/>
                      <a:pt x="12407" y="7324"/>
                    </a:cubicBezTo>
                    <a:lnTo>
                      <a:pt x="12315" y="5605"/>
                    </a:lnTo>
                    <a:lnTo>
                      <a:pt x="12315" y="5605"/>
                    </a:lnTo>
                    <a:cubicBezTo>
                      <a:pt x="12550" y="5698"/>
                      <a:pt x="12808" y="5785"/>
                      <a:pt x="13068" y="5785"/>
                    </a:cubicBezTo>
                    <a:cubicBezTo>
                      <a:pt x="13085" y="5785"/>
                      <a:pt x="13103" y="5785"/>
                      <a:pt x="13121" y="5784"/>
                    </a:cubicBezTo>
                    <a:cubicBezTo>
                      <a:pt x="13247" y="5777"/>
                      <a:pt x="13372" y="5744"/>
                      <a:pt x="13478" y="5685"/>
                    </a:cubicBezTo>
                    <a:cubicBezTo>
                      <a:pt x="13511" y="5691"/>
                      <a:pt x="13544" y="5698"/>
                      <a:pt x="13577" y="5698"/>
                    </a:cubicBezTo>
                    <a:cubicBezTo>
                      <a:pt x="13585" y="5698"/>
                      <a:pt x="13593" y="5699"/>
                      <a:pt x="13601" y="5699"/>
                    </a:cubicBezTo>
                    <a:cubicBezTo>
                      <a:pt x="13823" y="5699"/>
                      <a:pt x="14021" y="5518"/>
                      <a:pt x="14040" y="5295"/>
                    </a:cubicBezTo>
                    <a:cubicBezTo>
                      <a:pt x="14047" y="5182"/>
                      <a:pt x="14053" y="5070"/>
                      <a:pt x="14066" y="4964"/>
                    </a:cubicBezTo>
                    <a:cubicBezTo>
                      <a:pt x="14086" y="4792"/>
                      <a:pt x="14106" y="4621"/>
                      <a:pt x="14133" y="4449"/>
                    </a:cubicBezTo>
                    <a:cubicBezTo>
                      <a:pt x="14192" y="4092"/>
                      <a:pt x="14285" y="3735"/>
                      <a:pt x="14417" y="3398"/>
                    </a:cubicBezTo>
                    <a:cubicBezTo>
                      <a:pt x="14443" y="3312"/>
                      <a:pt x="14483" y="3226"/>
                      <a:pt x="14523" y="3140"/>
                    </a:cubicBezTo>
                    <a:lnTo>
                      <a:pt x="14536" y="4197"/>
                    </a:lnTo>
                    <a:lnTo>
                      <a:pt x="13683" y="8012"/>
                    </a:lnTo>
                    <a:cubicBezTo>
                      <a:pt x="13670" y="8104"/>
                      <a:pt x="13690" y="8190"/>
                      <a:pt x="13749" y="8256"/>
                    </a:cubicBezTo>
                    <a:cubicBezTo>
                      <a:pt x="13802" y="8329"/>
                      <a:pt x="13888" y="8368"/>
                      <a:pt x="13981" y="8368"/>
                    </a:cubicBezTo>
                    <a:lnTo>
                      <a:pt x="14642" y="8368"/>
                    </a:lnTo>
                    <a:lnTo>
                      <a:pt x="14767" y="11059"/>
                    </a:lnTo>
                    <a:cubicBezTo>
                      <a:pt x="14780" y="11330"/>
                      <a:pt x="15012" y="11548"/>
                      <a:pt x="15283" y="11548"/>
                    </a:cubicBezTo>
                    <a:cubicBezTo>
                      <a:pt x="15287" y="11548"/>
                      <a:pt x="15291" y="11548"/>
                      <a:pt x="15295" y="11548"/>
                    </a:cubicBezTo>
                    <a:cubicBezTo>
                      <a:pt x="15561" y="11548"/>
                      <a:pt x="15785" y="11332"/>
                      <a:pt x="15798" y="11072"/>
                    </a:cubicBezTo>
                    <a:cubicBezTo>
                      <a:pt x="15798" y="11065"/>
                      <a:pt x="15798" y="11065"/>
                      <a:pt x="15798" y="11059"/>
                    </a:cubicBezTo>
                    <a:lnTo>
                      <a:pt x="15944" y="8368"/>
                    </a:lnTo>
                    <a:lnTo>
                      <a:pt x="16063" y="8368"/>
                    </a:lnTo>
                    <a:lnTo>
                      <a:pt x="16195" y="11059"/>
                    </a:lnTo>
                    <a:cubicBezTo>
                      <a:pt x="16208" y="11330"/>
                      <a:pt x="16433" y="11548"/>
                      <a:pt x="16704" y="11548"/>
                    </a:cubicBezTo>
                    <a:cubicBezTo>
                      <a:pt x="16708" y="11548"/>
                      <a:pt x="16712" y="11548"/>
                      <a:pt x="16716" y="11548"/>
                    </a:cubicBezTo>
                    <a:cubicBezTo>
                      <a:pt x="16982" y="11548"/>
                      <a:pt x="17207" y="11332"/>
                      <a:pt x="17226" y="11072"/>
                    </a:cubicBezTo>
                    <a:cubicBezTo>
                      <a:pt x="17226" y="11065"/>
                      <a:pt x="17226" y="11065"/>
                      <a:pt x="17226" y="11059"/>
                    </a:cubicBezTo>
                    <a:lnTo>
                      <a:pt x="17365" y="8368"/>
                    </a:lnTo>
                    <a:lnTo>
                      <a:pt x="18026" y="8368"/>
                    </a:lnTo>
                    <a:cubicBezTo>
                      <a:pt x="18112" y="8368"/>
                      <a:pt x="18198" y="8329"/>
                      <a:pt x="18257" y="8263"/>
                    </a:cubicBezTo>
                    <a:cubicBezTo>
                      <a:pt x="18310" y="8190"/>
                      <a:pt x="18337" y="8104"/>
                      <a:pt x="18317" y="8012"/>
                    </a:cubicBezTo>
                    <a:lnTo>
                      <a:pt x="17477" y="4178"/>
                    </a:lnTo>
                    <a:lnTo>
                      <a:pt x="17491" y="3140"/>
                    </a:lnTo>
                    <a:cubicBezTo>
                      <a:pt x="17636" y="3484"/>
                      <a:pt x="17728" y="3907"/>
                      <a:pt x="17801" y="4277"/>
                    </a:cubicBezTo>
                    <a:cubicBezTo>
                      <a:pt x="17861" y="4587"/>
                      <a:pt x="17894" y="4911"/>
                      <a:pt x="17920" y="5229"/>
                    </a:cubicBezTo>
                    <a:cubicBezTo>
                      <a:pt x="17920" y="5235"/>
                      <a:pt x="17920" y="5242"/>
                      <a:pt x="17920" y="5248"/>
                    </a:cubicBezTo>
                    <a:cubicBezTo>
                      <a:pt x="17939" y="5478"/>
                      <a:pt x="18137" y="5652"/>
                      <a:pt x="18359" y="5652"/>
                    </a:cubicBezTo>
                    <a:cubicBezTo>
                      <a:pt x="18367" y="5652"/>
                      <a:pt x="18375" y="5652"/>
                      <a:pt x="18383" y="5652"/>
                    </a:cubicBezTo>
                    <a:cubicBezTo>
                      <a:pt x="18614" y="5645"/>
                      <a:pt x="18806" y="5447"/>
                      <a:pt x="18806" y="5215"/>
                    </a:cubicBezTo>
                    <a:cubicBezTo>
                      <a:pt x="18806" y="5070"/>
                      <a:pt x="18806" y="4918"/>
                      <a:pt x="18806" y="4773"/>
                    </a:cubicBezTo>
                    <a:lnTo>
                      <a:pt x="18806" y="4759"/>
                    </a:lnTo>
                    <a:cubicBezTo>
                      <a:pt x="18806" y="4751"/>
                      <a:pt x="18806" y="4744"/>
                      <a:pt x="18806" y="4740"/>
                    </a:cubicBezTo>
                    <a:cubicBezTo>
                      <a:pt x="18793" y="4389"/>
                      <a:pt x="18773" y="4045"/>
                      <a:pt x="18720" y="3695"/>
                    </a:cubicBezTo>
                    <a:cubicBezTo>
                      <a:pt x="18661" y="3325"/>
                      <a:pt x="18568" y="2961"/>
                      <a:pt x="18436" y="2604"/>
                    </a:cubicBezTo>
                    <a:cubicBezTo>
                      <a:pt x="18198" y="1930"/>
                      <a:pt x="17781" y="1289"/>
                      <a:pt x="17186" y="873"/>
                    </a:cubicBezTo>
                    <a:cubicBezTo>
                      <a:pt x="17067" y="787"/>
                      <a:pt x="16935" y="721"/>
                      <a:pt x="16803" y="648"/>
                    </a:cubicBezTo>
                    <a:cubicBezTo>
                      <a:pt x="16550" y="508"/>
                      <a:pt x="16279" y="439"/>
                      <a:pt x="16007" y="439"/>
                    </a:cubicBezTo>
                    <a:cubicBezTo>
                      <a:pt x="15739" y="439"/>
                      <a:pt x="15470" y="507"/>
                      <a:pt x="15217" y="641"/>
                    </a:cubicBezTo>
                    <a:cubicBezTo>
                      <a:pt x="14589" y="972"/>
                      <a:pt x="14086" y="1501"/>
                      <a:pt x="13762" y="2122"/>
                    </a:cubicBezTo>
                    <a:cubicBezTo>
                      <a:pt x="13584" y="2452"/>
                      <a:pt x="13465" y="2803"/>
                      <a:pt x="13366" y="3166"/>
                    </a:cubicBezTo>
                    <a:cubicBezTo>
                      <a:pt x="13267" y="3523"/>
                      <a:pt x="13220" y="3893"/>
                      <a:pt x="13181" y="4264"/>
                    </a:cubicBezTo>
                    <a:cubicBezTo>
                      <a:pt x="13154" y="4561"/>
                      <a:pt x="13148" y="4858"/>
                      <a:pt x="13154" y="5156"/>
                    </a:cubicBezTo>
                    <a:cubicBezTo>
                      <a:pt x="13121" y="5149"/>
                      <a:pt x="13088" y="5143"/>
                      <a:pt x="13062" y="5136"/>
                    </a:cubicBezTo>
                    <a:cubicBezTo>
                      <a:pt x="13002" y="5123"/>
                      <a:pt x="12949" y="5103"/>
                      <a:pt x="12896" y="5083"/>
                    </a:cubicBezTo>
                    <a:cubicBezTo>
                      <a:pt x="12777" y="5037"/>
                      <a:pt x="12672" y="4977"/>
                      <a:pt x="12566" y="4911"/>
                    </a:cubicBezTo>
                    <a:cubicBezTo>
                      <a:pt x="12368" y="4792"/>
                      <a:pt x="12176" y="4660"/>
                      <a:pt x="11997" y="4515"/>
                    </a:cubicBezTo>
                    <a:cubicBezTo>
                      <a:pt x="11786" y="4336"/>
                      <a:pt x="11548" y="4257"/>
                      <a:pt x="11317" y="4250"/>
                    </a:cubicBezTo>
                    <a:lnTo>
                      <a:pt x="11310" y="4250"/>
                    </a:lnTo>
                    <a:cubicBezTo>
                      <a:pt x="11079" y="4257"/>
                      <a:pt x="10847" y="4336"/>
                      <a:pt x="10629" y="4515"/>
                    </a:cubicBezTo>
                    <a:cubicBezTo>
                      <a:pt x="10451" y="4660"/>
                      <a:pt x="10266" y="4792"/>
                      <a:pt x="10067" y="4911"/>
                    </a:cubicBezTo>
                    <a:cubicBezTo>
                      <a:pt x="9962" y="4977"/>
                      <a:pt x="9849" y="5037"/>
                      <a:pt x="9737" y="5083"/>
                    </a:cubicBezTo>
                    <a:cubicBezTo>
                      <a:pt x="9684" y="5103"/>
                      <a:pt x="9624" y="5123"/>
                      <a:pt x="9572" y="5136"/>
                    </a:cubicBezTo>
                    <a:cubicBezTo>
                      <a:pt x="9539" y="5145"/>
                      <a:pt x="9500" y="5155"/>
                      <a:pt x="9463" y="5155"/>
                    </a:cubicBezTo>
                    <a:cubicBezTo>
                      <a:pt x="9448" y="5155"/>
                      <a:pt x="9433" y="5153"/>
                      <a:pt x="9420" y="5149"/>
                    </a:cubicBezTo>
                    <a:cubicBezTo>
                      <a:pt x="9413" y="5149"/>
                      <a:pt x="9287" y="5063"/>
                      <a:pt x="9287" y="5063"/>
                    </a:cubicBezTo>
                    <a:cubicBezTo>
                      <a:pt x="9238" y="5036"/>
                      <a:pt x="9188" y="5022"/>
                      <a:pt x="9135" y="5022"/>
                    </a:cubicBezTo>
                    <a:cubicBezTo>
                      <a:pt x="9124" y="5022"/>
                      <a:pt x="9113" y="5023"/>
                      <a:pt x="9102" y="5024"/>
                    </a:cubicBezTo>
                    <a:cubicBezTo>
                      <a:pt x="9049" y="5030"/>
                      <a:pt x="8996" y="5050"/>
                      <a:pt x="8957" y="5083"/>
                    </a:cubicBezTo>
                    <a:cubicBezTo>
                      <a:pt x="8792" y="5222"/>
                      <a:pt x="8613" y="5334"/>
                      <a:pt x="8395" y="5367"/>
                    </a:cubicBezTo>
                    <a:cubicBezTo>
                      <a:pt x="8361" y="5372"/>
                      <a:pt x="8327" y="5374"/>
                      <a:pt x="8292" y="5374"/>
                    </a:cubicBezTo>
                    <a:cubicBezTo>
                      <a:pt x="8118" y="5374"/>
                      <a:pt x="7940" y="5318"/>
                      <a:pt x="7813" y="5202"/>
                    </a:cubicBezTo>
                    <a:cubicBezTo>
                      <a:pt x="7633" y="5048"/>
                      <a:pt x="7430" y="4975"/>
                      <a:pt x="7225" y="4975"/>
                    </a:cubicBezTo>
                    <a:cubicBezTo>
                      <a:pt x="7008" y="4975"/>
                      <a:pt x="6790" y="5056"/>
                      <a:pt x="6597" y="5209"/>
                    </a:cubicBezTo>
                    <a:cubicBezTo>
                      <a:pt x="6463" y="5315"/>
                      <a:pt x="6287" y="5374"/>
                      <a:pt x="6116" y="5374"/>
                    </a:cubicBezTo>
                    <a:cubicBezTo>
                      <a:pt x="6085" y="5374"/>
                      <a:pt x="6053" y="5372"/>
                      <a:pt x="6022" y="5367"/>
                    </a:cubicBezTo>
                    <a:cubicBezTo>
                      <a:pt x="5863" y="5348"/>
                      <a:pt x="5731" y="5282"/>
                      <a:pt x="5605" y="5196"/>
                    </a:cubicBezTo>
                    <a:cubicBezTo>
                      <a:pt x="5605" y="5189"/>
                      <a:pt x="5605" y="5182"/>
                      <a:pt x="5605" y="5176"/>
                    </a:cubicBezTo>
                    <a:lnTo>
                      <a:pt x="5605" y="5169"/>
                    </a:lnTo>
                    <a:cubicBezTo>
                      <a:pt x="5605" y="5169"/>
                      <a:pt x="5619" y="5090"/>
                      <a:pt x="5632" y="4938"/>
                    </a:cubicBezTo>
                    <a:cubicBezTo>
                      <a:pt x="5652" y="4786"/>
                      <a:pt x="5672" y="4574"/>
                      <a:pt x="5678" y="4316"/>
                    </a:cubicBezTo>
                    <a:cubicBezTo>
                      <a:pt x="5685" y="4052"/>
                      <a:pt x="5685" y="3748"/>
                      <a:pt x="5658" y="3417"/>
                    </a:cubicBezTo>
                    <a:cubicBezTo>
                      <a:pt x="5632" y="3087"/>
                      <a:pt x="5579" y="2723"/>
                      <a:pt x="5480" y="2366"/>
                    </a:cubicBezTo>
                    <a:cubicBezTo>
                      <a:pt x="5374" y="2010"/>
                      <a:pt x="5229" y="1653"/>
                      <a:pt x="5030" y="1342"/>
                    </a:cubicBezTo>
                    <a:cubicBezTo>
                      <a:pt x="4931" y="1183"/>
                      <a:pt x="4825" y="1038"/>
                      <a:pt x="4713" y="906"/>
                    </a:cubicBezTo>
                    <a:cubicBezTo>
                      <a:pt x="4594" y="773"/>
                      <a:pt x="4475" y="654"/>
                      <a:pt x="4350" y="555"/>
                    </a:cubicBezTo>
                    <a:cubicBezTo>
                      <a:pt x="4112" y="357"/>
                      <a:pt x="3867" y="231"/>
                      <a:pt x="3689" y="152"/>
                    </a:cubicBezTo>
                    <a:cubicBezTo>
                      <a:pt x="3596" y="119"/>
                      <a:pt x="3517" y="93"/>
                      <a:pt x="3457" y="73"/>
                    </a:cubicBezTo>
                    <a:cubicBezTo>
                      <a:pt x="3268" y="22"/>
                      <a:pt x="3066" y="1"/>
                      <a:pt x="28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62" name="Google Shape;362;p43"/>
              <p:cNvSpPr/>
              <p:nvPr/>
            </p:nvSpPr>
            <p:spPr>
              <a:xfrm>
                <a:off x="5280568" y="2146715"/>
                <a:ext cx="41361" cy="40402"/>
              </a:xfrm>
              <a:custGeom>
                <a:avLst/>
                <a:gdLst/>
                <a:ahLst/>
                <a:cxnLst/>
                <a:rect l="l" t="t" r="r" b="b"/>
                <a:pathLst>
                  <a:path w="1984" h="1938" extrusionOk="0">
                    <a:moveTo>
                      <a:pt x="985" y="1"/>
                    </a:moveTo>
                    <a:cubicBezTo>
                      <a:pt x="760" y="1"/>
                      <a:pt x="536" y="80"/>
                      <a:pt x="357" y="226"/>
                    </a:cubicBezTo>
                    <a:cubicBezTo>
                      <a:pt x="159" y="397"/>
                      <a:pt x="33" y="649"/>
                      <a:pt x="13" y="913"/>
                    </a:cubicBezTo>
                    <a:cubicBezTo>
                      <a:pt x="0" y="1177"/>
                      <a:pt x="93" y="1442"/>
                      <a:pt x="278" y="1634"/>
                    </a:cubicBezTo>
                    <a:cubicBezTo>
                      <a:pt x="463" y="1832"/>
                      <a:pt x="721" y="1938"/>
                      <a:pt x="985" y="1938"/>
                    </a:cubicBezTo>
                    <a:lnTo>
                      <a:pt x="998" y="1938"/>
                    </a:lnTo>
                    <a:cubicBezTo>
                      <a:pt x="1263" y="1938"/>
                      <a:pt x="1520" y="1832"/>
                      <a:pt x="1699" y="1634"/>
                    </a:cubicBezTo>
                    <a:cubicBezTo>
                      <a:pt x="1884" y="1442"/>
                      <a:pt x="1983" y="1177"/>
                      <a:pt x="1963" y="913"/>
                    </a:cubicBezTo>
                    <a:cubicBezTo>
                      <a:pt x="1950" y="649"/>
                      <a:pt x="1825" y="397"/>
                      <a:pt x="1620" y="226"/>
                    </a:cubicBezTo>
                    <a:cubicBezTo>
                      <a:pt x="1448" y="80"/>
                      <a:pt x="1223" y="1"/>
                      <a:pt x="9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63" name="Google Shape;363;p43"/>
              <p:cNvSpPr/>
              <p:nvPr/>
            </p:nvSpPr>
            <p:spPr>
              <a:xfrm>
                <a:off x="5196494" y="2165310"/>
                <a:ext cx="38193" cy="36275"/>
              </a:xfrm>
              <a:custGeom>
                <a:avLst/>
                <a:gdLst/>
                <a:ahLst/>
                <a:cxnLst/>
                <a:rect l="l" t="t" r="r" b="b"/>
                <a:pathLst>
                  <a:path w="1832" h="1740" extrusionOk="0">
                    <a:moveTo>
                      <a:pt x="919" y="0"/>
                    </a:moveTo>
                    <a:cubicBezTo>
                      <a:pt x="683" y="0"/>
                      <a:pt x="448" y="98"/>
                      <a:pt x="285" y="272"/>
                    </a:cubicBezTo>
                    <a:cubicBezTo>
                      <a:pt x="80" y="484"/>
                      <a:pt x="1" y="788"/>
                      <a:pt x="67" y="1072"/>
                    </a:cubicBezTo>
                    <a:cubicBezTo>
                      <a:pt x="133" y="1350"/>
                      <a:pt x="338" y="1588"/>
                      <a:pt x="602" y="1687"/>
                    </a:cubicBezTo>
                    <a:cubicBezTo>
                      <a:pt x="702" y="1726"/>
                      <a:pt x="807" y="1740"/>
                      <a:pt x="913" y="1740"/>
                    </a:cubicBezTo>
                    <a:cubicBezTo>
                      <a:pt x="1204" y="1740"/>
                      <a:pt x="1482" y="1594"/>
                      <a:pt x="1640" y="1356"/>
                    </a:cubicBezTo>
                    <a:cubicBezTo>
                      <a:pt x="1799" y="1112"/>
                      <a:pt x="1832" y="794"/>
                      <a:pt x="1713" y="523"/>
                    </a:cubicBezTo>
                    <a:cubicBezTo>
                      <a:pt x="1601" y="259"/>
                      <a:pt x="1356" y="67"/>
                      <a:pt x="1072" y="14"/>
                    </a:cubicBezTo>
                    <a:cubicBezTo>
                      <a:pt x="1021" y="5"/>
                      <a:pt x="970" y="0"/>
                      <a:pt x="9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364" name="Google Shape;364;p43"/>
          <p:cNvGrpSpPr/>
          <p:nvPr/>
        </p:nvGrpSpPr>
        <p:grpSpPr>
          <a:xfrm>
            <a:off x="4791752" y="2504699"/>
            <a:ext cx="735600" cy="717300"/>
            <a:chOff x="1198002" y="-1"/>
            <a:chExt cx="735600" cy="717300"/>
          </a:xfrm>
        </p:grpSpPr>
        <p:sp>
          <p:nvSpPr>
            <p:cNvPr id="365" name="Google Shape;365;p43"/>
            <p:cNvSpPr/>
            <p:nvPr/>
          </p:nvSpPr>
          <p:spPr>
            <a:xfrm>
              <a:off x="1198002" y="-1"/>
              <a:ext cx="735600" cy="717300"/>
            </a:xfrm>
            <a:prstGeom prst="heptagon">
              <a:avLst>
                <a:gd name="hf" fmla="val 102572"/>
                <a:gd name="vf" fmla="val 10521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43"/>
            <p:cNvSpPr/>
            <p:nvPr/>
          </p:nvSpPr>
          <p:spPr>
            <a:xfrm>
              <a:off x="1236781" y="37811"/>
              <a:ext cx="658200" cy="641700"/>
            </a:xfrm>
            <a:prstGeom prst="heptagon">
              <a:avLst>
                <a:gd name="hf" fmla="val 102572"/>
                <a:gd name="vf" fmla="val 10521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 name="Google Shape;367;p43"/>
            <p:cNvGrpSpPr/>
            <p:nvPr/>
          </p:nvGrpSpPr>
          <p:grpSpPr>
            <a:xfrm>
              <a:off x="1469154" y="238197"/>
              <a:ext cx="193290" cy="287952"/>
              <a:chOff x="4806248" y="2040210"/>
              <a:chExt cx="202589" cy="301805"/>
            </a:xfrm>
          </p:grpSpPr>
          <p:sp>
            <p:nvSpPr>
              <p:cNvPr id="368" name="Google Shape;368;p43"/>
              <p:cNvSpPr/>
              <p:nvPr/>
            </p:nvSpPr>
            <p:spPr>
              <a:xfrm>
                <a:off x="4957427" y="2170813"/>
                <a:ext cx="36525" cy="35649"/>
              </a:xfrm>
              <a:custGeom>
                <a:avLst/>
                <a:gdLst/>
                <a:ahLst/>
                <a:cxnLst/>
                <a:rect l="l" t="t" r="r" b="b"/>
                <a:pathLst>
                  <a:path w="1752" h="1710" extrusionOk="0">
                    <a:moveTo>
                      <a:pt x="853" y="1"/>
                    </a:moveTo>
                    <a:cubicBezTo>
                      <a:pt x="840" y="1"/>
                      <a:pt x="827" y="1"/>
                      <a:pt x="813" y="2"/>
                    </a:cubicBezTo>
                    <a:cubicBezTo>
                      <a:pt x="542" y="15"/>
                      <a:pt x="285" y="160"/>
                      <a:pt x="139" y="392"/>
                    </a:cubicBezTo>
                    <a:cubicBezTo>
                      <a:pt x="47" y="530"/>
                      <a:pt x="0" y="689"/>
                      <a:pt x="0" y="854"/>
                    </a:cubicBezTo>
                    <a:cubicBezTo>
                      <a:pt x="0" y="1132"/>
                      <a:pt x="139" y="1390"/>
                      <a:pt x="357" y="1548"/>
                    </a:cubicBezTo>
                    <a:cubicBezTo>
                      <a:pt x="503" y="1655"/>
                      <a:pt x="678" y="1710"/>
                      <a:pt x="856" y="1710"/>
                    </a:cubicBezTo>
                    <a:cubicBezTo>
                      <a:pt x="953" y="1710"/>
                      <a:pt x="1051" y="1693"/>
                      <a:pt x="1144" y="1661"/>
                    </a:cubicBezTo>
                    <a:cubicBezTo>
                      <a:pt x="1395" y="1575"/>
                      <a:pt x="1600" y="1363"/>
                      <a:pt x="1673" y="1106"/>
                    </a:cubicBezTo>
                    <a:cubicBezTo>
                      <a:pt x="1752" y="841"/>
                      <a:pt x="1699" y="544"/>
                      <a:pt x="1527" y="326"/>
                    </a:cubicBezTo>
                    <a:cubicBezTo>
                      <a:pt x="1364" y="124"/>
                      <a:pt x="1116" y="1"/>
                      <a:pt x="8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69" name="Google Shape;369;p43"/>
              <p:cNvSpPr/>
              <p:nvPr/>
            </p:nvSpPr>
            <p:spPr>
              <a:xfrm>
                <a:off x="4832160" y="2063495"/>
                <a:ext cx="61479" cy="58456"/>
              </a:xfrm>
              <a:custGeom>
                <a:avLst/>
                <a:gdLst/>
                <a:ahLst/>
                <a:cxnLst/>
                <a:rect l="l" t="t" r="r" b="b"/>
                <a:pathLst>
                  <a:path w="2949" h="2804" extrusionOk="0">
                    <a:moveTo>
                      <a:pt x="1437" y="0"/>
                    </a:moveTo>
                    <a:cubicBezTo>
                      <a:pt x="1281" y="0"/>
                      <a:pt x="1123" y="26"/>
                      <a:pt x="972" y="80"/>
                    </a:cubicBezTo>
                    <a:cubicBezTo>
                      <a:pt x="457" y="265"/>
                      <a:pt x="87" y="747"/>
                      <a:pt x="47" y="1289"/>
                    </a:cubicBezTo>
                    <a:cubicBezTo>
                      <a:pt x="1" y="1838"/>
                      <a:pt x="298" y="2373"/>
                      <a:pt x="781" y="2638"/>
                    </a:cubicBezTo>
                    <a:cubicBezTo>
                      <a:pt x="986" y="2744"/>
                      <a:pt x="1210" y="2803"/>
                      <a:pt x="1442" y="2803"/>
                    </a:cubicBezTo>
                    <a:cubicBezTo>
                      <a:pt x="1990" y="2803"/>
                      <a:pt x="2499" y="2473"/>
                      <a:pt x="2724" y="1970"/>
                    </a:cubicBezTo>
                    <a:cubicBezTo>
                      <a:pt x="2949" y="1461"/>
                      <a:pt x="2850" y="853"/>
                      <a:pt x="2473" y="443"/>
                    </a:cubicBezTo>
                    <a:cubicBezTo>
                      <a:pt x="2200" y="157"/>
                      <a:pt x="1821" y="0"/>
                      <a:pt x="1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70" name="Google Shape;370;p43"/>
              <p:cNvSpPr/>
              <p:nvPr/>
            </p:nvSpPr>
            <p:spPr>
              <a:xfrm>
                <a:off x="4886736" y="2040210"/>
                <a:ext cx="65065" cy="61062"/>
              </a:xfrm>
              <a:custGeom>
                <a:avLst/>
                <a:gdLst/>
                <a:ahLst/>
                <a:cxnLst/>
                <a:rect l="l" t="t" r="r" b="b"/>
                <a:pathLst>
                  <a:path w="3121" h="2929" extrusionOk="0">
                    <a:moveTo>
                      <a:pt x="1550" y="0"/>
                    </a:moveTo>
                    <a:cubicBezTo>
                      <a:pt x="1459" y="0"/>
                      <a:pt x="1367" y="9"/>
                      <a:pt x="1276" y="27"/>
                    </a:cubicBezTo>
                    <a:cubicBezTo>
                      <a:pt x="747" y="132"/>
                      <a:pt x="304" y="542"/>
                      <a:pt x="152" y="1064"/>
                    </a:cubicBezTo>
                    <a:cubicBezTo>
                      <a:pt x="0" y="1593"/>
                      <a:pt x="172" y="2182"/>
                      <a:pt x="582" y="2552"/>
                    </a:cubicBezTo>
                    <a:cubicBezTo>
                      <a:pt x="846" y="2796"/>
                      <a:pt x="1203" y="2929"/>
                      <a:pt x="1560" y="2929"/>
                    </a:cubicBezTo>
                    <a:cubicBezTo>
                      <a:pt x="2109" y="2929"/>
                      <a:pt x="2618" y="2611"/>
                      <a:pt x="2869" y="2122"/>
                    </a:cubicBezTo>
                    <a:cubicBezTo>
                      <a:pt x="3120" y="1626"/>
                      <a:pt x="3061" y="1018"/>
                      <a:pt x="2724" y="575"/>
                    </a:cubicBezTo>
                    <a:cubicBezTo>
                      <a:pt x="2443" y="212"/>
                      <a:pt x="2002" y="0"/>
                      <a:pt x="15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71" name="Google Shape;371;p43"/>
              <p:cNvSpPr/>
              <p:nvPr/>
            </p:nvSpPr>
            <p:spPr>
              <a:xfrm>
                <a:off x="4941709" y="2208212"/>
                <a:ext cx="67129" cy="133111"/>
              </a:xfrm>
              <a:custGeom>
                <a:avLst/>
                <a:gdLst/>
                <a:ahLst/>
                <a:cxnLst/>
                <a:rect l="l" t="t" r="r" b="b"/>
                <a:pathLst>
                  <a:path w="3220" h="6385" extrusionOk="0">
                    <a:moveTo>
                      <a:pt x="1614" y="1"/>
                    </a:moveTo>
                    <a:cubicBezTo>
                      <a:pt x="1486" y="1"/>
                      <a:pt x="1359" y="29"/>
                      <a:pt x="1243" y="85"/>
                    </a:cubicBezTo>
                    <a:cubicBezTo>
                      <a:pt x="1184" y="105"/>
                      <a:pt x="1124" y="138"/>
                      <a:pt x="1072" y="177"/>
                    </a:cubicBezTo>
                    <a:cubicBezTo>
                      <a:pt x="999" y="224"/>
                      <a:pt x="933" y="270"/>
                      <a:pt x="873" y="323"/>
                    </a:cubicBezTo>
                    <a:cubicBezTo>
                      <a:pt x="721" y="442"/>
                      <a:pt x="589" y="581"/>
                      <a:pt x="477" y="726"/>
                    </a:cubicBezTo>
                    <a:cubicBezTo>
                      <a:pt x="272" y="991"/>
                      <a:pt x="120" y="1301"/>
                      <a:pt x="54" y="1632"/>
                    </a:cubicBezTo>
                    <a:cubicBezTo>
                      <a:pt x="14" y="1823"/>
                      <a:pt x="1" y="2022"/>
                      <a:pt x="1" y="2220"/>
                    </a:cubicBezTo>
                    <a:cubicBezTo>
                      <a:pt x="1" y="2352"/>
                      <a:pt x="113" y="2465"/>
                      <a:pt x="245" y="2471"/>
                    </a:cubicBezTo>
                    <a:cubicBezTo>
                      <a:pt x="250" y="2471"/>
                      <a:pt x="254" y="2471"/>
                      <a:pt x="258" y="2471"/>
                    </a:cubicBezTo>
                    <a:cubicBezTo>
                      <a:pt x="385" y="2471"/>
                      <a:pt x="491" y="2374"/>
                      <a:pt x="510" y="2246"/>
                    </a:cubicBezTo>
                    <a:cubicBezTo>
                      <a:pt x="536" y="1962"/>
                      <a:pt x="602" y="1685"/>
                      <a:pt x="761" y="1447"/>
                    </a:cubicBezTo>
                    <a:lnTo>
                      <a:pt x="761" y="1718"/>
                    </a:lnTo>
                    <a:lnTo>
                      <a:pt x="192" y="3998"/>
                    </a:lnTo>
                    <a:cubicBezTo>
                      <a:pt x="166" y="4097"/>
                      <a:pt x="153" y="4203"/>
                      <a:pt x="344" y="4203"/>
                    </a:cubicBezTo>
                    <a:lnTo>
                      <a:pt x="814" y="4203"/>
                    </a:lnTo>
                    <a:lnTo>
                      <a:pt x="900" y="6107"/>
                    </a:lnTo>
                    <a:cubicBezTo>
                      <a:pt x="906" y="6259"/>
                      <a:pt x="1039" y="6384"/>
                      <a:pt x="1197" y="6384"/>
                    </a:cubicBezTo>
                    <a:cubicBezTo>
                      <a:pt x="1349" y="6384"/>
                      <a:pt x="1481" y="6259"/>
                      <a:pt x="1495" y="6107"/>
                    </a:cubicBezTo>
                    <a:lnTo>
                      <a:pt x="1594" y="4203"/>
                    </a:lnTo>
                    <a:lnTo>
                      <a:pt x="1627" y="4203"/>
                    </a:lnTo>
                    <a:lnTo>
                      <a:pt x="1713" y="6107"/>
                    </a:lnTo>
                    <a:cubicBezTo>
                      <a:pt x="1726" y="6259"/>
                      <a:pt x="1858" y="6384"/>
                      <a:pt x="2010" y="6384"/>
                    </a:cubicBezTo>
                    <a:cubicBezTo>
                      <a:pt x="2169" y="6384"/>
                      <a:pt x="2301" y="6259"/>
                      <a:pt x="2308" y="6107"/>
                    </a:cubicBezTo>
                    <a:lnTo>
                      <a:pt x="2413" y="4203"/>
                    </a:lnTo>
                    <a:lnTo>
                      <a:pt x="2870" y="4203"/>
                    </a:lnTo>
                    <a:cubicBezTo>
                      <a:pt x="2922" y="4203"/>
                      <a:pt x="2969" y="4177"/>
                      <a:pt x="3002" y="4137"/>
                    </a:cubicBezTo>
                    <a:cubicBezTo>
                      <a:pt x="3035" y="4097"/>
                      <a:pt x="3048" y="4051"/>
                      <a:pt x="3035" y="3998"/>
                    </a:cubicBezTo>
                    <a:lnTo>
                      <a:pt x="2460" y="1711"/>
                    </a:lnTo>
                    <a:lnTo>
                      <a:pt x="2460" y="1447"/>
                    </a:lnTo>
                    <a:cubicBezTo>
                      <a:pt x="2618" y="1685"/>
                      <a:pt x="2678" y="1969"/>
                      <a:pt x="2711" y="2246"/>
                    </a:cubicBezTo>
                    <a:cubicBezTo>
                      <a:pt x="2724" y="2374"/>
                      <a:pt x="2836" y="2471"/>
                      <a:pt x="2963" y="2471"/>
                    </a:cubicBezTo>
                    <a:cubicBezTo>
                      <a:pt x="2967" y="2471"/>
                      <a:pt x="2971" y="2471"/>
                      <a:pt x="2975" y="2471"/>
                    </a:cubicBezTo>
                    <a:cubicBezTo>
                      <a:pt x="3108" y="2465"/>
                      <a:pt x="3213" y="2352"/>
                      <a:pt x="3213" y="2220"/>
                    </a:cubicBezTo>
                    <a:cubicBezTo>
                      <a:pt x="3220" y="2141"/>
                      <a:pt x="3213" y="2068"/>
                      <a:pt x="3213" y="1995"/>
                    </a:cubicBezTo>
                    <a:cubicBezTo>
                      <a:pt x="3207" y="1817"/>
                      <a:pt x="3174" y="1632"/>
                      <a:pt x="3121" y="1466"/>
                    </a:cubicBezTo>
                    <a:cubicBezTo>
                      <a:pt x="3074" y="1321"/>
                      <a:pt x="3022" y="1176"/>
                      <a:pt x="2949" y="1043"/>
                    </a:cubicBezTo>
                    <a:cubicBezTo>
                      <a:pt x="2770" y="719"/>
                      <a:pt x="2519" y="435"/>
                      <a:pt x="2215" y="217"/>
                    </a:cubicBezTo>
                    <a:cubicBezTo>
                      <a:pt x="2142" y="171"/>
                      <a:pt x="2063" y="118"/>
                      <a:pt x="1984" y="85"/>
                    </a:cubicBezTo>
                    <a:cubicBezTo>
                      <a:pt x="1868" y="29"/>
                      <a:pt x="1741" y="1"/>
                      <a:pt x="16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72" name="Google Shape;372;p43"/>
              <p:cNvSpPr/>
              <p:nvPr/>
            </p:nvSpPr>
            <p:spPr>
              <a:xfrm>
                <a:off x="4884110" y="2104501"/>
                <a:ext cx="90833" cy="236557"/>
              </a:xfrm>
              <a:custGeom>
                <a:avLst/>
                <a:gdLst/>
                <a:ahLst/>
                <a:cxnLst/>
                <a:rect l="l" t="t" r="r" b="b"/>
                <a:pathLst>
                  <a:path w="4357" h="11347" extrusionOk="0">
                    <a:moveTo>
                      <a:pt x="1722" y="0"/>
                    </a:moveTo>
                    <a:cubicBezTo>
                      <a:pt x="1079" y="0"/>
                      <a:pt x="631" y="437"/>
                      <a:pt x="615" y="453"/>
                    </a:cubicBezTo>
                    <a:cubicBezTo>
                      <a:pt x="411" y="631"/>
                      <a:pt x="206" y="816"/>
                      <a:pt x="1" y="995"/>
                    </a:cubicBezTo>
                    <a:cubicBezTo>
                      <a:pt x="543" y="1378"/>
                      <a:pt x="992" y="1887"/>
                      <a:pt x="1303" y="2469"/>
                    </a:cubicBezTo>
                    <a:cubicBezTo>
                      <a:pt x="1501" y="2839"/>
                      <a:pt x="1640" y="3249"/>
                      <a:pt x="1713" y="3665"/>
                    </a:cubicBezTo>
                    <a:cubicBezTo>
                      <a:pt x="1759" y="3949"/>
                      <a:pt x="1772" y="4234"/>
                      <a:pt x="1766" y="4518"/>
                    </a:cubicBezTo>
                    <a:cubicBezTo>
                      <a:pt x="1766" y="4904"/>
                      <a:pt x="1442" y="5232"/>
                      <a:pt x="1057" y="5232"/>
                    </a:cubicBezTo>
                    <a:cubicBezTo>
                      <a:pt x="1053" y="5232"/>
                      <a:pt x="1049" y="5232"/>
                      <a:pt x="1045" y="5232"/>
                    </a:cubicBezTo>
                    <a:cubicBezTo>
                      <a:pt x="986" y="5232"/>
                      <a:pt x="926" y="5225"/>
                      <a:pt x="873" y="5212"/>
                    </a:cubicBezTo>
                    <a:lnTo>
                      <a:pt x="873" y="5212"/>
                    </a:lnTo>
                    <a:cubicBezTo>
                      <a:pt x="873" y="5212"/>
                      <a:pt x="1409" y="7175"/>
                      <a:pt x="1442" y="7301"/>
                    </a:cubicBezTo>
                    <a:cubicBezTo>
                      <a:pt x="1481" y="7473"/>
                      <a:pt x="1495" y="7823"/>
                      <a:pt x="1105" y="7823"/>
                    </a:cubicBezTo>
                    <a:lnTo>
                      <a:pt x="450" y="7823"/>
                    </a:lnTo>
                    <a:lnTo>
                      <a:pt x="397" y="8709"/>
                    </a:lnTo>
                    <a:lnTo>
                      <a:pt x="490" y="10864"/>
                    </a:lnTo>
                    <a:cubicBezTo>
                      <a:pt x="503" y="11128"/>
                      <a:pt x="728" y="11346"/>
                      <a:pt x="999" y="11346"/>
                    </a:cubicBezTo>
                    <a:cubicBezTo>
                      <a:pt x="1263" y="11346"/>
                      <a:pt x="1488" y="11135"/>
                      <a:pt x="1501" y="10864"/>
                    </a:cubicBezTo>
                    <a:lnTo>
                      <a:pt x="1686" y="7254"/>
                    </a:lnTo>
                    <a:lnTo>
                      <a:pt x="1832" y="10864"/>
                    </a:lnTo>
                    <a:cubicBezTo>
                      <a:pt x="1845" y="11128"/>
                      <a:pt x="2076" y="11346"/>
                      <a:pt x="2341" y="11346"/>
                    </a:cubicBezTo>
                    <a:cubicBezTo>
                      <a:pt x="2605" y="11346"/>
                      <a:pt x="2836" y="11135"/>
                      <a:pt x="2850" y="10864"/>
                    </a:cubicBezTo>
                    <a:lnTo>
                      <a:pt x="2929" y="9297"/>
                    </a:lnTo>
                    <a:cubicBezTo>
                      <a:pt x="2717" y="9284"/>
                      <a:pt x="2784" y="9085"/>
                      <a:pt x="2784" y="9085"/>
                    </a:cubicBezTo>
                    <a:lnTo>
                      <a:pt x="2982" y="8239"/>
                    </a:lnTo>
                    <a:lnTo>
                      <a:pt x="3008" y="7717"/>
                    </a:lnTo>
                    <a:cubicBezTo>
                      <a:pt x="2764" y="7658"/>
                      <a:pt x="2585" y="7440"/>
                      <a:pt x="2585" y="7182"/>
                    </a:cubicBezTo>
                    <a:cubicBezTo>
                      <a:pt x="2585" y="6944"/>
                      <a:pt x="2599" y="6712"/>
                      <a:pt x="2651" y="6488"/>
                    </a:cubicBezTo>
                    <a:cubicBezTo>
                      <a:pt x="2704" y="6256"/>
                      <a:pt x="2790" y="6038"/>
                      <a:pt x="2903" y="5833"/>
                    </a:cubicBezTo>
                    <a:cubicBezTo>
                      <a:pt x="2969" y="5708"/>
                      <a:pt x="3048" y="5595"/>
                      <a:pt x="3134" y="5483"/>
                    </a:cubicBezTo>
                    <a:cubicBezTo>
                      <a:pt x="3147" y="5390"/>
                      <a:pt x="3147" y="5291"/>
                      <a:pt x="3147" y="5199"/>
                    </a:cubicBezTo>
                    <a:lnTo>
                      <a:pt x="3147" y="4789"/>
                    </a:lnTo>
                    <a:lnTo>
                      <a:pt x="3147" y="3632"/>
                    </a:lnTo>
                    <a:lnTo>
                      <a:pt x="3147" y="2799"/>
                    </a:lnTo>
                    <a:lnTo>
                      <a:pt x="3147" y="2753"/>
                    </a:lnTo>
                    <a:cubicBezTo>
                      <a:pt x="3266" y="3017"/>
                      <a:pt x="3352" y="3302"/>
                      <a:pt x="3425" y="3586"/>
                    </a:cubicBezTo>
                    <a:cubicBezTo>
                      <a:pt x="3577" y="3216"/>
                      <a:pt x="3907" y="3024"/>
                      <a:pt x="4357" y="2951"/>
                    </a:cubicBezTo>
                    <a:cubicBezTo>
                      <a:pt x="4284" y="2660"/>
                      <a:pt x="4165" y="2297"/>
                      <a:pt x="4040" y="2026"/>
                    </a:cubicBezTo>
                    <a:cubicBezTo>
                      <a:pt x="3881" y="1676"/>
                      <a:pt x="3683" y="1352"/>
                      <a:pt x="3445" y="1054"/>
                    </a:cubicBezTo>
                    <a:cubicBezTo>
                      <a:pt x="3286" y="856"/>
                      <a:pt x="3107" y="677"/>
                      <a:pt x="2916" y="519"/>
                    </a:cubicBezTo>
                    <a:cubicBezTo>
                      <a:pt x="2823" y="439"/>
                      <a:pt x="2731" y="367"/>
                      <a:pt x="2625" y="301"/>
                    </a:cubicBezTo>
                    <a:cubicBezTo>
                      <a:pt x="2539" y="241"/>
                      <a:pt x="2453" y="195"/>
                      <a:pt x="2361" y="149"/>
                    </a:cubicBezTo>
                    <a:cubicBezTo>
                      <a:pt x="2134" y="42"/>
                      <a:pt x="1919" y="0"/>
                      <a:pt x="1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373" name="Google Shape;373;p43"/>
              <p:cNvSpPr/>
              <p:nvPr/>
            </p:nvSpPr>
            <p:spPr>
              <a:xfrm>
                <a:off x="4806248" y="2123784"/>
                <a:ext cx="109991" cy="218232"/>
              </a:xfrm>
              <a:custGeom>
                <a:avLst/>
                <a:gdLst/>
                <a:ahLst/>
                <a:cxnLst/>
                <a:rect l="l" t="t" r="r" b="b"/>
                <a:pathLst>
                  <a:path w="5276" h="10468" extrusionOk="0">
                    <a:moveTo>
                      <a:pt x="2637" y="0"/>
                    </a:moveTo>
                    <a:cubicBezTo>
                      <a:pt x="2433" y="0"/>
                      <a:pt x="2229" y="45"/>
                      <a:pt x="2044" y="136"/>
                    </a:cubicBezTo>
                    <a:cubicBezTo>
                      <a:pt x="1905" y="182"/>
                      <a:pt x="1779" y="268"/>
                      <a:pt x="1667" y="347"/>
                    </a:cubicBezTo>
                    <a:cubicBezTo>
                      <a:pt x="1515" y="453"/>
                      <a:pt x="1376" y="565"/>
                      <a:pt x="1244" y="684"/>
                    </a:cubicBezTo>
                    <a:cubicBezTo>
                      <a:pt x="959" y="949"/>
                      <a:pt x="721" y="1246"/>
                      <a:pt x="523" y="1577"/>
                    </a:cubicBezTo>
                    <a:cubicBezTo>
                      <a:pt x="424" y="1735"/>
                      <a:pt x="338" y="1914"/>
                      <a:pt x="265" y="2092"/>
                    </a:cubicBezTo>
                    <a:cubicBezTo>
                      <a:pt x="199" y="2264"/>
                      <a:pt x="140" y="2449"/>
                      <a:pt x="100" y="2634"/>
                    </a:cubicBezTo>
                    <a:cubicBezTo>
                      <a:pt x="60" y="2820"/>
                      <a:pt x="34" y="2998"/>
                      <a:pt x="14" y="3190"/>
                    </a:cubicBezTo>
                    <a:cubicBezTo>
                      <a:pt x="1" y="3335"/>
                      <a:pt x="1" y="3481"/>
                      <a:pt x="8" y="3633"/>
                    </a:cubicBezTo>
                    <a:lnTo>
                      <a:pt x="8" y="3639"/>
                    </a:lnTo>
                    <a:cubicBezTo>
                      <a:pt x="8" y="3857"/>
                      <a:pt x="186" y="4036"/>
                      <a:pt x="404" y="4049"/>
                    </a:cubicBezTo>
                    <a:cubicBezTo>
                      <a:pt x="408" y="4049"/>
                      <a:pt x="412" y="4049"/>
                      <a:pt x="416" y="4049"/>
                    </a:cubicBezTo>
                    <a:cubicBezTo>
                      <a:pt x="623" y="4049"/>
                      <a:pt x="814" y="3886"/>
                      <a:pt x="834" y="3679"/>
                    </a:cubicBezTo>
                    <a:cubicBezTo>
                      <a:pt x="854" y="3481"/>
                      <a:pt x="880" y="3282"/>
                      <a:pt x="933" y="3091"/>
                    </a:cubicBezTo>
                    <a:cubicBezTo>
                      <a:pt x="1006" y="2839"/>
                      <a:pt x="1105" y="2588"/>
                      <a:pt x="1244" y="2370"/>
                    </a:cubicBezTo>
                    <a:lnTo>
                      <a:pt x="1244" y="2892"/>
                    </a:lnTo>
                    <a:lnTo>
                      <a:pt x="272" y="6448"/>
                    </a:lnTo>
                    <a:cubicBezTo>
                      <a:pt x="259" y="6521"/>
                      <a:pt x="279" y="6594"/>
                      <a:pt x="325" y="6653"/>
                    </a:cubicBezTo>
                    <a:cubicBezTo>
                      <a:pt x="378" y="6713"/>
                      <a:pt x="444" y="6746"/>
                      <a:pt x="523" y="6746"/>
                    </a:cubicBezTo>
                    <a:lnTo>
                      <a:pt x="1330" y="6746"/>
                    </a:lnTo>
                    <a:lnTo>
                      <a:pt x="1475" y="10005"/>
                    </a:lnTo>
                    <a:cubicBezTo>
                      <a:pt x="1488" y="10256"/>
                      <a:pt x="1706" y="10467"/>
                      <a:pt x="1964" y="10467"/>
                    </a:cubicBezTo>
                    <a:cubicBezTo>
                      <a:pt x="2215" y="10467"/>
                      <a:pt x="2434" y="10262"/>
                      <a:pt x="2447" y="10005"/>
                    </a:cubicBezTo>
                    <a:lnTo>
                      <a:pt x="2625" y="6746"/>
                    </a:lnTo>
                    <a:lnTo>
                      <a:pt x="2665" y="6746"/>
                    </a:lnTo>
                    <a:lnTo>
                      <a:pt x="2817" y="10005"/>
                    </a:lnTo>
                    <a:cubicBezTo>
                      <a:pt x="2824" y="10256"/>
                      <a:pt x="3042" y="10467"/>
                      <a:pt x="3299" y="10467"/>
                    </a:cubicBezTo>
                    <a:cubicBezTo>
                      <a:pt x="3551" y="10467"/>
                      <a:pt x="3769" y="10262"/>
                      <a:pt x="3782" y="10005"/>
                    </a:cubicBezTo>
                    <a:lnTo>
                      <a:pt x="3960" y="6746"/>
                    </a:lnTo>
                    <a:lnTo>
                      <a:pt x="4760" y="6746"/>
                    </a:lnTo>
                    <a:cubicBezTo>
                      <a:pt x="4833" y="6746"/>
                      <a:pt x="4906" y="6713"/>
                      <a:pt x="4952" y="6653"/>
                    </a:cubicBezTo>
                    <a:cubicBezTo>
                      <a:pt x="5005" y="6594"/>
                      <a:pt x="5025" y="6528"/>
                      <a:pt x="5005" y="6442"/>
                    </a:cubicBezTo>
                    <a:lnTo>
                      <a:pt x="4040" y="2932"/>
                    </a:lnTo>
                    <a:lnTo>
                      <a:pt x="4040" y="2377"/>
                    </a:lnTo>
                    <a:cubicBezTo>
                      <a:pt x="4179" y="2595"/>
                      <a:pt x="4278" y="2839"/>
                      <a:pt x="4344" y="3091"/>
                    </a:cubicBezTo>
                    <a:cubicBezTo>
                      <a:pt x="4397" y="3282"/>
                      <a:pt x="4423" y="3481"/>
                      <a:pt x="4443" y="3679"/>
                    </a:cubicBezTo>
                    <a:cubicBezTo>
                      <a:pt x="4468" y="3889"/>
                      <a:pt x="4647" y="4050"/>
                      <a:pt x="4855" y="4050"/>
                    </a:cubicBezTo>
                    <a:cubicBezTo>
                      <a:pt x="4863" y="4050"/>
                      <a:pt x="4871" y="4049"/>
                      <a:pt x="4879" y="4049"/>
                    </a:cubicBezTo>
                    <a:cubicBezTo>
                      <a:pt x="5097" y="4036"/>
                      <a:pt x="5269" y="3851"/>
                      <a:pt x="5276" y="3639"/>
                    </a:cubicBezTo>
                    <a:cubicBezTo>
                      <a:pt x="5276" y="3500"/>
                      <a:pt x="5276" y="3368"/>
                      <a:pt x="5269" y="3236"/>
                    </a:cubicBezTo>
                    <a:cubicBezTo>
                      <a:pt x="5256" y="3051"/>
                      <a:pt x="5230" y="2872"/>
                      <a:pt x="5190" y="2694"/>
                    </a:cubicBezTo>
                    <a:cubicBezTo>
                      <a:pt x="5117" y="2317"/>
                      <a:pt x="4978" y="1954"/>
                      <a:pt x="4787" y="1623"/>
                    </a:cubicBezTo>
                    <a:cubicBezTo>
                      <a:pt x="4595" y="1293"/>
                      <a:pt x="4357" y="989"/>
                      <a:pt x="4079" y="724"/>
                    </a:cubicBezTo>
                    <a:cubicBezTo>
                      <a:pt x="3941" y="599"/>
                      <a:pt x="3802" y="480"/>
                      <a:pt x="3650" y="374"/>
                    </a:cubicBezTo>
                    <a:cubicBezTo>
                      <a:pt x="3537" y="294"/>
                      <a:pt x="3418" y="215"/>
                      <a:pt x="3286" y="156"/>
                    </a:cubicBezTo>
                    <a:cubicBezTo>
                      <a:pt x="3280" y="149"/>
                      <a:pt x="3266" y="142"/>
                      <a:pt x="3253" y="142"/>
                    </a:cubicBezTo>
                    <a:cubicBezTo>
                      <a:pt x="3061" y="48"/>
                      <a:pt x="2849" y="0"/>
                      <a:pt x="26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374" name="Google Shape;374;p43"/>
          <p:cNvSpPr txBox="1">
            <a:spLocks noGrp="1"/>
          </p:cNvSpPr>
          <p:nvPr>
            <p:ph type="title"/>
          </p:nvPr>
        </p:nvSpPr>
        <p:spPr>
          <a:xfrm>
            <a:off x="720000" y="797500"/>
            <a:ext cx="4021200" cy="1189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THE SLIDE TITLE GOES HERE!</a:t>
            </a: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78"/>
        <p:cNvGrpSpPr/>
        <p:nvPr/>
      </p:nvGrpSpPr>
      <p:grpSpPr>
        <a:xfrm>
          <a:off x="0" y="0"/>
          <a:ext cx="0" cy="0"/>
          <a:chOff x="0" y="0"/>
          <a:chExt cx="0" cy="0"/>
        </a:xfrm>
      </p:grpSpPr>
      <p:sp>
        <p:nvSpPr>
          <p:cNvPr id="379" name="Google Shape;379;p44"/>
          <p:cNvSpPr txBox="1">
            <a:spLocks noGrp="1"/>
          </p:cNvSpPr>
          <p:nvPr>
            <p:ph type="title" idx="2"/>
          </p:nvPr>
        </p:nvSpPr>
        <p:spPr>
          <a:xfrm>
            <a:off x="1264400" y="2876550"/>
            <a:ext cx="2892600" cy="46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380" name="Google Shape;380;p44"/>
          <p:cNvSpPr txBox="1">
            <a:spLocks noGrp="1"/>
          </p:cNvSpPr>
          <p:nvPr>
            <p:ph type="title" idx="3"/>
          </p:nvPr>
        </p:nvSpPr>
        <p:spPr>
          <a:xfrm>
            <a:off x="4987000" y="2876550"/>
            <a:ext cx="2892600" cy="46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381" name="Google Shape;381;p44"/>
          <p:cNvSpPr txBox="1">
            <a:spLocks noGrp="1"/>
          </p:cNvSpPr>
          <p:nvPr>
            <p:ph type="subTitle" idx="1"/>
          </p:nvPr>
        </p:nvSpPr>
        <p:spPr>
          <a:xfrm>
            <a:off x="4987050" y="3266575"/>
            <a:ext cx="2892600" cy="1010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hot and has a poisonous atmosphere</a:t>
            </a:r>
            <a:endParaRPr/>
          </a:p>
        </p:txBody>
      </p:sp>
      <p:sp>
        <p:nvSpPr>
          <p:cNvPr id="382" name="Google Shape;382;p44"/>
          <p:cNvSpPr txBox="1">
            <a:spLocks noGrp="1"/>
          </p:cNvSpPr>
          <p:nvPr>
            <p:ph type="subTitle" idx="4"/>
          </p:nvPr>
        </p:nvSpPr>
        <p:spPr>
          <a:xfrm>
            <a:off x="1264400" y="3266575"/>
            <a:ext cx="2892600" cy="1010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closest planet to the Sun and the smallest one in the Solar System—it’s only a bit larger than the Moon</a:t>
            </a:r>
            <a:endParaRPr/>
          </a:p>
        </p:txBody>
      </p:sp>
      <p:cxnSp>
        <p:nvCxnSpPr>
          <p:cNvPr id="383" name="Google Shape;383;p44"/>
          <p:cNvCxnSpPr/>
          <p:nvPr/>
        </p:nvCxnSpPr>
        <p:spPr>
          <a:xfrm>
            <a:off x="2617650" y="1123950"/>
            <a:ext cx="3908700" cy="0"/>
          </a:xfrm>
          <a:prstGeom prst="straightConnector1">
            <a:avLst/>
          </a:prstGeom>
          <a:noFill/>
          <a:ln w="9525" cap="flat" cmpd="sng">
            <a:solidFill>
              <a:schemeClr val="dk1"/>
            </a:solidFill>
            <a:prstDash val="solid"/>
            <a:round/>
            <a:headEnd type="none" w="med" len="med"/>
            <a:tailEnd type="none" w="med" len="med"/>
          </a:ln>
        </p:spPr>
      </p:cxnSp>
      <p:grpSp>
        <p:nvGrpSpPr>
          <p:cNvPr id="384" name="Google Shape;384;p44"/>
          <p:cNvGrpSpPr/>
          <p:nvPr/>
        </p:nvGrpSpPr>
        <p:grpSpPr>
          <a:xfrm>
            <a:off x="2356688" y="2092350"/>
            <a:ext cx="708000" cy="708000"/>
            <a:chOff x="762200" y="1561800"/>
            <a:chExt cx="708000" cy="708000"/>
          </a:xfrm>
        </p:grpSpPr>
        <p:sp>
          <p:nvSpPr>
            <p:cNvPr id="385" name="Google Shape;385;p44"/>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44"/>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 name="Google Shape;387;p44"/>
          <p:cNvGrpSpPr/>
          <p:nvPr/>
        </p:nvGrpSpPr>
        <p:grpSpPr>
          <a:xfrm>
            <a:off x="6079338" y="2092350"/>
            <a:ext cx="708000" cy="708000"/>
            <a:chOff x="762200" y="1561800"/>
            <a:chExt cx="708000" cy="708000"/>
          </a:xfrm>
        </p:grpSpPr>
        <p:sp>
          <p:nvSpPr>
            <p:cNvPr id="388" name="Google Shape;388;p44"/>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44"/>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 name="Google Shape;390;p44"/>
          <p:cNvGrpSpPr/>
          <p:nvPr/>
        </p:nvGrpSpPr>
        <p:grpSpPr>
          <a:xfrm>
            <a:off x="6231874" y="2257492"/>
            <a:ext cx="402863" cy="377708"/>
            <a:chOff x="5275372" y="1779105"/>
            <a:chExt cx="480056" cy="450081"/>
          </a:xfrm>
        </p:grpSpPr>
        <p:sp>
          <p:nvSpPr>
            <p:cNvPr id="391" name="Google Shape;391;p44"/>
            <p:cNvSpPr/>
            <p:nvPr/>
          </p:nvSpPr>
          <p:spPr>
            <a:xfrm>
              <a:off x="5669099" y="1825968"/>
              <a:ext cx="86329" cy="289817"/>
            </a:xfrm>
            <a:custGeom>
              <a:avLst/>
              <a:gdLst/>
              <a:ahLst/>
              <a:cxnLst/>
              <a:rect l="l" t="t" r="r" b="b"/>
              <a:pathLst>
                <a:path w="2229" h="7483" extrusionOk="0">
                  <a:moveTo>
                    <a:pt x="0" y="0"/>
                  </a:moveTo>
                  <a:lnTo>
                    <a:pt x="0" y="727"/>
                  </a:lnTo>
                  <a:lnTo>
                    <a:pt x="655" y="727"/>
                  </a:lnTo>
                  <a:cubicBezTo>
                    <a:pt x="1124" y="727"/>
                    <a:pt x="1501" y="1104"/>
                    <a:pt x="1501" y="1573"/>
                  </a:cubicBezTo>
                  <a:lnTo>
                    <a:pt x="1501" y="4918"/>
                  </a:lnTo>
                  <a:cubicBezTo>
                    <a:pt x="1501" y="5824"/>
                    <a:pt x="860" y="6577"/>
                    <a:pt x="0" y="6742"/>
                  </a:cubicBezTo>
                  <a:lnTo>
                    <a:pt x="0" y="7483"/>
                  </a:lnTo>
                  <a:cubicBezTo>
                    <a:pt x="1263" y="7304"/>
                    <a:pt x="2228" y="6220"/>
                    <a:pt x="2228" y="4918"/>
                  </a:cubicBezTo>
                  <a:lnTo>
                    <a:pt x="2228" y="1573"/>
                  </a:lnTo>
                  <a:cubicBezTo>
                    <a:pt x="2228" y="707"/>
                    <a:pt x="1527" y="0"/>
                    <a:pt x="6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44"/>
            <p:cNvSpPr/>
            <p:nvPr/>
          </p:nvSpPr>
          <p:spPr>
            <a:xfrm>
              <a:off x="5369562" y="2082979"/>
              <a:ext cx="26143" cy="46902"/>
            </a:xfrm>
            <a:custGeom>
              <a:avLst/>
              <a:gdLst/>
              <a:ahLst/>
              <a:cxnLst/>
              <a:rect l="l" t="t" r="r" b="b"/>
              <a:pathLst>
                <a:path w="675" h="1211" extrusionOk="0">
                  <a:moveTo>
                    <a:pt x="1" y="1"/>
                  </a:moveTo>
                  <a:cubicBezTo>
                    <a:pt x="1" y="206"/>
                    <a:pt x="1" y="490"/>
                    <a:pt x="1" y="602"/>
                  </a:cubicBezTo>
                  <a:cubicBezTo>
                    <a:pt x="1" y="741"/>
                    <a:pt x="1" y="1012"/>
                    <a:pt x="1" y="1210"/>
                  </a:cubicBezTo>
                  <a:lnTo>
                    <a:pt x="245" y="1210"/>
                  </a:lnTo>
                  <a:cubicBezTo>
                    <a:pt x="543" y="1204"/>
                    <a:pt x="675" y="900"/>
                    <a:pt x="675" y="602"/>
                  </a:cubicBezTo>
                  <a:cubicBezTo>
                    <a:pt x="675" y="463"/>
                    <a:pt x="648" y="1"/>
                    <a:pt x="2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44"/>
            <p:cNvSpPr/>
            <p:nvPr/>
          </p:nvSpPr>
          <p:spPr>
            <a:xfrm>
              <a:off x="5452251" y="2097580"/>
              <a:ext cx="12587" cy="16422"/>
            </a:xfrm>
            <a:custGeom>
              <a:avLst/>
              <a:gdLst/>
              <a:ahLst/>
              <a:cxnLst/>
              <a:rect l="l" t="t" r="r" b="b"/>
              <a:pathLst>
                <a:path w="325" h="424" extrusionOk="0">
                  <a:moveTo>
                    <a:pt x="166" y="0"/>
                  </a:moveTo>
                  <a:lnTo>
                    <a:pt x="1" y="423"/>
                  </a:lnTo>
                  <a:lnTo>
                    <a:pt x="325" y="423"/>
                  </a:lnTo>
                  <a:lnTo>
                    <a:pt x="16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44"/>
            <p:cNvSpPr/>
            <p:nvPr/>
          </p:nvSpPr>
          <p:spPr>
            <a:xfrm>
              <a:off x="5528819" y="2082979"/>
              <a:ext cx="26375" cy="46902"/>
            </a:xfrm>
            <a:custGeom>
              <a:avLst/>
              <a:gdLst/>
              <a:ahLst/>
              <a:cxnLst/>
              <a:rect l="l" t="t" r="r" b="b"/>
              <a:pathLst>
                <a:path w="681" h="1211" extrusionOk="0">
                  <a:moveTo>
                    <a:pt x="0" y="1"/>
                  </a:moveTo>
                  <a:cubicBezTo>
                    <a:pt x="0" y="206"/>
                    <a:pt x="0" y="490"/>
                    <a:pt x="0" y="602"/>
                  </a:cubicBezTo>
                  <a:cubicBezTo>
                    <a:pt x="0" y="741"/>
                    <a:pt x="0" y="1012"/>
                    <a:pt x="0" y="1210"/>
                  </a:cubicBezTo>
                  <a:lnTo>
                    <a:pt x="245" y="1210"/>
                  </a:lnTo>
                  <a:cubicBezTo>
                    <a:pt x="549" y="1204"/>
                    <a:pt x="681" y="900"/>
                    <a:pt x="681" y="602"/>
                  </a:cubicBezTo>
                  <a:cubicBezTo>
                    <a:pt x="681" y="463"/>
                    <a:pt x="648" y="1"/>
                    <a:pt x="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44"/>
            <p:cNvSpPr/>
            <p:nvPr/>
          </p:nvSpPr>
          <p:spPr>
            <a:xfrm>
              <a:off x="5275372" y="1779105"/>
              <a:ext cx="365611" cy="450081"/>
            </a:xfrm>
            <a:custGeom>
              <a:avLst/>
              <a:gdLst/>
              <a:ahLst/>
              <a:cxnLst/>
              <a:rect l="l" t="t" r="r" b="b"/>
              <a:pathLst>
                <a:path w="9440" h="11621" extrusionOk="0">
                  <a:moveTo>
                    <a:pt x="5741" y="1915"/>
                  </a:moveTo>
                  <a:cubicBezTo>
                    <a:pt x="6138" y="1915"/>
                    <a:pt x="6534" y="2065"/>
                    <a:pt x="6835" y="2367"/>
                  </a:cubicBezTo>
                  <a:cubicBezTo>
                    <a:pt x="7436" y="2975"/>
                    <a:pt x="7436" y="3960"/>
                    <a:pt x="6835" y="4561"/>
                  </a:cubicBezTo>
                  <a:lnTo>
                    <a:pt x="4984" y="6412"/>
                  </a:lnTo>
                  <a:cubicBezTo>
                    <a:pt x="4915" y="6482"/>
                    <a:pt x="4822" y="6516"/>
                    <a:pt x="4730" y="6516"/>
                  </a:cubicBezTo>
                  <a:cubicBezTo>
                    <a:pt x="4637" y="6516"/>
                    <a:pt x="4545" y="6482"/>
                    <a:pt x="4475" y="6412"/>
                  </a:cubicBezTo>
                  <a:lnTo>
                    <a:pt x="2624" y="4561"/>
                  </a:lnTo>
                  <a:cubicBezTo>
                    <a:pt x="2023" y="3960"/>
                    <a:pt x="2023" y="2975"/>
                    <a:pt x="2624" y="2367"/>
                  </a:cubicBezTo>
                  <a:cubicBezTo>
                    <a:pt x="2926" y="2065"/>
                    <a:pt x="3322" y="1915"/>
                    <a:pt x="3718" y="1915"/>
                  </a:cubicBezTo>
                  <a:cubicBezTo>
                    <a:pt x="4077" y="1915"/>
                    <a:pt x="4437" y="2039"/>
                    <a:pt x="4726" y="2287"/>
                  </a:cubicBezTo>
                  <a:cubicBezTo>
                    <a:pt x="5019" y="2039"/>
                    <a:pt x="5380" y="1915"/>
                    <a:pt x="5741" y="1915"/>
                  </a:cubicBezTo>
                  <a:close/>
                  <a:moveTo>
                    <a:pt x="2664" y="7364"/>
                  </a:moveTo>
                  <a:cubicBezTo>
                    <a:pt x="3219" y="7364"/>
                    <a:pt x="3596" y="7800"/>
                    <a:pt x="3596" y="8455"/>
                  </a:cubicBezTo>
                  <a:cubicBezTo>
                    <a:pt x="3596" y="9076"/>
                    <a:pt x="3213" y="9532"/>
                    <a:pt x="2684" y="9539"/>
                  </a:cubicBezTo>
                  <a:cubicBezTo>
                    <a:pt x="2596" y="9539"/>
                    <a:pt x="2414" y="9542"/>
                    <a:pt x="2298" y="9542"/>
                  </a:cubicBezTo>
                  <a:cubicBezTo>
                    <a:pt x="2240" y="9542"/>
                    <a:pt x="2199" y="9541"/>
                    <a:pt x="2195" y="9539"/>
                  </a:cubicBezTo>
                  <a:lnTo>
                    <a:pt x="2188" y="9539"/>
                  </a:lnTo>
                  <a:cubicBezTo>
                    <a:pt x="2182" y="9539"/>
                    <a:pt x="2176" y="9540"/>
                    <a:pt x="2170" y="9540"/>
                  </a:cubicBezTo>
                  <a:cubicBezTo>
                    <a:pt x="2115" y="9540"/>
                    <a:pt x="2058" y="9514"/>
                    <a:pt x="2023" y="9473"/>
                  </a:cubicBezTo>
                  <a:cubicBezTo>
                    <a:pt x="1977" y="9426"/>
                    <a:pt x="1950" y="9367"/>
                    <a:pt x="1937" y="9301"/>
                  </a:cubicBezTo>
                  <a:lnTo>
                    <a:pt x="1937" y="8448"/>
                  </a:lnTo>
                  <a:lnTo>
                    <a:pt x="1937" y="7609"/>
                  </a:lnTo>
                  <a:cubicBezTo>
                    <a:pt x="1943" y="7543"/>
                    <a:pt x="1970" y="7483"/>
                    <a:pt x="2016" y="7437"/>
                  </a:cubicBezTo>
                  <a:cubicBezTo>
                    <a:pt x="2062" y="7390"/>
                    <a:pt x="2122" y="7364"/>
                    <a:pt x="2188" y="7364"/>
                  </a:cubicBezTo>
                  <a:close/>
                  <a:moveTo>
                    <a:pt x="6782" y="7364"/>
                  </a:moveTo>
                  <a:cubicBezTo>
                    <a:pt x="7337" y="7364"/>
                    <a:pt x="7708" y="7800"/>
                    <a:pt x="7708" y="8455"/>
                  </a:cubicBezTo>
                  <a:cubicBezTo>
                    <a:pt x="7708" y="9076"/>
                    <a:pt x="7324" y="9532"/>
                    <a:pt x="6802" y="9539"/>
                  </a:cubicBezTo>
                  <a:cubicBezTo>
                    <a:pt x="6709" y="9539"/>
                    <a:pt x="6526" y="9542"/>
                    <a:pt x="6410" y="9542"/>
                  </a:cubicBezTo>
                  <a:cubicBezTo>
                    <a:pt x="6352" y="9542"/>
                    <a:pt x="6311" y="9541"/>
                    <a:pt x="6306" y="9539"/>
                  </a:cubicBezTo>
                  <a:cubicBezTo>
                    <a:pt x="6299" y="9539"/>
                    <a:pt x="6293" y="9540"/>
                    <a:pt x="6286" y="9540"/>
                  </a:cubicBezTo>
                  <a:cubicBezTo>
                    <a:pt x="6228" y="9540"/>
                    <a:pt x="6176" y="9514"/>
                    <a:pt x="6134" y="9473"/>
                  </a:cubicBezTo>
                  <a:cubicBezTo>
                    <a:pt x="6088" y="9426"/>
                    <a:pt x="6062" y="9367"/>
                    <a:pt x="6055" y="9301"/>
                  </a:cubicBezTo>
                  <a:lnTo>
                    <a:pt x="6075" y="8448"/>
                  </a:lnTo>
                  <a:lnTo>
                    <a:pt x="6075" y="7609"/>
                  </a:lnTo>
                  <a:cubicBezTo>
                    <a:pt x="6062" y="7543"/>
                    <a:pt x="6081" y="7483"/>
                    <a:pt x="6128" y="7437"/>
                  </a:cubicBezTo>
                  <a:cubicBezTo>
                    <a:pt x="6174" y="7390"/>
                    <a:pt x="6240" y="7364"/>
                    <a:pt x="6300" y="7364"/>
                  </a:cubicBezTo>
                  <a:close/>
                  <a:moveTo>
                    <a:pt x="4733" y="7364"/>
                  </a:moveTo>
                  <a:cubicBezTo>
                    <a:pt x="4845" y="7364"/>
                    <a:pt x="4951" y="7430"/>
                    <a:pt x="4991" y="7536"/>
                  </a:cubicBezTo>
                  <a:cubicBezTo>
                    <a:pt x="4991" y="7536"/>
                    <a:pt x="4997" y="7543"/>
                    <a:pt x="4997" y="7543"/>
                  </a:cubicBezTo>
                  <a:lnTo>
                    <a:pt x="5625" y="9215"/>
                  </a:lnTo>
                  <a:cubicBezTo>
                    <a:pt x="5672" y="9340"/>
                    <a:pt x="5612" y="9486"/>
                    <a:pt x="5487" y="9532"/>
                  </a:cubicBezTo>
                  <a:cubicBezTo>
                    <a:pt x="5460" y="9539"/>
                    <a:pt x="5427" y="9545"/>
                    <a:pt x="5401" y="9545"/>
                  </a:cubicBezTo>
                  <a:cubicBezTo>
                    <a:pt x="5301" y="9545"/>
                    <a:pt x="5209" y="9486"/>
                    <a:pt x="5176" y="9387"/>
                  </a:cubicBezTo>
                  <a:lnTo>
                    <a:pt x="5077" y="9129"/>
                  </a:lnTo>
                  <a:lnTo>
                    <a:pt x="4383" y="9129"/>
                  </a:lnTo>
                  <a:lnTo>
                    <a:pt x="4283" y="9393"/>
                  </a:lnTo>
                  <a:cubicBezTo>
                    <a:pt x="4247" y="9486"/>
                    <a:pt x="4155" y="9547"/>
                    <a:pt x="4056" y="9547"/>
                  </a:cubicBezTo>
                  <a:cubicBezTo>
                    <a:pt x="4028" y="9547"/>
                    <a:pt x="4000" y="9542"/>
                    <a:pt x="3973" y="9532"/>
                  </a:cubicBezTo>
                  <a:cubicBezTo>
                    <a:pt x="3847" y="9486"/>
                    <a:pt x="3781" y="9340"/>
                    <a:pt x="3834" y="9215"/>
                  </a:cubicBezTo>
                  <a:lnTo>
                    <a:pt x="4469" y="7543"/>
                  </a:lnTo>
                  <a:cubicBezTo>
                    <a:pt x="4469" y="7543"/>
                    <a:pt x="4469" y="7536"/>
                    <a:pt x="4475" y="7536"/>
                  </a:cubicBezTo>
                  <a:cubicBezTo>
                    <a:pt x="4515" y="7430"/>
                    <a:pt x="4621" y="7364"/>
                    <a:pt x="4733" y="7364"/>
                  </a:cubicBezTo>
                  <a:close/>
                  <a:moveTo>
                    <a:pt x="364" y="0"/>
                  </a:moveTo>
                  <a:cubicBezTo>
                    <a:pt x="159" y="0"/>
                    <a:pt x="0" y="166"/>
                    <a:pt x="0" y="364"/>
                  </a:cubicBezTo>
                  <a:lnTo>
                    <a:pt x="0" y="10292"/>
                  </a:lnTo>
                  <a:cubicBezTo>
                    <a:pt x="0" y="11026"/>
                    <a:pt x="595" y="11621"/>
                    <a:pt x="1329" y="11621"/>
                  </a:cubicBezTo>
                  <a:lnTo>
                    <a:pt x="8111" y="11621"/>
                  </a:lnTo>
                  <a:cubicBezTo>
                    <a:pt x="8844" y="11621"/>
                    <a:pt x="9439" y="11026"/>
                    <a:pt x="9439" y="10292"/>
                  </a:cubicBezTo>
                  <a:lnTo>
                    <a:pt x="9439" y="364"/>
                  </a:lnTo>
                  <a:cubicBezTo>
                    <a:pt x="9439" y="166"/>
                    <a:pt x="9281" y="0"/>
                    <a:pt x="90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44"/>
            <p:cNvSpPr/>
            <p:nvPr/>
          </p:nvSpPr>
          <p:spPr>
            <a:xfrm>
              <a:off x="5384435" y="1881313"/>
              <a:ext cx="148258" cy="116190"/>
            </a:xfrm>
            <a:custGeom>
              <a:avLst/>
              <a:gdLst/>
              <a:ahLst/>
              <a:cxnLst/>
              <a:rect l="l" t="t" r="r" b="b"/>
              <a:pathLst>
                <a:path w="3828" h="3000" extrusionOk="0">
                  <a:moveTo>
                    <a:pt x="906" y="0"/>
                  </a:moveTo>
                  <a:cubicBezTo>
                    <a:pt x="694" y="0"/>
                    <a:pt x="483" y="81"/>
                    <a:pt x="324" y="243"/>
                  </a:cubicBezTo>
                  <a:cubicBezTo>
                    <a:pt x="0" y="567"/>
                    <a:pt x="0" y="1089"/>
                    <a:pt x="324" y="1407"/>
                  </a:cubicBezTo>
                  <a:lnTo>
                    <a:pt x="1910" y="3000"/>
                  </a:lnTo>
                  <a:lnTo>
                    <a:pt x="3503" y="1407"/>
                  </a:lnTo>
                  <a:cubicBezTo>
                    <a:pt x="3827" y="1089"/>
                    <a:pt x="3827" y="567"/>
                    <a:pt x="3503" y="243"/>
                  </a:cubicBezTo>
                  <a:cubicBezTo>
                    <a:pt x="3341" y="81"/>
                    <a:pt x="3130" y="0"/>
                    <a:pt x="2919" y="0"/>
                  </a:cubicBezTo>
                  <a:cubicBezTo>
                    <a:pt x="2709" y="0"/>
                    <a:pt x="2499" y="81"/>
                    <a:pt x="2340" y="243"/>
                  </a:cubicBezTo>
                  <a:lnTo>
                    <a:pt x="2168" y="409"/>
                  </a:lnTo>
                  <a:cubicBezTo>
                    <a:pt x="2099" y="481"/>
                    <a:pt x="2006" y="518"/>
                    <a:pt x="1914" y="518"/>
                  </a:cubicBezTo>
                  <a:cubicBezTo>
                    <a:pt x="1821" y="518"/>
                    <a:pt x="1729" y="481"/>
                    <a:pt x="1659" y="409"/>
                  </a:cubicBezTo>
                  <a:lnTo>
                    <a:pt x="1487" y="243"/>
                  </a:lnTo>
                  <a:cubicBezTo>
                    <a:pt x="1329" y="81"/>
                    <a:pt x="1117" y="0"/>
                    <a:pt x="9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 name="Google Shape;397;p44"/>
          <p:cNvGrpSpPr/>
          <p:nvPr/>
        </p:nvGrpSpPr>
        <p:grpSpPr>
          <a:xfrm>
            <a:off x="2509271" y="2257477"/>
            <a:ext cx="402863" cy="377741"/>
            <a:chOff x="1520984" y="2368418"/>
            <a:chExt cx="480056" cy="450120"/>
          </a:xfrm>
        </p:grpSpPr>
        <p:sp>
          <p:nvSpPr>
            <p:cNvPr id="398" name="Google Shape;398;p44"/>
            <p:cNvSpPr/>
            <p:nvPr/>
          </p:nvSpPr>
          <p:spPr>
            <a:xfrm>
              <a:off x="1914711" y="2415281"/>
              <a:ext cx="86329" cy="289855"/>
            </a:xfrm>
            <a:custGeom>
              <a:avLst/>
              <a:gdLst/>
              <a:ahLst/>
              <a:cxnLst/>
              <a:rect l="l" t="t" r="r" b="b"/>
              <a:pathLst>
                <a:path w="2229" h="7484" extrusionOk="0">
                  <a:moveTo>
                    <a:pt x="1" y="1"/>
                  </a:moveTo>
                  <a:lnTo>
                    <a:pt x="1" y="728"/>
                  </a:lnTo>
                  <a:lnTo>
                    <a:pt x="655" y="728"/>
                  </a:lnTo>
                  <a:cubicBezTo>
                    <a:pt x="1124" y="728"/>
                    <a:pt x="1501" y="1104"/>
                    <a:pt x="1501" y="1574"/>
                  </a:cubicBezTo>
                  <a:lnTo>
                    <a:pt x="1501" y="4918"/>
                  </a:lnTo>
                  <a:cubicBezTo>
                    <a:pt x="1501" y="5824"/>
                    <a:pt x="853" y="6578"/>
                    <a:pt x="1" y="6743"/>
                  </a:cubicBezTo>
                  <a:lnTo>
                    <a:pt x="1" y="7483"/>
                  </a:lnTo>
                  <a:cubicBezTo>
                    <a:pt x="1257" y="7305"/>
                    <a:pt x="2228" y="6221"/>
                    <a:pt x="2228" y="4918"/>
                  </a:cubicBezTo>
                  <a:lnTo>
                    <a:pt x="2228" y="1574"/>
                  </a:lnTo>
                  <a:cubicBezTo>
                    <a:pt x="2228" y="708"/>
                    <a:pt x="1528" y="1"/>
                    <a:pt x="6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44"/>
            <p:cNvSpPr/>
            <p:nvPr/>
          </p:nvSpPr>
          <p:spPr>
            <a:xfrm>
              <a:off x="1680202" y="2672564"/>
              <a:ext cx="46902" cy="46902"/>
            </a:xfrm>
            <a:custGeom>
              <a:avLst/>
              <a:gdLst/>
              <a:ahLst/>
              <a:cxnLst/>
              <a:rect l="l" t="t" r="r" b="b"/>
              <a:pathLst>
                <a:path w="1211" h="1211" extrusionOk="0">
                  <a:moveTo>
                    <a:pt x="609" y="1"/>
                  </a:moveTo>
                  <a:cubicBezTo>
                    <a:pt x="272" y="1"/>
                    <a:pt x="1" y="272"/>
                    <a:pt x="1" y="609"/>
                  </a:cubicBezTo>
                  <a:cubicBezTo>
                    <a:pt x="1" y="939"/>
                    <a:pt x="272" y="1210"/>
                    <a:pt x="609" y="1210"/>
                  </a:cubicBezTo>
                  <a:cubicBezTo>
                    <a:pt x="939" y="1210"/>
                    <a:pt x="1210" y="939"/>
                    <a:pt x="1210" y="609"/>
                  </a:cubicBezTo>
                  <a:cubicBezTo>
                    <a:pt x="1210" y="272"/>
                    <a:pt x="939" y="1"/>
                    <a:pt x="6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44"/>
            <p:cNvSpPr/>
            <p:nvPr/>
          </p:nvSpPr>
          <p:spPr>
            <a:xfrm>
              <a:off x="1520984" y="2368418"/>
              <a:ext cx="365611" cy="450120"/>
            </a:xfrm>
            <a:custGeom>
              <a:avLst/>
              <a:gdLst/>
              <a:ahLst/>
              <a:cxnLst/>
              <a:rect l="l" t="t" r="r" b="b"/>
              <a:pathLst>
                <a:path w="9440" h="11622" extrusionOk="0">
                  <a:moveTo>
                    <a:pt x="5729" y="1922"/>
                  </a:moveTo>
                  <a:cubicBezTo>
                    <a:pt x="6125" y="1922"/>
                    <a:pt x="6521" y="2072"/>
                    <a:pt x="6822" y="2374"/>
                  </a:cubicBezTo>
                  <a:cubicBezTo>
                    <a:pt x="7430" y="2982"/>
                    <a:pt x="7430" y="3967"/>
                    <a:pt x="6822" y="4568"/>
                  </a:cubicBezTo>
                  <a:lnTo>
                    <a:pt x="4978" y="6419"/>
                  </a:lnTo>
                  <a:cubicBezTo>
                    <a:pt x="4905" y="6489"/>
                    <a:pt x="4812" y="6523"/>
                    <a:pt x="4720" y="6523"/>
                  </a:cubicBezTo>
                  <a:cubicBezTo>
                    <a:pt x="4627" y="6523"/>
                    <a:pt x="4535" y="6489"/>
                    <a:pt x="4462" y="6419"/>
                  </a:cubicBezTo>
                  <a:lnTo>
                    <a:pt x="2618" y="4568"/>
                  </a:lnTo>
                  <a:cubicBezTo>
                    <a:pt x="2010" y="3967"/>
                    <a:pt x="2010" y="2982"/>
                    <a:pt x="2618" y="2374"/>
                  </a:cubicBezTo>
                  <a:cubicBezTo>
                    <a:pt x="2919" y="2072"/>
                    <a:pt x="3315" y="1922"/>
                    <a:pt x="3711" y="1922"/>
                  </a:cubicBezTo>
                  <a:cubicBezTo>
                    <a:pt x="4071" y="1922"/>
                    <a:pt x="4431" y="2046"/>
                    <a:pt x="4720" y="2295"/>
                  </a:cubicBezTo>
                  <a:cubicBezTo>
                    <a:pt x="5009" y="2046"/>
                    <a:pt x="5369" y="1922"/>
                    <a:pt x="5729" y="1922"/>
                  </a:cubicBezTo>
                  <a:close/>
                  <a:moveTo>
                    <a:pt x="1711" y="7362"/>
                  </a:moveTo>
                  <a:cubicBezTo>
                    <a:pt x="1830" y="7362"/>
                    <a:pt x="1938" y="7439"/>
                    <a:pt x="1977" y="7556"/>
                  </a:cubicBezTo>
                  <a:cubicBezTo>
                    <a:pt x="1977" y="7556"/>
                    <a:pt x="1983" y="7556"/>
                    <a:pt x="1983" y="7563"/>
                  </a:cubicBezTo>
                  <a:lnTo>
                    <a:pt x="2268" y="8528"/>
                  </a:lnTo>
                  <a:lnTo>
                    <a:pt x="2545" y="7563"/>
                  </a:lnTo>
                  <a:cubicBezTo>
                    <a:pt x="2545" y="7563"/>
                    <a:pt x="2545" y="7556"/>
                    <a:pt x="2545" y="7556"/>
                  </a:cubicBezTo>
                  <a:cubicBezTo>
                    <a:pt x="2583" y="7442"/>
                    <a:pt x="2689" y="7364"/>
                    <a:pt x="2814" y="7364"/>
                  </a:cubicBezTo>
                  <a:cubicBezTo>
                    <a:pt x="2819" y="7364"/>
                    <a:pt x="2824" y="7364"/>
                    <a:pt x="2829" y="7365"/>
                  </a:cubicBezTo>
                  <a:cubicBezTo>
                    <a:pt x="2955" y="7371"/>
                    <a:pt x="3061" y="7464"/>
                    <a:pt x="3087" y="7589"/>
                  </a:cubicBezTo>
                  <a:lnTo>
                    <a:pt x="3405" y="9242"/>
                  </a:lnTo>
                  <a:cubicBezTo>
                    <a:pt x="3424" y="9374"/>
                    <a:pt x="3338" y="9500"/>
                    <a:pt x="3213" y="9526"/>
                  </a:cubicBezTo>
                  <a:cubicBezTo>
                    <a:pt x="3200" y="9528"/>
                    <a:pt x="3187" y="9529"/>
                    <a:pt x="3175" y="9529"/>
                  </a:cubicBezTo>
                  <a:cubicBezTo>
                    <a:pt x="3056" y="9529"/>
                    <a:pt x="2946" y="9448"/>
                    <a:pt x="2929" y="9334"/>
                  </a:cubicBezTo>
                  <a:lnTo>
                    <a:pt x="2770" y="8521"/>
                  </a:lnTo>
                  <a:lnTo>
                    <a:pt x="2539" y="9341"/>
                  </a:lnTo>
                  <a:cubicBezTo>
                    <a:pt x="2532" y="9354"/>
                    <a:pt x="2525" y="9374"/>
                    <a:pt x="2519" y="9407"/>
                  </a:cubicBezTo>
                  <a:cubicBezTo>
                    <a:pt x="2492" y="9486"/>
                    <a:pt x="2420" y="9539"/>
                    <a:pt x="2334" y="9539"/>
                  </a:cubicBezTo>
                  <a:lnTo>
                    <a:pt x="2268" y="9539"/>
                  </a:lnTo>
                  <a:cubicBezTo>
                    <a:pt x="2188" y="9539"/>
                    <a:pt x="2116" y="9506"/>
                    <a:pt x="2069" y="9453"/>
                  </a:cubicBezTo>
                  <a:cubicBezTo>
                    <a:pt x="2023" y="9400"/>
                    <a:pt x="2010" y="9374"/>
                    <a:pt x="2003" y="9341"/>
                  </a:cubicBezTo>
                  <a:lnTo>
                    <a:pt x="1759" y="8528"/>
                  </a:lnTo>
                  <a:lnTo>
                    <a:pt x="1613" y="9354"/>
                  </a:lnTo>
                  <a:cubicBezTo>
                    <a:pt x="1600" y="9420"/>
                    <a:pt x="1554" y="9480"/>
                    <a:pt x="1494" y="9506"/>
                  </a:cubicBezTo>
                  <a:cubicBezTo>
                    <a:pt x="1455" y="9522"/>
                    <a:pt x="1418" y="9529"/>
                    <a:pt x="1382" y="9529"/>
                  </a:cubicBezTo>
                  <a:cubicBezTo>
                    <a:pt x="1224" y="9529"/>
                    <a:pt x="1110" y="9388"/>
                    <a:pt x="1137" y="9242"/>
                  </a:cubicBezTo>
                  <a:lnTo>
                    <a:pt x="1435" y="7589"/>
                  </a:lnTo>
                  <a:lnTo>
                    <a:pt x="1441" y="7563"/>
                  </a:lnTo>
                  <a:cubicBezTo>
                    <a:pt x="1455" y="7510"/>
                    <a:pt x="1481" y="7464"/>
                    <a:pt x="1521" y="7431"/>
                  </a:cubicBezTo>
                  <a:cubicBezTo>
                    <a:pt x="1582" y="7383"/>
                    <a:pt x="1648" y="7362"/>
                    <a:pt x="1711" y="7362"/>
                  </a:cubicBezTo>
                  <a:close/>
                  <a:moveTo>
                    <a:pt x="7719" y="7363"/>
                  </a:moveTo>
                  <a:cubicBezTo>
                    <a:pt x="7728" y="7363"/>
                    <a:pt x="7738" y="7364"/>
                    <a:pt x="7747" y="7365"/>
                  </a:cubicBezTo>
                  <a:cubicBezTo>
                    <a:pt x="7873" y="7371"/>
                    <a:pt x="7979" y="7464"/>
                    <a:pt x="7999" y="7589"/>
                  </a:cubicBezTo>
                  <a:lnTo>
                    <a:pt x="8296" y="9242"/>
                  </a:lnTo>
                  <a:cubicBezTo>
                    <a:pt x="8322" y="9374"/>
                    <a:pt x="8237" y="9500"/>
                    <a:pt x="8104" y="9526"/>
                  </a:cubicBezTo>
                  <a:cubicBezTo>
                    <a:pt x="8092" y="9528"/>
                    <a:pt x="8079" y="9529"/>
                    <a:pt x="8066" y="9529"/>
                  </a:cubicBezTo>
                  <a:cubicBezTo>
                    <a:pt x="7949" y="9529"/>
                    <a:pt x="7844" y="9447"/>
                    <a:pt x="7820" y="9328"/>
                  </a:cubicBezTo>
                  <a:lnTo>
                    <a:pt x="7675" y="8528"/>
                  </a:lnTo>
                  <a:lnTo>
                    <a:pt x="7437" y="9341"/>
                  </a:lnTo>
                  <a:cubicBezTo>
                    <a:pt x="7437" y="9341"/>
                    <a:pt x="7437" y="9348"/>
                    <a:pt x="7437" y="9348"/>
                  </a:cubicBezTo>
                  <a:cubicBezTo>
                    <a:pt x="7397" y="9467"/>
                    <a:pt x="7291" y="9539"/>
                    <a:pt x="7166" y="9539"/>
                  </a:cubicBezTo>
                  <a:cubicBezTo>
                    <a:pt x="7047" y="9539"/>
                    <a:pt x="6941" y="9460"/>
                    <a:pt x="6901" y="9348"/>
                  </a:cubicBezTo>
                  <a:cubicBezTo>
                    <a:pt x="6901" y="9348"/>
                    <a:pt x="6901" y="9341"/>
                    <a:pt x="6901" y="9341"/>
                  </a:cubicBezTo>
                  <a:lnTo>
                    <a:pt x="6663" y="8521"/>
                  </a:lnTo>
                  <a:lnTo>
                    <a:pt x="6511" y="9334"/>
                  </a:lnTo>
                  <a:cubicBezTo>
                    <a:pt x="6487" y="9448"/>
                    <a:pt x="6383" y="9529"/>
                    <a:pt x="6265" y="9529"/>
                  </a:cubicBezTo>
                  <a:cubicBezTo>
                    <a:pt x="6253" y="9529"/>
                    <a:pt x="6240" y="9528"/>
                    <a:pt x="6227" y="9526"/>
                  </a:cubicBezTo>
                  <a:cubicBezTo>
                    <a:pt x="6095" y="9500"/>
                    <a:pt x="6009" y="9374"/>
                    <a:pt x="6035" y="9242"/>
                  </a:cubicBezTo>
                  <a:lnTo>
                    <a:pt x="6353" y="7589"/>
                  </a:lnTo>
                  <a:cubicBezTo>
                    <a:pt x="6379" y="7464"/>
                    <a:pt x="6485" y="7371"/>
                    <a:pt x="6610" y="7365"/>
                  </a:cubicBezTo>
                  <a:cubicBezTo>
                    <a:pt x="6615" y="7364"/>
                    <a:pt x="6620" y="7364"/>
                    <a:pt x="6625" y="7364"/>
                  </a:cubicBezTo>
                  <a:cubicBezTo>
                    <a:pt x="6745" y="7364"/>
                    <a:pt x="6857" y="7442"/>
                    <a:pt x="6895" y="7556"/>
                  </a:cubicBezTo>
                  <a:cubicBezTo>
                    <a:pt x="6895" y="7556"/>
                    <a:pt x="6895" y="7563"/>
                    <a:pt x="6895" y="7563"/>
                  </a:cubicBezTo>
                  <a:lnTo>
                    <a:pt x="7172" y="8528"/>
                  </a:lnTo>
                  <a:lnTo>
                    <a:pt x="7457" y="7563"/>
                  </a:lnTo>
                  <a:cubicBezTo>
                    <a:pt x="7457" y="7556"/>
                    <a:pt x="7457" y="7556"/>
                    <a:pt x="7457" y="7556"/>
                  </a:cubicBezTo>
                  <a:cubicBezTo>
                    <a:pt x="7499" y="7440"/>
                    <a:pt x="7599" y="7363"/>
                    <a:pt x="7719" y="7363"/>
                  </a:cubicBezTo>
                  <a:close/>
                  <a:moveTo>
                    <a:pt x="4720" y="7371"/>
                  </a:moveTo>
                  <a:cubicBezTo>
                    <a:pt x="5321" y="7371"/>
                    <a:pt x="5811" y="7860"/>
                    <a:pt x="5811" y="8462"/>
                  </a:cubicBezTo>
                  <a:cubicBezTo>
                    <a:pt x="5811" y="9063"/>
                    <a:pt x="5321" y="9552"/>
                    <a:pt x="4720" y="9552"/>
                  </a:cubicBezTo>
                  <a:cubicBezTo>
                    <a:pt x="4118" y="9552"/>
                    <a:pt x="3629" y="9063"/>
                    <a:pt x="3629" y="8462"/>
                  </a:cubicBezTo>
                  <a:cubicBezTo>
                    <a:pt x="3629" y="7860"/>
                    <a:pt x="4118" y="7371"/>
                    <a:pt x="4720" y="7371"/>
                  </a:cubicBezTo>
                  <a:close/>
                  <a:moveTo>
                    <a:pt x="364" y="1"/>
                  </a:moveTo>
                  <a:cubicBezTo>
                    <a:pt x="159" y="1"/>
                    <a:pt x="0" y="166"/>
                    <a:pt x="0" y="364"/>
                  </a:cubicBezTo>
                  <a:lnTo>
                    <a:pt x="0" y="10293"/>
                  </a:lnTo>
                  <a:cubicBezTo>
                    <a:pt x="0" y="11027"/>
                    <a:pt x="595" y="11621"/>
                    <a:pt x="1329" y="11621"/>
                  </a:cubicBezTo>
                  <a:lnTo>
                    <a:pt x="8111" y="11621"/>
                  </a:lnTo>
                  <a:cubicBezTo>
                    <a:pt x="8845" y="11621"/>
                    <a:pt x="9440" y="11027"/>
                    <a:pt x="9440" y="10293"/>
                  </a:cubicBezTo>
                  <a:lnTo>
                    <a:pt x="9440" y="364"/>
                  </a:lnTo>
                  <a:cubicBezTo>
                    <a:pt x="9440" y="166"/>
                    <a:pt x="9281" y="1"/>
                    <a:pt x="90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44"/>
            <p:cNvSpPr/>
            <p:nvPr/>
          </p:nvSpPr>
          <p:spPr>
            <a:xfrm>
              <a:off x="1629776" y="2471091"/>
              <a:ext cx="148026" cy="115996"/>
            </a:xfrm>
            <a:custGeom>
              <a:avLst/>
              <a:gdLst/>
              <a:ahLst/>
              <a:cxnLst/>
              <a:rect l="l" t="t" r="r" b="b"/>
              <a:pathLst>
                <a:path w="3822" h="2995" extrusionOk="0">
                  <a:moveTo>
                    <a:pt x="903" y="1"/>
                  </a:moveTo>
                  <a:cubicBezTo>
                    <a:pt x="691" y="1"/>
                    <a:pt x="480" y="80"/>
                    <a:pt x="318" y="238"/>
                  </a:cubicBezTo>
                  <a:cubicBezTo>
                    <a:pt x="1" y="562"/>
                    <a:pt x="1" y="1085"/>
                    <a:pt x="318" y="1408"/>
                  </a:cubicBezTo>
                  <a:lnTo>
                    <a:pt x="1911" y="2995"/>
                  </a:lnTo>
                  <a:lnTo>
                    <a:pt x="3504" y="1408"/>
                  </a:lnTo>
                  <a:cubicBezTo>
                    <a:pt x="3821" y="1085"/>
                    <a:pt x="3821" y="562"/>
                    <a:pt x="3504" y="238"/>
                  </a:cubicBezTo>
                  <a:cubicBezTo>
                    <a:pt x="3342" y="80"/>
                    <a:pt x="3131" y="1"/>
                    <a:pt x="2919" y="1"/>
                  </a:cubicBezTo>
                  <a:cubicBezTo>
                    <a:pt x="2707" y="1"/>
                    <a:pt x="2496" y="80"/>
                    <a:pt x="2334" y="238"/>
                  </a:cubicBezTo>
                  <a:lnTo>
                    <a:pt x="2169" y="410"/>
                  </a:lnTo>
                  <a:cubicBezTo>
                    <a:pt x="2096" y="480"/>
                    <a:pt x="2003" y="514"/>
                    <a:pt x="1911" y="514"/>
                  </a:cubicBezTo>
                  <a:cubicBezTo>
                    <a:pt x="1818" y="514"/>
                    <a:pt x="1726" y="480"/>
                    <a:pt x="1653" y="410"/>
                  </a:cubicBezTo>
                  <a:lnTo>
                    <a:pt x="1488" y="238"/>
                  </a:lnTo>
                  <a:cubicBezTo>
                    <a:pt x="1326" y="80"/>
                    <a:pt x="1114" y="1"/>
                    <a:pt x="9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 name="Google Shape;402;p44"/>
          <p:cNvGrpSpPr/>
          <p:nvPr/>
        </p:nvGrpSpPr>
        <p:grpSpPr>
          <a:xfrm>
            <a:off x="8067594" y="612713"/>
            <a:ext cx="828000" cy="717300"/>
            <a:chOff x="7933569" y="1375038"/>
            <a:chExt cx="828000" cy="717300"/>
          </a:xfrm>
        </p:grpSpPr>
        <p:sp>
          <p:nvSpPr>
            <p:cNvPr id="403" name="Google Shape;403;p44"/>
            <p:cNvSpPr/>
            <p:nvPr/>
          </p:nvSpPr>
          <p:spPr>
            <a:xfrm>
              <a:off x="7933569" y="1375038"/>
              <a:ext cx="828000" cy="717300"/>
            </a:xfrm>
            <a:prstGeom prst="hexagon">
              <a:avLst>
                <a:gd name="adj" fmla="val 25000"/>
                <a:gd name="vf" fmla="val 11547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44"/>
            <p:cNvSpPr/>
            <p:nvPr/>
          </p:nvSpPr>
          <p:spPr>
            <a:xfrm>
              <a:off x="7976597" y="1412836"/>
              <a:ext cx="740700" cy="641700"/>
            </a:xfrm>
            <a:prstGeom prst="hexagon">
              <a:avLst>
                <a:gd name="adj" fmla="val 25000"/>
                <a:gd name="vf" fmla="val 11547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5" name="Google Shape;405;p44"/>
            <p:cNvGrpSpPr/>
            <p:nvPr/>
          </p:nvGrpSpPr>
          <p:grpSpPr>
            <a:xfrm>
              <a:off x="8209684" y="1591758"/>
              <a:ext cx="275770" cy="283890"/>
              <a:chOff x="4363050" y="2520250"/>
              <a:chExt cx="346575" cy="356825"/>
            </a:xfrm>
          </p:grpSpPr>
          <p:sp>
            <p:nvSpPr>
              <p:cNvPr id="406" name="Google Shape;406;p44"/>
              <p:cNvSpPr/>
              <p:nvPr/>
            </p:nvSpPr>
            <p:spPr>
              <a:xfrm>
                <a:off x="4640350" y="2650200"/>
                <a:ext cx="49100" cy="48050"/>
              </a:xfrm>
              <a:custGeom>
                <a:avLst/>
                <a:gdLst/>
                <a:ahLst/>
                <a:cxnLst/>
                <a:rect l="l" t="t" r="r" b="b"/>
                <a:pathLst>
                  <a:path w="1964" h="1922" extrusionOk="0">
                    <a:moveTo>
                      <a:pt x="991" y="0"/>
                    </a:moveTo>
                    <a:cubicBezTo>
                      <a:pt x="760" y="0"/>
                      <a:pt x="531" y="80"/>
                      <a:pt x="357" y="230"/>
                    </a:cubicBezTo>
                    <a:cubicBezTo>
                      <a:pt x="159" y="395"/>
                      <a:pt x="34" y="640"/>
                      <a:pt x="20" y="904"/>
                    </a:cubicBezTo>
                    <a:cubicBezTo>
                      <a:pt x="0" y="1168"/>
                      <a:pt x="100" y="1426"/>
                      <a:pt x="278" y="1618"/>
                    </a:cubicBezTo>
                    <a:cubicBezTo>
                      <a:pt x="457" y="1810"/>
                      <a:pt x="714" y="1922"/>
                      <a:pt x="972" y="1922"/>
                    </a:cubicBezTo>
                    <a:cubicBezTo>
                      <a:pt x="1435" y="1922"/>
                      <a:pt x="1838" y="1578"/>
                      <a:pt x="1917" y="1129"/>
                    </a:cubicBezTo>
                    <a:cubicBezTo>
                      <a:pt x="1964" y="871"/>
                      <a:pt x="1898" y="593"/>
                      <a:pt x="1739" y="382"/>
                    </a:cubicBezTo>
                    <a:cubicBezTo>
                      <a:pt x="1587" y="177"/>
                      <a:pt x="1349" y="38"/>
                      <a:pt x="1091" y="5"/>
                    </a:cubicBezTo>
                    <a:cubicBezTo>
                      <a:pt x="1058" y="2"/>
                      <a:pt x="1024" y="0"/>
                      <a:pt x="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07" name="Google Shape;407;p44"/>
              <p:cNvSpPr/>
              <p:nvPr/>
            </p:nvSpPr>
            <p:spPr>
              <a:xfrm>
                <a:off x="4363050" y="2594650"/>
                <a:ext cx="346575" cy="282425"/>
              </a:xfrm>
              <a:custGeom>
                <a:avLst/>
                <a:gdLst/>
                <a:ahLst/>
                <a:cxnLst/>
                <a:rect l="l" t="t" r="r" b="b"/>
                <a:pathLst>
                  <a:path w="13863" h="11297" extrusionOk="0">
                    <a:moveTo>
                      <a:pt x="10312" y="3272"/>
                    </a:moveTo>
                    <a:cubicBezTo>
                      <a:pt x="10312" y="3275"/>
                      <a:pt x="10312" y="3284"/>
                      <a:pt x="10313" y="3301"/>
                    </a:cubicBezTo>
                    <a:lnTo>
                      <a:pt x="10313" y="3301"/>
                    </a:lnTo>
                    <a:cubicBezTo>
                      <a:pt x="10315" y="3322"/>
                      <a:pt x="10317" y="3343"/>
                      <a:pt x="10319" y="3364"/>
                    </a:cubicBezTo>
                    <a:cubicBezTo>
                      <a:pt x="10319" y="3324"/>
                      <a:pt x="10312" y="3285"/>
                      <a:pt x="10312" y="3272"/>
                    </a:cubicBezTo>
                    <a:close/>
                    <a:moveTo>
                      <a:pt x="2764" y="0"/>
                    </a:moveTo>
                    <a:cubicBezTo>
                      <a:pt x="2525" y="0"/>
                      <a:pt x="2281" y="54"/>
                      <a:pt x="1977" y="178"/>
                    </a:cubicBezTo>
                    <a:cubicBezTo>
                      <a:pt x="1845" y="231"/>
                      <a:pt x="1719" y="297"/>
                      <a:pt x="1594" y="370"/>
                    </a:cubicBezTo>
                    <a:cubicBezTo>
                      <a:pt x="1296" y="555"/>
                      <a:pt x="1038" y="799"/>
                      <a:pt x="827" y="1077"/>
                    </a:cubicBezTo>
                    <a:cubicBezTo>
                      <a:pt x="397" y="1645"/>
                      <a:pt x="166" y="2339"/>
                      <a:pt x="73" y="3040"/>
                    </a:cubicBezTo>
                    <a:cubicBezTo>
                      <a:pt x="1" y="3556"/>
                      <a:pt x="1" y="4085"/>
                      <a:pt x="40" y="4607"/>
                    </a:cubicBezTo>
                    <a:cubicBezTo>
                      <a:pt x="40" y="4607"/>
                      <a:pt x="40" y="4607"/>
                      <a:pt x="40" y="4613"/>
                    </a:cubicBezTo>
                    <a:cubicBezTo>
                      <a:pt x="106" y="5202"/>
                      <a:pt x="106" y="5440"/>
                      <a:pt x="529" y="5453"/>
                    </a:cubicBezTo>
                    <a:cubicBezTo>
                      <a:pt x="556" y="5453"/>
                      <a:pt x="582" y="5453"/>
                      <a:pt x="602" y="5446"/>
                    </a:cubicBezTo>
                    <a:cubicBezTo>
                      <a:pt x="807" y="5400"/>
                      <a:pt x="966" y="5215"/>
                      <a:pt x="953" y="4997"/>
                    </a:cubicBezTo>
                    <a:cubicBezTo>
                      <a:pt x="926" y="4389"/>
                      <a:pt x="959" y="3761"/>
                      <a:pt x="1098" y="3159"/>
                    </a:cubicBezTo>
                    <a:cubicBezTo>
                      <a:pt x="1171" y="2848"/>
                      <a:pt x="1276" y="2538"/>
                      <a:pt x="1435" y="2260"/>
                    </a:cubicBezTo>
                    <a:lnTo>
                      <a:pt x="1435" y="2260"/>
                    </a:lnTo>
                    <a:cubicBezTo>
                      <a:pt x="1415" y="2432"/>
                      <a:pt x="1395" y="2604"/>
                      <a:pt x="1376" y="2782"/>
                    </a:cubicBezTo>
                    <a:cubicBezTo>
                      <a:pt x="1329" y="3139"/>
                      <a:pt x="1290" y="3496"/>
                      <a:pt x="1243" y="3853"/>
                    </a:cubicBezTo>
                    <a:cubicBezTo>
                      <a:pt x="1210" y="4157"/>
                      <a:pt x="1171" y="4455"/>
                      <a:pt x="1138" y="4752"/>
                    </a:cubicBezTo>
                    <a:cubicBezTo>
                      <a:pt x="1131" y="4805"/>
                      <a:pt x="1124" y="4851"/>
                      <a:pt x="1118" y="4904"/>
                    </a:cubicBezTo>
                    <a:cubicBezTo>
                      <a:pt x="1078" y="5228"/>
                      <a:pt x="1138" y="5572"/>
                      <a:pt x="1283" y="5863"/>
                    </a:cubicBezTo>
                    <a:cubicBezTo>
                      <a:pt x="1316" y="5929"/>
                      <a:pt x="1356" y="5995"/>
                      <a:pt x="1395" y="6054"/>
                    </a:cubicBezTo>
                    <a:lnTo>
                      <a:pt x="1620" y="10807"/>
                    </a:lnTo>
                    <a:cubicBezTo>
                      <a:pt x="1633" y="11071"/>
                      <a:pt x="1858" y="11283"/>
                      <a:pt x="2122" y="11290"/>
                    </a:cubicBezTo>
                    <a:cubicBezTo>
                      <a:pt x="2380" y="11290"/>
                      <a:pt x="2605" y="11085"/>
                      <a:pt x="2631" y="10827"/>
                    </a:cubicBezTo>
                    <a:cubicBezTo>
                      <a:pt x="2631" y="10820"/>
                      <a:pt x="2631" y="10814"/>
                      <a:pt x="2631" y="10807"/>
                    </a:cubicBezTo>
                    <a:lnTo>
                      <a:pt x="2797" y="7211"/>
                    </a:lnTo>
                    <a:lnTo>
                      <a:pt x="2962" y="10807"/>
                    </a:lnTo>
                    <a:cubicBezTo>
                      <a:pt x="2975" y="11071"/>
                      <a:pt x="3200" y="11283"/>
                      <a:pt x="3464" y="11290"/>
                    </a:cubicBezTo>
                    <a:cubicBezTo>
                      <a:pt x="3722" y="11290"/>
                      <a:pt x="3947" y="11085"/>
                      <a:pt x="3973" y="10827"/>
                    </a:cubicBezTo>
                    <a:cubicBezTo>
                      <a:pt x="3973" y="10820"/>
                      <a:pt x="3973" y="10814"/>
                      <a:pt x="3973" y="10807"/>
                    </a:cubicBezTo>
                    <a:lnTo>
                      <a:pt x="4191" y="6034"/>
                    </a:lnTo>
                    <a:cubicBezTo>
                      <a:pt x="4403" y="5711"/>
                      <a:pt x="4509" y="5314"/>
                      <a:pt x="4462" y="4904"/>
                    </a:cubicBezTo>
                    <a:lnTo>
                      <a:pt x="4145" y="2260"/>
                    </a:lnTo>
                    <a:lnTo>
                      <a:pt x="4145" y="2260"/>
                    </a:lnTo>
                    <a:cubicBezTo>
                      <a:pt x="4476" y="2881"/>
                      <a:pt x="4588" y="3635"/>
                      <a:pt x="4615" y="4329"/>
                    </a:cubicBezTo>
                    <a:cubicBezTo>
                      <a:pt x="4621" y="4554"/>
                      <a:pt x="4621" y="4779"/>
                      <a:pt x="4608" y="4997"/>
                    </a:cubicBezTo>
                    <a:cubicBezTo>
                      <a:pt x="4601" y="5228"/>
                      <a:pt x="4773" y="5433"/>
                      <a:pt x="5005" y="5453"/>
                    </a:cubicBezTo>
                    <a:cubicBezTo>
                      <a:pt x="5019" y="5454"/>
                      <a:pt x="5034" y="5455"/>
                      <a:pt x="5048" y="5455"/>
                    </a:cubicBezTo>
                    <a:cubicBezTo>
                      <a:pt x="5090" y="5455"/>
                      <a:pt x="5130" y="5448"/>
                      <a:pt x="5170" y="5433"/>
                    </a:cubicBezTo>
                    <a:cubicBezTo>
                      <a:pt x="5216" y="5446"/>
                      <a:pt x="5262" y="5453"/>
                      <a:pt x="5322" y="5453"/>
                    </a:cubicBezTo>
                    <a:cubicBezTo>
                      <a:pt x="5355" y="5453"/>
                      <a:pt x="5375" y="5453"/>
                      <a:pt x="5395" y="5446"/>
                    </a:cubicBezTo>
                    <a:cubicBezTo>
                      <a:pt x="5599" y="5400"/>
                      <a:pt x="5758" y="5215"/>
                      <a:pt x="5745" y="4997"/>
                    </a:cubicBezTo>
                    <a:cubicBezTo>
                      <a:pt x="5718" y="4389"/>
                      <a:pt x="5751" y="3761"/>
                      <a:pt x="5890" y="3159"/>
                    </a:cubicBezTo>
                    <a:cubicBezTo>
                      <a:pt x="5963" y="2848"/>
                      <a:pt x="6069" y="2538"/>
                      <a:pt x="6227" y="2260"/>
                    </a:cubicBezTo>
                    <a:lnTo>
                      <a:pt x="6227" y="2260"/>
                    </a:lnTo>
                    <a:cubicBezTo>
                      <a:pt x="6208" y="2432"/>
                      <a:pt x="6188" y="2604"/>
                      <a:pt x="6168" y="2782"/>
                    </a:cubicBezTo>
                    <a:cubicBezTo>
                      <a:pt x="6122" y="3139"/>
                      <a:pt x="6082" y="3496"/>
                      <a:pt x="6036" y="3853"/>
                    </a:cubicBezTo>
                    <a:cubicBezTo>
                      <a:pt x="6003" y="4157"/>
                      <a:pt x="5963" y="4455"/>
                      <a:pt x="5930" y="4752"/>
                    </a:cubicBezTo>
                    <a:cubicBezTo>
                      <a:pt x="5923" y="4805"/>
                      <a:pt x="5917" y="4851"/>
                      <a:pt x="5910" y="4904"/>
                    </a:cubicBezTo>
                    <a:cubicBezTo>
                      <a:pt x="5870" y="5228"/>
                      <a:pt x="5930" y="5572"/>
                      <a:pt x="6075" y="5863"/>
                    </a:cubicBezTo>
                    <a:cubicBezTo>
                      <a:pt x="6108" y="5929"/>
                      <a:pt x="6148" y="5995"/>
                      <a:pt x="6188" y="6054"/>
                    </a:cubicBezTo>
                    <a:lnTo>
                      <a:pt x="6412" y="10807"/>
                    </a:lnTo>
                    <a:cubicBezTo>
                      <a:pt x="6426" y="11071"/>
                      <a:pt x="6650" y="11283"/>
                      <a:pt x="6915" y="11290"/>
                    </a:cubicBezTo>
                    <a:cubicBezTo>
                      <a:pt x="7173" y="11290"/>
                      <a:pt x="7404" y="11085"/>
                      <a:pt x="7424" y="10827"/>
                    </a:cubicBezTo>
                    <a:cubicBezTo>
                      <a:pt x="7424" y="10820"/>
                      <a:pt x="7424" y="10814"/>
                      <a:pt x="7424" y="10807"/>
                    </a:cubicBezTo>
                    <a:lnTo>
                      <a:pt x="7589" y="7211"/>
                    </a:lnTo>
                    <a:lnTo>
                      <a:pt x="7754" y="10807"/>
                    </a:lnTo>
                    <a:cubicBezTo>
                      <a:pt x="7768" y="11071"/>
                      <a:pt x="7992" y="11283"/>
                      <a:pt x="8257" y="11290"/>
                    </a:cubicBezTo>
                    <a:cubicBezTo>
                      <a:pt x="8515" y="11290"/>
                      <a:pt x="8739" y="11085"/>
                      <a:pt x="8766" y="10827"/>
                    </a:cubicBezTo>
                    <a:cubicBezTo>
                      <a:pt x="8766" y="10820"/>
                      <a:pt x="8766" y="10814"/>
                      <a:pt x="8766" y="10807"/>
                    </a:cubicBezTo>
                    <a:lnTo>
                      <a:pt x="8984" y="6034"/>
                    </a:lnTo>
                    <a:cubicBezTo>
                      <a:pt x="9202" y="5711"/>
                      <a:pt x="9301" y="5314"/>
                      <a:pt x="9255" y="4904"/>
                    </a:cubicBezTo>
                    <a:lnTo>
                      <a:pt x="8938" y="2260"/>
                    </a:lnTo>
                    <a:lnTo>
                      <a:pt x="8938" y="2260"/>
                    </a:lnTo>
                    <a:cubicBezTo>
                      <a:pt x="9275" y="2881"/>
                      <a:pt x="9380" y="3635"/>
                      <a:pt x="9407" y="4329"/>
                    </a:cubicBezTo>
                    <a:cubicBezTo>
                      <a:pt x="9413" y="4554"/>
                      <a:pt x="9413" y="4779"/>
                      <a:pt x="9400" y="4997"/>
                    </a:cubicBezTo>
                    <a:cubicBezTo>
                      <a:pt x="9394" y="5208"/>
                      <a:pt x="9539" y="5393"/>
                      <a:pt x="9737" y="5440"/>
                    </a:cubicBezTo>
                    <a:cubicBezTo>
                      <a:pt x="9744" y="5453"/>
                      <a:pt x="9751" y="5459"/>
                      <a:pt x="9757" y="5459"/>
                    </a:cubicBezTo>
                    <a:cubicBezTo>
                      <a:pt x="9797" y="5512"/>
                      <a:pt x="9843" y="5559"/>
                      <a:pt x="9896" y="5592"/>
                    </a:cubicBezTo>
                    <a:cubicBezTo>
                      <a:pt x="10008" y="5671"/>
                      <a:pt x="10141" y="5704"/>
                      <a:pt x="10279" y="5711"/>
                    </a:cubicBezTo>
                    <a:cubicBezTo>
                      <a:pt x="10298" y="5712"/>
                      <a:pt x="10317" y="5712"/>
                      <a:pt x="10335" y="5712"/>
                    </a:cubicBezTo>
                    <a:cubicBezTo>
                      <a:pt x="10588" y="5712"/>
                      <a:pt x="10845" y="5631"/>
                      <a:pt x="11079" y="5539"/>
                    </a:cubicBezTo>
                    <a:lnTo>
                      <a:pt x="11079" y="5539"/>
                    </a:lnTo>
                    <a:lnTo>
                      <a:pt x="10987" y="7231"/>
                    </a:lnTo>
                    <a:cubicBezTo>
                      <a:pt x="10973" y="7442"/>
                      <a:pt x="11026" y="7628"/>
                      <a:pt x="11119" y="7799"/>
                    </a:cubicBezTo>
                    <a:lnTo>
                      <a:pt x="11271" y="10985"/>
                    </a:lnTo>
                    <a:cubicBezTo>
                      <a:pt x="11278" y="11157"/>
                      <a:pt x="11430" y="11296"/>
                      <a:pt x="11601" y="11296"/>
                    </a:cubicBezTo>
                    <a:cubicBezTo>
                      <a:pt x="11780" y="11296"/>
                      <a:pt x="11925" y="11157"/>
                      <a:pt x="11939" y="10985"/>
                    </a:cubicBezTo>
                    <a:lnTo>
                      <a:pt x="12064" y="8474"/>
                    </a:lnTo>
                    <a:lnTo>
                      <a:pt x="12190" y="10985"/>
                    </a:lnTo>
                    <a:cubicBezTo>
                      <a:pt x="12196" y="11157"/>
                      <a:pt x="12342" y="11296"/>
                      <a:pt x="12520" y="11296"/>
                    </a:cubicBezTo>
                    <a:cubicBezTo>
                      <a:pt x="12692" y="11296"/>
                      <a:pt x="12844" y="11157"/>
                      <a:pt x="12851" y="10985"/>
                    </a:cubicBezTo>
                    <a:lnTo>
                      <a:pt x="13016" y="7793"/>
                    </a:lnTo>
                    <a:cubicBezTo>
                      <a:pt x="13109" y="7621"/>
                      <a:pt x="13142" y="7423"/>
                      <a:pt x="13128" y="7231"/>
                    </a:cubicBezTo>
                    <a:cubicBezTo>
                      <a:pt x="13128" y="7138"/>
                      <a:pt x="13122" y="7046"/>
                      <a:pt x="13115" y="6947"/>
                    </a:cubicBezTo>
                    <a:cubicBezTo>
                      <a:pt x="13102" y="6662"/>
                      <a:pt x="13082" y="6372"/>
                      <a:pt x="13069" y="6087"/>
                    </a:cubicBezTo>
                    <a:lnTo>
                      <a:pt x="13069" y="6087"/>
                    </a:lnTo>
                    <a:cubicBezTo>
                      <a:pt x="13208" y="6458"/>
                      <a:pt x="13261" y="6854"/>
                      <a:pt x="13294" y="7244"/>
                    </a:cubicBezTo>
                    <a:cubicBezTo>
                      <a:pt x="13307" y="7392"/>
                      <a:pt x="13432" y="7509"/>
                      <a:pt x="13579" y="7509"/>
                    </a:cubicBezTo>
                    <a:cubicBezTo>
                      <a:pt x="13583" y="7509"/>
                      <a:pt x="13587" y="7509"/>
                      <a:pt x="13591" y="7509"/>
                    </a:cubicBezTo>
                    <a:cubicBezTo>
                      <a:pt x="13737" y="7495"/>
                      <a:pt x="13856" y="7370"/>
                      <a:pt x="13862" y="7224"/>
                    </a:cubicBezTo>
                    <a:cubicBezTo>
                      <a:pt x="13862" y="6808"/>
                      <a:pt x="13842" y="6391"/>
                      <a:pt x="13750" y="5982"/>
                    </a:cubicBezTo>
                    <a:cubicBezTo>
                      <a:pt x="13591" y="5294"/>
                      <a:pt x="13188" y="4620"/>
                      <a:pt x="12527" y="4303"/>
                    </a:cubicBezTo>
                    <a:cubicBezTo>
                      <a:pt x="12378" y="4232"/>
                      <a:pt x="12224" y="4196"/>
                      <a:pt x="12071" y="4196"/>
                    </a:cubicBezTo>
                    <a:cubicBezTo>
                      <a:pt x="11836" y="4196"/>
                      <a:pt x="11602" y="4281"/>
                      <a:pt x="11390" y="4461"/>
                    </a:cubicBezTo>
                    <a:cubicBezTo>
                      <a:pt x="11211" y="4607"/>
                      <a:pt x="11026" y="4732"/>
                      <a:pt x="10828" y="4851"/>
                    </a:cubicBezTo>
                    <a:cubicBezTo>
                      <a:pt x="10722" y="4917"/>
                      <a:pt x="10617" y="4970"/>
                      <a:pt x="10504" y="5017"/>
                    </a:cubicBezTo>
                    <a:cubicBezTo>
                      <a:pt x="10451" y="5043"/>
                      <a:pt x="10398" y="5063"/>
                      <a:pt x="10339" y="5076"/>
                    </a:cubicBezTo>
                    <a:cubicBezTo>
                      <a:pt x="10319" y="5076"/>
                      <a:pt x="10293" y="5083"/>
                      <a:pt x="10266" y="5089"/>
                    </a:cubicBezTo>
                    <a:cubicBezTo>
                      <a:pt x="10266" y="5083"/>
                      <a:pt x="10266" y="5076"/>
                      <a:pt x="10266" y="5076"/>
                    </a:cubicBezTo>
                    <a:cubicBezTo>
                      <a:pt x="10343" y="4524"/>
                      <a:pt x="10364" y="3965"/>
                      <a:pt x="10323" y="3412"/>
                    </a:cubicBezTo>
                    <a:lnTo>
                      <a:pt x="10323" y="3412"/>
                    </a:lnTo>
                    <a:cubicBezTo>
                      <a:pt x="10324" y="3424"/>
                      <a:pt x="10326" y="3434"/>
                      <a:pt x="10326" y="3443"/>
                    </a:cubicBezTo>
                    <a:cubicBezTo>
                      <a:pt x="10326" y="3430"/>
                      <a:pt x="10326" y="3404"/>
                      <a:pt x="10319" y="3364"/>
                    </a:cubicBezTo>
                    <a:lnTo>
                      <a:pt x="10319" y="3364"/>
                    </a:lnTo>
                    <a:cubicBezTo>
                      <a:pt x="10319" y="3364"/>
                      <a:pt x="10319" y="3364"/>
                      <a:pt x="10319" y="3364"/>
                    </a:cubicBezTo>
                    <a:cubicBezTo>
                      <a:pt x="10316" y="3336"/>
                      <a:pt x="10314" y="3316"/>
                      <a:pt x="10313" y="3301"/>
                    </a:cubicBezTo>
                    <a:lnTo>
                      <a:pt x="10313" y="3301"/>
                    </a:lnTo>
                    <a:cubicBezTo>
                      <a:pt x="10249" y="2615"/>
                      <a:pt x="10077" y="1932"/>
                      <a:pt x="9711" y="1348"/>
                    </a:cubicBezTo>
                    <a:cubicBezTo>
                      <a:pt x="9367" y="793"/>
                      <a:pt x="8845" y="304"/>
                      <a:pt x="8210" y="112"/>
                    </a:cubicBezTo>
                    <a:cubicBezTo>
                      <a:pt x="7974" y="41"/>
                      <a:pt x="7768" y="0"/>
                      <a:pt x="7559" y="0"/>
                    </a:cubicBezTo>
                    <a:cubicBezTo>
                      <a:pt x="7319" y="0"/>
                      <a:pt x="7073" y="54"/>
                      <a:pt x="6769" y="178"/>
                    </a:cubicBezTo>
                    <a:cubicBezTo>
                      <a:pt x="6637" y="231"/>
                      <a:pt x="6512" y="297"/>
                      <a:pt x="6386" y="370"/>
                    </a:cubicBezTo>
                    <a:cubicBezTo>
                      <a:pt x="6089" y="555"/>
                      <a:pt x="5831" y="799"/>
                      <a:pt x="5619" y="1077"/>
                    </a:cubicBezTo>
                    <a:cubicBezTo>
                      <a:pt x="5441" y="1315"/>
                      <a:pt x="5295" y="1579"/>
                      <a:pt x="5176" y="1850"/>
                    </a:cubicBezTo>
                    <a:cubicBezTo>
                      <a:pt x="5104" y="1678"/>
                      <a:pt x="5018" y="1507"/>
                      <a:pt x="4919" y="1348"/>
                    </a:cubicBezTo>
                    <a:cubicBezTo>
                      <a:pt x="4575" y="793"/>
                      <a:pt x="4053" y="304"/>
                      <a:pt x="3418" y="112"/>
                    </a:cubicBezTo>
                    <a:cubicBezTo>
                      <a:pt x="3178" y="41"/>
                      <a:pt x="2973" y="0"/>
                      <a:pt x="27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08" name="Google Shape;408;p44"/>
              <p:cNvSpPr/>
              <p:nvPr/>
            </p:nvSpPr>
            <p:spPr>
              <a:xfrm>
                <a:off x="4394450" y="2520250"/>
                <a:ext cx="76550" cy="73250"/>
              </a:xfrm>
              <a:custGeom>
                <a:avLst/>
                <a:gdLst/>
                <a:ahLst/>
                <a:cxnLst/>
                <a:rect l="l" t="t" r="r" b="b"/>
                <a:pathLst>
                  <a:path w="3062" h="2930" extrusionOk="0">
                    <a:moveTo>
                      <a:pt x="1529" y="1"/>
                    </a:moveTo>
                    <a:cubicBezTo>
                      <a:pt x="1020" y="1"/>
                      <a:pt x="539" y="271"/>
                      <a:pt x="278" y="708"/>
                    </a:cubicBezTo>
                    <a:cubicBezTo>
                      <a:pt x="7" y="1151"/>
                      <a:pt x="1" y="1726"/>
                      <a:pt x="258" y="2182"/>
                    </a:cubicBezTo>
                    <a:cubicBezTo>
                      <a:pt x="510" y="2632"/>
                      <a:pt x="985" y="2916"/>
                      <a:pt x="1501" y="2929"/>
                    </a:cubicBezTo>
                    <a:lnTo>
                      <a:pt x="1534" y="2929"/>
                    </a:lnTo>
                    <a:cubicBezTo>
                      <a:pt x="2050" y="2929"/>
                      <a:pt x="2532" y="2652"/>
                      <a:pt x="2797" y="2209"/>
                    </a:cubicBezTo>
                    <a:cubicBezTo>
                      <a:pt x="3061" y="1759"/>
                      <a:pt x="3061" y="1184"/>
                      <a:pt x="2803" y="735"/>
                    </a:cubicBezTo>
                    <a:cubicBezTo>
                      <a:pt x="2545" y="292"/>
                      <a:pt x="2063"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09" name="Google Shape;409;p44"/>
              <p:cNvSpPr/>
              <p:nvPr/>
            </p:nvSpPr>
            <p:spPr>
              <a:xfrm>
                <a:off x="4514250" y="2520250"/>
                <a:ext cx="76550" cy="73250"/>
              </a:xfrm>
              <a:custGeom>
                <a:avLst/>
                <a:gdLst/>
                <a:ahLst/>
                <a:cxnLst/>
                <a:rect l="l" t="t" r="r" b="b"/>
                <a:pathLst>
                  <a:path w="3062" h="2930" extrusionOk="0">
                    <a:moveTo>
                      <a:pt x="1529" y="1"/>
                    </a:moveTo>
                    <a:cubicBezTo>
                      <a:pt x="1020" y="1"/>
                      <a:pt x="540" y="271"/>
                      <a:pt x="279" y="708"/>
                    </a:cubicBezTo>
                    <a:cubicBezTo>
                      <a:pt x="8" y="1151"/>
                      <a:pt x="1" y="1726"/>
                      <a:pt x="259" y="2182"/>
                    </a:cubicBezTo>
                    <a:cubicBezTo>
                      <a:pt x="510" y="2632"/>
                      <a:pt x="986" y="2916"/>
                      <a:pt x="1501" y="2929"/>
                    </a:cubicBezTo>
                    <a:lnTo>
                      <a:pt x="1534" y="2929"/>
                    </a:lnTo>
                    <a:cubicBezTo>
                      <a:pt x="2050" y="2929"/>
                      <a:pt x="2533" y="2652"/>
                      <a:pt x="2797" y="2209"/>
                    </a:cubicBezTo>
                    <a:cubicBezTo>
                      <a:pt x="3061" y="1759"/>
                      <a:pt x="3061" y="1184"/>
                      <a:pt x="2804" y="735"/>
                    </a:cubicBezTo>
                    <a:cubicBezTo>
                      <a:pt x="2546" y="292"/>
                      <a:pt x="2063" y="8"/>
                      <a:pt x="1548" y="1"/>
                    </a:cubicBezTo>
                    <a:cubicBezTo>
                      <a:pt x="1542"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10" name="Google Shape;410;p44"/>
              <p:cNvSpPr/>
              <p:nvPr/>
            </p:nvSpPr>
            <p:spPr>
              <a:xfrm>
                <a:off x="4621175" y="2680875"/>
                <a:ext cx="25" cy="200"/>
              </a:xfrm>
              <a:custGeom>
                <a:avLst/>
                <a:gdLst/>
                <a:ahLst/>
                <a:cxnLst/>
                <a:rect l="l" t="t" r="r" b="b"/>
                <a:pathLst>
                  <a:path w="1" h="8" extrusionOk="0">
                    <a:moveTo>
                      <a:pt x="1" y="1"/>
                    </a:moveTo>
                    <a:cubicBezTo>
                      <a:pt x="1" y="8"/>
                      <a:pt x="1" y="8"/>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11" name="Google Shape;411;p44"/>
              <p:cNvSpPr/>
              <p:nvPr/>
            </p:nvSpPr>
            <p:spPr>
              <a:xfrm>
                <a:off x="4621175" y="2680725"/>
                <a:ext cx="25" cy="175"/>
              </a:xfrm>
              <a:custGeom>
                <a:avLst/>
                <a:gdLst/>
                <a:ahLst/>
                <a:cxnLst/>
                <a:rect l="l" t="t" r="r" b="b"/>
                <a:pathLst>
                  <a:path w="1" h="7" extrusionOk="0">
                    <a:moveTo>
                      <a:pt x="1" y="0"/>
                    </a:moveTo>
                    <a:cubicBezTo>
                      <a:pt x="1" y="0"/>
                      <a:pt x="1" y="0"/>
                      <a:pt x="1" y="7"/>
                    </a:cubicBezTo>
                    <a:cubicBezTo>
                      <a:pt x="1" y="0"/>
                      <a:pt x="1"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412" name="Google Shape;412;p44"/>
          <p:cNvGrpSpPr/>
          <p:nvPr/>
        </p:nvGrpSpPr>
        <p:grpSpPr>
          <a:xfrm>
            <a:off x="324575" y="1022125"/>
            <a:ext cx="777060" cy="642276"/>
            <a:chOff x="568525" y="1591750"/>
            <a:chExt cx="777060" cy="642276"/>
          </a:xfrm>
        </p:grpSpPr>
        <p:sp>
          <p:nvSpPr>
            <p:cNvPr id="413" name="Google Shape;413;p44"/>
            <p:cNvSpPr/>
            <p:nvPr/>
          </p:nvSpPr>
          <p:spPr>
            <a:xfrm>
              <a:off x="568525" y="1591750"/>
              <a:ext cx="777060" cy="642276"/>
            </a:xfrm>
            <a:prstGeom prst="cloud">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44"/>
            <p:cNvSpPr/>
            <p:nvPr/>
          </p:nvSpPr>
          <p:spPr>
            <a:xfrm>
              <a:off x="617369" y="1632088"/>
              <a:ext cx="679428" cy="561600"/>
            </a:xfrm>
            <a:prstGeom prst="clou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5" name="Google Shape;415;p44"/>
            <p:cNvGrpSpPr/>
            <p:nvPr/>
          </p:nvGrpSpPr>
          <p:grpSpPr>
            <a:xfrm>
              <a:off x="865416" y="1770950"/>
              <a:ext cx="183329" cy="283890"/>
              <a:chOff x="3311700" y="2520250"/>
              <a:chExt cx="230400" cy="356825"/>
            </a:xfrm>
          </p:grpSpPr>
          <p:sp>
            <p:nvSpPr>
              <p:cNvPr id="416" name="Google Shape;416;p44"/>
              <p:cNvSpPr/>
              <p:nvPr/>
            </p:nvSpPr>
            <p:spPr>
              <a:xfrm>
                <a:off x="3332375" y="2650200"/>
                <a:ext cx="49100" cy="48050"/>
              </a:xfrm>
              <a:custGeom>
                <a:avLst/>
                <a:gdLst/>
                <a:ahLst/>
                <a:cxnLst/>
                <a:rect l="l" t="t" r="r" b="b"/>
                <a:pathLst>
                  <a:path w="1964" h="1922" extrusionOk="0">
                    <a:moveTo>
                      <a:pt x="977" y="0"/>
                    </a:moveTo>
                    <a:cubicBezTo>
                      <a:pt x="944" y="0"/>
                      <a:pt x="912" y="2"/>
                      <a:pt x="879" y="5"/>
                    </a:cubicBezTo>
                    <a:cubicBezTo>
                      <a:pt x="622" y="38"/>
                      <a:pt x="377" y="177"/>
                      <a:pt x="225" y="382"/>
                    </a:cubicBezTo>
                    <a:cubicBezTo>
                      <a:pt x="66" y="593"/>
                      <a:pt x="0" y="871"/>
                      <a:pt x="46" y="1129"/>
                    </a:cubicBezTo>
                    <a:cubicBezTo>
                      <a:pt x="126" y="1578"/>
                      <a:pt x="529" y="1922"/>
                      <a:pt x="992" y="1922"/>
                    </a:cubicBezTo>
                    <a:cubicBezTo>
                      <a:pt x="1249" y="1922"/>
                      <a:pt x="1507" y="1810"/>
                      <a:pt x="1686" y="1618"/>
                    </a:cubicBezTo>
                    <a:cubicBezTo>
                      <a:pt x="1871" y="1426"/>
                      <a:pt x="1963" y="1168"/>
                      <a:pt x="1944" y="904"/>
                    </a:cubicBezTo>
                    <a:cubicBezTo>
                      <a:pt x="1930" y="640"/>
                      <a:pt x="1805" y="395"/>
                      <a:pt x="1606" y="230"/>
                    </a:cubicBezTo>
                    <a:cubicBezTo>
                      <a:pt x="1433" y="80"/>
                      <a:pt x="1204" y="0"/>
                      <a:pt x="9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17" name="Google Shape;417;p44"/>
              <p:cNvSpPr/>
              <p:nvPr/>
            </p:nvSpPr>
            <p:spPr>
              <a:xfrm>
                <a:off x="3434175" y="2520250"/>
                <a:ext cx="76525" cy="73250"/>
              </a:xfrm>
              <a:custGeom>
                <a:avLst/>
                <a:gdLst/>
                <a:ahLst/>
                <a:cxnLst/>
                <a:rect l="l" t="t" r="r" b="b"/>
                <a:pathLst>
                  <a:path w="3061" h="2930" extrusionOk="0">
                    <a:moveTo>
                      <a:pt x="1529" y="1"/>
                    </a:moveTo>
                    <a:cubicBezTo>
                      <a:pt x="1026" y="1"/>
                      <a:pt x="545" y="271"/>
                      <a:pt x="278" y="708"/>
                    </a:cubicBezTo>
                    <a:cubicBezTo>
                      <a:pt x="13" y="1151"/>
                      <a:pt x="0" y="1726"/>
                      <a:pt x="258" y="2182"/>
                    </a:cubicBezTo>
                    <a:cubicBezTo>
                      <a:pt x="509" y="2632"/>
                      <a:pt x="992" y="2916"/>
                      <a:pt x="1501" y="2929"/>
                    </a:cubicBezTo>
                    <a:lnTo>
                      <a:pt x="1534" y="2929"/>
                    </a:lnTo>
                    <a:cubicBezTo>
                      <a:pt x="2049" y="2929"/>
                      <a:pt x="2532" y="2652"/>
                      <a:pt x="2796" y="2209"/>
                    </a:cubicBezTo>
                    <a:cubicBezTo>
                      <a:pt x="3061" y="1759"/>
                      <a:pt x="3061" y="1184"/>
                      <a:pt x="2803" y="735"/>
                    </a:cubicBezTo>
                    <a:cubicBezTo>
                      <a:pt x="2545" y="292"/>
                      <a:pt x="2062"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18" name="Google Shape;418;p44"/>
              <p:cNvSpPr/>
              <p:nvPr/>
            </p:nvSpPr>
            <p:spPr>
              <a:xfrm>
                <a:off x="3311700" y="2594650"/>
                <a:ext cx="230400" cy="282425"/>
              </a:xfrm>
              <a:custGeom>
                <a:avLst/>
                <a:gdLst/>
                <a:ahLst/>
                <a:cxnLst/>
                <a:rect l="l" t="t" r="r" b="b"/>
                <a:pathLst>
                  <a:path w="9216" h="11297" extrusionOk="0">
                    <a:moveTo>
                      <a:pt x="9163" y="3271"/>
                    </a:moveTo>
                    <a:cubicBezTo>
                      <a:pt x="9163" y="3285"/>
                      <a:pt x="9169" y="3324"/>
                      <a:pt x="9169" y="3364"/>
                    </a:cubicBezTo>
                    <a:cubicBezTo>
                      <a:pt x="9169" y="3305"/>
                      <a:pt x="9163" y="3278"/>
                      <a:pt x="9163" y="3271"/>
                    </a:cubicBezTo>
                    <a:close/>
                    <a:moveTo>
                      <a:pt x="9169" y="3364"/>
                    </a:moveTo>
                    <a:cubicBezTo>
                      <a:pt x="9176" y="3404"/>
                      <a:pt x="9176" y="3430"/>
                      <a:pt x="9176" y="3443"/>
                    </a:cubicBezTo>
                    <a:cubicBezTo>
                      <a:pt x="9176" y="3424"/>
                      <a:pt x="9176" y="3397"/>
                      <a:pt x="9169" y="3364"/>
                    </a:cubicBezTo>
                    <a:close/>
                    <a:moveTo>
                      <a:pt x="6410" y="0"/>
                    </a:moveTo>
                    <a:cubicBezTo>
                      <a:pt x="6170" y="0"/>
                      <a:pt x="5927" y="54"/>
                      <a:pt x="5626" y="178"/>
                    </a:cubicBezTo>
                    <a:cubicBezTo>
                      <a:pt x="5487" y="231"/>
                      <a:pt x="5362" y="297"/>
                      <a:pt x="5236" y="370"/>
                    </a:cubicBezTo>
                    <a:cubicBezTo>
                      <a:pt x="4939" y="555"/>
                      <a:pt x="4681" y="799"/>
                      <a:pt x="4469" y="1077"/>
                    </a:cubicBezTo>
                    <a:cubicBezTo>
                      <a:pt x="4040" y="1645"/>
                      <a:pt x="3808" y="2339"/>
                      <a:pt x="3716" y="3040"/>
                    </a:cubicBezTo>
                    <a:cubicBezTo>
                      <a:pt x="3643" y="3556"/>
                      <a:pt x="3643" y="4085"/>
                      <a:pt x="3683" y="4607"/>
                    </a:cubicBezTo>
                    <a:cubicBezTo>
                      <a:pt x="3683" y="4607"/>
                      <a:pt x="3683" y="4607"/>
                      <a:pt x="3683" y="4613"/>
                    </a:cubicBezTo>
                    <a:cubicBezTo>
                      <a:pt x="3703" y="4785"/>
                      <a:pt x="3716" y="4931"/>
                      <a:pt x="3736" y="5043"/>
                    </a:cubicBezTo>
                    <a:cubicBezTo>
                      <a:pt x="3736" y="5043"/>
                      <a:pt x="3729" y="5050"/>
                      <a:pt x="3722" y="5050"/>
                    </a:cubicBezTo>
                    <a:lnTo>
                      <a:pt x="3716" y="5050"/>
                    </a:lnTo>
                    <a:cubicBezTo>
                      <a:pt x="3680" y="5065"/>
                      <a:pt x="3628" y="5080"/>
                      <a:pt x="3573" y="5080"/>
                    </a:cubicBezTo>
                    <a:cubicBezTo>
                      <a:pt x="3557" y="5080"/>
                      <a:pt x="3540" y="5079"/>
                      <a:pt x="3524" y="5076"/>
                    </a:cubicBezTo>
                    <a:cubicBezTo>
                      <a:pt x="3471" y="5063"/>
                      <a:pt x="3418" y="5043"/>
                      <a:pt x="3365" y="5017"/>
                    </a:cubicBezTo>
                    <a:cubicBezTo>
                      <a:pt x="3253" y="4970"/>
                      <a:pt x="3141" y="4917"/>
                      <a:pt x="3035" y="4851"/>
                    </a:cubicBezTo>
                    <a:cubicBezTo>
                      <a:pt x="2843" y="4732"/>
                      <a:pt x="2652" y="4607"/>
                      <a:pt x="2480" y="4461"/>
                    </a:cubicBezTo>
                    <a:cubicBezTo>
                      <a:pt x="2264" y="4281"/>
                      <a:pt x="2028" y="4196"/>
                      <a:pt x="1794" y="4196"/>
                    </a:cubicBezTo>
                    <a:cubicBezTo>
                      <a:pt x="1641" y="4196"/>
                      <a:pt x="1489" y="4232"/>
                      <a:pt x="1343" y="4303"/>
                    </a:cubicBezTo>
                    <a:cubicBezTo>
                      <a:pt x="682" y="4620"/>
                      <a:pt x="279" y="5294"/>
                      <a:pt x="120" y="5982"/>
                    </a:cubicBezTo>
                    <a:cubicBezTo>
                      <a:pt x="27" y="6391"/>
                      <a:pt x="1" y="6808"/>
                      <a:pt x="8" y="7224"/>
                    </a:cubicBezTo>
                    <a:cubicBezTo>
                      <a:pt x="8" y="7370"/>
                      <a:pt x="126" y="7495"/>
                      <a:pt x="279" y="7509"/>
                    </a:cubicBezTo>
                    <a:cubicBezTo>
                      <a:pt x="283" y="7509"/>
                      <a:pt x="287" y="7509"/>
                      <a:pt x="291" y="7509"/>
                    </a:cubicBezTo>
                    <a:cubicBezTo>
                      <a:pt x="437" y="7509"/>
                      <a:pt x="563" y="7392"/>
                      <a:pt x="576" y="7244"/>
                    </a:cubicBezTo>
                    <a:cubicBezTo>
                      <a:pt x="609" y="6854"/>
                      <a:pt x="662" y="6458"/>
                      <a:pt x="801" y="6087"/>
                    </a:cubicBezTo>
                    <a:lnTo>
                      <a:pt x="807" y="6418"/>
                    </a:lnTo>
                    <a:lnTo>
                      <a:pt x="318" y="8612"/>
                    </a:lnTo>
                    <a:cubicBezTo>
                      <a:pt x="312" y="8665"/>
                      <a:pt x="325" y="8718"/>
                      <a:pt x="358" y="8758"/>
                    </a:cubicBezTo>
                    <a:cubicBezTo>
                      <a:pt x="391" y="8798"/>
                      <a:pt x="437" y="8817"/>
                      <a:pt x="490" y="8817"/>
                    </a:cubicBezTo>
                    <a:lnTo>
                      <a:pt x="887" y="8817"/>
                    </a:lnTo>
                    <a:lnTo>
                      <a:pt x="999" y="10985"/>
                    </a:lnTo>
                    <a:cubicBezTo>
                      <a:pt x="1012" y="11157"/>
                      <a:pt x="1158" y="11296"/>
                      <a:pt x="1336" y="11296"/>
                    </a:cubicBezTo>
                    <a:cubicBezTo>
                      <a:pt x="1508" y="11296"/>
                      <a:pt x="1653" y="11157"/>
                      <a:pt x="1667" y="10985"/>
                    </a:cubicBezTo>
                    <a:lnTo>
                      <a:pt x="1772" y="8817"/>
                    </a:lnTo>
                    <a:lnTo>
                      <a:pt x="1805" y="8817"/>
                    </a:lnTo>
                    <a:lnTo>
                      <a:pt x="1918" y="10985"/>
                    </a:lnTo>
                    <a:cubicBezTo>
                      <a:pt x="1924" y="11157"/>
                      <a:pt x="2076" y="11296"/>
                      <a:pt x="2248" y="11296"/>
                    </a:cubicBezTo>
                    <a:cubicBezTo>
                      <a:pt x="2420" y="11296"/>
                      <a:pt x="2572" y="11157"/>
                      <a:pt x="2579" y="10985"/>
                    </a:cubicBezTo>
                    <a:lnTo>
                      <a:pt x="2685" y="8817"/>
                    </a:lnTo>
                    <a:lnTo>
                      <a:pt x="3088" y="8817"/>
                    </a:lnTo>
                    <a:cubicBezTo>
                      <a:pt x="3141" y="8817"/>
                      <a:pt x="3187" y="8798"/>
                      <a:pt x="3220" y="8758"/>
                    </a:cubicBezTo>
                    <a:cubicBezTo>
                      <a:pt x="3253" y="8718"/>
                      <a:pt x="3266" y="8665"/>
                      <a:pt x="3260" y="8612"/>
                    </a:cubicBezTo>
                    <a:lnTo>
                      <a:pt x="2771" y="6418"/>
                    </a:lnTo>
                    <a:lnTo>
                      <a:pt x="2790" y="5539"/>
                    </a:lnTo>
                    <a:cubicBezTo>
                      <a:pt x="3024" y="5631"/>
                      <a:pt x="3275" y="5712"/>
                      <a:pt x="3533" y="5712"/>
                    </a:cubicBezTo>
                    <a:cubicBezTo>
                      <a:pt x="3552" y="5712"/>
                      <a:pt x="3571" y="5712"/>
                      <a:pt x="3590" y="5711"/>
                    </a:cubicBezTo>
                    <a:cubicBezTo>
                      <a:pt x="3722" y="5704"/>
                      <a:pt x="3861" y="5671"/>
                      <a:pt x="3974" y="5592"/>
                    </a:cubicBezTo>
                    <a:cubicBezTo>
                      <a:pt x="4026" y="5559"/>
                      <a:pt x="4073" y="5512"/>
                      <a:pt x="4112" y="5466"/>
                    </a:cubicBezTo>
                    <a:cubicBezTo>
                      <a:pt x="4112" y="5459"/>
                      <a:pt x="4119" y="5453"/>
                      <a:pt x="4126" y="5453"/>
                    </a:cubicBezTo>
                    <a:lnTo>
                      <a:pt x="4172" y="5453"/>
                    </a:lnTo>
                    <a:cubicBezTo>
                      <a:pt x="4205" y="5453"/>
                      <a:pt x="4225" y="5453"/>
                      <a:pt x="4251" y="5446"/>
                    </a:cubicBezTo>
                    <a:cubicBezTo>
                      <a:pt x="4456" y="5400"/>
                      <a:pt x="4608" y="5215"/>
                      <a:pt x="4595" y="4997"/>
                    </a:cubicBezTo>
                    <a:cubicBezTo>
                      <a:pt x="4569" y="4389"/>
                      <a:pt x="4602" y="3761"/>
                      <a:pt x="4740" y="3159"/>
                    </a:cubicBezTo>
                    <a:cubicBezTo>
                      <a:pt x="4820" y="2848"/>
                      <a:pt x="4925" y="2538"/>
                      <a:pt x="5084" y="2260"/>
                    </a:cubicBezTo>
                    <a:lnTo>
                      <a:pt x="5084" y="2260"/>
                    </a:lnTo>
                    <a:cubicBezTo>
                      <a:pt x="5058" y="2432"/>
                      <a:pt x="5038" y="2604"/>
                      <a:pt x="5018" y="2782"/>
                    </a:cubicBezTo>
                    <a:cubicBezTo>
                      <a:pt x="4972" y="3139"/>
                      <a:pt x="4932" y="3496"/>
                      <a:pt x="4886" y="3853"/>
                    </a:cubicBezTo>
                    <a:cubicBezTo>
                      <a:pt x="4853" y="4157"/>
                      <a:pt x="4813" y="4455"/>
                      <a:pt x="4780" y="4752"/>
                    </a:cubicBezTo>
                    <a:cubicBezTo>
                      <a:pt x="4773" y="4805"/>
                      <a:pt x="4767" y="4851"/>
                      <a:pt x="4760" y="4904"/>
                    </a:cubicBezTo>
                    <a:cubicBezTo>
                      <a:pt x="4721" y="5228"/>
                      <a:pt x="4780" y="5572"/>
                      <a:pt x="4932" y="5863"/>
                    </a:cubicBezTo>
                    <a:cubicBezTo>
                      <a:pt x="4959" y="5929"/>
                      <a:pt x="4998" y="5995"/>
                      <a:pt x="5038" y="6054"/>
                    </a:cubicBezTo>
                    <a:lnTo>
                      <a:pt x="5263" y="10807"/>
                    </a:lnTo>
                    <a:cubicBezTo>
                      <a:pt x="5276" y="11071"/>
                      <a:pt x="5501" y="11283"/>
                      <a:pt x="5765" y="11290"/>
                    </a:cubicBezTo>
                    <a:cubicBezTo>
                      <a:pt x="6023" y="11290"/>
                      <a:pt x="6254" y="11085"/>
                      <a:pt x="6274" y="10827"/>
                    </a:cubicBezTo>
                    <a:cubicBezTo>
                      <a:pt x="6281" y="10820"/>
                      <a:pt x="6281" y="10814"/>
                      <a:pt x="6281" y="10807"/>
                    </a:cubicBezTo>
                    <a:lnTo>
                      <a:pt x="6439" y="7211"/>
                    </a:lnTo>
                    <a:lnTo>
                      <a:pt x="6604" y="10807"/>
                    </a:lnTo>
                    <a:cubicBezTo>
                      <a:pt x="6618" y="11071"/>
                      <a:pt x="6842" y="11283"/>
                      <a:pt x="7107" y="11290"/>
                    </a:cubicBezTo>
                    <a:cubicBezTo>
                      <a:pt x="7365" y="11290"/>
                      <a:pt x="7596" y="11085"/>
                      <a:pt x="7616" y="10827"/>
                    </a:cubicBezTo>
                    <a:cubicBezTo>
                      <a:pt x="7616" y="10820"/>
                      <a:pt x="7622" y="10814"/>
                      <a:pt x="7622" y="10807"/>
                    </a:cubicBezTo>
                    <a:lnTo>
                      <a:pt x="7841" y="6034"/>
                    </a:lnTo>
                    <a:cubicBezTo>
                      <a:pt x="8052" y="5711"/>
                      <a:pt x="8158" y="5314"/>
                      <a:pt x="8105" y="4904"/>
                    </a:cubicBezTo>
                    <a:lnTo>
                      <a:pt x="7788" y="2260"/>
                    </a:lnTo>
                    <a:lnTo>
                      <a:pt x="7788" y="2260"/>
                    </a:lnTo>
                    <a:cubicBezTo>
                      <a:pt x="8125" y="2881"/>
                      <a:pt x="8231" y="3635"/>
                      <a:pt x="8257" y="4329"/>
                    </a:cubicBezTo>
                    <a:cubicBezTo>
                      <a:pt x="8264" y="4554"/>
                      <a:pt x="8264" y="4779"/>
                      <a:pt x="8257" y="4997"/>
                    </a:cubicBezTo>
                    <a:cubicBezTo>
                      <a:pt x="8244" y="5228"/>
                      <a:pt x="8422" y="5433"/>
                      <a:pt x="8647" y="5453"/>
                    </a:cubicBezTo>
                    <a:cubicBezTo>
                      <a:pt x="8659" y="5454"/>
                      <a:pt x="8671" y="5454"/>
                      <a:pt x="8683" y="5454"/>
                    </a:cubicBezTo>
                    <a:cubicBezTo>
                      <a:pt x="8900" y="5454"/>
                      <a:pt x="9092" y="5289"/>
                      <a:pt x="9123" y="5076"/>
                    </a:cubicBezTo>
                    <a:cubicBezTo>
                      <a:pt x="9196" y="4508"/>
                      <a:pt x="9215" y="3932"/>
                      <a:pt x="9169" y="3364"/>
                    </a:cubicBezTo>
                    <a:cubicBezTo>
                      <a:pt x="9116" y="2657"/>
                      <a:pt x="8938" y="1949"/>
                      <a:pt x="8568" y="1348"/>
                    </a:cubicBezTo>
                    <a:cubicBezTo>
                      <a:pt x="8224" y="793"/>
                      <a:pt x="7695" y="304"/>
                      <a:pt x="7061" y="112"/>
                    </a:cubicBezTo>
                    <a:cubicBezTo>
                      <a:pt x="6824" y="41"/>
                      <a:pt x="6618" y="0"/>
                      <a:pt x="6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419" name="Google Shape;419;p44"/>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FAMILY RELATIONSHIPS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23"/>
        <p:cNvGrpSpPr/>
        <p:nvPr/>
      </p:nvGrpSpPr>
      <p:grpSpPr>
        <a:xfrm>
          <a:off x="0" y="0"/>
          <a:ext cx="0" cy="0"/>
          <a:chOff x="0" y="0"/>
          <a:chExt cx="0" cy="0"/>
        </a:xfrm>
      </p:grpSpPr>
      <p:sp>
        <p:nvSpPr>
          <p:cNvPr id="424" name="Google Shape;424;p45"/>
          <p:cNvSpPr txBox="1">
            <a:spLocks noGrp="1"/>
          </p:cNvSpPr>
          <p:nvPr>
            <p:ph type="title" idx="3"/>
          </p:nvPr>
        </p:nvSpPr>
        <p:spPr>
          <a:xfrm>
            <a:off x="3361288" y="2876550"/>
            <a:ext cx="2421600" cy="46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425" name="Google Shape;425;p45"/>
          <p:cNvSpPr txBox="1">
            <a:spLocks noGrp="1"/>
          </p:cNvSpPr>
          <p:nvPr>
            <p:ph type="subTitle" idx="4"/>
          </p:nvPr>
        </p:nvSpPr>
        <p:spPr>
          <a:xfrm>
            <a:off x="3361275" y="3266575"/>
            <a:ext cx="2421600" cy="86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cxnSp>
        <p:nvCxnSpPr>
          <p:cNvPr id="426" name="Google Shape;426;p45"/>
          <p:cNvCxnSpPr/>
          <p:nvPr/>
        </p:nvCxnSpPr>
        <p:spPr>
          <a:xfrm>
            <a:off x="3977775" y="1123950"/>
            <a:ext cx="1188600" cy="0"/>
          </a:xfrm>
          <a:prstGeom prst="straightConnector1">
            <a:avLst/>
          </a:prstGeom>
          <a:noFill/>
          <a:ln w="9525" cap="flat" cmpd="sng">
            <a:solidFill>
              <a:schemeClr val="dk1"/>
            </a:solidFill>
            <a:prstDash val="solid"/>
            <a:round/>
            <a:headEnd type="none" w="med" len="med"/>
            <a:tailEnd type="none" w="med" len="med"/>
          </a:ln>
        </p:spPr>
      </p:cxnSp>
      <p:grpSp>
        <p:nvGrpSpPr>
          <p:cNvPr id="427" name="Google Shape;427;p45"/>
          <p:cNvGrpSpPr/>
          <p:nvPr/>
        </p:nvGrpSpPr>
        <p:grpSpPr>
          <a:xfrm>
            <a:off x="4217988" y="2092350"/>
            <a:ext cx="708000" cy="708000"/>
            <a:chOff x="762200" y="1561800"/>
            <a:chExt cx="708000" cy="708000"/>
          </a:xfrm>
        </p:grpSpPr>
        <p:sp>
          <p:nvSpPr>
            <p:cNvPr id="428" name="Google Shape;428;p45"/>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45"/>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 name="Google Shape;430;p45"/>
          <p:cNvGrpSpPr/>
          <p:nvPr/>
        </p:nvGrpSpPr>
        <p:grpSpPr>
          <a:xfrm>
            <a:off x="4379953" y="2254207"/>
            <a:ext cx="384095" cy="384280"/>
            <a:chOff x="5275372" y="2942666"/>
            <a:chExt cx="480058" cy="480290"/>
          </a:xfrm>
        </p:grpSpPr>
        <p:sp>
          <p:nvSpPr>
            <p:cNvPr id="431" name="Google Shape;431;p45"/>
            <p:cNvSpPr/>
            <p:nvPr/>
          </p:nvSpPr>
          <p:spPr>
            <a:xfrm>
              <a:off x="5703917" y="3116214"/>
              <a:ext cx="51511" cy="51782"/>
            </a:xfrm>
            <a:custGeom>
              <a:avLst/>
              <a:gdLst/>
              <a:ahLst/>
              <a:cxnLst/>
              <a:rect l="l" t="t" r="r" b="b"/>
              <a:pathLst>
                <a:path w="1330" h="1337" extrusionOk="0">
                  <a:moveTo>
                    <a:pt x="1329" y="1"/>
                  </a:moveTo>
                  <a:cubicBezTo>
                    <a:pt x="595" y="1"/>
                    <a:pt x="0" y="596"/>
                    <a:pt x="0" y="1336"/>
                  </a:cubicBezTo>
                  <a:lnTo>
                    <a:pt x="1329" y="1336"/>
                  </a:lnTo>
                  <a:lnTo>
                    <a:pt x="132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45"/>
            <p:cNvSpPr/>
            <p:nvPr/>
          </p:nvSpPr>
          <p:spPr>
            <a:xfrm>
              <a:off x="5703917" y="2942666"/>
              <a:ext cx="51511" cy="51743"/>
            </a:xfrm>
            <a:custGeom>
              <a:avLst/>
              <a:gdLst/>
              <a:ahLst/>
              <a:cxnLst/>
              <a:rect l="l" t="t" r="r" b="b"/>
              <a:pathLst>
                <a:path w="1330" h="1336" extrusionOk="0">
                  <a:moveTo>
                    <a:pt x="0" y="0"/>
                  </a:moveTo>
                  <a:cubicBezTo>
                    <a:pt x="0" y="734"/>
                    <a:pt x="595" y="1336"/>
                    <a:pt x="1329" y="1336"/>
                  </a:cubicBezTo>
                  <a:lnTo>
                    <a:pt x="1329" y="364"/>
                  </a:lnTo>
                  <a:cubicBezTo>
                    <a:pt x="1329" y="166"/>
                    <a:pt x="1170" y="0"/>
                    <a:pt x="9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45"/>
            <p:cNvSpPr/>
            <p:nvPr/>
          </p:nvSpPr>
          <p:spPr>
            <a:xfrm>
              <a:off x="5275372" y="2942666"/>
              <a:ext cx="51472" cy="51743"/>
            </a:xfrm>
            <a:custGeom>
              <a:avLst/>
              <a:gdLst/>
              <a:ahLst/>
              <a:cxnLst/>
              <a:rect l="l" t="t" r="r" b="b"/>
              <a:pathLst>
                <a:path w="1329" h="1336" extrusionOk="0">
                  <a:moveTo>
                    <a:pt x="364" y="0"/>
                  </a:moveTo>
                  <a:cubicBezTo>
                    <a:pt x="159" y="0"/>
                    <a:pt x="0" y="166"/>
                    <a:pt x="0" y="364"/>
                  </a:cubicBezTo>
                  <a:lnTo>
                    <a:pt x="0" y="1336"/>
                  </a:lnTo>
                  <a:cubicBezTo>
                    <a:pt x="734" y="1336"/>
                    <a:pt x="1329" y="734"/>
                    <a:pt x="13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45"/>
            <p:cNvSpPr/>
            <p:nvPr/>
          </p:nvSpPr>
          <p:spPr>
            <a:xfrm>
              <a:off x="5275372" y="3116214"/>
              <a:ext cx="51472" cy="51782"/>
            </a:xfrm>
            <a:custGeom>
              <a:avLst/>
              <a:gdLst/>
              <a:ahLst/>
              <a:cxnLst/>
              <a:rect l="l" t="t" r="r" b="b"/>
              <a:pathLst>
                <a:path w="1329" h="1337" extrusionOk="0">
                  <a:moveTo>
                    <a:pt x="0" y="1"/>
                  </a:moveTo>
                  <a:lnTo>
                    <a:pt x="0" y="1336"/>
                  </a:lnTo>
                  <a:lnTo>
                    <a:pt x="1329" y="1336"/>
                  </a:lnTo>
                  <a:cubicBezTo>
                    <a:pt x="1329" y="596"/>
                    <a:pt x="734"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45"/>
            <p:cNvSpPr/>
            <p:nvPr/>
          </p:nvSpPr>
          <p:spPr>
            <a:xfrm>
              <a:off x="5491949" y="3195843"/>
              <a:ext cx="263480" cy="56352"/>
            </a:xfrm>
            <a:custGeom>
              <a:avLst/>
              <a:gdLst/>
              <a:ahLst/>
              <a:cxnLst/>
              <a:rect l="l" t="t" r="r" b="b"/>
              <a:pathLst>
                <a:path w="6803" h="1455" extrusionOk="0">
                  <a:moveTo>
                    <a:pt x="0" y="1"/>
                  </a:moveTo>
                  <a:lnTo>
                    <a:pt x="0" y="1283"/>
                  </a:lnTo>
                  <a:cubicBezTo>
                    <a:pt x="80" y="1336"/>
                    <a:pt x="159" y="1395"/>
                    <a:pt x="232" y="1455"/>
                  </a:cubicBezTo>
                  <a:lnTo>
                    <a:pt x="6439" y="1455"/>
                  </a:lnTo>
                  <a:cubicBezTo>
                    <a:pt x="6643" y="1455"/>
                    <a:pt x="6802" y="1296"/>
                    <a:pt x="6802" y="1091"/>
                  </a:cubicBezTo>
                  <a:lnTo>
                    <a:pt x="680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45"/>
            <p:cNvSpPr/>
            <p:nvPr/>
          </p:nvSpPr>
          <p:spPr>
            <a:xfrm>
              <a:off x="5275372" y="3195843"/>
              <a:ext cx="94734" cy="56352"/>
            </a:xfrm>
            <a:custGeom>
              <a:avLst/>
              <a:gdLst/>
              <a:ahLst/>
              <a:cxnLst/>
              <a:rect l="l" t="t" r="r" b="b"/>
              <a:pathLst>
                <a:path w="2446" h="1455" extrusionOk="0">
                  <a:moveTo>
                    <a:pt x="0" y="1"/>
                  </a:moveTo>
                  <a:lnTo>
                    <a:pt x="0" y="1091"/>
                  </a:lnTo>
                  <a:cubicBezTo>
                    <a:pt x="0" y="1296"/>
                    <a:pt x="159" y="1455"/>
                    <a:pt x="364" y="1455"/>
                  </a:cubicBezTo>
                  <a:lnTo>
                    <a:pt x="2446" y="1455"/>
                  </a:lnTo>
                  <a:lnTo>
                    <a:pt x="244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45"/>
            <p:cNvSpPr/>
            <p:nvPr/>
          </p:nvSpPr>
          <p:spPr>
            <a:xfrm>
              <a:off x="5398223" y="3130312"/>
              <a:ext cx="234317" cy="292644"/>
            </a:xfrm>
            <a:custGeom>
              <a:avLst/>
              <a:gdLst/>
              <a:ahLst/>
              <a:cxnLst/>
              <a:rect l="l" t="t" r="r" b="b"/>
              <a:pathLst>
                <a:path w="6050" h="7556" extrusionOk="0">
                  <a:moveTo>
                    <a:pt x="483" y="1"/>
                  </a:moveTo>
                  <a:cubicBezTo>
                    <a:pt x="212" y="1"/>
                    <a:pt x="1" y="219"/>
                    <a:pt x="1" y="483"/>
                  </a:cubicBezTo>
                  <a:lnTo>
                    <a:pt x="1" y="4575"/>
                  </a:lnTo>
                  <a:cubicBezTo>
                    <a:pt x="1" y="5176"/>
                    <a:pt x="265" y="5738"/>
                    <a:pt x="728" y="6115"/>
                  </a:cubicBezTo>
                  <a:lnTo>
                    <a:pt x="728" y="7192"/>
                  </a:lnTo>
                  <a:cubicBezTo>
                    <a:pt x="728" y="7391"/>
                    <a:pt x="887" y="7556"/>
                    <a:pt x="1085" y="7556"/>
                  </a:cubicBezTo>
                  <a:lnTo>
                    <a:pt x="4965" y="7556"/>
                  </a:lnTo>
                  <a:cubicBezTo>
                    <a:pt x="5163" y="7556"/>
                    <a:pt x="5329" y="7391"/>
                    <a:pt x="5329" y="7192"/>
                  </a:cubicBezTo>
                  <a:lnTo>
                    <a:pt x="5329" y="6115"/>
                  </a:lnTo>
                  <a:cubicBezTo>
                    <a:pt x="5785" y="5738"/>
                    <a:pt x="6049" y="5176"/>
                    <a:pt x="6049" y="4575"/>
                  </a:cubicBezTo>
                  <a:lnTo>
                    <a:pt x="6049" y="3874"/>
                  </a:lnTo>
                  <a:lnTo>
                    <a:pt x="3207" y="3874"/>
                  </a:lnTo>
                  <a:cubicBezTo>
                    <a:pt x="3326" y="4138"/>
                    <a:pt x="3385" y="4423"/>
                    <a:pt x="3385" y="4720"/>
                  </a:cubicBezTo>
                  <a:cubicBezTo>
                    <a:pt x="3385" y="4925"/>
                    <a:pt x="3227" y="5084"/>
                    <a:pt x="3028" y="5084"/>
                  </a:cubicBezTo>
                  <a:cubicBezTo>
                    <a:pt x="2823" y="5084"/>
                    <a:pt x="2665" y="4925"/>
                    <a:pt x="2665" y="4720"/>
                  </a:cubicBezTo>
                  <a:cubicBezTo>
                    <a:pt x="2665" y="4191"/>
                    <a:pt x="2354" y="3735"/>
                    <a:pt x="1905" y="3517"/>
                  </a:cubicBezTo>
                  <a:cubicBezTo>
                    <a:pt x="1772" y="3458"/>
                    <a:pt x="1693" y="3332"/>
                    <a:pt x="1693" y="3193"/>
                  </a:cubicBezTo>
                  <a:lnTo>
                    <a:pt x="1693" y="1210"/>
                  </a:lnTo>
                  <a:cubicBezTo>
                    <a:pt x="1693" y="543"/>
                    <a:pt x="1151" y="1"/>
                    <a:pt x="4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45"/>
            <p:cNvSpPr/>
            <p:nvPr/>
          </p:nvSpPr>
          <p:spPr>
            <a:xfrm>
              <a:off x="5463792" y="3012999"/>
              <a:ext cx="103215" cy="78699"/>
            </a:xfrm>
            <a:custGeom>
              <a:avLst/>
              <a:gdLst/>
              <a:ahLst/>
              <a:cxnLst/>
              <a:rect l="l" t="t" r="r" b="b"/>
              <a:pathLst>
                <a:path w="2665" h="2032" extrusionOk="0">
                  <a:moveTo>
                    <a:pt x="579" y="0"/>
                  </a:moveTo>
                  <a:cubicBezTo>
                    <a:pt x="443" y="0"/>
                    <a:pt x="308" y="52"/>
                    <a:pt x="205" y="154"/>
                  </a:cubicBezTo>
                  <a:cubicBezTo>
                    <a:pt x="0" y="366"/>
                    <a:pt x="0" y="696"/>
                    <a:pt x="205" y="901"/>
                  </a:cubicBezTo>
                  <a:lnTo>
                    <a:pt x="1335" y="2031"/>
                  </a:lnTo>
                  <a:lnTo>
                    <a:pt x="2459" y="901"/>
                  </a:lnTo>
                  <a:cubicBezTo>
                    <a:pt x="2664" y="696"/>
                    <a:pt x="2664" y="366"/>
                    <a:pt x="2459" y="154"/>
                  </a:cubicBezTo>
                  <a:cubicBezTo>
                    <a:pt x="2357" y="52"/>
                    <a:pt x="2223" y="0"/>
                    <a:pt x="2088" y="0"/>
                  </a:cubicBezTo>
                  <a:cubicBezTo>
                    <a:pt x="1953" y="0"/>
                    <a:pt x="1818" y="52"/>
                    <a:pt x="1712" y="154"/>
                  </a:cubicBezTo>
                  <a:lnTo>
                    <a:pt x="1587" y="286"/>
                  </a:lnTo>
                  <a:cubicBezTo>
                    <a:pt x="1517" y="356"/>
                    <a:pt x="1425" y="390"/>
                    <a:pt x="1332" y="390"/>
                  </a:cubicBezTo>
                  <a:cubicBezTo>
                    <a:pt x="1240" y="390"/>
                    <a:pt x="1147" y="356"/>
                    <a:pt x="1078" y="286"/>
                  </a:cubicBezTo>
                  <a:lnTo>
                    <a:pt x="952" y="154"/>
                  </a:lnTo>
                  <a:cubicBezTo>
                    <a:pt x="850" y="52"/>
                    <a:pt x="714" y="0"/>
                    <a:pt x="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45"/>
            <p:cNvSpPr/>
            <p:nvPr/>
          </p:nvSpPr>
          <p:spPr>
            <a:xfrm>
              <a:off x="5275372" y="2942666"/>
              <a:ext cx="480058" cy="225331"/>
            </a:xfrm>
            <a:custGeom>
              <a:avLst/>
              <a:gdLst/>
              <a:ahLst/>
              <a:cxnLst/>
              <a:rect l="l" t="t" r="r" b="b"/>
              <a:pathLst>
                <a:path w="12395" h="5818" extrusionOk="0">
                  <a:moveTo>
                    <a:pt x="2538" y="2545"/>
                  </a:moveTo>
                  <a:cubicBezTo>
                    <a:pt x="2743" y="2545"/>
                    <a:pt x="2902" y="2710"/>
                    <a:pt x="2902" y="2909"/>
                  </a:cubicBezTo>
                  <a:cubicBezTo>
                    <a:pt x="2902" y="3107"/>
                    <a:pt x="2743" y="3272"/>
                    <a:pt x="2538" y="3272"/>
                  </a:cubicBezTo>
                  <a:lnTo>
                    <a:pt x="1811" y="3272"/>
                  </a:lnTo>
                  <a:cubicBezTo>
                    <a:pt x="1613" y="3272"/>
                    <a:pt x="1454" y="3107"/>
                    <a:pt x="1454" y="2909"/>
                  </a:cubicBezTo>
                  <a:cubicBezTo>
                    <a:pt x="1454" y="2710"/>
                    <a:pt x="1613" y="2545"/>
                    <a:pt x="1811" y="2545"/>
                  </a:cubicBezTo>
                  <a:close/>
                  <a:moveTo>
                    <a:pt x="10583" y="2545"/>
                  </a:moveTo>
                  <a:cubicBezTo>
                    <a:pt x="10781" y="2545"/>
                    <a:pt x="10946" y="2710"/>
                    <a:pt x="10946" y="2909"/>
                  </a:cubicBezTo>
                  <a:cubicBezTo>
                    <a:pt x="10946" y="3107"/>
                    <a:pt x="10781" y="3272"/>
                    <a:pt x="10583" y="3272"/>
                  </a:cubicBezTo>
                  <a:lnTo>
                    <a:pt x="9856" y="3272"/>
                  </a:lnTo>
                  <a:cubicBezTo>
                    <a:pt x="9651" y="3272"/>
                    <a:pt x="9492" y="3107"/>
                    <a:pt x="9492" y="2909"/>
                  </a:cubicBezTo>
                  <a:cubicBezTo>
                    <a:pt x="9492" y="2710"/>
                    <a:pt x="9651" y="2545"/>
                    <a:pt x="9856" y="2545"/>
                  </a:cubicBezTo>
                  <a:close/>
                  <a:moveTo>
                    <a:pt x="6954" y="1093"/>
                  </a:moveTo>
                  <a:cubicBezTo>
                    <a:pt x="7274" y="1093"/>
                    <a:pt x="7594" y="1216"/>
                    <a:pt x="7840" y="1461"/>
                  </a:cubicBezTo>
                  <a:cubicBezTo>
                    <a:pt x="8329" y="1950"/>
                    <a:pt x="8329" y="2744"/>
                    <a:pt x="7840" y="3233"/>
                  </a:cubicBezTo>
                  <a:lnTo>
                    <a:pt x="6452" y="4621"/>
                  </a:lnTo>
                  <a:cubicBezTo>
                    <a:pt x="6382" y="4690"/>
                    <a:pt x="6290" y="4725"/>
                    <a:pt x="6197" y="4725"/>
                  </a:cubicBezTo>
                  <a:cubicBezTo>
                    <a:pt x="6105" y="4725"/>
                    <a:pt x="6012" y="4690"/>
                    <a:pt x="5943" y="4621"/>
                  </a:cubicBezTo>
                  <a:lnTo>
                    <a:pt x="4554" y="3233"/>
                  </a:lnTo>
                  <a:cubicBezTo>
                    <a:pt x="4065" y="2744"/>
                    <a:pt x="4065" y="1950"/>
                    <a:pt x="4554" y="1461"/>
                  </a:cubicBezTo>
                  <a:cubicBezTo>
                    <a:pt x="4800" y="1216"/>
                    <a:pt x="5120" y="1093"/>
                    <a:pt x="5441" y="1093"/>
                  </a:cubicBezTo>
                  <a:cubicBezTo>
                    <a:pt x="5708" y="1093"/>
                    <a:pt x="5975" y="1178"/>
                    <a:pt x="6200" y="1349"/>
                  </a:cubicBezTo>
                  <a:cubicBezTo>
                    <a:pt x="6422" y="1178"/>
                    <a:pt x="6688" y="1093"/>
                    <a:pt x="6954" y="1093"/>
                  </a:cubicBezTo>
                  <a:close/>
                  <a:moveTo>
                    <a:pt x="2056" y="0"/>
                  </a:moveTo>
                  <a:cubicBezTo>
                    <a:pt x="2056" y="1137"/>
                    <a:pt x="1130" y="2063"/>
                    <a:pt x="0" y="2063"/>
                  </a:cubicBezTo>
                  <a:lnTo>
                    <a:pt x="0" y="3755"/>
                  </a:lnTo>
                  <a:cubicBezTo>
                    <a:pt x="1130" y="3755"/>
                    <a:pt x="2056" y="4680"/>
                    <a:pt x="2056" y="5817"/>
                  </a:cubicBezTo>
                  <a:lnTo>
                    <a:pt x="2446" y="5817"/>
                  </a:lnTo>
                  <a:lnTo>
                    <a:pt x="2446" y="5328"/>
                  </a:lnTo>
                  <a:cubicBezTo>
                    <a:pt x="2446" y="4660"/>
                    <a:pt x="2988" y="4118"/>
                    <a:pt x="3655" y="4118"/>
                  </a:cubicBezTo>
                  <a:cubicBezTo>
                    <a:pt x="4640" y="4118"/>
                    <a:pt x="5453" y="4859"/>
                    <a:pt x="5579" y="5817"/>
                  </a:cubicBezTo>
                  <a:lnTo>
                    <a:pt x="10338" y="5817"/>
                  </a:lnTo>
                  <a:cubicBezTo>
                    <a:pt x="10338" y="4680"/>
                    <a:pt x="11264" y="3755"/>
                    <a:pt x="12394" y="3755"/>
                  </a:cubicBezTo>
                  <a:lnTo>
                    <a:pt x="12394" y="2063"/>
                  </a:lnTo>
                  <a:cubicBezTo>
                    <a:pt x="11264" y="2063"/>
                    <a:pt x="10338" y="1137"/>
                    <a:pt x="103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 name="Google Shape;440;p45"/>
          <p:cNvGrpSpPr/>
          <p:nvPr/>
        </p:nvGrpSpPr>
        <p:grpSpPr>
          <a:xfrm>
            <a:off x="331013" y="218462"/>
            <a:ext cx="805800" cy="805800"/>
            <a:chOff x="331013" y="983137"/>
            <a:chExt cx="805800" cy="805800"/>
          </a:xfrm>
        </p:grpSpPr>
        <p:sp>
          <p:nvSpPr>
            <p:cNvPr id="441" name="Google Shape;441;p45"/>
            <p:cNvSpPr/>
            <p:nvPr/>
          </p:nvSpPr>
          <p:spPr>
            <a:xfrm>
              <a:off x="331013" y="983137"/>
              <a:ext cx="805800" cy="805800"/>
            </a:xfrm>
            <a:prstGeom prst="diamond">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45"/>
            <p:cNvSpPr/>
            <p:nvPr/>
          </p:nvSpPr>
          <p:spPr>
            <a:xfrm>
              <a:off x="398847" y="1050987"/>
              <a:ext cx="670200" cy="670200"/>
            </a:xfrm>
            <a:prstGeom prst="diamon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3" name="Google Shape;443;p45"/>
            <p:cNvGrpSpPr/>
            <p:nvPr/>
          </p:nvGrpSpPr>
          <p:grpSpPr>
            <a:xfrm>
              <a:off x="601511" y="1243801"/>
              <a:ext cx="264849" cy="284129"/>
              <a:chOff x="5960550" y="2519275"/>
              <a:chExt cx="332850" cy="357125"/>
            </a:xfrm>
          </p:grpSpPr>
          <p:sp>
            <p:nvSpPr>
              <p:cNvPr id="444" name="Google Shape;444;p45"/>
              <p:cNvSpPr/>
              <p:nvPr/>
            </p:nvSpPr>
            <p:spPr>
              <a:xfrm>
                <a:off x="6088300" y="2519275"/>
                <a:ext cx="78525" cy="75050"/>
              </a:xfrm>
              <a:custGeom>
                <a:avLst/>
                <a:gdLst/>
                <a:ahLst/>
                <a:cxnLst/>
                <a:rect l="l" t="t" r="r" b="b"/>
                <a:pathLst>
                  <a:path w="3141" h="3002" extrusionOk="0">
                    <a:moveTo>
                      <a:pt x="1569" y="0"/>
                    </a:moveTo>
                    <a:cubicBezTo>
                      <a:pt x="1047" y="0"/>
                      <a:pt x="553" y="283"/>
                      <a:pt x="285" y="727"/>
                    </a:cubicBezTo>
                    <a:cubicBezTo>
                      <a:pt x="7" y="1183"/>
                      <a:pt x="1" y="1772"/>
                      <a:pt x="265" y="2234"/>
                    </a:cubicBezTo>
                    <a:cubicBezTo>
                      <a:pt x="523" y="2697"/>
                      <a:pt x="1012" y="2995"/>
                      <a:pt x="1541" y="3001"/>
                    </a:cubicBezTo>
                    <a:lnTo>
                      <a:pt x="1574" y="3001"/>
                    </a:lnTo>
                    <a:cubicBezTo>
                      <a:pt x="2096" y="3001"/>
                      <a:pt x="2598" y="2717"/>
                      <a:pt x="2863" y="2268"/>
                    </a:cubicBezTo>
                    <a:cubicBezTo>
                      <a:pt x="3134" y="1805"/>
                      <a:pt x="3140" y="1217"/>
                      <a:pt x="2869" y="754"/>
                    </a:cubicBezTo>
                    <a:cubicBezTo>
                      <a:pt x="2612" y="298"/>
                      <a:pt x="2116"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45" name="Google Shape;445;p45"/>
              <p:cNvSpPr/>
              <p:nvPr/>
            </p:nvSpPr>
            <p:spPr>
              <a:xfrm>
                <a:off x="6223800" y="2648525"/>
                <a:ext cx="49125" cy="48075"/>
              </a:xfrm>
              <a:custGeom>
                <a:avLst/>
                <a:gdLst/>
                <a:ahLst/>
                <a:cxnLst/>
                <a:rect l="l" t="t" r="r" b="b"/>
                <a:pathLst>
                  <a:path w="1965" h="1923" extrusionOk="0">
                    <a:moveTo>
                      <a:pt x="991" y="1"/>
                    </a:moveTo>
                    <a:cubicBezTo>
                      <a:pt x="760" y="1"/>
                      <a:pt x="531" y="81"/>
                      <a:pt x="358" y="231"/>
                    </a:cubicBezTo>
                    <a:cubicBezTo>
                      <a:pt x="160" y="396"/>
                      <a:pt x="34" y="641"/>
                      <a:pt x="21" y="905"/>
                    </a:cubicBezTo>
                    <a:cubicBezTo>
                      <a:pt x="1" y="1169"/>
                      <a:pt x="100" y="1427"/>
                      <a:pt x="279" y="1619"/>
                    </a:cubicBezTo>
                    <a:cubicBezTo>
                      <a:pt x="457" y="1811"/>
                      <a:pt x="715" y="1923"/>
                      <a:pt x="979" y="1923"/>
                    </a:cubicBezTo>
                    <a:cubicBezTo>
                      <a:pt x="1435" y="1923"/>
                      <a:pt x="1839" y="1579"/>
                      <a:pt x="1918" y="1130"/>
                    </a:cubicBezTo>
                    <a:cubicBezTo>
                      <a:pt x="1964" y="872"/>
                      <a:pt x="1905" y="594"/>
                      <a:pt x="1739" y="383"/>
                    </a:cubicBezTo>
                    <a:cubicBezTo>
                      <a:pt x="1587" y="178"/>
                      <a:pt x="1349" y="39"/>
                      <a:pt x="1092" y="6"/>
                    </a:cubicBezTo>
                    <a:cubicBezTo>
                      <a:pt x="1058" y="3"/>
                      <a:pt x="1025" y="1"/>
                      <a:pt x="9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46" name="Google Shape;446;p45"/>
              <p:cNvSpPr/>
              <p:nvPr/>
            </p:nvSpPr>
            <p:spPr>
              <a:xfrm>
                <a:off x="5960550" y="2596675"/>
                <a:ext cx="332850" cy="279725"/>
              </a:xfrm>
              <a:custGeom>
                <a:avLst/>
                <a:gdLst/>
                <a:ahLst/>
                <a:cxnLst/>
                <a:rect l="l" t="t" r="r" b="b"/>
                <a:pathLst>
                  <a:path w="13314" h="11189" extrusionOk="0">
                    <a:moveTo>
                      <a:pt x="6685" y="0"/>
                    </a:moveTo>
                    <a:cubicBezTo>
                      <a:pt x="6414" y="0"/>
                      <a:pt x="6144" y="68"/>
                      <a:pt x="5891" y="203"/>
                    </a:cubicBezTo>
                    <a:cubicBezTo>
                      <a:pt x="5256" y="540"/>
                      <a:pt x="4747" y="1075"/>
                      <a:pt x="4423" y="1697"/>
                    </a:cubicBezTo>
                    <a:cubicBezTo>
                      <a:pt x="4245" y="2034"/>
                      <a:pt x="4119" y="2384"/>
                      <a:pt x="4027" y="2748"/>
                    </a:cubicBezTo>
                    <a:cubicBezTo>
                      <a:pt x="3927" y="3111"/>
                      <a:pt x="3874" y="3481"/>
                      <a:pt x="3841" y="3851"/>
                    </a:cubicBezTo>
                    <a:cubicBezTo>
                      <a:pt x="3808" y="4189"/>
                      <a:pt x="3808" y="4526"/>
                      <a:pt x="3808" y="4863"/>
                    </a:cubicBezTo>
                    <a:cubicBezTo>
                      <a:pt x="3808" y="4863"/>
                      <a:pt x="3802" y="4869"/>
                      <a:pt x="3802" y="4869"/>
                    </a:cubicBezTo>
                    <a:cubicBezTo>
                      <a:pt x="3802" y="4869"/>
                      <a:pt x="3694" y="4947"/>
                      <a:pt x="3573" y="4947"/>
                    </a:cubicBezTo>
                    <a:cubicBezTo>
                      <a:pt x="3557" y="4947"/>
                      <a:pt x="3540" y="4945"/>
                      <a:pt x="3524" y="4942"/>
                    </a:cubicBezTo>
                    <a:cubicBezTo>
                      <a:pt x="3465" y="4929"/>
                      <a:pt x="3412" y="4909"/>
                      <a:pt x="3359" y="4889"/>
                    </a:cubicBezTo>
                    <a:cubicBezTo>
                      <a:pt x="3247" y="4843"/>
                      <a:pt x="3141" y="4784"/>
                      <a:pt x="3035" y="4717"/>
                    </a:cubicBezTo>
                    <a:cubicBezTo>
                      <a:pt x="2837" y="4605"/>
                      <a:pt x="2652" y="4473"/>
                      <a:pt x="2473" y="4327"/>
                    </a:cubicBezTo>
                    <a:cubicBezTo>
                      <a:pt x="2262" y="4148"/>
                      <a:pt x="2029" y="4065"/>
                      <a:pt x="1796" y="4065"/>
                    </a:cubicBezTo>
                    <a:cubicBezTo>
                      <a:pt x="1643" y="4065"/>
                      <a:pt x="1490" y="4101"/>
                      <a:pt x="1343" y="4169"/>
                    </a:cubicBezTo>
                    <a:cubicBezTo>
                      <a:pt x="675" y="4486"/>
                      <a:pt x="272" y="5160"/>
                      <a:pt x="113" y="5848"/>
                    </a:cubicBezTo>
                    <a:cubicBezTo>
                      <a:pt x="21" y="6258"/>
                      <a:pt x="1" y="6674"/>
                      <a:pt x="1" y="7090"/>
                    </a:cubicBezTo>
                    <a:cubicBezTo>
                      <a:pt x="8" y="7236"/>
                      <a:pt x="127" y="7361"/>
                      <a:pt x="272" y="7375"/>
                    </a:cubicBezTo>
                    <a:cubicBezTo>
                      <a:pt x="276" y="7375"/>
                      <a:pt x="280" y="7375"/>
                      <a:pt x="284" y="7375"/>
                    </a:cubicBezTo>
                    <a:cubicBezTo>
                      <a:pt x="431" y="7375"/>
                      <a:pt x="563" y="7258"/>
                      <a:pt x="569" y="7110"/>
                    </a:cubicBezTo>
                    <a:cubicBezTo>
                      <a:pt x="602" y="6720"/>
                      <a:pt x="655" y="6324"/>
                      <a:pt x="794" y="5953"/>
                    </a:cubicBezTo>
                    <a:lnTo>
                      <a:pt x="807" y="6284"/>
                    </a:lnTo>
                    <a:lnTo>
                      <a:pt x="318" y="8479"/>
                    </a:lnTo>
                    <a:cubicBezTo>
                      <a:pt x="305" y="8531"/>
                      <a:pt x="318" y="8584"/>
                      <a:pt x="351" y="8624"/>
                    </a:cubicBezTo>
                    <a:cubicBezTo>
                      <a:pt x="384" y="8664"/>
                      <a:pt x="437" y="8683"/>
                      <a:pt x="483" y="8683"/>
                    </a:cubicBezTo>
                    <a:lnTo>
                      <a:pt x="887" y="8683"/>
                    </a:lnTo>
                    <a:lnTo>
                      <a:pt x="999" y="10852"/>
                    </a:lnTo>
                    <a:cubicBezTo>
                      <a:pt x="1006" y="11023"/>
                      <a:pt x="1158" y="11162"/>
                      <a:pt x="1330" y="11162"/>
                    </a:cubicBezTo>
                    <a:cubicBezTo>
                      <a:pt x="1501" y="11162"/>
                      <a:pt x="1653" y="11023"/>
                      <a:pt x="1660" y="10852"/>
                    </a:cubicBezTo>
                    <a:lnTo>
                      <a:pt x="1766" y="8683"/>
                    </a:lnTo>
                    <a:lnTo>
                      <a:pt x="1799" y="8683"/>
                    </a:lnTo>
                    <a:lnTo>
                      <a:pt x="1911" y="10852"/>
                    </a:lnTo>
                    <a:cubicBezTo>
                      <a:pt x="1924" y="11023"/>
                      <a:pt x="2070" y="11162"/>
                      <a:pt x="2242" y="11162"/>
                    </a:cubicBezTo>
                    <a:cubicBezTo>
                      <a:pt x="2420" y="11162"/>
                      <a:pt x="2566" y="11023"/>
                      <a:pt x="2579" y="10852"/>
                    </a:cubicBezTo>
                    <a:lnTo>
                      <a:pt x="2678" y="8683"/>
                    </a:lnTo>
                    <a:lnTo>
                      <a:pt x="3088" y="8683"/>
                    </a:lnTo>
                    <a:cubicBezTo>
                      <a:pt x="3134" y="8683"/>
                      <a:pt x="3187" y="8664"/>
                      <a:pt x="3220" y="8624"/>
                    </a:cubicBezTo>
                    <a:cubicBezTo>
                      <a:pt x="3253" y="8584"/>
                      <a:pt x="3266" y="8531"/>
                      <a:pt x="3253" y="8479"/>
                    </a:cubicBezTo>
                    <a:lnTo>
                      <a:pt x="2771" y="6284"/>
                    </a:lnTo>
                    <a:lnTo>
                      <a:pt x="2784" y="5405"/>
                    </a:lnTo>
                    <a:cubicBezTo>
                      <a:pt x="3018" y="5497"/>
                      <a:pt x="3275" y="5578"/>
                      <a:pt x="3528" y="5578"/>
                    </a:cubicBezTo>
                    <a:cubicBezTo>
                      <a:pt x="3546" y="5578"/>
                      <a:pt x="3565" y="5578"/>
                      <a:pt x="3584" y="5577"/>
                    </a:cubicBezTo>
                    <a:cubicBezTo>
                      <a:pt x="3722" y="5570"/>
                      <a:pt x="3855" y="5537"/>
                      <a:pt x="3967" y="5458"/>
                    </a:cubicBezTo>
                    <a:cubicBezTo>
                      <a:pt x="4040" y="5411"/>
                      <a:pt x="4093" y="5352"/>
                      <a:pt x="4145" y="5286"/>
                    </a:cubicBezTo>
                    <a:cubicBezTo>
                      <a:pt x="4172" y="5292"/>
                      <a:pt x="4205" y="5299"/>
                      <a:pt x="4238" y="5299"/>
                    </a:cubicBezTo>
                    <a:cubicBezTo>
                      <a:pt x="4246" y="5300"/>
                      <a:pt x="4254" y="5300"/>
                      <a:pt x="4261" y="5300"/>
                    </a:cubicBezTo>
                    <a:cubicBezTo>
                      <a:pt x="4483" y="5300"/>
                      <a:pt x="4682" y="5119"/>
                      <a:pt x="4701" y="4896"/>
                    </a:cubicBezTo>
                    <a:cubicBezTo>
                      <a:pt x="4707" y="4784"/>
                      <a:pt x="4714" y="4671"/>
                      <a:pt x="4727" y="4559"/>
                    </a:cubicBezTo>
                    <a:cubicBezTo>
                      <a:pt x="4747" y="4387"/>
                      <a:pt x="4773" y="4215"/>
                      <a:pt x="4800" y="4043"/>
                    </a:cubicBezTo>
                    <a:cubicBezTo>
                      <a:pt x="4853" y="3680"/>
                      <a:pt x="4952" y="3323"/>
                      <a:pt x="5078" y="2979"/>
                    </a:cubicBezTo>
                    <a:cubicBezTo>
                      <a:pt x="5111" y="2893"/>
                      <a:pt x="5144" y="2807"/>
                      <a:pt x="5183" y="2728"/>
                    </a:cubicBezTo>
                    <a:lnTo>
                      <a:pt x="5203" y="3785"/>
                    </a:lnTo>
                    <a:lnTo>
                      <a:pt x="4344" y="7632"/>
                    </a:lnTo>
                    <a:cubicBezTo>
                      <a:pt x="4331" y="7718"/>
                      <a:pt x="4350" y="7811"/>
                      <a:pt x="4410" y="7877"/>
                    </a:cubicBezTo>
                    <a:cubicBezTo>
                      <a:pt x="4469" y="7950"/>
                      <a:pt x="4549" y="7989"/>
                      <a:pt x="4641" y="7989"/>
                    </a:cubicBezTo>
                    <a:lnTo>
                      <a:pt x="5315" y="7989"/>
                    </a:lnTo>
                    <a:lnTo>
                      <a:pt x="5448" y="10700"/>
                    </a:lnTo>
                    <a:cubicBezTo>
                      <a:pt x="5461" y="10971"/>
                      <a:pt x="5692" y="11189"/>
                      <a:pt x="5970" y="11189"/>
                    </a:cubicBezTo>
                    <a:cubicBezTo>
                      <a:pt x="5974" y="11189"/>
                      <a:pt x="5978" y="11189"/>
                      <a:pt x="5982" y="11189"/>
                    </a:cubicBezTo>
                    <a:cubicBezTo>
                      <a:pt x="6241" y="11189"/>
                      <a:pt x="6472" y="10973"/>
                      <a:pt x="6485" y="10706"/>
                    </a:cubicBezTo>
                    <a:cubicBezTo>
                      <a:pt x="6485" y="10706"/>
                      <a:pt x="6485" y="10700"/>
                      <a:pt x="6485" y="10700"/>
                    </a:cubicBezTo>
                    <a:lnTo>
                      <a:pt x="6631" y="7989"/>
                    </a:lnTo>
                    <a:lnTo>
                      <a:pt x="6750" y="7989"/>
                    </a:lnTo>
                    <a:lnTo>
                      <a:pt x="6882" y="10700"/>
                    </a:lnTo>
                    <a:cubicBezTo>
                      <a:pt x="6895" y="10971"/>
                      <a:pt x="7127" y="11189"/>
                      <a:pt x="7398" y="11189"/>
                    </a:cubicBezTo>
                    <a:cubicBezTo>
                      <a:pt x="7402" y="11189"/>
                      <a:pt x="7406" y="11189"/>
                      <a:pt x="7410" y="11189"/>
                    </a:cubicBezTo>
                    <a:cubicBezTo>
                      <a:pt x="7675" y="11189"/>
                      <a:pt x="7900" y="10973"/>
                      <a:pt x="7920" y="10706"/>
                    </a:cubicBezTo>
                    <a:cubicBezTo>
                      <a:pt x="7920" y="10706"/>
                      <a:pt x="7920" y="10700"/>
                      <a:pt x="7920" y="10700"/>
                    </a:cubicBezTo>
                    <a:lnTo>
                      <a:pt x="8059" y="7989"/>
                    </a:lnTo>
                    <a:lnTo>
                      <a:pt x="8713" y="7989"/>
                    </a:lnTo>
                    <a:cubicBezTo>
                      <a:pt x="8806" y="7989"/>
                      <a:pt x="8892" y="7950"/>
                      <a:pt x="8944" y="7877"/>
                    </a:cubicBezTo>
                    <a:cubicBezTo>
                      <a:pt x="9004" y="7811"/>
                      <a:pt x="9024" y="7718"/>
                      <a:pt x="9011" y="7626"/>
                    </a:cubicBezTo>
                    <a:lnTo>
                      <a:pt x="8164" y="3766"/>
                    </a:lnTo>
                    <a:lnTo>
                      <a:pt x="8178" y="2728"/>
                    </a:lnTo>
                    <a:cubicBezTo>
                      <a:pt x="8323" y="3071"/>
                      <a:pt x="8422" y="3501"/>
                      <a:pt x="8488" y="3865"/>
                    </a:cubicBezTo>
                    <a:cubicBezTo>
                      <a:pt x="8548" y="4182"/>
                      <a:pt x="8581" y="4506"/>
                      <a:pt x="8607" y="4823"/>
                    </a:cubicBezTo>
                    <a:cubicBezTo>
                      <a:pt x="8607" y="4836"/>
                      <a:pt x="8607" y="4843"/>
                      <a:pt x="8614" y="4850"/>
                    </a:cubicBezTo>
                    <a:cubicBezTo>
                      <a:pt x="8633" y="5073"/>
                      <a:pt x="8825" y="5253"/>
                      <a:pt x="9053" y="5253"/>
                    </a:cubicBezTo>
                    <a:cubicBezTo>
                      <a:pt x="9061" y="5253"/>
                      <a:pt x="9069" y="5253"/>
                      <a:pt x="9077" y="5253"/>
                    </a:cubicBezTo>
                    <a:cubicBezTo>
                      <a:pt x="9096" y="5253"/>
                      <a:pt x="9123" y="5253"/>
                      <a:pt x="9143" y="5246"/>
                    </a:cubicBezTo>
                    <a:cubicBezTo>
                      <a:pt x="9196" y="5332"/>
                      <a:pt x="9255" y="5405"/>
                      <a:pt x="9341" y="5458"/>
                    </a:cubicBezTo>
                    <a:cubicBezTo>
                      <a:pt x="9453" y="5537"/>
                      <a:pt x="9592" y="5570"/>
                      <a:pt x="9724" y="5577"/>
                    </a:cubicBezTo>
                    <a:cubicBezTo>
                      <a:pt x="9744" y="5578"/>
                      <a:pt x="9763" y="5578"/>
                      <a:pt x="9782" y="5578"/>
                    </a:cubicBezTo>
                    <a:cubicBezTo>
                      <a:pt x="10039" y="5578"/>
                      <a:pt x="10290" y="5497"/>
                      <a:pt x="10524" y="5405"/>
                    </a:cubicBezTo>
                    <a:lnTo>
                      <a:pt x="10524" y="5405"/>
                    </a:lnTo>
                    <a:lnTo>
                      <a:pt x="10432" y="7097"/>
                    </a:lnTo>
                    <a:cubicBezTo>
                      <a:pt x="10425" y="7309"/>
                      <a:pt x="10471" y="7494"/>
                      <a:pt x="10564" y="7666"/>
                    </a:cubicBezTo>
                    <a:lnTo>
                      <a:pt x="10716" y="10852"/>
                    </a:lnTo>
                    <a:cubicBezTo>
                      <a:pt x="10729" y="11023"/>
                      <a:pt x="10875" y="11162"/>
                      <a:pt x="11053" y="11162"/>
                    </a:cubicBezTo>
                    <a:cubicBezTo>
                      <a:pt x="11225" y="11162"/>
                      <a:pt x="11370" y="11023"/>
                      <a:pt x="11384" y="10852"/>
                    </a:cubicBezTo>
                    <a:lnTo>
                      <a:pt x="11516" y="8340"/>
                    </a:lnTo>
                    <a:lnTo>
                      <a:pt x="11635" y="10852"/>
                    </a:lnTo>
                    <a:cubicBezTo>
                      <a:pt x="11641" y="11023"/>
                      <a:pt x="11793" y="11162"/>
                      <a:pt x="11965" y="11162"/>
                    </a:cubicBezTo>
                    <a:cubicBezTo>
                      <a:pt x="12137" y="11162"/>
                      <a:pt x="12289" y="11023"/>
                      <a:pt x="12296" y="10852"/>
                    </a:cubicBezTo>
                    <a:lnTo>
                      <a:pt x="12461" y="7659"/>
                    </a:lnTo>
                    <a:cubicBezTo>
                      <a:pt x="12554" y="7487"/>
                      <a:pt x="12587" y="7295"/>
                      <a:pt x="12580" y="7097"/>
                    </a:cubicBezTo>
                    <a:cubicBezTo>
                      <a:pt x="12573" y="7005"/>
                      <a:pt x="12567" y="6912"/>
                      <a:pt x="12560" y="6819"/>
                    </a:cubicBezTo>
                    <a:cubicBezTo>
                      <a:pt x="12547" y="6529"/>
                      <a:pt x="12534" y="6238"/>
                      <a:pt x="12514" y="5953"/>
                    </a:cubicBezTo>
                    <a:lnTo>
                      <a:pt x="12514" y="5953"/>
                    </a:lnTo>
                    <a:cubicBezTo>
                      <a:pt x="12653" y="6324"/>
                      <a:pt x="12706" y="6720"/>
                      <a:pt x="12739" y="7110"/>
                    </a:cubicBezTo>
                    <a:cubicBezTo>
                      <a:pt x="12752" y="7258"/>
                      <a:pt x="12877" y="7375"/>
                      <a:pt x="13024" y="7375"/>
                    </a:cubicBezTo>
                    <a:cubicBezTo>
                      <a:pt x="13028" y="7375"/>
                      <a:pt x="13032" y="7375"/>
                      <a:pt x="13036" y="7375"/>
                    </a:cubicBezTo>
                    <a:cubicBezTo>
                      <a:pt x="13188" y="7361"/>
                      <a:pt x="13307" y="7236"/>
                      <a:pt x="13307" y="7090"/>
                    </a:cubicBezTo>
                    <a:cubicBezTo>
                      <a:pt x="13314" y="6674"/>
                      <a:pt x="13287" y="6258"/>
                      <a:pt x="13195" y="5848"/>
                    </a:cubicBezTo>
                    <a:cubicBezTo>
                      <a:pt x="13036" y="5160"/>
                      <a:pt x="12633" y="4486"/>
                      <a:pt x="11972" y="4169"/>
                    </a:cubicBezTo>
                    <a:cubicBezTo>
                      <a:pt x="11825" y="4101"/>
                      <a:pt x="11672" y="4065"/>
                      <a:pt x="11519" y="4065"/>
                    </a:cubicBezTo>
                    <a:cubicBezTo>
                      <a:pt x="11285" y="4065"/>
                      <a:pt x="11050" y="4148"/>
                      <a:pt x="10835" y="4327"/>
                    </a:cubicBezTo>
                    <a:cubicBezTo>
                      <a:pt x="10663" y="4473"/>
                      <a:pt x="10471" y="4605"/>
                      <a:pt x="10280" y="4717"/>
                    </a:cubicBezTo>
                    <a:cubicBezTo>
                      <a:pt x="10174" y="4784"/>
                      <a:pt x="10062" y="4843"/>
                      <a:pt x="9949" y="4889"/>
                    </a:cubicBezTo>
                    <a:cubicBezTo>
                      <a:pt x="9896" y="4909"/>
                      <a:pt x="9843" y="4929"/>
                      <a:pt x="9791" y="4942"/>
                    </a:cubicBezTo>
                    <a:cubicBezTo>
                      <a:pt x="9753" y="4947"/>
                      <a:pt x="9707" y="4957"/>
                      <a:pt x="9666" y="4957"/>
                    </a:cubicBezTo>
                    <a:cubicBezTo>
                      <a:pt x="9657" y="4957"/>
                      <a:pt x="9647" y="4957"/>
                      <a:pt x="9639" y="4955"/>
                    </a:cubicBezTo>
                    <a:cubicBezTo>
                      <a:pt x="9632" y="4949"/>
                      <a:pt x="9513" y="4869"/>
                      <a:pt x="9513" y="4869"/>
                    </a:cubicBezTo>
                    <a:cubicBezTo>
                      <a:pt x="9506" y="4869"/>
                      <a:pt x="9500" y="4863"/>
                      <a:pt x="9500" y="4863"/>
                    </a:cubicBezTo>
                    <a:cubicBezTo>
                      <a:pt x="9500" y="4850"/>
                      <a:pt x="9500" y="4830"/>
                      <a:pt x="9500" y="4817"/>
                    </a:cubicBezTo>
                    <a:cubicBezTo>
                      <a:pt x="9500" y="4665"/>
                      <a:pt x="9506" y="4512"/>
                      <a:pt x="9500" y="4367"/>
                    </a:cubicBezTo>
                    <a:cubicBezTo>
                      <a:pt x="9500" y="4367"/>
                      <a:pt x="9500" y="4367"/>
                      <a:pt x="9500" y="4354"/>
                    </a:cubicBezTo>
                    <a:cubicBezTo>
                      <a:pt x="9500" y="4345"/>
                      <a:pt x="9500" y="4339"/>
                      <a:pt x="9500" y="4334"/>
                    </a:cubicBezTo>
                    <a:cubicBezTo>
                      <a:pt x="9493" y="3984"/>
                      <a:pt x="9467" y="3633"/>
                      <a:pt x="9414" y="3283"/>
                    </a:cubicBezTo>
                    <a:cubicBezTo>
                      <a:pt x="9354" y="2913"/>
                      <a:pt x="9262" y="2543"/>
                      <a:pt x="9130" y="2186"/>
                    </a:cubicBezTo>
                    <a:cubicBezTo>
                      <a:pt x="8885" y="1505"/>
                      <a:pt x="8469" y="857"/>
                      <a:pt x="7874" y="441"/>
                    </a:cubicBezTo>
                    <a:cubicBezTo>
                      <a:pt x="7748" y="355"/>
                      <a:pt x="7616" y="282"/>
                      <a:pt x="7484" y="209"/>
                    </a:cubicBezTo>
                    <a:cubicBezTo>
                      <a:pt x="7231" y="70"/>
                      <a:pt x="6958" y="0"/>
                      <a:pt x="6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47" name="Google Shape;447;p45"/>
              <p:cNvSpPr/>
              <p:nvPr/>
            </p:nvSpPr>
            <p:spPr>
              <a:xfrm>
                <a:off x="5980875" y="2648525"/>
                <a:ext cx="49125" cy="48075"/>
              </a:xfrm>
              <a:custGeom>
                <a:avLst/>
                <a:gdLst/>
                <a:ahLst/>
                <a:cxnLst/>
                <a:rect l="l" t="t" r="r" b="b"/>
                <a:pathLst>
                  <a:path w="1965" h="1923" extrusionOk="0">
                    <a:moveTo>
                      <a:pt x="980" y="1"/>
                    </a:moveTo>
                    <a:cubicBezTo>
                      <a:pt x="947" y="1"/>
                      <a:pt x="913" y="3"/>
                      <a:pt x="880" y="6"/>
                    </a:cubicBezTo>
                    <a:cubicBezTo>
                      <a:pt x="622" y="39"/>
                      <a:pt x="384" y="178"/>
                      <a:pt x="226" y="383"/>
                    </a:cubicBezTo>
                    <a:cubicBezTo>
                      <a:pt x="67" y="594"/>
                      <a:pt x="1" y="872"/>
                      <a:pt x="47" y="1130"/>
                    </a:cubicBezTo>
                    <a:cubicBezTo>
                      <a:pt x="127" y="1579"/>
                      <a:pt x="536" y="1923"/>
                      <a:pt x="992" y="1923"/>
                    </a:cubicBezTo>
                    <a:cubicBezTo>
                      <a:pt x="1257" y="1923"/>
                      <a:pt x="1508" y="1811"/>
                      <a:pt x="1687" y="1619"/>
                    </a:cubicBezTo>
                    <a:cubicBezTo>
                      <a:pt x="1872" y="1427"/>
                      <a:pt x="1964" y="1169"/>
                      <a:pt x="1951" y="905"/>
                    </a:cubicBezTo>
                    <a:cubicBezTo>
                      <a:pt x="1931" y="641"/>
                      <a:pt x="1812" y="396"/>
                      <a:pt x="1614" y="231"/>
                    </a:cubicBezTo>
                    <a:cubicBezTo>
                      <a:pt x="1435" y="81"/>
                      <a:pt x="1210"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448" name="Google Shape;448;p45"/>
          <p:cNvGrpSpPr/>
          <p:nvPr/>
        </p:nvGrpSpPr>
        <p:grpSpPr>
          <a:xfrm>
            <a:off x="8286826" y="1334087"/>
            <a:ext cx="754200" cy="717300"/>
            <a:chOff x="8286826" y="265837"/>
            <a:chExt cx="754200" cy="717300"/>
          </a:xfrm>
        </p:grpSpPr>
        <p:sp>
          <p:nvSpPr>
            <p:cNvPr id="449" name="Google Shape;449;p45"/>
            <p:cNvSpPr/>
            <p:nvPr/>
          </p:nvSpPr>
          <p:spPr>
            <a:xfrm>
              <a:off x="8286826" y="265837"/>
              <a:ext cx="754200" cy="717300"/>
            </a:xfrm>
            <a:prstGeom prst="decagon">
              <a:avLst>
                <a:gd name="vf" fmla="val 105146"/>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45"/>
            <p:cNvSpPr/>
            <p:nvPr/>
          </p:nvSpPr>
          <p:spPr>
            <a:xfrm>
              <a:off x="8326188" y="303288"/>
              <a:ext cx="675300" cy="642300"/>
            </a:xfrm>
            <a:prstGeom prst="decagon">
              <a:avLst>
                <a:gd name="vf" fmla="val 105146"/>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1" name="Google Shape;451;p45"/>
            <p:cNvGrpSpPr/>
            <p:nvPr/>
          </p:nvGrpSpPr>
          <p:grpSpPr>
            <a:xfrm>
              <a:off x="8488825" y="484882"/>
              <a:ext cx="350188" cy="279116"/>
              <a:chOff x="5469425" y="2526250"/>
              <a:chExt cx="440100" cy="350825"/>
            </a:xfrm>
          </p:grpSpPr>
          <p:sp>
            <p:nvSpPr>
              <p:cNvPr id="452" name="Google Shape;452;p45"/>
              <p:cNvSpPr/>
              <p:nvPr/>
            </p:nvSpPr>
            <p:spPr>
              <a:xfrm>
                <a:off x="5489925" y="2650200"/>
                <a:ext cx="49100" cy="48050"/>
              </a:xfrm>
              <a:custGeom>
                <a:avLst/>
                <a:gdLst/>
                <a:ahLst/>
                <a:cxnLst/>
                <a:rect l="l" t="t" r="r" b="b"/>
                <a:pathLst>
                  <a:path w="1964" h="1922" extrusionOk="0">
                    <a:moveTo>
                      <a:pt x="979" y="0"/>
                    </a:moveTo>
                    <a:cubicBezTo>
                      <a:pt x="946" y="0"/>
                      <a:pt x="913" y="2"/>
                      <a:pt x="879" y="5"/>
                    </a:cubicBezTo>
                    <a:cubicBezTo>
                      <a:pt x="622" y="38"/>
                      <a:pt x="384" y="177"/>
                      <a:pt x="225" y="382"/>
                    </a:cubicBezTo>
                    <a:cubicBezTo>
                      <a:pt x="66" y="593"/>
                      <a:pt x="0" y="871"/>
                      <a:pt x="46" y="1129"/>
                    </a:cubicBezTo>
                    <a:cubicBezTo>
                      <a:pt x="126" y="1578"/>
                      <a:pt x="536" y="1922"/>
                      <a:pt x="992" y="1922"/>
                    </a:cubicBezTo>
                    <a:cubicBezTo>
                      <a:pt x="1256" y="1922"/>
                      <a:pt x="1507" y="1810"/>
                      <a:pt x="1692" y="1618"/>
                    </a:cubicBezTo>
                    <a:cubicBezTo>
                      <a:pt x="1871" y="1426"/>
                      <a:pt x="1963" y="1168"/>
                      <a:pt x="1950" y="904"/>
                    </a:cubicBezTo>
                    <a:cubicBezTo>
                      <a:pt x="1937" y="640"/>
                      <a:pt x="1811" y="395"/>
                      <a:pt x="1613" y="230"/>
                    </a:cubicBezTo>
                    <a:cubicBezTo>
                      <a:pt x="1434" y="80"/>
                      <a:pt x="1209" y="0"/>
                      <a:pt x="9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53" name="Google Shape;453;p45"/>
              <p:cNvSpPr/>
              <p:nvPr/>
            </p:nvSpPr>
            <p:spPr>
              <a:xfrm>
                <a:off x="5589725" y="2526250"/>
                <a:ext cx="78025" cy="73200"/>
              </a:xfrm>
              <a:custGeom>
                <a:avLst/>
                <a:gdLst/>
                <a:ahLst/>
                <a:cxnLst/>
                <a:rect l="l" t="t" r="r" b="b"/>
                <a:pathLst>
                  <a:path w="3121" h="2928" extrusionOk="0">
                    <a:moveTo>
                      <a:pt x="1559" y="1"/>
                    </a:moveTo>
                    <a:cubicBezTo>
                      <a:pt x="1485" y="1"/>
                      <a:pt x="1410" y="7"/>
                      <a:pt x="1336" y="19"/>
                    </a:cubicBezTo>
                    <a:cubicBezTo>
                      <a:pt x="801" y="105"/>
                      <a:pt x="351" y="488"/>
                      <a:pt x="179" y="997"/>
                    </a:cubicBezTo>
                    <a:cubicBezTo>
                      <a:pt x="1" y="1513"/>
                      <a:pt x="140" y="2108"/>
                      <a:pt x="530" y="2491"/>
                    </a:cubicBezTo>
                    <a:cubicBezTo>
                      <a:pt x="801" y="2769"/>
                      <a:pt x="1177" y="2927"/>
                      <a:pt x="1567" y="2927"/>
                    </a:cubicBezTo>
                    <a:cubicBezTo>
                      <a:pt x="2109" y="2927"/>
                      <a:pt x="2618" y="2616"/>
                      <a:pt x="2870" y="2141"/>
                    </a:cubicBezTo>
                    <a:cubicBezTo>
                      <a:pt x="3121" y="1651"/>
                      <a:pt x="3074" y="1043"/>
                      <a:pt x="2751" y="600"/>
                    </a:cubicBezTo>
                    <a:cubicBezTo>
                      <a:pt x="2472" y="225"/>
                      <a:pt x="2021" y="1"/>
                      <a:pt x="15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54" name="Google Shape;454;p45"/>
              <p:cNvSpPr/>
              <p:nvPr/>
            </p:nvSpPr>
            <p:spPr>
              <a:xfrm>
                <a:off x="5708875" y="2526250"/>
                <a:ext cx="77875" cy="73200"/>
              </a:xfrm>
              <a:custGeom>
                <a:avLst/>
                <a:gdLst/>
                <a:ahLst/>
                <a:cxnLst/>
                <a:rect l="l" t="t" r="r" b="b"/>
                <a:pathLst>
                  <a:path w="3115" h="2928" extrusionOk="0">
                    <a:moveTo>
                      <a:pt x="1553" y="1"/>
                    </a:moveTo>
                    <a:cubicBezTo>
                      <a:pt x="1478" y="1"/>
                      <a:pt x="1404" y="7"/>
                      <a:pt x="1329" y="19"/>
                    </a:cubicBezTo>
                    <a:cubicBezTo>
                      <a:pt x="800" y="105"/>
                      <a:pt x="344" y="488"/>
                      <a:pt x="173" y="997"/>
                    </a:cubicBezTo>
                    <a:cubicBezTo>
                      <a:pt x="1" y="1513"/>
                      <a:pt x="133" y="2108"/>
                      <a:pt x="523" y="2491"/>
                    </a:cubicBezTo>
                    <a:cubicBezTo>
                      <a:pt x="794" y="2769"/>
                      <a:pt x="1171" y="2927"/>
                      <a:pt x="1561" y="2927"/>
                    </a:cubicBezTo>
                    <a:cubicBezTo>
                      <a:pt x="2103" y="2927"/>
                      <a:pt x="2612" y="2616"/>
                      <a:pt x="2863" y="2141"/>
                    </a:cubicBezTo>
                    <a:cubicBezTo>
                      <a:pt x="3114" y="1651"/>
                      <a:pt x="3068" y="1043"/>
                      <a:pt x="2744" y="600"/>
                    </a:cubicBezTo>
                    <a:cubicBezTo>
                      <a:pt x="2465" y="225"/>
                      <a:pt x="2014" y="1"/>
                      <a:pt x="15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55" name="Google Shape;455;p45"/>
              <p:cNvSpPr/>
              <p:nvPr/>
            </p:nvSpPr>
            <p:spPr>
              <a:xfrm>
                <a:off x="5816625" y="2707500"/>
                <a:ext cx="25" cy="850"/>
              </a:xfrm>
              <a:custGeom>
                <a:avLst/>
                <a:gdLst/>
                <a:ahLst/>
                <a:cxnLst/>
                <a:rect l="l" t="t" r="r" b="b"/>
                <a:pathLst>
                  <a:path w="1" h="34" extrusionOk="0">
                    <a:moveTo>
                      <a:pt x="0" y="33"/>
                    </a:moveTo>
                    <a:cubicBezTo>
                      <a:pt x="0" y="33"/>
                      <a:pt x="0" y="33"/>
                      <a:pt x="0" y="33"/>
                    </a:cubicBezTo>
                    <a:cubicBezTo>
                      <a:pt x="0" y="20"/>
                      <a:pt x="0" y="0"/>
                      <a:pt x="0" y="3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56" name="Google Shape;456;p45"/>
              <p:cNvSpPr/>
              <p:nvPr/>
            </p:nvSpPr>
            <p:spPr>
              <a:xfrm>
                <a:off x="5840250" y="2650200"/>
                <a:ext cx="49100" cy="48050"/>
              </a:xfrm>
              <a:custGeom>
                <a:avLst/>
                <a:gdLst/>
                <a:ahLst/>
                <a:cxnLst/>
                <a:rect l="l" t="t" r="r" b="b"/>
                <a:pathLst>
                  <a:path w="1964" h="1922" extrusionOk="0">
                    <a:moveTo>
                      <a:pt x="991" y="0"/>
                    </a:moveTo>
                    <a:cubicBezTo>
                      <a:pt x="760" y="0"/>
                      <a:pt x="531" y="80"/>
                      <a:pt x="358" y="230"/>
                    </a:cubicBezTo>
                    <a:cubicBezTo>
                      <a:pt x="159" y="395"/>
                      <a:pt x="34" y="640"/>
                      <a:pt x="14" y="904"/>
                    </a:cubicBezTo>
                    <a:cubicBezTo>
                      <a:pt x="1" y="1168"/>
                      <a:pt x="100" y="1426"/>
                      <a:pt x="278" y="1618"/>
                    </a:cubicBezTo>
                    <a:cubicBezTo>
                      <a:pt x="457" y="1810"/>
                      <a:pt x="715" y="1922"/>
                      <a:pt x="972" y="1922"/>
                    </a:cubicBezTo>
                    <a:cubicBezTo>
                      <a:pt x="1435" y="1922"/>
                      <a:pt x="1838" y="1578"/>
                      <a:pt x="1918" y="1129"/>
                    </a:cubicBezTo>
                    <a:cubicBezTo>
                      <a:pt x="1964" y="871"/>
                      <a:pt x="1898" y="593"/>
                      <a:pt x="1739" y="382"/>
                    </a:cubicBezTo>
                    <a:cubicBezTo>
                      <a:pt x="1587" y="177"/>
                      <a:pt x="1343" y="38"/>
                      <a:pt x="1091" y="5"/>
                    </a:cubicBezTo>
                    <a:cubicBezTo>
                      <a:pt x="1058" y="2"/>
                      <a:pt x="1025" y="0"/>
                      <a:pt x="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457" name="Google Shape;457;p45"/>
              <p:cNvSpPr/>
              <p:nvPr/>
            </p:nvSpPr>
            <p:spPr>
              <a:xfrm>
                <a:off x="5469425" y="2603975"/>
                <a:ext cx="440100" cy="273100"/>
              </a:xfrm>
              <a:custGeom>
                <a:avLst/>
                <a:gdLst/>
                <a:ahLst/>
                <a:cxnLst/>
                <a:rect l="l" t="t" r="r" b="b"/>
                <a:pathLst>
                  <a:path w="17604" h="10924" extrusionOk="0">
                    <a:moveTo>
                      <a:pt x="6349" y="0"/>
                    </a:moveTo>
                    <a:cubicBezTo>
                      <a:pt x="6108" y="0"/>
                      <a:pt x="5851" y="50"/>
                      <a:pt x="5606" y="182"/>
                    </a:cubicBezTo>
                    <a:cubicBezTo>
                      <a:pt x="5328" y="334"/>
                      <a:pt x="5077" y="519"/>
                      <a:pt x="4852" y="737"/>
                    </a:cubicBezTo>
                    <a:cubicBezTo>
                      <a:pt x="4839" y="750"/>
                      <a:pt x="4826" y="763"/>
                      <a:pt x="4813" y="777"/>
                    </a:cubicBezTo>
                    <a:cubicBezTo>
                      <a:pt x="4780" y="803"/>
                      <a:pt x="4753" y="836"/>
                      <a:pt x="4720" y="869"/>
                    </a:cubicBezTo>
                    <a:cubicBezTo>
                      <a:pt x="4694" y="902"/>
                      <a:pt x="4667" y="929"/>
                      <a:pt x="4641" y="962"/>
                    </a:cubicBezTo>
                    <a:cubicBezTo>
                      <a:pt x="4608" y="995"/>
                      <a:pt x="4588" y="1028"/>
                      <a:pt x="4562" y="1054"/>
                    </a:cubicBezTo>
                    <a:cubicBezTo>
                      <a:pt x="4522" y="1101"/>
                      <a:pt x="4489" y="1147"/>
                      <a:pt x="4456" y="1193"/>
                    </a:cubicBezTo>
                    <a:cubicBezTo>
                      <a:pt x="4443" y="1206"/>
                      <a:pt x="4436" y="1220"/>
                      <a:pt x="4429" y="1233"/>
                    </a:cubicBezTo>
                    <a:cubicBezTo>
                      <a:pt x="4330" y="1365"/>
                      <a:pt x="4244" y="1504"/>
                      <a:pt x="4158" y="1649"/>
                    </a:cubicBezTo>
                    <a:cubicBezTo>
                      <a:pt x="3828" y="2244"/>
                      <a:pt x="3610" y="2951"/>
                      <a:pt x="3557" y="3692"/>
                    </a:cubicBezTo>
                    <a:cubicBezTo>
                      <a:pt x="3537" y="4002"/>
                      <a:pt x="3544" y="4326"/>
                      <a:pt x="3577" y="4650"/>
                    </a:cubicBezTo>
                    <a:cubicBezTo>
                      <a:pt x="3577" y="4683"/>
                      <a:pt x="3577" y="4703"/>
                      <a:pt x="3577" y="4703"/>
                    </a:cubicBezTo>
                    <a:lnTo>
                      <a:pt x="3524" y="4703"/>
                    </a:lnTo>
                    <a:cubicBezTo>
                      <a:pt x="3464" y="4690"/>
                      <a:pt x="3411" y="4670"/>
                      <a:pt x="3359" y="4644"/>
                    </a:cubicBezTo>
                    <a:cubicBezTo>
                      <a:pt x="3246" y="4597"/>
                      <a:pt x="3140" y="4544"/>
                      <a:pt x="3035" y="4478"/>
                    </a:cubicBezTo>
                    <a:cubicBezTo>
                      <a:pt x="2836" y="4359"/>
                      <a:pt x="2651" y="4234"/>
                      <a:pt x="2473" y="4088"/>
                    </a:cubicBezTo>
                    <a:cubicBezTo>
                      <a:pt x="2261" y="3908"/>
                      <a:pt x="2027" y="3823"/>
                      <a:pt x="1793" y="3823"/>
                    </a:cubicBezTo>
                    <a:cubicBezTo>
                      <a:pt x="1641" y="3823"/>
                      <a:pt x="1489" y="3859"/>
                      <a:pt x="1342" y="3930"/>
                    </a:cubicBezTo>
                    <a:cubicBezTo>
                      <a:pt x="675" y="4247"/>
                      <a:pt x="272" y="4921"/>
                      <a:pt x="113" y="5609"/>
                    </a:cubicBezTo>
                    <a:cubicBezTo>
                      <a:pt x="20" y="6018"/>
                      <a:pt x="1" y="6435"/>
                      <a:pt x="1" y="6851"/>
                    </a:cubicBezTo>
                    <a:cubicBezTo>
                      <a:pt x="7" y="6997"/>
                      <a:pt x="126" y="7122"/>
                      <a:pt x="272" y="7136"/>
                    </a:cubicBezTo>
                    <a:cubicBezTo>
                      <a:pt x="276" y="7136"/>
                      <a:pt x="280" y="7136"/>
                      <a:pt x="284" y="7136"/>
                    </a:cubicBezTo>
                    <a:cubicBezTo>
                      <a:pt x="431" y="7136"/>
                      <a:pt x="563" y="7019"/>
                      <a:pt x="569" y="6871"/>
                    </a:cubicBezTo>
                    <a:cubicBezTo>
                      <a:pt x="602" y="6481"/>
                      <a:pt x="655" y="6085"/>
                      <a:pt x="794" y="5714"/>
                    </a:cubicBezTo>
                    <a:lnTo>
                      <a:pt x="807" y="6045"/>
                    </a:lnTo>
                    <a:lnTo>
                      <a:pt x="318" y="8239"/>
                    </a:lnTo>
                    <a:cubicBezTo>
                      <a:pt x="305" y="8292"/>
                      <a:pt x="318" y="8345"/>
                      <a:pt x="351" y="8385"/>
                    </a:cubicBezTo>
                    <a:cubicBezTo>
                      <a:pt x="384" y="8425"/>
                      <a:pt x="437" y="8444"/>
                      <a:pt x="483" y="8444"/>
                    </a:cubicBezTo>
                    <a:lnTo>
                      <a:pt x="886" y="8444"/>
                    </a:lnTo>
                    <a:lnTo>
                      <a:pt x="999" y="10612"/>
                    </a:lnTo>
                    <a:cubicBezTo>
                      <a:pt x="1005" y="10784"/>
                      <a:pt x="1157" y="10923"/>
                      <a:pt x="1329" y="10923"/>
                    </a:cubicBezTo>
                    <a:cubicBezTo>
                      <a:pt x="1501" y="10923"/>
                      <a:pt x="1653" y="10784"/>
                      <a:pt x="1660" y="10612"/>
                    </a:cubicBezTo>
                    <a:lnTo>
                      <a:pt x="1765" y="8444"/>
                    </a:lnTo>
                    <a:lnTo>
                      <a:pt x="1799" y="8444"/>
                    </a:lnTo>
                    <a:lnTo>
                      <a:pt x="1911" y="10612"/>
                    </a:lnTo>
                    <a:cubicBezTo>
                      <a:pt x="1924" y="10784"/>
                      <a:pt x="2070" y="10923"/>
                      <a:pt x="2241" y="10923"/>
                    </a:cubicBezTo>
                    <a:cubicBezTo>
                      <a:pt x="2420" y="10923"/>
                      <a:pt x="2565" y="10784"/>
                      <a:pt x="2579" y="10612"/>
                    </a:cubicBezTo>
                    <a:lnTo>
                      <a:pt x="2678" y="8444"/>
                    </a:lnTo>
                    <a:lnTo>
                      <a:pt x="3088" y="8444"/>
                    </a:lnTo>
                    <a:cubicBezTo>
                      <a:pt x="3134" y="8444"/>
                      <a:pt x="3187" y="8425"/>
                      <a:pt x="3220" y="8385"/>
                    </a:cubicBezTo>
                    <a:cubicBezTo>
                      <a:pt x="3253" y="8345"/>
                      <a:pt x="3266" y="8292"/>
                      <a:pt x="3253" y="8239"/>
                    </a:cubicBezTo>
                    <a:lnTo>
                      <a:pt x="2770" y="6045"/>
                    </a:lnTo>
                    <a:lnTo>
                      <a:pt x="2783" y="5166"/>
                    </a:lnTo>
                    <a:cubicBezTo>
                      <a:pt x="3017" y="5258"/>
                      <a:pt x="3274" y="5339"/>
                      <a:pt x="3527" y="5339"/>
                    </a:cubicBezTo>
                    <a:cubicBezTo>
                      <a:pt x="3546" y="5339"/>
                      <a:pt x="3565" y="5339"/>
                      <a:pt x="3583" y="5338"/>
                    </a:cubicBezTo>
                    <a:cubicBezTo>
                      <a:pt x="3722" y="5331"/>
                      <a:pt x="3854" y="5298"/>
                      <a:pt x="3967" y="5219"/>
                    </a:cubicBezTo>
                    <a:cubicBezTo>
                      <a:pt x="4000" y="5199"/>
                      <a:pt x="4026" y="5179"/>
                      <a:pt x="4053" y="5153"/>
                    </a:cubicBezTo>
                    <a:cubicBezTo>
                      <a:pt x="4258" y="5133"/>
                      <a:pt x="4429" y="4967"/>
                      <a:pt x="4449" y="4756"/>
                    </a:cubicBezTo>
                    <a:lnTo>
                      <a:pt x="4449" y="4736"/>
                    </a:lnTo>
                    <a:cubicBezTo>
                      <a:pt x="4456" y="4644"/>
                      <a:pt x="4462" y="4544"/>
                      <a:pt x="4469" y="4445"/>
                    </a:cubicBezTo>
                    <a:cubicBezTo>
                      <a:pt x="4495" y="4260"/>
                      <a:pt x="4522" y="4075"/>
                      <a:pt x="4548" y="3890"/>
                    </a:cubicBezTo>
                    <a:cubicBezTo>
                      <a:pt x="4621" y="3526"/>
                      <a:pt x="4707" y="3163"/>
                      <a:pt x="4846" y="2819"/>
                    </a:cubicBezTo>
                    <a:cubicBezTo>
                      <a:pt x="4872" y="2760"/>
                      <a:pt x="4892" y="2700"/>
                      <a:pt x="4919" y="2641"/>
                    </a:cubicBezTo>
                    <a:lnTo>
                      <a:pt x="4919" y="3051"/>
                    </a:lnTo>
                    <a:lnTo>
                      <a:pt x="4152" y="6904"/>
                    </a:lnTo>
                    <a:cubicBezTo>
                      <a:pt x="4132" y="6984"/>
                      <a:pt x="4152" y="7063"/>
                      <a:pt x="4205" y="7122"/>
                    </a:cubicBezTo>
                    <a:cubicBezTo>
                      <a:pt x="4258" y="7188"/>
                      <a:pt x="4330" y="7221"/>
                      <a:pt x="4410" y="7221"/>
                    </a:cubicBezTo>
                    <a:lnTo>
                      <a:pt x="5018" y="7221"/>
                    </a:lnTo>
                    <a:lnTo>
                      <a:pt x="5170" y="10414"/>
                    </a:lnTo>
                    <a:cubicBezTo>
                      <a:pt x="5183" y="10679"/>
                      <a:pt x="5408" y="10897"/>
                      <a:pt x="5679" y="10897"/>
                    </a:cubicBezTo>
                    <a:cubicBezTo>
                      <a:pt x="5943" y="10897"/>
                      <a:pt x="6168" y="10679"/>
                      <a:pt x="6188" y="10414"/>
                    </a:cubicBezTo>
                    <a:lnTo>
                      <a:pt x="6353" y="7221"/>
                    </a:lnTo>
                    <a:lnTo>
                      <a:pt x="6412" y="7221"/>
                    </a:lnTo>
                    <a:lnTo>
                      <a:pt x="6571" y="10414"/>
                    </a:lnTo>
                    <a:cubicBezTo>
                      <a:pt x="6584" y="10679"/>
                      <a:pt x="6809" y="10897"/>
                      <a:pt x="7073" y="10897"/>
                    </a:cubicBezTo>
                    <a:cubicBezTo>
                      <a:pt x="7338" y="10897"/>
                      <a:pt x="7569" y="10685"/>
                      <a:pt x="7582" y="10414"/>
                    </a:cubicBezTo>
                    <a:lnTo>
                      <a:pt x="7748" y="7221"/>
                    </a:lnTo>
                    <a:lnTo>
                      <a:pt x="8349" y="7221"/>
                    </a:lnTo>
                    <a:cubicBezTo>
                      <a:pt x="8429" y="7221"/>
                      <a:pt x="8501" y="7188"/>
                      <a:pt x="8554" y="7122"/>
                    </a:cubicBezTo>
                    <a:cubicBezTo>
                      <a:pt x="8600" y="7063"/>
                      <a:pt x="8620" y="6984"/>
                      <a:pt x="8607" y="6904"/>
                    </a:cubicBezTo>
                    <a:lnTo>
                      <a:pt x="7840" y="2991"/>
                    </a:lnTo>
                    <a:lnTo>
                      <a:pt x="7840" y="2661"/>
                    </a:lnTo>
                    <a:cubicBezTo>
                      <a:pt x="7847" y="2687"/>
                      <a:pt x="7860" y="2720"/>
                      <a:pt x="7873" y="2746"/>
                    </a:cubicBezTo>
                    <a:cubicBezTo>
                      <a:pt x="7900" y="2813"/>
                      <a:pt x="7920" y="2872"/>
                      <a:pt x="7939" y="2932"/>
                    </a:cubicBezTo>
                    <a:cubicBezTo>
                      <a:pt x="8005" y="3136"/>
                      <a:pt x="8065" y="3348"/>
                      <a:pt x="8111" y="3559"/>
                    </a:cubicBezTo>
                    <a:cubicBezTo>
                      <a:pt x="8131" y="3645"/>
                      <a:pt x="8144" y="3725"/>
                      <a:pt x="8164" y="3811"/>
                    </a:cubicBezTo>
                    <a:cubicBezTo>
                      <a:pt x="8204" y="4088"/>
                      <a:pt x="8237" y="4366"/>
                      <a:pt x="8257" y="4650"/>
                    </a:cubicBezTo>
                    <a:lnTo>
                      <a:pt x="8263" y="4670"/>
                    </a:lnTo>
                    <a:cubicBezTo>
                      <a:pt x="8270" y="4782"/>
                      <a:pt x="8329" y="4888"/>
                      <a:pt x="8415" y="4961"/>
                    </a:cubicBezTo>
                    <a:cubicBezTo>
                      <a:pt x="8481" y="5067"/>
                      <a:pt x="8587" y="5139"/>
                      <a:pt x="8719" y="5153"/>
                    </a:cubicBezTo>
                    <a:cubicBezTo>
                      <a:pt x="8735" y="5154"/>
                      <a:pt x="8751" y="5155"/>
                      <a:pt x="8766" y="5155"/>
                    </a:cubicBezTo>
                    <a:cubicBezTo>
                      <a:pt x="8992" y="5155"/>
                      <a:pt x="9190" y="4979"/>
                      <a:pt x="9209" y="4756"/>
                    </a:cubicBezTo>
                    <a:lnTo>
                      <a:pt x="9209" y="4736"/>
                    </a:lnTo>
                    <a:cubicBezTo>
                      <a:pt x="9215" y="4644"/>
                      <a:pt x="9222" y="4544"/>
                      <a:pt x="9228" y="4445"/>
                    </a:cubicBezTo>
                    <a:cubicBezTo>
                      <a:pt x="9255" y="4260"/>
                      <a:pt x="9281" y="4075"/>
                      <a:pt x="9308" y="3890"/>
                    </a:cubicBezTo>
                    <a:cubicBezTo>
                      <a:pt x="9380" y="3526"/>
                      <a:pt x="9466" y="3163"/>
                      <a:pt x="9605" y="2819"/>
                    </a:cubicBezTo>
                    <a:cubicBezTo>
                      <a:pt x="9632" y="2760"/>
                      <a:pt x="9651" y="2700"/>
                      <a:pt x="9678" y="2641"/>
                    </a:cubicBezTo>
                    <a:lnTo>
                      <a:pt x="9678" y="3051"/>
                    </a:lnTo>
                    <a:lnTo>
                      <a:pt x="8911" y="6904"/>
                    </a:lnTo>
                    <a:cubicBezTo>
                      <a:pt x="8891" y="6984"/>
                      <a:pt x="8911" y="7063"/>
                      <a:pt x="8964" y="7122"/>
                    </a:cubicBezTo>
                    <a:cubicBezTo>
                      <a:pt x="9017" y="7188"/>
                      <a:pt x="9090" y="7221"/>
                      <a:pt x="9169" y="7221"/>
                    </a:cubicBezTo>
                    <a:lnTo>
                      <a:pt x="9777" y="7221"/>
                    </a:lnTo>
                    <a:lnTo>
                      <a:pt x="9929" y="10414"/>
                    </a:lnTo>
                    <a:cubicBezTo>
                      <a:pt x="9942" y="10679"/>
                      <a:pt x="10174" y="10897"/>
                      <a:pt x="10438" y="10897"/>
                    </a:cubicBezTo>
                    <a:cubicBezTo>
                      <a:pt x="10702" y="10897"/>
                      <a:pt x="10927" y="10679"/>
                      <a:pt x="10947" y="10414"/>
                    </a:cubicBezTo>
                    <a:lnTo>
                      <a:pt x="11112" y="7221"/>
                    </a:lnTo>
                    <a:lnTo>
                      <a:pt x="11172" y="7221"/>
                    </a:lnTo>
                    <a:lnTo>
                      <a:pt x="11330" y="10414"/>
                    </a:lnTo>
                    <a:cubicBezTo>
                      <a:pt x="11344" y="10679"/>
                      <a:pt x="11568" y="10897"/>
                      <a:pt x="11833" y="10897"/>
                    </a:cubicBezTo>
                    <a:cubicBezTo>
                      <a:pt x="12097" y="10897"/>
                      <a:pt x="12328" y="10685"/>
                      <a:pt x="12342" y="10414"/>
                    </a:cubicBezTo>
                    <a:lnTo>
                      <a:pt x="12507" y="7221"/>
                    </a:lnTo>
                    <a:lnTo>
                      <a:pt x="13108" y="7221"/>
                    </a:lnTo>
                    <a:cubicBezTo>
                      <a:pt x="13188" y="7221"/>
                      <a:pt x="13261" y="7188"/>
                      <a:pt x="13313" y="7122"/>
                    </a:cubicBezTo>
                    <a:cubicBezTo>
                      <a:pt x="13360" y="7063"/>
                      <a:pt x="13380" y="6984"/>
                      <a:pt x="13366" y="6904"/>
                    </a:cubicBezTo>
                    <a:lnTo>
                      <a:pt x="12600" y="2991"/>
                    </a:lnTo>
                    <a:lnTo>
                      <a:pt x="12600" y="2661"/>
                    </a:lnTo>
                    <a:cubicBezTo>
                      <a:pt x="12613" y="2687"/>
                      <a:pt x="12619" y="2720"/>
                      <a:pt x="12633" y="2746"/>
                    </a:cubicBezTo>
                    <a:cubicBezTo>
                      <a:pt x="12659" y="2813"/>
                      <a:pt x="12679" y="2872"/>
                      <a:pt x="12699" y="2932"/>
                    </a:cubicBezTo>
                    <a:cubicBezTo>
                      <a:pt x="12765" y="3136"/>
                      <a:pt x="12824" y="3348"/>
                      <a:pt x="12871" y="3559"/>
                    </a:cubicBezTo>
                    <a:cubicBezTo>
                      <a:pt x="12890" y="3645"/>
                      <a:pt x="12904" y="3725"/>
                      <a:pt x="12923" y="3811"/>
                    </a:cubicBezTo>
                    <a:cubicBezTo>
                      <a:pt x="12963" y="4088"/>
                      <a:pt x="12996" y="4366"/>
                      <a:pt x="13016" y="4650"/>
                    </a:cubicBezTo>
                    <a:lnTo>
                      <a:pt x="13023" y="4670"/>
                    </a:lnTo>
                    <a:cubicBezTo>
                      <a:pt x="13042" y="4891"/>
                      <a:pt x="13240" y="5067"/>
                      <a:pt x="13460" y="5067"/>
                    </a:cubicBezTo>
                    <a:cubicBezTo>
                      <a:pt x="13464" y="5067"/>
                      <a:pt x="13468" y="5067"/>
                      <a:pt x="13472" y="5067"/>
                    </a:cubicBezTo>
                    <a:cubicBezTo>
                      <a:pt x="13485" y="5073"/>
                      <a:pt x="13492" y="5080"/>
                      <a:pt x="13498" y="5086"/>
                    </a:cubicBezTo>
                    <a:cubicBezTo>
                      <a:pt x="13538" y="5139"/>
                      <a:pt x="13578" y="5186"/>
                      <a:pt x="13637" y="5219"/>
                    </a:cubicBezTo>
                    <a:cubicBezTo>
                      <a:pt x="13750" y="5298"/>
                      <a:pt x="13882" y="5331"/>
                      <a:pt x="14021" y="5338"/>
                    </a:cubicBezTo>
                    <a:cubicBezTo>
                      <a:pt x="14039" y="5339"/>
                      <a:pt x="14058" y="5339"/>
                      <a:pt x="14077" y="5339"/>
                    </a:cubicBezTo>
                    <a:cubicBezTo>
                      <a:pt x="14330" y="5339"/>
                      <a:pt x="14587" y="5258"/>
                      <a:pt x="14821" y="5166"/>
                    </a:cubicBezTo>
                    <a:lnTo>
                      <a:pt x="14821" y="5166"/>
                    </a:lnTo>
                    <a:lnTo>
                      <a:pt x="14728" y="6858"/>
                    </a:lnTo>
                    <a:cubicBezTo>
                      <a:pt x="14715" y="7069"/>
                      <a:pt x="14768" y="7255"/>
                      <a:pt x="14860" y="7426"/>
                    </a:cubicBezTo>
                    <a:lnTo>
                      <a:pt x="15012" y="10612"/>
                    </a:lnTo>
                    <a:cubicBezTo>
                      <a:pt x="15019" y="10784"/>
                      <a:pt x="15171" y="10923"/>
                      <a:pt x="15343" y="10923"/>
                    </a:cubicBezTo>
                    <a:cubicBezTo>
                      <a:pt x="15521" y="10923"/>
                      <a:pt x="15667" y="10784"/>
                      <a:pt x="15673" y="10612"/>
                    </a:cubicBezTo>
                    <a:lnTo>
                      <a:pt x="15805" y="8101"/>
                    </a:lnTo>
                    <a:lnTo>
                      <a:pt x="15924" y="10612"/>
                    </a:lnTo>
                    <a:cubicBezTo>
                      <a:pt x="15938" y="10784"/>
                      <a:pt x="16083" y="10923"/>
                      <a:pt x="16262" y="10923"/>
                    </a:cubicBezTo>
                    <a:cubicBezTo>
                      <a:pt x="16433" y="10923"/>
                      <a:pt x="16579" y="10784"/>
                      <a:pt x="16592" y="10612"/>
                    </a:cubicBezTo>
                    <a:lnTo>
                      <a:pt x="16757" y="7420"/>
                    </a:lnTo>
                    <a:cubicBezTo>
                      <a:pt x="16843" y="7248"/>
                      <a:pt x="16883" y="7050"/>
                      <a:pt x="16870" y="6858"/>
                    </a:cubicBezTo>
                    <a:cubicBezTo>
                      <a:pt x="16863" y="6765"/>
                      <a:pt x="16863" y="6673"/>
                      <a:pt x="16856" y="6574"/>
                    </a:cubicBezTo>
                    <a:cubicBezTo>
                      <a:pt x="16843" y="6289"/>
                      <a:pt x="16823" y="5999"/>
                      <a:pt x="16810" y="5714"/>
                    </a:cubicBezTo>
                    <a:lnTo>
                      <a:pt x="16810" y="5714"/>
                    </a:lnTo>
                    <a:cubicBezTo>
                      <a:pt x="16949" y="6085"/>
                      <a:pt x="17002" y="6481"/>
                      <a:pt x="17035" y="6871"/>
                    </a:cubicBezTo>
                    <a:cubicBezTo>
                      <a:pt x="17048" y="7019"/>
                      <a:pt x="17173" y="7136"/>
                      <a:pt x="17320" y="7136"/>
                    </a:cubicBezTo>
                    <a:cubicBezTo>
                      <a:pt x="17324" y="7136"/>
                      <a:pt x="17328" y="7136"/>
                      <a:pt x="17332" y="7136"/>
                    </a:cubicBezTo>
                    <a:cubicBezTo>
                      <a:pt x="17478" y="7122"/>
                      <a:pt x="17597" y="6997"/>
                      <a:pt x="17603" y="6851"/>
                    </a:cubicBezTo>
                    <a:cubicBezTo>
                      <a:pt x="17603" y="6435"/>
                      <a:pt x="17584" y="6018"/>
                      <a:pt x="17491" y="5609"/>
                    </a:cubicBezTo>
                    <a:cubicBezTo>
                      <a:pt x="17332" y="4921"/>
                      <a:pt x="16929" y="4247"/>
                      <a:pt x="16262" y="3930"/>
                    </a:cubicBezTo>
                    <a:cubicBezTo>
                      <a:pt x="16115" y="3859"/>
                      <a:pt x="15963" y="3823"/>
                      <a:pt x="15811" y="3823"/>
                    </a:cubicBezTo>
                    <a:cubicBezTo>
                      <a:pt x="15577" y="3823"/>
                      <a:pt x="15343" y="3908"/>
                      <a:pt x="15131" y="4088"/>
                    </a:cubicBezTo>
                    <a:cubicBezTo>
                      <a:pt x="14953" y="4234"/>
                      <a:pt x="14768" y="4359"/>
                      <a:pt x="14569" y="4478"/>
                    </a:cubicBezTo>
                    <a:cubicBezTo>
                      <a:pt x="14464" y="4544"/>
                      <a:pt x="14358" y="4597"/>
                      <a:pt x="14245" y="4644"/>
                    </a:cubicBezTo>
                    <a:cubicBezTo>
                      <a:pt x="14193" y="4670"/>
                      <a:pt x="14140" y="4690"/>
                      <a:pt x="14080" y="4703"/>
                    </a:cubicBezTo>
                    <a:cubicBezTo>
                      <a:pt x="14043" y="4708"/>
                      <a:pt x="14001" y="4718"/>
                      <a:pt x="13962" y="4718"/>
                    </a:cubicBezTo>
                    <a:cubicBezTo>
                      <a:pt x="13953" y="4718"/>
                      <a:pt x="13944" y="4718"/>
                      <a:pt x="13935" y="4716"/>
                    </a:cubicBezTo>
                    <a:cubicBezTo>
                      <a:pt x="13935" y="4716"/>
                      <a:pt x="13908" y="4696"/>
                      <a:pt x="13882" y="4683"/>
                    </a:cubicBezTo>
                    <a:cubicBezTo>
                      <a:pt x="13888" y="4670"/>
                      <a:pt x="13888" y="4650"/>
                      <a:pt x="13888" y="4637"/>
                    </a:cubicBezTo>
                    <a:cubicBezTo>
                      <a:pt x="13888" y="4486"/>
                      <a:pt x="13888" y="4341"/>
                      <a:pt x="13888" y="4197"/>
                    </a:cubicBezTo>
                    <a:cubicBezTo>
                      <a:pt x="13888" y="4197"/>
                      <a:pt x="13888" y="4192"/>
                      <a:pt x="13888" y="4187"/>
                    </a:cubicBezTo>
                    <a:cubicBezTo>
                      <a:pt x="13888" y="4181"/>
                      <a:pt x="13888" y="4181"/>
                      <a:pt x="13888" y="4174"/>
                    </a:cubicBezTo>
                    <a:cubicBezTo>
                      <a:pt x="13882" y="4016"/>
                      <a:pt x="13875" y="3857"/>
                      <a:pt x="13869" y="3698"/>
                    </a:cubicBezTo>
                    <a:cubicBezTo>
                      <a:pt x="13855" y="3599"/>
                      <a:pt x="13849" y="3500"/>
                      <a:pt x="13836" y="3401"/>
                    </a:cubicBezTo>
                    <a:cubicBezTo>
                      <a:pt x="13803" y="3150"/>
                      <a:pt x="13756" y="2892"/>
                      <a:pt x="13703" y="2641"/>
                    </a:cubicBezTo>
                    <a:cubicBezTo>
                      <a:pt x="13684" y="2568"/>
                      <a:pt x="13664" y="2489"/>
                      <a:pt x="13644" y="2409"/>
                    </a:cubicBezTo>
                    <a:cubicBezTo>
                      <a:pt x="13617" y="2337"/>
                      <a:pt x="13598" y="2257"/>
                      <a:pt x="13571" y="2185"/>
                    </a:cubicBezTo>
                    <a:cubicBezTo>
                      <a:pt x="13498" y="1993"/>
                      <a:pt x="13426" y="1847"/>
                      <a:pt x="13333" y="1662"/>
                    </a:cubicBezTo>
                    <a:cubicBezTo>
                      <a:pt x="13280" y="1557"/>
                      <a:pt x="13221" y="1451"/>
                      <a:pt x="13161" y="1345"/>
                    </a:cubicBezTo>
                    <a:cubicBezTo>
                      <a:pt x="12851" y="863"/>
                      <a:pt x="12441" y="446"/>
                      <a:pt x="11925" y="188"/>
                    </a:cubicBezTo>
                    <a:cubicBezTo>
                      <a:pt x="11719" y="87"/>
                      <a:pt x="11427" y="0"/>
                      <a:pt x="11109" y="0"/>
                    </a:cubicBezTo>
                    <a:cubicBezTo>
                      <a:pt x="10867" y="0"/>
                      <a:pt x="10611" y="50"/>
                      <a:pt x="10365" y="182"/>
                    </a:cubicBezTo>
                    <a:cubicBezTo>
                      <a:pt x="10088" y="334"/>
                      <a:pt x="9836" y="519"/>
                      <a:pt x="9612" y="737"/>
                    </a:cubicBezTo>
                    <a:cubicBezTo>
                      <a:pt x="9598" y="750"/>
                      <a:pt x="9585" y="763"/>
                      <a:pt x="9572" y="777"/>
                    </a:cubicBezTo>
                    <a:cubicBezTo>
                      <a:pt x="9539" y="803"/>
                      <a:pt x="9513" y="836"/>
                      <a:pt x="9480" y="869"/>
                    </a:cubicBezTo>
                    <a:cubicBezTo>
                      <a:pt x="9453" y="902"/>
                      <a:pt x="9427" y="929"/>
                      <a:pt x="9400" y="962"/>
                    </a:cubicBezTo>
                    <a:cubicBezTo>
                      <a:pt x="9374" y="995"/>
                      <a:pt x="9347" y="1028"/>
                      <a:pt x="9321" y="1054"/>
                    </a:cubicBezTo>
                    <a:cubicBezTo>
                      <a:pt x="9281" y="1101"/>
                      <a:pt x="9248" y="1147"/>
                      <a:pt x="9215" y="1193"/>
                    </a:cubicBezTo>
                    <a:cubicBezTo>
                      <a:pt x="9202" y="1206"/>
                      <a:pt x="9195" y="1220"/>
                      <a:pt x="9189" y="1233"/>
                    </a:cubicBezTo>
                    <a:cubicBezTo>
                      <a:pt x="9090" y="1365"/>
                      <a:pt x="9004" y="1504"/>
                      <a:pt x="8918" y="1649"/>
                    </a:cubicBezTo>
                    <a:cubicBezTo>
                      <a:pt x="8852" y="1762"/>
                      <a:pt x="8792" y="1881"/>
                      <a:pt x="8739" y="2006"/>
                    </a:cubicBezTo>
                    <a:cubicBezTo>
                      <a:pt x="8686" y="1894"/>
                      <a:pt x="8633" y="1788"/>
                      <a:pt x="8574" y="1662"/>
                    </a:cubicBezTo>
                    <a:cubicBezTo>
                      <a:pt x="8521" y="1557"/>
                      <a:pt x="8462" y="1451"/>
                      <a:pt x="8402" y="1345"/>
                    </a:cubicBezTo>
                    <a:cubicBezTo>
                      <a:pt x="8091" y="863"/>
                      <a:pt x="7682" y="446"/>
                      <a:pt x="7159" y="188"/>
                    </a:cubicBezTo>
                    <a:cubicBezTo>
                      <a:pt x="6957" y="87"/>
                      <a:pt x="6666" y="0"/>
                      <a:pt x="6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458" name="Google Shape;458;p45"/>
          <p:cNvSpPr txBox="1">
            <a:spLocks noGrp="1"/>
          </p:cNvSpPr>
          <p:nvPr>
            <p:ph type="title" idx="2"/>
          </p:nvPr>
        </p:nvSpPr>
        <p:spPr>
          <a:xfrm>
            <a:off x="814575" y="2876550"/>
            <a:ext cx="2421600" cy="46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459" name="Google Shape;459;p45"/>
          <p:cNvSpPr txBox="1">
            <a:spLocks noGrp="1"/>
          </p:cNvSpPr>
          <p:nvPr>
            <p:ph type="subTitle" idx="1"/>
          </p:nvPr>
        </p:nvSpPr>
        <p:spPr>
          <a:xfrm>
            <a:off x="814575" y="3266575"/>
            <a:ext cx="2421600" cy="86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closest planet to the Sun and the smallest one in the Solar System</a:t>
            </a:r>
            <a:endParaRPr/>
          </a:p>
        </p:txBody>
      </p:sp>
      <p:sp>
        <p:nvSpPr>
          <p:cNvPr id="460" name="Google Shape;460;p45"/>
          <p:cNvSpPr txBox="1">
            <a:spLocks noGrp="1"/>
          </p:cNvSpPr>
          <p:nvPr>
            <p:ph type="title" idx="5"/>
          </p:nvPr>
        </p:nvSpPr>
        <p:spPr>
          <a:xfrm>
            <a:off x="5908000" y="2876550"/>
            <a:ext cx="2421600" cy="46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461" name="Google Shape;461;p45"/>
          <p:cNvSpPr txBox="1">
            <a:spLocks noGrp="1"/>
          </p:cNvSpPr>
          <p:nvPr>
            <p:ph type="subTitle" idx="6"/>
          </p:nvPr>
        </p:nvSpPr>
        <p:spPr>
          <a:xfrm>
            <a:off x="5908000" y="3266575"/>
            <a:ext cx="2421600" cy="86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grpSp>
        <p:nvGrpSpPr>
          <p:cNvPr id="462" name="Google Shape;462;p45"/>
          <p:cNvGrpSpPr/>
          <p:nvPr/>
        </p:nvGrpSpPr>
        <p:grpSpPr>
          <a:xfrm>
            <a:off x="1671363" y="2092350"/>
            <a:ext cx="708000" cy="708000"/>
            <a:chOff x="762200" y="1561800"/>
            <a:chExt cx="708000" cy="708000"/>
          </a:xfrm>
        </p:grpSpPr>
        <p:sp>
          <p:nvSpPr>
            <p:cNvPr id="463" name="Google Shape;463;p45"/>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45"/>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 name="Google Shape;465;p45"/>
          <p:cNvGrpSpPr/>
          <p:nvPr/>
        </p:nvGrpSpPr>
        <p:grpSpPr>
          <a:xfrm>
            <a:off x="6764613" y="2092350"/>
            <a:ext cx="708000" cy="708000"/>
            <a:chOff x="762200" y="1561800"/>
            <a:chExt cx="708000" cy="708000"/>
          </a:xfrm>
        </p:grpSpPr>
        <p:sp>
          <p:nvSpPr>
            <p:cNvPr id="466" name="Google Shape;466;p45"/>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45"/>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 name="Google Shape;468;p45"/>
          <p:cNvGrpSpPr/>
          <p:nvPr/>
        </p:nvGrpSpPr>
        <p:grpSpPr>
          <a:xfrm>
            <a:off x="1833236" y="2254191"/>
            <a:ext cx="384280" cy="384311"/>
            <a:chOff x="4023741" y="2353313"/>
            <a:chExt cx="480290" cy="480328"/>
          </a:xfrm>
        </p:grpSpPr>
        <p:sp>
          <p:nvSpPr>
            <p:cNvPr id="469" name="Google Shape;469;p45"/>
            <p:cNvSpPr/>
            <p:nvPr/>
          </p:nvSpPr>
          <p:spPr>
            <a:xfrm>
              <a:off x="4158637" y="2353313"/>
              <a:ext cx="165416" cy="159529"/>
            </a:xfrm>
            <a:custGeom>
              <a:avLst/>
              <a:gdLst/>
              <a:ahLst/>
              <a:cxnLst/>
              <a:rect l="l" t="t" r="r" b="b"/>
              <a:pathLst>
                <a:path w="4271" h="4119" extrusionOk="0">
                  <a:moveTo>
                    <a:pt x="1970" y="1"/>
                  </a:moveTo>
                  <a:cubicBezTo>
                    <a:pt x="1766" y="1"/>
                    <a:pt x="1607" y="166"/>
                    <a:pt x="1607" y="364"/>
                  </a:cubicBezTo>
                  <a:lnTo>
                    <a:pt x="1607" y="2698"/>
                  </a:lnTo>
                  <a:cubicBezTo>
                    <a:pt x="840" y="2837"/>
                    <a:pt x="225" y="3392"/>
                    <a:pt x="1" y="4119"/>
                  </a:cubicBezTo>
                  <a:lnTo>
                    <a:pt x="3934" y="4119"/>
                  </a:lnTo>
                  <a:cubicBezTo>
                    <a:pt x="3709" y="3392"/>
                    <a:pt x="3094" y="2837"/>
                    <a:pt x="2334" y="2698"/>
                  </a:cubicBezTo>
                  <a:lnTo>
                    <a:pt x="2334" y="1700"/>
                  </a:lnTo>
                  <a:lnTo>
                    <a:pt x="3907" y="1700"/>
                  </a:lnTo>
                  <a:cubicBezTo>
                    <a:pt x="4106" y="1700"/>
                    <a:pt x="4271" y="1534"/>
                    <a:pt x="4271" y="1336"/>
                  </a:cubicBezTo>
                  <a:lnTo>
                    <a:pt x="4271" y="364"/>
                  </a:lnTo>
                  <a:cubicBezTo>
                    <a:pt x="4271" y="166"/>
                    <a:pt x="4106" y="1"/>
                    <a:pt x="39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5"/>
            <p:cNvSpPr/>
            <p:nvPr/>
          </p:nvSpPr>
          <p:spPr>
            <a:xfrm>
              <a:off x="4108211" y="2540998"/>
              <a:ext cx="253217" cy="37646"/>
            </a:xfrm>
            <a:custGeom>
              <a:avLst/>
              <a:gdLst/>
              <a:ahLst/>
              <a:cxnLst/>
              <a:rect l="l" t="t" r="r" b="b"/>
              <a:pathLst>
                <a:path w="6538" h="972" extrusionOk="0">
                  <a:moveTo>
                    <a:pt x="364" y="0"/>
                  </a:moveTo>
                  <a:cubicBezTo>
                    <a:pt x="166" y="0"/>
                    <a:pt x="0" y="165"/>
                    <a:pt x="0" y="364"/>
                  </a:cubicBezTo>
                  <a:lnTo>
                    <a:pt x="0" y="972"/>
                  </a:lnTo>
                  <a:lnTo>
                    <a:pt x="6538" y="972"/>
                  </a:lnTo>
                  <a:lnTo>
                    <a:pt x="6538" y="364"/>
                  </a:lnTo>
                  <a:cubicBezTo>
                    <a:pt x="6538" y="165"/>
                    <a:pt x="6379" y="0"/>
                    <a:pt x="61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45"/>
            <p:cNvSpPr/>
            <p:nvPr/>
          </p:nvSpPr>
          <p:spPr>
            <a:xfrm>
              <a:off x="4152247" y="2606529"/>
              <a:ext cx="36639" cy="227113"/>
            </a:xfrm>
            <a:custGeom>
              <a:avLst/>
              <a:gdLst/>
              <a:ahLst/>
              <a:cxnLst/>
              <a:rect l="l" t="t" r="r" b="b"/>
              <a:pathLst>
                <a:path w="946" h="5864" extrusionOk="0">
                  <a:moveTo>
                    <a:pt x="0" y="0"/>
                  </a:moveTo>
                  <a:lnTo>
                    <a:pt x="0" y="5863"/>
                  </a:lnTo>
                  <a:lnTo>
                    <a:pt x="946" y="5863"/>
                  </a:lnTo>
                  <a:lnTo>
                    <a:pt x="94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45"/>
            <p:cNvSpPr/>
            <p:nvPr/>
          </p:nvSpPr>
          <p:spPr>
            <a:xfrm>
              <a:off x="4087490" y="2606529"/>
              <a:ext cx="36639" cy="227113"/>
            </a:xfrm>
            <a:custGeom>
              <a:avLst/>
              <a:gdLst/>
              <a:ahLst/>
              <a:cxnLst/>
              <a:rect l="l" t="t" r="r" b="b"/>
              <a:pathLst>
                <a:path w="946" h="5864" extrusionOk="0">
                  <a:moveTo>
                    <a:pt x="0" y="0"/>
                  </a:moveTo>
                  <a:lnTo>
                    <a:pt x="0" y="5863"/>
                  </a:lnTo>
                  <a:lnTo>
                    <a:pt x="945" y="5863"/>
                  </a:lnTo>
                  <a:lnTo>
                    <a:pt x="94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45"/>
            <p:cNvSpPr/>
            <p:nvPr/>
          </p:nvSpPr>
          <p:spPr>
            <a:xfrm>
              <a:off x="4023741" y="2606529"/>
              <a:ext cx="36639" cy="227113"/>
            </a:xfrm>
            <a:custGeom>
              <a:avLst/>
              <a:gdLst/>
              <a:ahLst/>
              <a:cxnLst/>
              <a:rect l="l" t="t" r="r" b="b"/>
              <a:pathLst>
                <a:path w="946" h="5864" extrusionOk="0">
                  <a:moveTo>
                    <a:pt x="364" y="0"/>
                  </a:moveTo>
                  <a:cubicBezTo>
                    <a:pt x="165" y="0"/>
                    <a:pt x="0" y="166"/>
                    <a:pt x="0" y="364"/>
                  </a:cubicBezTo>
                  <a:lnTo>
                    <a:pt x="0" y="5500"/>
                  </a:lnTo>
                  <a:cubicBezTo>
                    <a:pt x="0" y="5698"/>
                    <a:pt x="165" y="5863"/>
                    <a:pt x="364" y="5863"/>
                  </a:cubicBezTo>
                  <a:lnTo>
                    <a:pt x="945" y="5863"/>
                  </a:lnTo>
                  <a:lnTo>
                    <a:pt x="94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45"/>
            <p:cNvSpPr/>
            <p:nvPr/>
          </p:nvSpPr>
          <p:spPr>
            <a:xfrm>
              <a:off x="4217003" y="2606529"/>
              <a:ext cx="36639" cy="30248"/>
            </a:xfrm>
            <a:custGeom>
              <a:avLst/>
              <a:gdLst/>
              <a:ahLst/>
              <a:cxnLst/>
              <a:rect l="l" t="t" r="r" b="b"/>
              <a:pathLst>
                <a:path w="946" h="781" extrusionOk="0">
                  <a:moveTo>
                    <a:pt x="1" y="0"/>
                  </a:moveTo>
                  <a:lnTo>
                    <a:pt x="1" y="780"/>
                  </a:lnTo>
                  <a:lnTo>
                    <a:pt x="946" y="780"/>
                  </a:lnTo>
                  <a:lnTo>
                    <a:pt x="94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45"/>
            <p:cNvSpPr/>
            <p:nvPr/>
          </p:nvSpPr>
          <p:spPr>
            <a:xfrm>
              <a:off x="4280752" y="2606529"/>
              <a:ext cx="36639" cy="30248"/>
            </a:xfrm>
            <a:custGeom>
              <a:avLst/>
              <a:gdLst/>
              <a:ahLst/>
              <a:cxnLst/>
              <a:rect l="l" t="t" r="r" b="b"/>
              <a:pathLst>
                <a:path w="946" h="781" extrusionOk="0">
                  <a:moveTo>
                    <a:pt x="1" y="0"/>
                  </a:moveTo>
                  <a:lnTo>
                    <a:pt x="1" y="780"/>
                  </a:lnTo>
                  <a:lnTo>
                    <a:pt x="946" y="780"/>
                  </a:lnTo>
                  <a:lnTo>
                    <a:pt x="94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5"/>
            <p:cNvSpPr/>
            <p:nvPr/>
          </p:nvSpPr>
          <p:spPr>
            <a:xfrm>
              <a:off x="4345547" y="2606529"/>
              <a:ext cx="36639" cy="30248"/>
            </a:xfrm>
            <a:custGeom>
              <a:avLst/>
              <a:gdLst/>
              <a:ahLst/>
              <a:cxnLst/>
              <a:rect l="l" t="t" r="r" b="b"/>
              <a:pathLst>
                <a:path w="946" h="781" extrusionOk="0">
                  <a:moveTo>
                    <a:pt x="0" y="0"/>
                  </a:moveTo>
                  <a:lnTo>
                    <a:pt x="0" y="780"/>
                  </a:lnTo>
                  <a:lnTo>
                    <a:pt x="945" y="780"/>
                  </a:lnTo>
                  <a:lnTo>
                    <a:pt x="94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45"/>
            <p:cNvSpPr/>
            <p:nvPr/>
          </p:nvSpPr>
          <p:spPr>
            <a:xfrm>
              <a:off x="4409257" y="2606529"/>
              <a:ext cx="36677" cy="30248"/>
            </a:xfrm>
            <a:custGeom>
              <a:avLst/>
              <a:gdLst/>
              <a:ahLst/>
              <a:cxnLst/>
              <a:rect l="l" t="t" r="r" b="b"/>
              <a:pathLst>
                <a:path w="947" h="781" extrusionOk="0">
                  <a:moveTo>
                    <a:pt x="1" y="0"/>
                  </a:moveTo>
                  <a:lnTo>
                    <a:pt x="1" y="780"/>
                  </a:lnTo>
                  <a:lnTo>
                    <a:pt x="946" y="780"/>
                  </a:lnTo>
                  <a:lnTo>
                    <a:pt x="946" y="364"/>
                  </a:lnTo>
                  <a:cubicBezTo>
                    <a:pt x="946" y="166"/>
                    <a:pt x="781" y="0"/>
                    <a:pt x="5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45"/>
            <p:cNvSpPr/>
            <p:nvPr/>
          </p:nvSpPr>
          <p:spPr>
            <a:xfrm>
              <a:off x="4289195" y="2735035"/>
              <a:ext cx="31526" cy="28195"/>
            </a:xfrm>
            <a:custGeom>
              <a:avLst/>
              <a:gdLst/>
              <a:ahLst/>
              <a:cxnLst/>
              <a:rect l="l" t="t" r="r" b="b"/>
              <a:pathLst>
                <a:path w="814" h="728" extrusionOk="0">
                  <a:moveTo>
                    <a:pt x="1" y="1"/>
                  </a:moveTo>
                  <a:lnTo>
                    <a:pt x="1" y="728"/>
                  </a:lnTo>
                  <a:lnTo>
                    <a:pt x="814" y="728"/>
                  </a:lnTo>
                  <a:cubicBezTo>
                    <a:pt x="774" y="615"/>
                    <a:pt x="754" y="496"/>
                    <a:pt x="754" y="364"/>
                  </a:cubicBezTo>
                  <a:cubicBezTo>
                    <a:pt x="754" y="238"/>
                    <a:pt x="774" y="120"/>
                    <a:pt x="8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45"/>
            <p:cNvSpPr/>
            <p:nvPr/>
          </p:nvSpPr>
          <p:spPr>
            <a:xfrm>
              <a:off x="4346283" y="2735538"/>
              <a:ext cx="28195" cy="28195"/>
            </a:xfrm>
            <a:custGeom>
              <a:avLst/>
              <a:gdLst/>
              <a:ahLst/>
              <a:cxnLst/>
              <a:rect l="l" t="t" r="r" b="b"/>
              <a:pathLst>
                <a:path w="728" h="728" extrusionOk="0">
                  <a:moveTo>
                    <a:pt x="364" y="1"/>
                  </a:moveTo>
                  <a:cubicBezTo>
                    <a:pt x="166" y="1"/>
                    <a:pt x="1" y="159"/>
                    <a:pt x="1" y="364"/>
                  </a:cubicBezTo>
                  <a:cubicBezTo>
                    <a:pt x="1" y="563"/>
                    <a:pt x="166" y="728"/>
                    <a:pt x="364" y="728"/>
                  </a:cubicBezTo>
                  <a:cubicBezTo>
                    <a:pt x="563" y="728"/>
                    <a:pt x="728" y="563"/>
                    <a:pt x="728" y="364"/>
                  </a:cubicBezTo>
                  <a:cubicBezTo>
                    <a:pt x="728" y="159"/>
                    <a:pt x="563" y="1"/>
                    <a:pt x="3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45"/>
            <p:cNvSpPr/>
            <p:nvPr/>
          </p:nvSpPr>
          <p:spPr>
            <a:xfrm>
              <a:off x="4400311" y="2735035"/>
              <a:ext cx="31526" cy="28195"/>
            </a:xfrm>
            <a:custGeom>
              <a:avLst/>
              <a:gdLst/>
              <a:ahLst/>
              <a:cxnLst/>
              <a:rect l="l" t="t" r="r" b="b"/>
              <a:pathLst>
                <a:path w="814" h="728" extrusionOk="0">
                  <a:moveTo>
                    <a:pt x="1" y="1"/>
                  </a:moveTo>
                  <a:cubicBezTo>
                    <a:pt x="40" y="120"/>
                    <a:pt x="60" y="238"/>
                    <a:pt x="60" y="364"/>
                  </a:cubicBezTo>
                  <a:cubicBezTo>
                    <a:pt x="60" y="496"/>
                    <a:pt x="40" y="615"/>
                    <a:pt x="1" y="728"/>
                  </a:cubicBezTo>
                  <a:lnTo>
                    <a:pt x="814" y="728"/>
                  </a:lnTo>
                  <a:lnTo>
                    <a:pt x="81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45"/>
            <p:cNvSpPr/>
            <p:nvPr/>
          </p:nvSpPr>
          <p:spPr>
            <a:xfrm>
              <a:off x="4217003" y="2664895"/>
              <a:ext cx="287028" cy="168747"/>
            </a:xfrm>
            <a:custGeom>
              <a:avLst/>
              <a:gdLst/>
              <a:ahLst/>
              <a:cxnLst/>
              <a:rect l="l" t="t" r="r" b="b"/>
              <a:pathLst>
                <a:path w="7411" h="4357" extrusionOk="0">
                  <a:moveTo>
                    <a:pt x="5910" y="1084"/>
                  </a:moveTo>
                  <a:cubicBezTo>
                    <a:pt x="6109" y="1084"/>
                    <a:pt x="6274" y="1250"/>
                    <a:pt x="6274" y="1448"/>
                  </a:cubicBezTo>
                  <a:lnTo>
                    <a:pt x="6274" y="2902"/>
                  </a:lnTo>
                  <a:cubicBezTo>
                    <a:pt x="6274" y="3107"/>
                    <a:pt x="6109" y="3266"/>
                    <a:pt x="5910" y="3266"/>
                  </a:cubicBezTo>
                  <a:lnTo>
                    <a:pt x="1501" y="3266"/>
                  </a:lnTo>
                  <a:cubicBezTo>
                    <a:pt x="1303" y="3266"/>
                    <a:pt x="1138" y="3107"/>
                    <a:pt x="1138" y="2902"/>
                  </a:cubicBezTo>
                  <a:lnTo>
                    <a:pt x="1138" y="1448"/>
                  </a:lnTo>
                  <a:cubicBezTo>
                    <a:pt x="1138" y="1250"/>
                    <a:pt x="1303" y="1084"/>
                    <a:pt x="1501" y="1084"/>
                  </a:cubicBezTo>
                  <a:close/>
                  <a:moveTo>
                    <a:pt x="1" y="0"/>
                  </a:moveTo>
                  <a:lnTo>
                    <a:pt x="1" y="4356"/>
                  </a:lnTo>
                  <a:lnTo>
                    <a:pt x="7047" y="4356"/>
                  </a:lnTo>
                  <a:cubicBezTo>
                    <a:pt x="7245" y="4356"/>
                    <a:pt x="7411" y="4191"/>
                    <a:pt x="7411" y="3993"/>
                  </a:cubicBezTo>
                  <a:lnTo>
                    <a:pt x="7411" y="364"/>
                  </a:lnTo>
                  <a:cubicBezTo>
                    <a:pt x="7411" y="159"/>
                    <a:pt x="7245" y="0"/>
                    <a:pt x="70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 name="Google Shape;482;p45"/>
          <p:cNvGrpSpPr/>
          <p:nvPr/>
        </p:nvGrpSpPr>
        <p:grpSpPr>
          <a:xfrm>
            <a:off x="6926472" y="2277556"/>
            <a:ext cx="384312" cy="337581"/>
            <a:chOff x="7152411" y="3561181"/>
            <a:chExt cx="480329" cy="421923"/>
          </a:xfrm>
        </p:grpSpPr>
        <p:sp>
          <p:nvSpPr>
            <p:cNvPr id="483" name="Google Shape;483;p45"/>
            <p:cNvSpPr/>
            <p:nvPr/>
          </p:nvSpPr>
          <p:spPr>
            <a:xfrm>
              <a:off x="7289398" y="3654365"/>
              <a:ext cx="56352" cy="56352"/>
            </a:xfrm>
            <a:custGeom>
              <a:avLst/>
              <a:gdLst/>
              <a:ahLst/>
              <a:cxnLst/>
              <a:rect l="l" t="t" r="r" b="b"/>
              <a:pathLst>
                <a:path w="1455" h="1455" extrusionOk="0">
                  <a:moveTo>
                    <a:pt x="727" y="0"/>
                  </a:moveTo>
                  <a:cubicBezTo>
                    <a:pt x="324" y="0"/>
                    <a:pt x="0" y="331"/>
                    <a:pt x="0" y="728"/>
                  </a:cubicBezTo>
                  <a:cubicBezTo>
                    <a:pt x="0" y="1131"/>
                    <a:pt x="324" y="1455"/>
                    <a:pt x="727" y="1455"/>
                  </a:cubicBezTo>
                  <a:cubicBezTo>
                    <a:pt x="1130" y="1455"/>
                    <a:pt x="1454" y="1131"/>
                    <a:pt x="1454" y="728"/>
                  </a:cubicBezTo>
                  <a:cubicBezTo>
                    <a:pt x="1454" y="331"/>
                    <a:pt x="1130" y="0"/>
                    <a:pt x="7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45"/>
            <p:cNvSpPr/>
            <p:nvPr/>
          </p:nvSpPr>
          <p:spPr>
            <a:xfrm>
              <a:off x="7439398" y="3654365"/>
              <a:ext cx="56352" cy="56352"/>
            </a:xfrm>
            <a:custGeom>
              <a:avLst/>
              <a:gdLst/>
              <a:ahLst/>
              <a:cxnLst/>
              <a:rect l="l" t="t" r="r" b="b"/>
              <a:pathLst>
                <a:path w="1455" h="1455" extrusionOk="0">
                  <a:moveTo>
                    <a:pt x="728" y="0"/>
                  </a:moveTo>
                  <a:cubicBezTo>
                    <a:pt x="325" y="0"/>
                    <a:pt x="1" y="331"/>
                    <a:pt x="1" y="728"/>
                  </a:cubicBezTo>
                  <a:cubicBezTo>
                    <a:pt x="1" y="1131"/>
                    <a:pt x="325" y="1455"/>
                    <a:pt x="728" y="1455"/>
                  </a:cubicBezTo>
                  <a:cubicBezTo>
                    <a:pt x="1131" y="1455"/>
                    <a:pt x="1455" y="1131"/>
                    <a:pt x="1455" y="728"/>
                  </a:cubicBezTo>
                  <a:cubicBezTo>
                    <a:pt x="1455" y="331"/>
                    <a:pt x="1131" y="0"/>
                    <a:pt x="7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45"/>
            <p:cNvSpPr/>
            <p:nvPr/>
          </p:nvSpPr>
          <p:spPr>
            <a:xfrm>
              <a:off x="7152411" y="3561181"/>
              <a:ext cx="480329" cy="318748"/>
            </a:xfrm>
            <a:custGeom>
              <a:avLst/>
              <a:gdLst/>
              <a:ahLst/>
              <a:cxnLst/>
              <a:rect l="l" t="t" r="r" b="b"/>
              <a:pathLst>
                <a:path w="12402" h="8230" extrusionOk="0">
                  <a:moveTo>
                    <a:pt x="1336" y="0"/>
                  </a:moveTo>
                  <a:cubicBezTo>
                    <a:pt x="602" y="0"/>
                    <a:pt x="1" y="595"/>
                    <a:pt x="1" y="1329"/>
                  </a:cubicBezTo>
                  <a:lnTo>
                    <a:pt x="1" y="6901"/>
                  </a:lnTo>
                  <a:cubicBezTo>
                    <a:pt x="1" y="7635"/>
                    <a:pt x="602" y="8230"/>
                    <a:pt x="1336" y="8230"/>
                  </a:cubicBezTo>
                  <a:lnTo>
                    <a:pt x="2208" y="8230"/>
                  </a:lnTo>
                  <a:lnTo>
                    <a:pt x="2208" y="5930"/>
                  </a:lnTo>
                  <a:cubicBezTo>
                    <a:pt x="2208" y="5176"/>
                    <a:pt x="2612" y="4515"/>
                    <a:pt x="3220" y="4158"/>
                  </a:cubicBezTo>
                  <a:cubicBezTo>
                    <a:pt x="2949" y="3874"/>
                    <a:pt x="2784" y="3477"/>
                    <a:pt x="2817" y="3041"/>
                  </a:cubicBezTo>
                  <a:cubicBezTo>
                    <a:pt x="2863" y="2334"/>
                    <a:pt x="3438" y="1759"/>
                    <a:pt x="4145" y="1699"/>
                  </a:cubicBezTo>
                  <a:cubicBezTo>
                    <a:pt x="4184" y="1696"/>
                    <a:pt x="4222" y="1695"/>
                    <a:pt x="4261" y="1695"/>
                  </a:cubicBezTo>
                  <a:cubicBezTo>
                    <a:pt x="5062" y="1695"/>
                    <a:pt x="5718" y="2345"/>
                    <a:pt x="5718" y="3147"/>
                  </a:cubicBezTo>
                  <a:cubicBezTo>
                    <a:pt x="5718" y="3543"/>
                    <a:pt x="5560" y="3894"/>
                    <a:pt x="5309" y="4158"/>
                  </a:cubicBezTo>
                  <a:cubicBezTo>
                    <a:pt x="5718" y="4396"/>
                    <a:pt x="6036" y="4773"/>
                    <a:pt x="6201" y="5236"/>
                  </a:cubicBezTo>
                  <a:cubicBezTo>
                    <a:pt x="6366" y="4773"/>
                    <a:pt x="6690" y="4396"/>
                    <a:pt x="7093" y="4158"/>
                  </a:cubicBezTo>
                  <a:cubicBezTo>
                    <a:pt x="6822" y="3874"/>
                    <a:pt x="6657" y="3477"/>
                    <a:pt x="6690" y="3041"/>
                  </a:cubicBezTo>
                  <a:cubicBezTo>
                    <a:pt x="6743" y="2334"/>
                    <a:pt x="7312" y="1759"/>
                    <a:pt x="8019" y="1699"/>
                  </a:cubicBezTo>
                  <a:cubicBezTo>
                    <a:pt x="8058" y="1696"/>
                    <a:pt x="8097" y="1695"/>
                    <a:pt x="8135" y="1695"/>
                  </a:cubicBezTo>
                  <a:cubicBezTo>
                    <a:pt x="8942" y="1695"/>
                    <a:pt x="9592" y="2345"/>
                    <a:pt x="9592" y="3147"/>
                  </a:cubicBezTo>
                  <a:cubicBezTo>
                    <a:pt x="9592" y="3543"/>
                    <a:pt x="9433" y="3900"/>
                    <a:pt x="9182" y="4158"/>
                  </a:cubicBezTo>
                  <a:cubicBezTo>
                    <a:pt x="9790" y="4515"/>
                    <a:pt x="10200" y="5176"/>
                    <a:pt x="10200" y="5930"/>
                  </a:cubicBezTo>
                  <a:lnTo>
                    <a:pt x="10200" y="8230"/>
                  </a:lnTo>
                  <a:lnTo>
                    <a:pt x="11066" y="8230"/>
                  </a:lnTo>
                  <a:cubicBezTo>
                    <a:pt x="11806" y="8230"/>
                    <a:pt x="12401" y="7635"/>
                    <a:pt x="12401" y="6901"/>
                  </a:cubicBezTo>
                  <a:lnTo>
                    <a:pt x="12401" y="1329"/>
                  </a:lnTo>
                  <a:cubicBezTo>
                    <a:pt x="12401" y="595"/>
                    <a:pt x="11806" y="0"/>
                    <a:pt x="110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45"/>
            <p:cNvSpPr/>
            <p:nvPr/>
          </p:nvSpPr>
          <p:spPr>
            <a:xfrm>
              <a:off x="7274526" y="3908085"/>
              <a:ext cx="236098" cy="75020"/>
            </a:xfrm>
            <a:custGeom>
              <a:avLst/>
              <a:gdLst/>
              <a:ahLst/>
              <a:cxnLst/>
              <a:rect l="l" t="t" r="r" b="b"/>
              <a:pathLst>
                <a:path w="6096" h="1937" extrusionOk="0">
                  <a:moveTo>
                    <a:pt x="1587" y="0"/>
                  </a:moveTo>
                  <a:cubicBezTo>
                    <a:pt x="1561" y="436"/>
                    <a:pt x="1409" y="853"/>
                    <a:pt x="1171" y="1216"/>
                  </a:cubicBezTo>
                  <a:lnTo>
                    <a:pt x="397" y="1216"/>
                  </a:lnTo>
                  <a:cubicBezTo>
                    <a:pt x="206" y="1216"/>
                    <a:pt x="47" y="1349"/>
                    <a:pt x="27" y="1534"/>
                  </a:cubicBezTo>
                  <a:cubicBezTo>
                    <a:pt x="1" y="1752"/>
                    <a:pt x="173" y="1937"/>
                    <a:pt x="384" y="1937"/>
                  </a:cubicBezTo>
                  <a:lnTo>
                    <a:pt x="5705" y="1937"/>
                  </a:lnTo>
                  <a:cubicBezTo>
                    <a:pt x="5890" y="1937"/>
                    <a:pt x="6056" y="1805"/>
                    <a:pt x="6075" y="1620"/>
                  </a:cubicBezTo>
                  <a:cubicBezTo>
                    <a:pt x="6095" y="1401"/>
                    <a:pt x="5923" y="1216"/>
                    <a:pt x="5712" y="1216"/>
                  </a:cubicBezTo>
                  <a:lnTo>
                    <a:pt x="4932" y="1216"/>
                  </a:lnTo>
                  <a:cubicBezTo>
                    <a:pt x="4687" y="853"/>
                    <a:pt x="4542" y="436"/>
                    <a:pt x="45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45"/>
            <p:cNvSpPr/>
            <p:nvPr/>
          </p:nvSpPr>
          <p:spPr>
            <a:xfrm>
              <a:off x="7359770" y="3842438"/>
              <a:ext cx="65609" cy="37491"/>
            </a:xfrm>
            <a:custGeom>
              <a:avLst/>
              <a:gdLst/>
              <a:ahLst/>
              <a:cxnLst/>
              <a:rect l="l" t="t" r="r" b="b"/>
              <a:pathLst>
                <a:path w="1694" h="968" extrusionOk="0">
                  <a:moveTo>
                    <a:pt x="851" y="1"/>
                  </a:moveTo>
                  <a:cubicBezTo>
                    <a:pt x="832" y="1"/>
                    <a:pt x="813" y="2"/>
                    <a:pt x="794" y="3"/>
                  </a:cubicBezTo>
                  <a:cubicBezTo>
                    <a:pt x="345" y="36"/>
                    <a:pt x="1" y="413"/>
                    <a:pt x="1" y="862"/>
                  </a:cubicBezTo>
                  <a:lnTo>
                    <a:pt x="1" y="968"/>
                  </a:lnTo>
                  <a:lnTo>
                    <a:pt x="1693" y="968"/>
                  </a:lnTo>
                  <a:lnTo>
                    <a:pt x="1693" y="849"/>
                  </a:lnTo>
                  <a:cubicBezTo>
                    <a:pt x="1693" y="385"/>
                    <a:pt x="1315" y="1"/>
                    <a:pt x="8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45"/>
            <p:cNvSpPr/>
            <p:nvPr/>
          </p:nvSpPr>
          <p:spPr>
            <a:xfrm>
              <a:off x="7378476" y="3785698"/>
              <a:ext cx="28195" cy="28195"/>
            </a:xfrm>
            <a:custGeom>
              <a:avLst/>
              <a:gdLst/>
              <a:ahLst/>
              <a:cxnLst/>
              <a:rect l="l" t="t" r="r" b="b"/>
              <a:pathLst>
                <a:path w="728" h="728" extrusionOk="0">
                  <a:moveTo>
                    <a:pt x="364" y="0"/>
                  </a:moveTo>
                  <a:cubicBezTo>
                    <a:pt x="166" y="0"/>
                    <a:pt x="0" y="166"/>
                    <a:pt x="0" y="364"/>
                  </a:cubicBezTo>
                  <a:cubicBezTo>
                    <a:pt x="0" y="569"/>
                    <a:pt x="166" y="728"/>
                    <a:pt x="364" y="728"/>
                  </a:cubicBezTo>
                  <a:cubicBezTo>
                    <a:pt x="562" y="728"/>
                    <a:pt x="728" y="569"/>
                    <a:pt x="728" y="364"/>
                  </a:cubicBezTo>
                  <a:cubicBezTo>
                    <a:pt x="728" y="166"/>
                    <a:pt x="562" y="0"/>
                    <a:pt x="3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45"/>
            <p:cNvSpPr/>
            <p:nvPr/>
          </p:nvSpPr>
          <p:spPr>
            <a:xfrm>
              <a:off x="7420963" y="3739455"/>
              <a:ext cx="98335" cy="140474"/>
            </a:xfrm>
            <a:custGeom>
              <a:avLst/>
              <a:gdLst/>
              <a:ahLst/>
              <a:cxnLst/>
              <a:rect l="l" t="t" r="r" b="b"/>
              <a:pathLst>
                <a:path w="2539" h="3627" extrusionOk="0">
                  <a:moveTo>
                    <a:pt x="1200" y="0"/>
                  </a:moveTo>
                  <a:cubicBezTo>
                    <a:pt x="676" y="0"/>
                    <a:pt x="211" y="307"/>
                    <a:pt x="1" y="765"/>
                  </a:cubicBezTo>
                  <a:cubicBezTo>
                    <a:pt x="219" y="963"/>
                    <a:pt x="358" y="1254"/>
                    <a:pt x="358" y="1571"/>
                  </a:cubicBezTo>
                  <a:cubicBezTo>
                    <a:pt x="358" y="1809"/>
                    <a:pt x="278" y="2027"/>
                    <a:pt x="153" y="2206"/>
                  </a:cubicBezTo>
                  <a:cubicBezTo>
                    <a:pt x="569" y="2490"/>
                    <a:pt x="840" y="2966"/>
                    <a:pt x="840" y="3508"/>
                  </a:cubicBezTo>
                  <a:lnTo>
                    <a:pt x="840" y="3627"/>
                  </a:lnTo>
                  <a:lnTo>
                    <a:pt x="2539" y="3627"/>
                  </a:lnTo>
                  <a:lnTo>
                    <a:pt x="2539" y="1346"/>
                  </a:lnTo>
                  <a:cubicBezTo>
                    <a:pt x="2539" y="652"/>
                    <a:pt x="2004" y="51"/>
                    <a:pt x="1310" y="5"/>
                  </a:cubicBezTo>
                  <a:cubicBezTo>
                    <a:pt x="1273" y="2"/>
                    <a:pt x="1236" y="0"/>
                    <a:pt x="12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45"/>
            <p:cNvSpPr/>
            <p:nvPr/>
          </p:nvSpPr>
          <p:spPr>
            <a:xfrm>
              <a:off x="7266083" y="3739455"/>
              <a:ext cx="98335" cy="140474"/>
            </a:xfrm>
            <a:custGeom>
              <a:avLst/>
              <a:gdLst/>
              <a:ahLst/>
              <a:cxnLst/>
              <a:rect l="l" t="t" r="r" b="b"/>
              <a:pathLst>
                <a:path w="2539" h="3627" extrusionOk="0">
                  <a:moveTo>
                    <a:pt x="1339" y="0"/>
                  </a:moveTo>
                  <a:cubicBezTo>
                    <a:pt x="1303" y="0"/>
                    <a:pt x="1266" y="2"/>
                    <a:pt x="1230" y="5"/>
                  </a:cubicBezTo>
                  <a:cubicBezTo>
                    <a:pt x="529" y="51"/>
                    <a:pt x="1" y="652"/>
                    <a:pt x="1" y="1353"/>
                  </a:cubicBezTo>
                  <a:lnTo>
                    <a:pt x="1" y="3627"/>
                  </a:lnTo>
                  <a:lnTo>
                    <a:pt x="1693" y="3627"/>
                  </a:lnTo>
                  <a:lnTo>
                    <a:pt x="1693" y="3508"/>
                  </a:lnTo>
                  <a:cubicBezTo>
                    <a:pt x="1693" y="2966"/>
                    <a:pt x="1964" y="2490"/>
                    <a:pt x="2380" y="2206"/>
                  </a:cubicBezTo>
                  <a:cubicBezTo>
                    <a:pt x="2255" y="2027"/>
                    <a:pt x="2175" y="1809"/>
                    <a:pt x="2175" y="1571"/>
                  </a:cubicBezTo>
                  <a:cubicBezTo>
                    <a:pt x="2175" y="1254"/>
                    <a:pt x="2314" y="963"/>
                    <a:pt x="2539" y="765"/>
                  </a:cubicBezTo>
                  <a:cubicBezTo>
                    <a:pt x="2323" y="307"/>
                    <a:pt x="1858" y="0"/>
                    <a:pt x="13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1" name="Google Shape;491;p45"/>
          <p:cNvSpPr txBox="1">
            <a:spLocks noGrp="1"/>
          </p:cNvSpPr>
          <p:nvPr>
            <p:ph type="title"/>
          </p:nvPr>
        </p:nvSpPr>
        <p:spPr>
          <a:xfrm>
            <a:off x="720075"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TEENAGERS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95"/>
        <p:cNvGrpSpPr/>
        <p:nvPr/>
      </p:nvGrpSpPr>
      <p:grpSpPr>
        <a:xfrm>
          <a:off x="0" y="0"/>
          <a:ext cx="0" cy="0"/>
          <a:chOff x="0" y="0"/>
          <a:chExt cx="0" cy="0"/>
        </a:xfrm>
      </p:grpSpPr>
      <p:sp>
        <p:nvSpPr>
          <p:cNvPr id="496" name="Google Shape;496;p46"/>
          <p:cNvSpPr txBox="1">
            <a:spLocks noGrp="1"/>
          </p:cNvSpPr>
          <p:nvPr>
            <p:ph type="subTitle" idx="6"/>
          </p:nvPr>
        </p:nvSpPr>
        <p:spPr>
          <a:xfrm>
            <a:off x="720000" y="3777475"/>
            <a:ext cx="2583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a:t>
            </a:r>
            <a:endParaRPr/>
          </a:p>
        </p:txBody>
      </p:sp>
      <p:sp>
        <p:nvSpPr>
          <p:cNvPr id="497" name="Google Shape;497;p46"/>
          <p:cNvSpPr txBox="1">
            <a:spLocks noGrp="1"/>
          </p:cNvSpPr>
          <p:nvPr>
            <p:ph type="title" idx="2"/>
          </p:nvPr>
        </p:nvSpPr>
        <p:spPr>
          <a:xfrm>
            <a:off x="720000" y="1965000"/>
            <a:ext cx="2583000" cy="46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498" name="Google Shape;498;p46"/>
          <p:cNvSpPr txBox="1">
            <a:spLocks noGrp="1"/>
          </p:cNvSpPr>
          <p:nvPr>
            <p:ph type="subTitle" idx="1"/>
          </p:nvPr>
        </p:nvSpPr>
        <p:spPr>
          <a:xfrm>
            <a:off x="720000" y="2355000"/>
            <a:ext cx="2583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499" name="Google Shape;499;p46"/>
          <p:cNvSpPr txBox="1">
            <a:spLocks noGrp="1"/>
          </p:cNvSpPr>
          <p:nvPr>
            <p:ph type="title" idx="3"/>
          </p:nvPr>
        </p:nvSpPr>
        <p:spPr>
          <a:xfrm>
            <a:off x="5841001" y="1965000"/>
            <a:ext cx="2583000" cy="466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Jupiter</a:t>
            </a:r>
            <a:endParaRPr/>
          </a:p>
        </p:txBody>
      </p:sp>
      <p:sp>
        <p:nvSpPr>
          <p:cNvPr id="500" name="Google Shape;500;p46"/>
          <p:cNvSpPr txBox="1">
            <a:spLocks noGrp="1"/>
          </p:cNvSpPr>
          <p:nvPr>
            <p:ph type="subTitle" idx="4"/>
          </p:nvPr>
        </p:nvSpPr>
        <p:spPr>
          <a:xfrm>
            <a:off x="5840999" y="2355000"/>
            <a:ext cx="25830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Jupiter is the biggest planet in the Solar System</a:t>
            </a:r>
            <a:endParaRPr/>
          </a:p>
        </p:txBody>
      </p:sp>
      <p:sp>
        <p:nvSpPr>
          <p:cNvPr id="501" name="Google Shape;501;p46"/>
          <p:cNvSpPr txBox="1">
            <a:spLocks noGrp="1"/>
          </p:cNvSpPr>
          <p:nvPr>
            <p:ph type="title" idx="5"/>
          </p:nvPr>
        </p:nvSpPr>
        <p:spPr>
          <a:xfrm>
            <a:off x="720000" y="3387475"/>
            <a:ext cx="2583000" cy="46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502" name="Google Shape;502;p46"/>
          <p:cNvSpPr txBox="1">
            <a:spLocks noGrp="1"/>
          </p:cNvSpPr>
          <p:nvPr>
            <p:ph type="title" idx="7"/>
          </p:nvPr>
        </p:nvSpPr>
        <p:spPr>
          <a:xfrm>
            <a:off x="5841001" y="3387475"/>
            <a:ext cx="2583000" cy="466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Saturn</a:t>
            </a:r>
            <a:endParaRPr/>
          </a:p>
        </p:txBody>
      </p:sp>
      <p:sp>
        <p:nvSpPr>
          <p:cNvPr id="503" name="Google Shape;503;p46"/>
          <p:cNvSpPr txBox="1">
            <a:spLocks noGrp="1"/>
          </p:cNvSpPr>
          <p:nvPr>
            <p:ph type="subTitle" idx="8"/>
          </p:nvPr>
        </p:nvSpPr>
        <p:spPr>
          <a:xfrm>
            <a:off x="5840999" y="3777475"/>
            <a:ext cx="25830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It’is composed mostly of hydrogen and helium</a:t>
            </a:r>
            <a:endParaRPr/>
          </a:p>
        </p:txBody>
      </p:sp>
      <p:cxnSp>
        <p:nvCxnSpPr>
          <p:cNvPr id="504" name="Google Shape;504;p46"/>
          <p:cNvCxnSpPr/>
          <p:nvPr/>
        </p:nvCxnSpPr>
        <p:spPr>
          <a:xfrm>
            <a:off x="2258400" y="1123950"/>
            <a:ext cx="4627200" cy="0"/>
          </a:xfrm>
          <a:prstGeom prst="straightConnector1">
            <a:avLst/>
          </a:prstGeom>
          <a:noFill/>
          <a:ln w="9525" cap="flat" cmpd="sng">
            <a:solidFill>
              <a:schemeClr val="dk1"/>
            </a:solidFill>
            <a:prstDash val="solid"/>
            <a:round/>
            <a:headEnd type="none" w="med" len="med"/>
            <a:tailEnd type="none" w="med" len="med"/>
          </a:ln>
        </p:spPr>
      </p:cxnSp>
      <p:grpSp>
        <p:nvGrpSpPr>
          <p:cNvPr id="505" name="Google Shape;505;p46"/>
          <p:cNvGrpSpPr/>
          <p:nvPr/>
        </p:nvGrpSpPr>
        <p:grpSpPr>
          <a:xfrm>
            <a:off x="3738913" y="2092350"/>
            <a:ext cx="708000" cy="708000"/>
            <a:chOff x="762200" y="1561800"/>
            <a:chExt cx="708000" cy="708000"/>
          </a:xfrm>
        </p:grpSpPr>
        <p:sp>
          <p:nvSpPr>
            <p:cNvPr id="506" name="Google Shape;506;p46"/>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46"/>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 name="Google Shape;508;p46"/>
          <p:cNvGrpSpPr/>
          <p:nvPr/>
        </p:nvGrpSpPr>
        <p:grpSpPr>
          <a:xfrm>
            <a:off x="3738913" y="3514825"/>
            <a:ext cx="708000" cy="708000"/>
            <a:chOff x="762200" y="1561800"/>
            <a:chExt cx="708000" cy="708000"/>
          </a:xfrm>
        </p:grpSpPr>
        <p:sp>
          <p:nvSpPr>
            <p:cNvPr id="509" name="Google Shape;509;p46"/>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46"/>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 name="Google Shape;511;p46"/>
          <p:cNvGrpSpPr/>
          <p:nvPr/>
        </p:nvGrpSpPr>
        <p:grpSpPr>
          <a:xfrm>
            <a:off x="4953563" y="2092350"/>
            <a:ext cx="708000" cy="708000"/>
            <a:chOff x="762200" y="1561800"/>
            <a:chExt cx="708000" cy="708000"/>
          </a:xfrm>
        </p:grpSpPr>
        <p:sp>
          <p:nvSpPr>
            <p:cNvPr id="512" name="Google Shape;512;p46"/>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46"/>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 name="Google Shape;514;p46"/>
          <p:cNvGrpSpPr/>
          <p:nvPr/>
        </p:nvGrpSpPr>
        <p:grpSpPr>
          <a:xfrm>
            <a:off x="4953563" y="3514825"/>
            <a:ext cx="708000" cy="708000"/>
            <a:chOff x="762200" y="1561800"/>
            <a:chExt cx="708000" cy="708000"/>
          </a:xfrm>
        </p:grpSpPr>
        <p:sp>
          <p:nvSpPr>
            <p:cNvPr id="515" name="Google Shape;515;p46"/>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46"/>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46"/>
          <p:cNvGrpSpPr/>
          <p:nvPr/>
        </p:nvGrpSpPr>
        <p:grpSpPr>
          <a:xfrm>
            <a:off x="3907830" y="2268174"/>
            <a:ext cx="370202" cy="356355"/>
            <a:chOff x="4640436" y="2354359"/>
            <a:chExt cx="496982" cy="478393"/>
          </a:xfrm>
        </p:grpSpPr>
        <p:sp>
          <p:nvSpPr>
            <p:cNvPr id="518" name="Google Shape;518;p46"/>
            <p:cNvSpPr/>
            <p:nvPr/>
          </p:nvSpPr>
          <p:spPr>
            <a:xfrm>
              <a:off x="4640436" y="2354359"/>
              <a:ext cx="331335" cy="478393"/>
            </a:xfrm>
            <a:custGeom>
              <a:avLst/>
              <a:gdLst/>
              <a:ahLst/>
              <a:cxnLst/>
              <a:rect l="l" t="t" r="r" b="b"/>
              <a:pathLst>
                <a:path w="8555" h="12352" extrusionOk="0">
                  <a:moveTo>
                    <a:pt x="2678" y="0"/>
                  </a:moveTo>
                  <a:cubicBezTo>
                    <a:pt x="2053" y="0"/>
                    <a:pt x="1429" y="238"/>
                    <a:pt x="953" y="714"/>
                  </a:cubicBezTo>
                  <a:cubicBezTo>
                    <a:pt x="1" y="1666"/>
                    <a:pt x="1" y="3213"/>
                    <a:pt x="953" y="4165"/>
                  </a:cubicBezTo>
                  <a:lnTo>
                    <a:pt x="3993" y="7212"/>
                  </a:lnTo>
                  <a:cubicBezTo>
                    <a:pt x="3617" y="8025"/>
                    <a:pt x="3663" y="8977"/>
                    <a:pt x="4132" y="9750"/>
                  </a:cubicBezTo>
                  <a:cubicBezTo>
                    <a:pt x="4509" y="10385"/>
                    <a:pt x="4509" y="11171"/>
                    <a:pt x="4132" y="11799"/>
                  </a:cubicBezTo>
                  <a:cubicBezTo>
                    <a:pt x="4026" y="11971"/>
                    <a:pt x="4079" y="12196"/>
                    <a:pt x="4251" y="12302"/>
                  </a:cubicBezTo>
                  <a:cubicBezTo>
                    <a:pt x="4309" y="12335"/>
                    <a:pt x="4374" y="12351"/>
                    <a:pt x="4437" y="12351"/>
                  </a:cubicBezTo>
                  <a:cubicBezTo>
                    <a:pt x="4562" y="12351"/>
                    <a:pt x="4684" y="12290"/>
                    <a:pt x="4754" y="12176"/>
                  </a:cubicBezTo>
                  <a:cubicBezTo>
                    <a:pt x="5269" y="11317"/>
                    <a:pt x="5269" y="10239"/>
                    <a:pt x="4754" y="9380"/>
                  </a:cubicBezTo>
                  <a:cubicBezTo>
                    <a:pt x="4377" y="8759"/>
                    <a:pt x="4377" y="7985"/>
                    <a:pt x="4734" y="7364"/>
                  </a:cubicBezTo>
                  <a:lnTo>
                    <a:pt x="5851" y="6247"/>
                  </a:lnTo>
                  <a:cubicBezTo>
                    <a:pt x="4879" y="5176"/>
                    <a:pt x="4912" y="3523"/>
                    <a:pt x="5943" y="2492"/>
                  </a:cubicBezTo>
                  <a:cubicBezTo>
                    <a:pt x="6459" y="1977"/>
                    <a:pt x="7140" y="1699"/>
                    <a:pt x="7867" y="1699"/>
                  </a:cubicBezTo>
                  <a:cubicBezTo>
                    <a:pt x="8105" y="1699"/>
                    <a:pt x="8330" y="1726"/>
                    <a:pt x="8554" y="1785"/>
                  </a:cubicBezTo>
                  <a:cubicBezTo>
                    <a:pt x="8442" y="1388"/>
                    <a:pt x="8237" y="1025"/>
                    <a:pt x="7926" y="714"/>
                  </a:cubicBezTo>
                  <a:cubicBezTo>
                    <a:pt x="7451" y="238"/>
                    <a:pt x="6826" y="0"/>
                    <a:pt x="6201" y="0"/>
                  </a:cubicBezTo>
                  <a:cubicBezTo>
                    <a:pt x="5577" y="0"/>
                    <a:pt x="4952" y="238"/>
                    <a:pt x="4476" y="714"/>
                  </a:cubicBezTo>
                  <a:lnTo>
                    <a:pt x="4436" y="754"/>
                  </a:lnTo>
                  <a:lnTo>
                    <a:pt x="4403" y="714"/>
                  </a:lnTo>
                  <a:cubicBezTo>
                    <a:pt x="3927" y="238"/>
                    <a:pt x="3303" y="0"/>
                    <a:pt x="26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46"/>
            <p:cNvSpPr/>
            <p:nvPr/>
          </p:nvSpPr>
          <p:spPr>
            <a:xfrm>
              <a:off x="4860382" y="2448163"/>
              <a:ext cx="277036" cy="384589"/>
            </a:xfrm>
            <a:custGeom>
              <a:avLst/>
              <a:gdLst/>
              <a:ahLst/>
              <a:cxnLst/>
              <a:rect l="l" t="t" r="r" b="b"/>
              <a:pathLst>
                <a:path w="7153" h="9930" extrusionOk="0">
                  <a:moveTo>
                    <a:pt x="2190" y="0"/>
                  </a:moveTo>
                  <a:cubicBezTo>
                    <a:pt x="1678" y="0"/>
                    <a:pt x="1168" y="195"/>
                    <a:pt x="780" y="586"/>
                  </a:cubicBezTo>
                  <a:cubicBezTo>
                    <a:pt x="0" y="1366"/>
                    <a:pt x="0" y="2628"/>
                    <a:pt x="780" y="3408"/>
                  </a:cubicBezTo>
                  <a:lnTo>
                    <a:pt x="3113" y="5742"/>
                  </a:lnTo>
                  <a:cubicBezTo>
                    <a:pt x="2763" y="6409"/>
                    <a:pt x="2823" y="7229"/>
                    <a:pt x="3285" y="7844"/>
                  </a:cubicBezTo>
                  <a:cubicBezTo>
                    <a:pt x="3616" y="8293"/>
                    <a:pt x="3616" y="8901"/>
                    <a:pt x="3285" y="9344"/>
                  </a:cubicBezTo>
                  <a:cubicBezTo>
                    <a:pt x="3166" y="9510"/>
                    <a:pt x="3193" y="9734"/>
                    <a:pt x="3358" y="9853"/>
                  </a:cubicBezTo>
                  <a:cubicBezTo>
                    <a:pt x="3423" y="9905"/>
                    <a:pt x="3499" y="9930"/>
                    <a:pt x="3575" y="9930"/>
                  </a:cubicBezTo>
                  <a:cubicBezTo>
                    <a:pt x="3684" y="9930"/>
                    <a:pt x="3793" y="9878"/>
                    <a:pt x="3867" y="9781"/>
                  </a:cubicBezTo>
                  <a:cubicBezTo>
                    <a:pt x="4389" y="9080"/>
                    <a:pt x="4389" y="8115"/>
                    <a:pt x="3867" y="7408"/>
                  </a:cubicBezTo>
                  <a:cubicBezTo>
                    <a:pt x="3536" y="6971"/>
                    <a:pt x="3530" y="6370"/>
                    <a:pt x="3854" y="5927"/>
                  </a:cubicBezTo>
                  <a:lnTo>
                    <a:pt x="6372" y="3408"/>
                  </a:lnTo>
                  <a:cubicBezTo>
                    <a:pt x="7152" y="2628"/>
                    <a:pt x="7152" y="1366"/>
                    <a:pt x="6372" y="586"/>
                  </a:cubicBezTo>
                  <a:cubicBezTo>
                    <a:pt x="5981" y="195"/>
                    <a:pt x="5471" y="0"/>
                    <a:pt x="4960" y="0"/>
                  </a:cubicBezTo>
                  <a:cubicBezTo>
                    <a:pt x="4461" y="0"/>
                    <a:pt x="3962" y="187"/>
                    <a:pt x="3576" y="559"/>
                  </a:cubicBezTo>
                  <a:cubicBezTo>
                    <a:pt x="3190" y="187"/>
                    <a:pt x="2690" y="0"/>
                    <a:pt x="21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 name="Google Shape;520;p46"/>
          <p:cNvGrpSpPr/>
          <p:nvPr/>
        </p:nvGrpSpPr>
        <p:grpSpPr>
          <a:xfrm>
            <a:off x="5113519" y="2267446"/>
            <a:ext cx="357595" cy="357797"/>
            <a:chOff x="5275372" y="3531979"/>
            <a:chExt cx="480058" cy="480329"/>
          </a:xfrm>
        </p:grpSpPr>
        <p:sp>
          <p:nvSpPr>
            <p:cNvPr id="521" name="Google Shape;521;p46"/>
            <p:cNvSpPr/>
            <p:nvPr/>
          </p:nvSpPr>
          <p:spPr>
            <a:xfrm>
              <a:off x="5454303" y="3537362"/>
              <a:ext cx="122154" cy="69675"/>
            </a:xfrm>
            <a:custGeom>
              <a:avLst/>
              <a:gdLst/>
              <a:ahLst/>
              <a:cxnLst/>
              <a:rect l="l" t="t" r="r" b="b"/>
              <a:pathLst>
                <a:path w="3154" h="1799" extrusionOk="0">
                  <a:moveTo>
                    <a:pt x="1" y="1"/>
                  </a:moveTo>
                  <a:lnTo>
                    <a:pt x="1" y="225"/>
                  </a:lnTo>
                  <a:cubicBezTo>
                    <a:pt x="1" y="1098"/>
                    <a:pt x="708" y="1799"/>
                    <a:pt x="1580" y="1799"/>
                  </a:cubicBezTo>
                  <a:cubicBezTo>
                    <a:pt x="2446" y="1799"/>
                    <a:pt x="3154" y="1098"/>
                    <a:pt x="3154" y="225"/>
                  </a:cubicBezTo>
                  <a:lnTo>
                    <a:pt x="3154" y="1"/>
                  </a:lnTo>
                  <a:cubicBezTo>
                    <a:pt x="2625" y="235"/>
                    <a:pt x="2101" y="353"/>
                    <a:pt x="1577" y="353"/>
                  </a:cubicBezTo>
                  <a:cubicBezTo>
                    <a:pt x="1053" y="353"/>
                    <a:pt x="529" y="235"/>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46"/>
            <p:cNvSpPr/>
            <p:nvPr/>
          </p:nvSpPr>
          <p:spPr>
            <a:xfrm>
              <a:off x="5449191" y="3865056"/>
              <a:ext cx="132379" cy="56391"/>
            </a:xfrm>
            <a:custGeom>
              <a:avLst/>
              <a:gdLst/>
              <a:ahLst/>
              <a:cxnLst/>
              <a:rect l="l" t="t" r="r" b="b"/>
              <a:pathLst>
                <a:path w="3418" h="1456" extrusionOk="0">
                  <a:moveTo>
                    <a:pt x="1223" y="1"/>
                  </a:moveTo>
                  <a:cubicBezTo>
                    <a:pt x="1025" y="1"/>
                    <a:pt x="860" y="166"/>
                    <a:pt x="860" y="364"/>
                  </a:cubicBezTo>
                  <a:cubicBezTo>
                    <a:pt x="860" y="662"/>
                    <a:pt x="701" y="906"/>
                    <a:pt x="417" y="1045"/>
                  </a:cubicBezTo>
                  <a:cubicBezTo>
                    <a:pt x="291" y="1104"/>
                    <a:pt x="146" y="1137"/>
                    <a:pt x="0" y="1151"/>
                  </a:cubicBezTo>
                  <a:cubicBezTo>
                    <a:pt x="126" y="1263"/>
                    <a:pt x="271" y="1349"/>
                    <a:pt x="430" y="1402"/>
                  </a:cubicBezTo>
                  <a:cubicBezTo>
                    <a:pt x="505" y="1429"/>
                    <a:pt x="612" y="1456"/>
                    <a:pt x="731" y="1456"/>
                  </a:cubicBezTo>
                  <a:cubicBezTo>
                    <a:pt x="876" y="1456"/>
                    <a:pt x="1039" y="1416"/>
                    <a:pt x="1184" y="1290"/>
                  </a:cubicBezTo>
                  <a:cubicBezTo>
                    <a:pt x="1263" y="1210"/>
                    <a:pt x="1342" y="1124"/>
                    <a:pt x="1402" y="1025"/>
                  </a:cubicBezTo>
                  <a:cubicBezTo>
                    <a:pt x="1468" y="919"/>
                    <a:pt x="1587" y="853"/>
                    <a:pt x="1712" y="853"/>
                  </a:cubicBezTo>
                  <a:cubicBezTo>
                    <a:pt x="1831" y="853"/>
                    <a:pt x="1950" y="919"/>
                    <a:pt x="2016" y="1025"/>
                  </a:cubicBezTo>
                  <a:cubicBezTo>
                    <a:pt x="2083" y="1124"/>
                    <a:pt x="2155" y="1210"/>
                    <a:pt x="2235" y="1290"/>
                  </a:cubicBezTo>
                  <a:cubicBezTo>
                    <a:pt x="2379" y="1416"/>
                    <a:pt x="2542" y="1456"/>
                    <a:pt x="2688" y="1456"/>
                  </a:cubicBezTo>
                  <a:cubicBezTo>
                    <a:pt x="2808" y="1456"/>
                    <a:pt x="2917" y="1429"/>
                    <a:pt x="2995" y="1402"/>
                  </a:cubicBezTo>
                  <a:cubicBezTo>
                    <a:pt x="3153" y="1349"/>
                    <a:pt x="3292" y="1263"/>
                    <a:pt x="3418" y="1151"/>
                  </a:cubicBezTo>
                  <a:cubicBezTo>
                    <a:pt x="3272" y="1137"/>
                    <a:pt x="3127" y="1104"/>
                    <a:pt x="3008" y="1045"/>
                  </a:cubicBezTo>
                  <a:cubicBezTo>
                    <a:pt x="2724" y="906"/>
                    <a:pt x="2558" y="662"/>
                    <a:pt x="2558" y="364"/>
                  </a:cubicBezTo>
                  <a:cubicBezTo>
                    <a:pt x="2558" y="166"/>
                    <a:pt x="2393" y="1"/>
                    <a:pt x="2195" y="1"/>
                  </a:cubicBezTo>
                  <a:cubicBezTo>
                    <a:pt x="2083" y="1"/>
                    <a:pt x="2003" y="53"/>
                    <a:pt x="1950" y="93"/>
                  </a:cubicBezTo>
                  <a:cubicBezTo>
                    <a:pt x="1881" y="156"/>
                    <a:pt x="1795" y="187"/>
                    <a:pt x="1709" y="187"/>
                  </a:cubicBezTo>
                  <a:cubicBezTo>
                    <a:pt x="1623" y="187"/>
                    <a:pt x="1537" y="156"/>
                    <a:pt x="1468" y="93"/>
                  </a:cubicBezTo>
                  <a:cubicBezTo>
                    <a:pt x="1422" y="53"/>
                    <a:pt x="1336" y="1"/>
                    <a:pt x="1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46"/>
            <p:cNvSpPr/>
            <p:nvPr/>
          </p:nvSpPr>
          <p:spPr>
            <a:xfrm>
              <a:off x="5463792" y="3700880"/>
              <a:ext cx="103215" cy="78699"/>
            </a:xfrm>
            <a:custGeom>
              <a:avLst/>
              <a:gdLst/>
              <a:ahLst/>
              <a:cxnLst/>
              <a:rect l="l" t="t" r="r" b="b"/>
              <a:pathLst>
                <a:path w="2665" h="2032" extrusionOk="0">
                  <a:moveTo>
                    <a:pt x="579" y="1"/>
                  </a:moveTo>
                  <a:cubicBezTo>
                    <a:pt x="443" y="1"/>
                    <a:pt x="308" y="52"/>
                    <a:pt x="205" y="155"/>
                  </a:cubicBezTo>
                  <a:cubicBezTo>
                    <a:pt x="0" y="359"/>
                    <a:pt x="0" y="697"/>
                    <a:pt x="205" y="901"/>
                  </a:cubicBezTo>
                  <a:lnTo>
                    <a:pt x="1335" y="2032"/>
                  </a:lnTo>
                  <a:lnTo>
                    <a:pt x="2459" y="901"/>
                  </a:lnTo>
                  <a:cubicBezTo>
                    <a:pt x="2664" y="697"/>
                    <a:pt x="2664" y="359"/>
                    <a:pt x="2459" y="155"/>
                  </a:cubicBezTo>
                  <a:cubicBezTo>
                    <a:pt x="2357" y="52"/>
                    <a:pt x="2223" y="1"/>
                    <a:pt x="2088" y="1"/>
                  </a:cubicBezTo>
                  <a:cubicBezTo>
                    <a:pt x="1953" y="1"/>
                    <a:pt x="1818" y="52"/>
                    <a:pt x="1712" y="155"/>
                  </a:cubicBezTo>
                  <a:lnTo>
                    <a:pt x="1587" y="280"/>
                  </a:lnTo>
                  <a:cubicBezTo>
                    <a:pt x="1517" y="353"/>
                    <a:pt x="1425" y="389"/>
                    <a:pt x="1332" y="389"/>
                  </a:cubicBezTo>
                  <a:cubicBezTo>
                    <a:pt x="1240" y="389"/>
                    <a:pt x="1147" y="353"/>
                    <a:pt x="1078" y="280"/>
                  </a:cubicBezTo>
                  <a:lnTo>
                    <a:pt x="952" y="155"/>
                  </a:lnTo>
                  <a:cubicBezTo>
                    <a:pt x="850" y="52"/>
                    <a:pt x="714" y="1"/>
                    <a:pt x="5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46"/>
            <p:cNvSpPr/>
            <p:nvPr/>
          </p:nvSpPr>
          <p:spPr>
            <a:xfrm>
              <a:off x="5275372" y="3531979"/>
              <a:ext cx="480058" cy="480329"/>
            </a:xfrm>
            <a:custGeom>
              <a:avLst/>
              <a:gdLst/>
              <a:ahLst/>
              <a:cxnLst/>
              <a:rect l="l" t="t" r="r" b="b"/>
              <a:pathLst>
                <a:path w="12395" h="12402" extrusionOk="0">
                  <a:moveTo>
                    <a:pt x="6953" y="3636"/>
                  </a:moveTo>
                  <a:cubicBezTo>
                    <a:pt x="7273" y="3636"/>
                    <a:pt x="7594" y="3758"/>
                    <a:pt x="7840" y="4000"/>
                  </a:cubicBezTo>
                  <a:cubicBezTo>
                    <a:pt x="8329" y="4489"/>
                    <a:pt x="8329" y="5289"/>
                    <a:pt x="7840" y="5778"/>
                  </a:cubicBezTo>
                  <a:lnTo>
                    <a:pt x="6452" y="7160"/>
                  </a:lnTo>
                  <a:cubicBezTo>
                    <a:pt x="6382" y="7232"/>
                    <a:pt x="6290" y="7269"/>
                    <a:pt x="6197" y="7269"/>
                  </a:cubicBezTo>
                  <a:cubicBezTo>
                    <a:pt x="6105" y="7269"/>
                    <a:pt x="6012" y="7232"/>
                    <a:pt x="5943" y="7160"/>
                  </a:cubicBezTo>
                  <a:lnTo>
                    <a:pt x="4554" y="5778"/>
                  </a:lnTo>
                  <a:cubicBezTo>
                    <a:pt x="4065" y="5289"/>
                    <a:pt x="4065" y="4489"/>
                    <a:pt x="4554" y="4000"/>
                  </a:cubicBezTo>
                  <a:cubicBezTo>
                    <a:pt x="4800" y="3758"/>
                    <a:pt x="5121" y="3636"/>
                    <a:pt x="5442" y="3636"/>
                  </a:cubicBezTo>
                  <a:cubicBezTo>
                    <a:pt x="5709" y="3636"/>
                    <a:pt x="5976" y="3720"/>
                    <a:pt x="6200" y="3888"/>
                  </a:cubicBezTo>
                  <a:cubicBezTo>
                    <a:pt x="6422" y="3720"/>
                    <a:pt x="6687" y="3636"/>
                    <a:pt x="6953" y="3636"/>
                  </a:cubicBezTo>
                  <a:close/>
                  <a:moveTo>
                    <a:pt x="6683" y="7873"/>
                  </a:moveTo>
                  <a:cubicBezTo>
                    <a:pt x="7284" y="7873"/>
                    <a:pt x="7774" y="8363"/>
                    <a:pt x="7774" y="8964"/>
                  </a:cubicBezTo>
                  <a:cubicBezTo>
                    <a:pt x="7780" y="8977"/>
                    <a:pt x="7833" y="9010"/>
                    <a:pt x="7932" y="9024"/>
                  </a:cubicBezTo>
                  <a:cubicBezTo>
                    <a:pt x="7961" y="9027"/>
                    <a:pt x="7990" y="9029"/>
                    <a:pt x="8019" y="9029"/>
                  </a:cubicBezTo>
                  <a:cubicBezTo>
                    <a:pt x="8161" y="9029"/>
                    <a:pt x="8307" y="8990"/>
                    <a:pt x="8395" y="8924"/>
                  </a:cubicBezTo>
                  <a:cubicBezTo>
                    <a:pt x="8461" y="8869"/>
                    <a:pt x="8542" y="8843"/>
                    <a:pt x="8622" y="8843"/>
                  </a:cubicBezTo>
                  <a:cubicBezTo>
                    <a:pt x="8686" y="8843"/>
                    <a:pt x="8749" y="8859"/>
                    <a:pt x="8805" y="8891"/>
                  </a:cubicBezTo>
                  <a:cubicBezTo>
                    <a:pt x="8937" y="8971"/>
                    <a:pt x="9003" y="9123"/>
                    <a:pt x="8977" y="9275"/>
                  </a:cubicBezTo>
                  <a:cubicBezTo>
                    <a:pt x="8858" y="9916"/>
                    <a:pt x="8362" y="10471"/>
                    <a:pt x="7714" y="10689"/>
                  </a:cubicBezTo>
                  <a:cubicBezTo>
                    <a:pt x="7531" y="10752"/>
                    <a:pt x="7349" y="10783"/>
                    <a:pt x="7173" y="10783"/>
                  </a:cubicBezTo>
                  <a:cubicBezTo>
                    <a:pt x="6827" y="10783"/>
                    <a:pt x="6503" y="10664"/>
                    <a:pt x="6240" y="10432"/>
                  </a:cubicBezTo>
                  <a:cubicBezTo>
                    <a:pt x="6227" y="10418"/>
                    <a:pt x="6214" y="10405"/>
                    <a:pt x="6200" y="10392"/>
                  </a:cubicBezTo>
                  <a:cubicBezTo>
                    <a:pt x="6181" y="10405"/>
                    <a:pt x="6167" y="10418"/>
                    <a:pt x="6154" y="10432"/>
                  </a:cubicBezTo>
                  <a:cubicBezTo>
                    <a:pt x="5890" y="10663"/>
                    <a:pt x="5566" y="10782"/>
                    <a:pt x="5215" y="10782"/>
                  </a:cubicBezTo>
                  <a:cubicBezTo>
                    <a:pt x="5044" y="10782"/>
                    <a:pt x="4865" y="10755"/>
                    <a:pt x="4680" y="10689"/>
                  </a:cubicBezTo>
                  <a:cubicBezTo>
                    <a:pt x="4039" y="10471"/>
                    <a:pt x="3543" y="9916"/>
                    <a:pt x="3418" y="9275"/>
                  </a:cubicBezTo>
                  <a:cubicBezTo>
                    <a:pt x="3391" y="9123"/>
                    <a:pt x="3457" y="8971"/>
                    <a:pt x="3589" y="8891"/>
                  </a:cubicBezTo>
                  <a:cubicBezTo>
                    <a:pt x="3648" y="8859"/>
                    <a:pt x="3713" y="8843"/>
                    <a:pt x="3777" y="8843"/>
                  </a:cubicBezTo>
                  <a:cubicBezTo>
                    <a:pt x="3859" y="8843"/>
                    <a:pt x="3939" y="8869"/>
                    <a:pt x="4006" y="8924"/>
                  </a:cubicBezTo>
                  <a:cubicBezTo>
                    <a:pt x="4088" y="8990"/>
                    <a:pt x="4234" y="9029"/>
                    <a:pt x="4375" y="9029"/>
                  </a:cubicBezTo>
                  <a:cubicBezTo>
                    <a:pt x="4404" y="9029"/>
                    <a:pt x="4434" y="9027"/>
                    <a:pt x="4462" y="9024"/>
                  </a:cubicBezTo>
                  <a:cubicBezTo>
                    <a:pt x="4568" y="9010"/>
                    <a:pt x="4614" y="8977"/>
                    <a:pt x="4621" y="8964"/>
                  </a:cubicBezTo>
                  <a:cubicBezTo>
                    <a:pt x="4621" y="8363"/>
                    <a:pt x="5110" y="7873"/>
                    <a:pt x="5711" y="7873"/>
                  </a:cubicBezTo>
                  <a:cubicBezTo>
                    <a:pt x="5883" y="7873"/>
                    <a:pt x="6048" y="7913"/>
                    <a:pt x="6200" y="7986"/>
                  </a:cubicBezTo>
                  <a:cubicBezTo>
                    <a:pt x="6346" y="7913"/>
                    <a:pt x="6511" y="7873"/>
                    <a:pt x="6683" y="7873"/>
                  </a:cubicBezTo>
                  <a:close/>
                  <a:moveTo>
                    <a:pt x="3292" y="1"/>
                  </a:moveTo>
                  <a:cubicBezTo>
                    <a:pt x="3252" y="1"/>
                    <a:pt x="3213" y="7"/>
                    <a:pt x="3180" y="21"/>
                  </a:cubicBezTo>
                  <a:lnTo>
                    <a:pt x="1930" y="437"/>
                  </a:lnTo>
                  <a:cubicBezTo>
                    <a:pt x="1230" y="668"/>
                    <a:pt x="707" y="1263"/>
                    <a:pt x="562" y="1984"/>
                  </a:cubicBezTo>
                  <a:lnTo>
                    <a:pt x="27" y="4654"/>
                  </a:lnTo>
                  <a:cubicBezTo>
                    <a:pt x="0" y="4793"/>
                    <a:pt x="60" y="4939"/>
                    <a:pt x="172" y="5018"/>
                  </a:cubicBezTo>
                  <a:lnTo>
                    <a:pt x="1355" y="5864"/>
                  </a:lnTo>
                  <a:lnTo>
                    <a:pt x="1355" y="4000"/>
                  </a:lnTo>
                  <a:cubicBezTo>
                    <a:pt x="1355" y="3802"/>
                    <a:pt x="1514" y="3636"/>
                    <a:pt x="1719" y="3636"/>
                  </a:cubicBezTo>
                  <a:cubicBezTo>
                    <a:pt x="1917" y="3636"/>
                    <a:pt x="2082" y="3802"/>
                    <a:pt x="2082" y="4000"/>
                  </a:cubicBezTo>
                  <a:lnTo>
                    <a:pt x="2082" y="12038"/>
                  </a:lnTo>
                  <a:cubicBezTo>
                    <a:pt x="2082" y="12236"/>
                    <a:pt x="2241" y="12401"/>
                    <a:pt x="2446" y="12401"/>
                  </a:cubicBezTo>
                  <a:lnTo>
                    <a:pt x="9948" y="12401"/>
                  </a:lnTo>
                  <a:cubicBezTo>
                    <a:pt x="10153" y="12401"/>
                    <a:pt x="10312" y="12236"/>
                    <a:pt x="10312" y="12038"/>
                  </a:cubicBezTo>
                  <a:lnTo>
                    <a:pt x="10312" y="4000"/>
                  </a:lnTo>
                  <a:cubicBezTo>
                    <a:pt x="10312" y="3802"/>
                    <a:pt x="10477" y="3636"/>
                    <a:pt x="10675" y="3636"/>
                  </a:cubicBezTo>
                  <a:cubicBezTo>
                    <a:pt x="10880" y="3636"/>
                    <a:pt x="11039" y="3802"/>
                    <a:pt x="11039" y="4000"/>
                  </a:cubicBezTo>
                  <a:lnTo>
                    <a:pt x="11039" y="5864"/>
                  </a:lnTo>
                  <a:lnTo>
                    <a:pt x="12222" y="5018"/>
                  </a:lnTo>
                  <a:cubicBezTo>
                    <a:pt x="12335" y="4939"/>
                    <a:pt x="12394" y="4793"/>
                    <a:pt x="12368" y="4654"/>
                  </a:cubicBezTo>
                  <a:lnTo>
                    <a:pt x="11832" y="1984"/>
                  </a:lnTo>
                  <a:cubicBezTo>
                    <a:pt x="11687" y="1263"/>
                    <a:pt x="11165" y="668"/>
                    <a:pt x="10464" y="437"/>
                  </a:cubicBezTo>
                  <a:lnTo>
                    <a:pt x="9215" y="21"/>
                  </a:lnTo>
                  <a:cubicBezTo>
                    <a:pt x="9182" y="7"/>
                    <a:pt x="9142" y="1"/>
                    <a:pt x="9102" y="1"/>
                  </a:cubicBezTo>
                  <a:lnTo>
                    <a:pt x="8501" y="1"/>
                  </a:lnTo>
                  <a:lnTo>
                    <a:pt x="8501" y="364"/>
                  </a:lnTo>
                  <a:cubicBezTo>
                    <a:pt x="8501" y="1633"/>
                    <a:pt x="7463" y="2665"/>
                    <a:pt x="6200" y="2665"/>
                  </a:cubicBezTo>
                  <a:cubicBezTo>
                    <a:pt x="4931" y="2665"/>
                    <a:pt x="3900" y="1633"/>
                    <a:pt x="3900" y="364"/>
                  </a:cubicBezTo>
                  <a:lnTo>
                    <a:pt x="39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 name="Google Shape;525;p46"/>
          <p:cNvGrpSpPr/>
          <p:nvPr/>
        </p:nvGrpSpPr>
        <p:grpSpPr>
          <a:xfrm>
            <a:off x="5113522" y="3689941"/>
            <a:ext cx="357595" cy="357767"/>
            <a:chOff x="4649653" y="4121331"/>
            <a:chExt cx="480058" cy="480289"/>
          </a:xfrm>
        </p:grpSpPr>
        <p:sp>
          <p:nvSpPr>
            <p:cNvPr id="526" name="Google Shape;526;p46"/>
            <p:cNvSpPr/>
            <p:nvPr/>
          </p:nvSpPr>
          <p:spPr>
            <a:xfrm>
              <a:off x="4799189" y="4236281"/>
              <a:ext cx="37646" cy="37646"/>
            </a:xfrm>
            <a:custGeom>
              <a:avLst/>
              <a:gdLst/>
              <a:ahLst/>
              <a:cxnLst/>
              <a:rect l="l" t="t" r="r" b="b"/>
              <a:pathLst>
                <a:path w="972" h="972" extrusionOk="0">
                  <a:moveTo>
                    <a:pt x="489" y="0"/>
                  </a:moveTo>
                  <a:cubicBezTo>
                    <a:pt x="218" y="0"/>
                    <a:pt x="0" y="218"/>
                    <a:pt x="0" y="483"/>
                  </a:cubicBezTo>
                  <a:cubicBezTo>
                    <a:pt x="0" y="754"/>
                    <a:pt x="218" y="972"/>
                    <a:pt x="489" y="972"/>
                  </a:cubicBezTo>
                  <a:cubicBezTo>
                    <a:pt x="754" y="972"/>
                    <a:pt x="972" y="754"/>
                    <a:pt x="972" y="483"/>
                  </a:cubicBezTo>
                  <a:cubicBezTo>
                    <a:pt x="972" y="218"/>
                    <a:pt x="754" y="0"/>
                    <a:pt x="4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46"/>
            <p:cNvSpPr/>
            <p:nvPr/>
          </p:nvSpPr>
          <p:spPr>
            <a:xfrm>
              <a:off x="4793805" y="4468970"/>
              <a:ext cx="48413" cy="48180"/>
            </a:xfrm>
            <a:custGeom>
              <a:avLst/>
              <a:gdLst/>
              <a:ahLst/>
              <a:cxnLst/>
              <a:rect l="l" t="t" r="r" b="b"/>
              <a:pathLst>
                <a:path w="1250" h="1244" extrusionOk="0">
                  <a:moveTo>
                    <a:pt x="628" y="1"/>
                  </a:moveTo>
                  <a:lnTo>
                    <a:pt x="0" y="1243"/>
                  </a:lnTo>
                  <a:lnTo>
                    <a:pt x="1250" y="1243"/>
                  </a:lnTo>
                  <a:lnTo>
                    <a:pt x="62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46"/>
            <p:cNvSpPr/>
            <p:nvPr/>
          </p:nvSpPr>
          <p:spPr>
            <a:xfrm>
              <a:off x="4915920" y="4487677"/>
              <a:ext cx="29474" cy="29474"/>
            </a:xfrm>
            <a:custGeom>
              <a:avLst/>
              <a:gdLst/>
              <a:ahLst/>
              <a:cxnLst/>
              <a:rect l="l" t="t" r="r" b="b"/>
              <a:pathLst>
                <a:path w="761" h="761" extrusionOk="0">
                  <a:moveTo>
                    <a:pt x="377" y="0"/>
                  </a:moveTo>
                  <a:lnTo>
                    <a:pt x="0" y="760"/>
                  </a:lnTo>
                  <a:lnTo>
                    <a:pt x="761" y="760"/>
                  </a:lnTo>
                  <a:lnTo>
                    <a:pt x="37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46"/>
            <p:cNvSpPr/>
            <p:nvPr/>
          </p:nvSpPr>
          <p:spPr>
            <a:xfrm>
              <a:off x="4649653" y="4545268"/>
              <a:ext cx="480058" cy="56352"/>
            </a:xfrm>
            <a:custGeom>
              <a:avLst/>
              <a:gdLst/>
              <a:ahLst/>
              <a:cxnLst/>
              <a:rect l="l" t="t" r="r" b="b"/>
              <a:pathLst>
                <a:path w="12395" h="1455" extrusionOk="0">
                  <a:moveTo>
                    <a:pt x="1" y="1"/>
                  </a:moveTo>
                  <a:lnTo>
                    <a:pt x="1" y="1091"/>
                  </a:lnTo>
                  <a:cubicBezTo>
                    <a:pt x="1" y="1290"/>
                    <a:pt x="160" y="1455"/>
                    <a:pt x="358" y="1455"/>
                  </a:cubicBezTo>
                  <a:lnTo>
                    <a:pt x="12031" y="1455"/>
                  </a:lnTo>
                  <a:cubicBezTo>
                    <a:pt x="12236" y="1455"/>
                    <a:pt x="12395" y="1290"/>
                    <a:pt x="12395" y="1091"/>
                  </a:cubicBezTo>
                  <a:lnTo>
                    <a:pt x="123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46"/>
            <p:cNvSpPr/>
            <p:nvPr/>
          </p:nvSpPr>
          <p:spPr>
            <a:xfrm>
              <a:off x="4916424" y="4329969"/>
              <a:ext cx="28195" cy="28195"/>
            </a:xfrm>
            <a:custGeom>
              <a:avLst/>
              <a:gdLst/>
              <a:ahLst/>
              <a:cxnLst/>
              <a:rect l="l" t="t" r="r" b="b"/>
              <a:pathLst>
                <a:path w="728" h="728" extrusionOk="0">
                  <a:moveTo>
                    <a:pt x="364" y="1"/>
                  </a:moveTo>
                  <a:cubicBezTo>
                    <a:pt x="166" y="1"/>
                    <a:pt x="1" y="166"/>
                    <a:pt x="1" y="364"/>
                  </a:cubicBezTo>
                  <a:cubicBezTo>
                    <a:pt x="1" y="569"/>
                    <a:pt x="166" y="728"/>
                    <a:pt x="364" y="728"/>
                  </a:cubicBezTo>
                  <a:cubicBezTo>
                    <a:pt x="569" y="728"/>
                    <a:pt x="728" y="569"/>
                    <a:pt x="728" y="364"/>
                  </a:cubicBezTo>
                  <a:cubicBezTo>
                    <a:pt x="728" y="166"/>
                    <a:pt x="569" y="1"/>
                    <a:pt x="3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46"/>
            <p:cNvSpPr/>
            <p:nvPr/>
          </p:nvSpPr>
          <p:spPr>
            <a:xfrm>
              <a:off x="4832458" y="4361960"/>
              <a:ext cx="84509" cy="155191"/>
            </a:xfrm>
            <a:custGeom>
              <a:avLst/>
              <a:gdLst/>
              <a:ahLst/>
              <a:cxnLst/>
              <a:rect l="l" t="t" r="r" b="b"/>
              <a:pathLst>
                <a:path w="2182" h="4007" extrusionOk="0">
                  <a:moveTo>
                    <a:pt x="1" y="1"/>
                  </a:moveTo>
                  <a:lnTo>
                    <a:pt x="1" y="1865"/>
                  </a:lnTo>
                  <a:lnTo>
                    <a:pt x="1071" y="4006"/>
                  </a:lnTo>
                  <a:lnTo>
                    <a:pt x="1349" y="4006"/>
                  </a:lnTo>
                  <a:lnTo>
                    <a:pt x="2182" y="2347"/>
                  </a:lnTo>
                  <a:lnTo>
                    <a:pt x="2182" y="1931"/>
                  </a:lnTo>
                  <a:lnTo>
                    <a:pt x="926" y="1310"/>
                  </a:lnTo>
                  <a:cubicBezTo>
                    <a:pt x="873" y="1277"/>
                    <a:pt x="820" y="1237"/>
                    <a:pt x="787" y="1184"/>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46"/>
            <p:cNvSpPr/>
            <p:nvPr/>
          </p:nvSpPr>
          <p:spPr>
            <a:xfrm>
              <a:off x="4969949" y="4196971"/>
              <a:ext cx="80907" cy="59799"/>
            </a:xfrm>
            <a:custGeom>
              <a:avLst/>
              <a:gdLst/>
              <a:ahLst/>
              <a:cxnLst/>
              <a:rect l="l" t="t" r="r" b="b"/>
              <a:pathLst>
                <a:path w="2089" h="1544" extrusionOk="0">
                  <a:moveTo>
                    <a:pt x="413" y="1"/>
                  </a:moveTo>
                  <a:cubicBezTo>
                    <a:pt x="316" y="1"/>
                    <a:pt x="218" y="37"/>
                    <a:pt x="146" y="110"/>
                  </a:cubicBezTo>
                  <a:cubicBezTo>
                    <a:pt x="0" y="255"/>
                    <a:pt x="0" y="500"/>
                    <a:pt x="146" y="645"/>
                  </a:cubicBezTo>
                  <a:lnTo>
                    <a:pt x="1045" y="1544"/>
                  </a:lnTo>
                  <a:lnTo>
                    <a:pt x="1937" y="645"/>
                  </a:lnTo>
                  <a:cubicBezTo>
                    <a:pt x="2089" y="500"/>
                    <a:pt x="2089" y="255"/>
                    <a:pt x="1937" y="110"/>
                  </a:cubicBezTo>
                  <a:cubicBezTo>
                    <a:pt x="1864" y="37"/>
                    <a:pt x="1768" y="1"/>
                    <a:pt x="1672" y="1"/>
                  </a:cubicBezTo>
                  <a:cubicBezTo>
                    <a:pt x="1575" y="1"/>
                    <a:pt x="1478" y="37"/>
                    <a:pt x="1402" y="110"/>
                  </a:cubicBezTo>
                  <a:lnTo>
                    <a:pt x="1302" y="215"/>
                  </a:lnTo>
                  <a:cubicBezTo>
                    <a:pt x="1230" y="285"/>
                    <a:pt x="1135" y="319"/>
                    <a:pt x="1042" y="319"/>
                  </a:cubicBezTo>
                  <a:cubicBezTo>
                    <a:pt x="949" y="319"/>
                    <a:pt x="856" y="285"/>
                    <a:pt x="787" y="215"/>
                  </a:cubicBezTo>
                  <a:lnTo>
                    <a:pt x="681" y="110"/>
                  </a:lnTo>
                  <a:cubicBezTo>
                    <a:pt x="608" y="37"/>
                    <a:pt x="511" y="1"/>
                    <a:pt x="4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46"/>
            <p:cNvSpPr/>
            <p:nvPr/>
          </p:nvSpPr>
          <p:spPr>
            <a:xfrm>
              <a:off x="4649653" y="4121331"/>
              <a:ext cx="480058" cy="395821"/>
            </a:xfrm>
            <a:custGeom>
              <a:avLst/>
              <a:gdLst/>
              <a:ahLst/>
              <a:cxnLst/>
              <a:rect l="l" t="t" r="r" b="b"/>
              <a:pathLst>
                <a:path w="12395" h="10220" extrusionOk="0">
                  <a:moveTo>
                    <a:pt x="9945" y="1225"/>
                  </a:moveTo>
                  <a:cubicBezTo>
                    <a:pt x="10226" y="1225"/>
                    <a:pt x="10508" y="1332"/>
                    <a:pt x="10723" y="1547"/>
                  </a:cubicBezTo>
                  <a:cubicBezTo>
                    <a:pt x="11152" y="1983"/>
                    <a:pt x="11152" y="2684"/>
                    <a:pt x="10723" y="3114"/>
                  </a:cubicBezTo>
                  <a:lnTo>
                    <a:pt x="9572" y="4264"/>
                  </a:lnTo>
                  <a:cubicBezTo>
                    <a:pt x="9500" y="4336"/>
                    <a:pt x="9405" y="4373"/>
                    <a:pt x="9312" y="4373"/>
                  </a:cubicBezTo>
                  <a:cubicBezTo>
                    <a:pt x="9219" y="4373"/>
                    <a:pt x="9126" y="4336"/>
                    <a:pt x="9057" y="4264"/>
                  </a:cubicBezTo>
                  <a:lnTo>
                    <a:pt x="7900" y="3114"/>
                  </a:lnTo>
                  <a:cubicBezTo>
                    <a:pt x="7470" y="2684"/>
                    <a:pt x="7470" y="1983"/>
                    <a:pt x="7900" y="1547"/>
                  </a:cubicBezTo>
                  <a:cubicBezTo>
                    <a:pt x="8115" y="1332"/>
                    <a:pt x="8399" y="1225"/>
                    <a:pt x="8682" y="1225"/>
                  </a:cubicBezTo>
                  <a:cubicBezTo>
                    <a:pt x="8904" y="1225"/>
                    <a:pt x="9126" y="1291"/>
                    <a:pt x="9315" y="1421"/>
                  </a:cubicBezTo>
                  <a:cubicBezTo>
                    <a:pt x="9503" y="1291"/>
                    <a:pt x="9724" y="1225"/>
                    <a:pt x="9945" y="1225"/>
                  </a:cubicBezTo>
                  <a:close/>
                  <a:moveTo>
                    <a:pt x="358" y="0"/>
                  </a:moveTo>
                  <a:cubicBezTo>
                    <a:pt x="160" y="0"/>
                    <a:pt x="1" y="166"/>
                    <a:pt x="1" y="364"/>
                  </a:cubicBezTo>
                  <a:lnTo>
                    <a:pt x="1" y="10219"/>
                  </a:lnTo>
                  <a:lnTo>
                    <a:pt x="2923" y="10219"/>
                  </a:lnTo>
                  <a:lnTo>
                    <a:pt x="3993" y="8078"/>
                  </a:lnTo>
                  <a:lnTo>
                    <a:pt x="3993" y="6214"/>
                  </a:lnTo>
                  <a:lnTo>
                    <a:pt x="3207" y="7397"/>
                  </a:lnTo>
                  <a:cubicBezTo>
                    <a:pt x="3136" y="7501"/>
                    <a:pt x="3021" y="7558"/>
                    <a:pt x="2904" y="7558"/>
                  </a:cubicBezTo>
                  <a:cubicBezTo>
                    <a:pt x="2835" y="7558"/>
                    <a:pt x="2766" y="7538"/>
                    <a:pt x="2704" y="7496"/>
                  </a:cubicBezTo>
                  <a:cubicBezTo>
                    <a:pt x="2533" y="7384"/>
                    <a:pt x="2493" y="7159"/>
                    <a:pt x="2599" y="6994"/>
                  </a:cubicBezTo>
                  <a:lnTo>
                    <a:pt x="3993" y="4905"/>
                  </a:lnTo>
                  <a:lnTo>
                    <a:pt x="3993" y="4594"/>
                  </a:lnTo>
                  <a:cubicBezTo>
                    <a:pt x="3484" y="4436"/>
                    <a:pt x="3121" y="3953"/>
                    <a:pt x="3147" y="3385"/>
                  </a:cubicBezTo>
                  <a:cubicBezTo>
                    <a:pt x="3174" y="2777"/>
                    <a:pt x="3656" y="2281"/>
                    <a:pt x="4264" y="2234"/>
                  </a:cubicBezTo>
                  <a:cubicBezTo>
                    <a:pt x="4295" y="2232"/>
                    <a:pt x="4326" y="2231"/>
                    <a:pt x="4357" y="2231"/>
                  </a:cubicBezTo>
                  <a:cubicBezTo>
                    <a:pt x="5023" y="2231"/>
                    <a:pt x="5567" y="2774"/>
                    <a:pt x="5567" y="3444"/>
                  </a:cubicBezTo>
                  <a:cubicBezTo>
                    <a:pt x="5567" y="3980"/>
                    <a:pt x="5210" y="4442"/>
                    <a:pt x="4721" y="4594"/>
                  </a:cubicBezTo>
                  <a:lnTo>
                    <a:pt x="4721" y="4918"/>
                  </a:lnTo>
                  <a:lnTo>
                    <a:pt x="6056" y="6928"/>
                  </a:lnTo>
                  <a:lnTo>
                    <a:pt x="6902" y="7344"/>
                  </a:lnTo>
                  <a:lnTo>
                    <a:pt x="6902" y="6769"/>
                  </a:lnTo>
                  <a:cubicBezTo>
                    <a:pt x="6459" y="6610"/>
                    <a:pt x="6148" y="6181"/>
                    <a:pt x="6175" y="5678"/>
                  </a:cubicBezTo>
                  <a:cubicBezTo>
                    <a:pt x="6208" y="5123"/>
                    <a:pt x="6664" y="4674"/>
                    <a:pt x="7219" y="4654"/>
                  </a:cubicBezTo>
                  <a:cubicBezTo>
                    <a:pt x="7235" y="4653"/>
                    <a:pt x="7251" y="4653"/>
                    <a:pt x="7267" y="4653"/>
                  </a:cubicBezTo>
                  <a:cubicBezTo>
                    <a:pt x="7866" y="4653"/>
                    <a:pt x="8349" y="5139"/>
                    <a:pt x="8349" y="5744"/>
                  </a:cubicBezTo>
                  <a:cubicBezTo>
                    <a:pt x="8349" y="6214"/>
                    <a:pt x="8045" y="6617"/>
                    <a:pt x="7622" y="6769"/>
                  </a:cubicBezTo>
                  <a:lnTo>
                    <a:pt x="7622" y="7331"/>
                  </a:lnTo>
                  <a:lnTo>
                    <a:pt x="8541" y="6875"/>
                  </a:lnTo>
                  <a:cubicBezTo>
                    <a:pt x="8597" y="6847"/>
                    <a:pt x="8656" y="6834"/>
                    <a:pt x="8714" y="6834"/>
                  </a:cubicBezTo>
                  <a:cubicBezTo>
                    <a:pt x="8835" y="6834"/>
                    <a:pt x="8950" y="6891"/>
                    <a:pt x="9017" y="6994"/>
                  </a:cubicBezTo>
                  <a:cubicBezTo>
                    <a:pt x="9136" y="7179"/>
                    <a:pt x="9070" y="7423"/>
                    <a:pt x="8878" y="7523"/>
                  </a:cubicBezTo>
                  <a:lnTo>
                    <a:pt x="7622" y="8144"/>
                  </a:lnTo>
                  <a:lnTo>
                    <a:pt x="7622" y="8560"/>
                  </a:lnTo>
                  <a:lnTo>
                    <a:pt x="8455" y="10219"/>
                  </a:lnTo>
                  <a:lnTo>
                    <a:pt x="12395" y="10219"/>
                  </a:lnTo>
                  <a:lnTo>
                    <a:pt x="12395" y="364"/>
                  </a:lnTo>
                  <a:cubicBezTo>
                    <a:pt x="12395" y="166"/>
                    <a:pt x="12236" y="0"/>
                    <a:pt x="120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 name="Google Shape;534;p46"/>
          <p:cNvGrpSpPr/>
          <p:nvPr/>
        </p:nvGrpSpPr>
        <p:grpSpPr>
          <a:xfrm>
            <a:off x="3935670" y="3690115"/>
            <a:ext cx="314494" cy="357422"/>
            <a:chOff x="5304303" y="4121564"/>
            <a:chExt cx="422196" cy="479826"/>
          </a:xfrm>
        </p:grpSpPr>
        <p:sp>
          <p:nvSpPr>
            <p:cNvPr id="535" name="Google Shape;535;p46"/>
            <p:cNvSpPr/>
            <p:nvPr/>
          </p:nvSpPr>
          <p:spPr>
            <a:xfrm>
              <a:off x="5482460" y="4535741"/>
              <a:ext cx="65841" cy="65647"/>
            </a:xfrm>
            <a:custGeom>
              <a:avLst/>
              <a:gdLst/>
              <a:ahLst/>
              <a:cxnLst/>
              <a:rect l="l" t="t" r="r" b="b"/>
              <a:pathLst>
                <a:path w="1700" h="1695" extrusionOk="0">
                  <a:moveTo>
                    <a:pt x="852" y="0"/>
                  </a:moveTo>
                  <a:cubicBezTo>
                    <a:pt x="833" y="0"/>
                    <a:pt x="814" y="1"/>
                    <a:pt x="794" y="2"/>
                  </a:cubicBezTo>
                  <a:cubicBezTo>
                    <a:pt x="344" y="28"/>
                    <a:pt x="1" y="412"/>
                    <a:pt x="1" y="861"/>
                  </a:cubicBezTo>
                  <a:lnTo>
                    <a:pt x="1" y="1694"/>
                  </a:lnTo>
                  <a:lnTo>
                    <a:pt x="1699" y="1694"/>
                  </a:lnTo>
                  <a:lnTo>
                    <a:pt x="1699" y="848"/>
                  </a:lnTo>
                  <a:cubicBezTo>
                    <a:pt x="1699" y="378"/>
                    <a:pt x="1322" y="0"/>
                    <a:pt x="8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46"/>
            <p:cNvSpPr/>
            <p:nvPr/>
          </p:nvSpPr>
          <p:spPr>
            <a:xfrm>
              <a:off x="5412591" y="4348675"/>
              <a:ext cx="56081" cy="56352"/>
            </a:xfrm>
            <a:custGeom>
              <a:avLst/>
              <a:gdLst/>
              <a:ahLst/>
              <a:cxnLst/>
              <a:rect l="l" t="t" r="r" b="b"/>
              <a:pathLst>
                <a:path w="1448" h="1455" extrusionOk="0">
                  <a:moveTo>
                    <a:pt x="727" y="0"/>
                  </a:moveTo>
                  <a:cubicBezTo>
                    <a:pt x="324" y="0"/>
                    <a:pt x="0" y="324"/>
                    <a:pt x="0" y="727"/>
                  </a:cubicBezTo>
                  <a:cubicBezTo>
                    <a:pt x="0" y="1124"/>
                    <a:pt x="324" y="1454"/>
                    <a:pt x="727" y="1454"/>
                  </a:cubicBezTo>
                  <a:cubicBezTo>
                    <a:pt x="1124" y="1454"/>
                    <a:pt x="1448" y="1124"/>
                    <a:pt x="1448" y="727"/>
                  </a:cubicBezTo>
                  <a:cubicBezTo>
                    <a:pt x="1448" y="324"/>
                    <a:pt x="1124" y="0"/>
                    <a:pt x="7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46"/>
            <p:cNvSpPr/>
            <p:nvPr/>
          </p:nvSpPr>
          <p:spPr>
            <a:xfrm>
              <a:off x="5388772" y="4432487"/>
              <a:ext cx="98335" cy="168902"/>
            </a:xfrm>
            <a:custGeom>
              <a:avLst/>
              <a:gdLst/>
              <a:ahLst/>
              <a:cxnLst/>
              <a:rect l="l" t="t" r="r" b="b"/>
              <a:pathLst>
                <a:path w="2539" h="4361" extrusionOk="0">
                  <a:moveTo>
                    <a:pt x="1327" y="1"/>
                  </a:moveTo>
                  <a:cubicBezTo>
                    <a:pt x="1295" y="1"/>
                    <a:pt x="1262" y="2"/>
                    <a:pt x="1230" y="4"/>
                  </a:cubicBezTo>
                  <a:cubicBezTo>
                    <a:pt x="536" y="57"/>
                    <a:pt x="0" y="652"/>
                    <a:pt x="0" y="1353"/>
                  </a:cubicBezTo>
                  <a:lnTo>
                    <a:pt x="0" y="4360"/>
                  </a:lnTo>
                  <a:lnTo>
                    <a:pt x="1693" y="4360"/>
                  </a:lnTo>
                  <a:lnTo>
                    <a:pt x="1693" y="3514"/>
                  </a:lnTo>
                  <a:cubicBezTo>
                    <a:pt x="1693" y="2972"/>
                    <a:pt x="1970" y="2496"/>
                    <a:pt x="2387" y="2212"/>
                  </a:cubicBezTo>
                  <a:cubicBezTo>
                    <a:pt x="2254" y="2033"/>
                    <a:pt x="2182" y="1815"/>
                    <a:pt x="2182" y="1577"/>
                  </a:cubicBezTo>
                  <a:cubicBezTo>
                    <a:pt x="2182" y="1253"/>
                    <a:pt x="2321" y="969"/>
                    <a:pt x="2539" y="771"/>
                  </a:cubicBezTo>
                  <a:cubicBezTo>
                    <a:pt x="2321" y="304"/>
                    <a:pt x="1856" y="1"/>
                    <a:pt x="13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46"/>
            <p:cNvSpPr/>
            <p:nvPr/>
          </p:nvSpPr>
          <p:spPr>
            <a:xfrm>
              <a:off x="5304303" y="4172764"/>
              <a:ext cx="422196" cy="428625"/>
            </a:xfrm>
            <a:custGeom>
              <a:avLst/>
              <a:gdLst/>
              <a:ahLst/>
              <a:cxnLst/>
              <a:rect l="l" t="t" r="r" b="b"/>
              <a:pathLst>
                <a:path w="10901" h="11067" extrusionOk="0">
                  <a:moveTo>
                    <a:pt x="4131" y="1"/>
                  </a:moveTo>
                  <a:lnTo>
                    <a:pt x="1236" y="2354"/>
                  </a:lnTo>
                  <a:cubicBezTo>
                    <a:pt x="549" y="2400"/>
                    <a:pt x="0" y="2982"/>
                    <a:pt x="0" y="3683"/>
                  </a:cubicBezTo>
                  <a:lnTo>
                    <a:pt x="0" y="9738"/>
                  </a:lnTo>
                  <a:cubicBezTo>
                    <a:pt x="0" y="10471"/>
                    <a:pt x="602" y="11066"/>
                    <a:pt x="1335" y="11066"/>
                  </a:cubicBezTo>
                  <a:lnTo>
                    <a:pt x="1454" y="11066"/>
                  </a:lnTo>
                  <a:lnTo>
                    <a:pt x="1454" y="8039"/>
                  </a:lnTo>
                  <a:cubicBezTo>
                    <a:pt x="1454" y="7285"/>
                    <a:pt x="1864" y="6624"/>
                    <a:pt x="2472" y="6267"/>
                  </a:cubicBezTo>
                  <a:cubicBezTo>
                    <a:pt x="2195" y="5983"/>
                    <a:pt x="2036" y="5586"/>
                    <a:pt x="2062" y="5150"/>
                  </a:cubicBezTo>
                  <a:cubicBezTo>
                    <a:pt x="2115" y="4436"/>
                    <a:pt x="2684" y="3861"/>
                    <a:pt x="3398" y="3808"/>
                  </a:cubicBezTo>
                  <a:cubicBezTo>
                    <a:pt x="3436" y="3805"/>
                    <a:pt x="3475" y="3804"/>
                    <a:pt x="3513" y="3804"/>
                  </a:cubicBezTo>
                  <a:cubicBezTo>
                    <a:pt x="4314" y="3804"/>
                    <a:pt x="4964" y="4455"/>
                    <a:pt x="4964" y="5256"/>
                  </a:cubicBezTo>
                  <a:cubicBezTo>
                    <a:pt x="4964" y="5646"/>
                    <a:pt x="4812" y="6003"/>
                    <a:pt x="4554" y="6267"/>
                  </a:cubicBezTo>
                  <a:cubicBezTo>
                    <a:pt x="4918" y="6479"/>
                    <a:pt x="5215" y="6803"/>
                    <a:pt x="5387" y="7193"/>
                  </a:cubicBezTo>
                  <a:lnTo>
                    <a:pt x="5513" y="7193"/>
                  </a:lnTo>
                  <a:cubicBezTo>
                    <a:pt x="5685" y="6803"/>
                    <a:pt x="5982" y="6479"/>
                    <a:pt x="6346" y="6267"/>
                  </a:cubicBezTo>
                  <a:cubicBezTo>
                    <a:pt x="6068" y="5983"/>
                    <a:pt x="5909" y="5586"/>
                    <a:pt x="5936" y="5150"/>
                  </a:cubicBezTo>
                  <a:cubicBezTo>
                    <a:pt x="5989" y="4436"/>
                    <a:pt x="6557" y="3861"/>
                    <a:pt x="7271" y="3808"/>
                  </a:cubicBezTo>
                  <a:cubicBezTo>
                    <a:pt x="7310" y="3805"/>
                    <a:pt x="7348" y="3804"/>
                    <a:pt x="7387" y="3804"/>
                  </a:cubicBezTo>
                  <a:cubicBezTo>
                    <a:pt x="8187" y="3804"/>
                    <a:pt x="8838" y="4455"/>
                    <a:pt x="8838" y="5256"/>
                  </a:cubicBezTo>
                  <a:cubicBezTo>
                    <a:pt x="8838" y="5646"/>
                    <a:pt x="8686" y="6003"/>
                    <a:pt x="8428" y="6267"/>
                  </a:cubicBezTo>
                  <a:cubicBezTo>
                    <a:pt x="9036" y="6624"/>
                    <a:pt x="9446" y="7285"/>
                    <a:pt x="9446" y="8039"/>
                  </a:cubicBezTo>
                  <a:lnTo>
                    <a:pt x="9446" y="11066"/>
                  </a:lnTo>
                  <a:lnTo>
                    <a:pt x="9565" y="11066"/>
                  </a:lnTo>
                  <a:cubicBezTo>
                    <a:pt x="10305" y="11066"/>
                    <a:pt x="10900" y="10471"/>
                    <a:pt x="10900" y="9738"/>
                  </a:cubicBezTo>
                  <a:lnTo>
                    <a:pt x="10900" y="3683"/>
                  </a:lnTo>
                  <a:cubicBezTo>
                    <a:pt x="10900" y="2982"/>
                    <a:pt x="10352" y="2400"/>
                    <a:pt x="9664" y="2354"/>
                  </a:cubicBezTo>
                  <a:lnTo>
                    <a:pt x="6769" y="1"/>
                  </a:lnTo>
                  <a:cubicBezTo>
                    <a:pt x="6670" y="226"/>
                    <a:pt x="6511" y="417"/>
                    <a:pt x="6313" y="563"/>
                  </a:cubicBezTo>
                  <a:lnTo>
                    <a:pt x="8507" y="2347"/>
                  </a:lnTo>
                  <a:lnTo>
                    <a:pt x="2393" y="2347"/>
                  </a:lnTo>
                  <a:lnTo>
                    <a:pt x="4587" y="563"/>
                  </a:lnTo>
                  <a:cubicBezTo>
                    <a:pt x="4389" y="417"/>
                    <a:pt x="4231" y="226"/>
                    <a:pt x="4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46"/>
            <p:cNvSpPr/>
            <p:nvPr/>
          </p:nvSpPr>
          <p:spPr>
            <a:xfrm>
              <a:off x="5562592" y="4348675"/>
              <a:ext cx="56352" cy="56352"/>
            </a:xfrm>
            <a:custGeom>
              <a:avLst/>
              <a:gdLst/>
              <a:ahLst/>
              <a:cxnLst/>
              <a:rect l="l" t="t" r="r" b="b"/>
              <a:pathLst>
                <a:path w="1455" h="1455" extrusionOk="0">
                  <a:moveTo>
                    <a:pt x="728" y="0"/>
                  </a:moveTo>
                  <a:cubicBezTo>
                    <a:pt x="325" y="0"/>
                    <a:pt x="1" y="324"/>
                    <a:pt x="1" y="727"/>
                  </a:cubicBezTo>
                  <a:cubicBezTo>
                    <a:pt x="1" y="1124"/>
                    <a:pt x="325" y="1454"/>
                    <a:pt x="728" y="1454"/>
                  </a:cubicBezTo>
                  <a:cubicBezTo>
                    <a:pt x="1124" y="1454"/>
                    <a:pt x="1455" y="1124"/>
                    <a:pt x="1455" y="727"/>
                  </a:cubicBezTo>
                  <a:cubicBezTo>
                    <a:pt x="1455" y="324"/>
                    <a:pt x="1124" y="0"/>
                    <a:pt x="7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46"/>
            <p:cNvSpPr/>
            <p:nvPr/>
          </p:nvSpPr>
          <p:spPr>
            <a:xfrm>
              <a:off x="5543653" y="4432487"/>
              <a:ext cx="98335" cy="168902"/>
            </a:xfrm>
            <a:custGeom>
              <a:avLst/>
              <a:gdLst/>
              <a:ahLst/>
              <a:cxnLst/>
              <a:rect l="l" t="t" r="r" b="b"/>
              <a:pathLst>
                <a:path w="2539" h="4361" extrusionOk="0">
                  <a:moveTo>
                    <a:pt x="1212" y="1"/>
                  </a:moveTo>
                  <a:cubicBezTo>
                    <a:pt x="683" y="1"/>
                    <a:pt x="219" y="304"/>
                    <a:pt x="1" y="771"/>
                  </a:cubicBezTo>
                  <a:cubicBezTo>
                    <a:pt x="219" y="969"/>
                    <a:pt x="357" y="1253"/>
                    <a:pt x="357" y="1577"/>
                  </a:cubicBezTo>
                  <a:cubicBezTo>
                    <a:pt x="357" y="1815"/>
                    <a:pt x="285" y="2033"/>
                    <a:pt x="153" y="2212"/>
                  </a:cubicBezTo>
                  <a:cubicBezTo>
                    <a:pt x="569" y="2496"/>
                    <a:pt x="847" y="2972"/>
                    <a:pt x="847" y="3514"/>
                  </a:cubicBezTo>
                  <a:lnTo>
                    <a:pt x="847" y="4360"/>
                  </a:lnTo>
                  <a:lnTo>
                    <a:pt x="2539" y="4360"/>
                  </a:lnTo>
                  <a:lnTo>
                    <a:pt x="2539" y="1353"/>
                  </a:lnTo>
                  <a:cubicBezTo>
                    <a:pt x="2539" y="652"/>
                    <a:pt x="2010" y="57"/>
                    <a:pt x="1309" y="4"/>
                  </a:cubicBezTo>
                  <a:cubicBezTo>
                    <a:pt x="1277" y="2"/>
                    <a:pt x="1244" y="1"/>
                    <a:pt x="12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46"/>
            <p:cNvSpPr/>
            <p:nvPr/>
          </p:nvSpPr>
          <p:spPr>
            <a:xfrm>
              <a:off x="5501670" y="4480008"/>
              <a:ext cx="28195" cy="28195"/>
            </a:xfrm>
            <a:custGeom>
              <a:avLst/>
              <a:gdLst/>
              <a:ahLst/>
              <a:cxnLst/>
              <a:rect l="l" t="t" r="r" b="b"/>
              <a:pathLst>
                <a:path w="728" h="728" extrusionOk="0">
                  <a:moveTo>
                    <a:pt x="364" y="0"/>
                  </a:moveTo>
                  <a:cubicBezTo>
                    <a:pt x="159" y="0"/>
                    <a:pt x="0" y="159"/>
                    <a:pt x="0" y="364"/>
                  </a:cubicBezTo>
                  <a:cubicBezTo>
                    <a:pt x="0" y="562"/>
                    <a:pt x="159" y="727"/>
                    <a:pt x="364" y="727"/>
                  </a:cubicBezTo>
                  <a:cubicBezTo>
                    <a:pt x="562" y="727"/>
                    <a:pt x="728" y="562"/>
                    <a:pt x="728" y="364"/>
                  </a:cubicBezTo>
                  <a:cubicBezTo>
                    <a:pt x="728" y="159"/>
                    <a:pt x="562" y="0"/>
                    <a:pt x="3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46"/>
            <p:cNvSpPr/>
            <p:nvPr/>
          </p:nvSpPr>
          <p:spPr>
            <a:xfrm>
              <a:off x="5487572" y="4121564"/>
              <a:ext cx="56391" cy="56391"/>
            </a:xfrm>
            <a:custGeom>
              <a:avLst/>
              <a:gdLst/>
              <a:ahLst/>
              <a:cxnLst/>
              <a:rect l="l" t="t" r="r" b="b"/>
              <a:pathLst>
                <a:path w="1456" h="1456" extrusionOk="0">
                  <a:moveTo>
                    <a:pt x="728" y="1"/>
                  </a:moveTo>
                  <a:cubicBezTo>
                    <a:pt x="325" y="1"/>
                    <a:pt x="1" y="331"/>
                    <a:pt x="1" y="728"/>
                  </a:cubicBezTo>
                  <a:cubicBezTo>
                    <a:pt x="1" y="1131"/>
                    <a:pt x="325" y="1455"/>
                    <a:pt x="728" y="1455"/>
                  </a:cubicBezTo>
                  <a:cubicBezTo>
                    <a:pt x="1125" y="1455"/>
                    <a:pt x="1455" y="1131"/>
                    <a:pt x="1455" y="728"/>
                  </a:cubicBezTo>
                  <a:cubicBezTo>
                    <a:pt x="1455" y="331"/>
                    <a:pt x="1125" y="1"/>
                    <a:pt x="7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 name="Google Shape;543;p46"/>
          <p:cNvGrpSpPr/>
          <p:nvPr/>
        </p:nvGrpSpPr>
        <p:grpSpPr>
          <a:xfrm>
            <a:off x="299106" y="180738"/>
            <a:ext cx="828000" cy="717300"/>
            <a:chOff x="-115219" y="1247688"/>
            <a:chExt cx="828000" cy="717300"/>
          </a:xfrm>
        </p:grpSpPr>
        <p:sp>
          <p:nvSpPr>
            <p:cNvPr id="544" name="Google Shape;544;p46"/>
            <p:cNvSpPr/>
            <p:nvPr/>
          </p:nvSpPr>
          <p:spPr>
            <a:xfrm>
              <a:off x="-115219" y="1247688"/>
              <a:ext cx="828000" cy="717300"/>
            </a:xfrm>
            <a:prstGeom prst="hexagon">
              <a:avLst>
                <a:gd name="adj" fmla="val 25000"/>
                <a:gd name="vf" fmla="val 11547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46"/>
            <p:cNvSpPr/>
            <p:nvPr/>
          </p:nvSpPr>
          <p:spPr>
            <a:xfrm>
              <a:off x="-72191" y="1285486"/>
              <a:ext cx="740700" cy="641700"/>
            </a:xfrm>
            <a:prstGeom prst="hexagon">
              <a:avLst>
                <a:gd name="adj" fmla="val 25000"/>
                <a:gd name="vf" fmla="val 11547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6" name="Google Shape;546;p46"/>
            <p:cNvGrpSpPr/>
            <p:nvPr/>
          </p:nvGrpSpPr>
          <p:grpSpPr>
            <a:xfrm>
              <a:off x="160259" y="1464408"/>
              <a:ext cx="275770" cy="283890"/>
              <a:chOff x="4363050" y="2520250"/>
              <a:chExt cx="346575" cy="356825"/>
            </a:xfrm>
          </p:grpSpPr>
          <p:sp>
            <p:nvSpPr>
              <p:cNvPr id="547" name="Google Shape;547;p46"/>
              <p:cNvSpPr/>
              <p:nvPr/>
            </p:nvSpPr>
            <p:spPr>
              <a:xfrm>
                <a:off x="4640350" y="2650200"/>
                <a:ext cx="49100" cy="48050"/>
              </a:xfrm>
              <a:custGeom>
                <a:avLst/>
                <a:gdLst/>
                <a:ahLst/>
                <a:cxnLst/>
                <a:rect l="l" t="t" r="r" b="b"/>
                <a:pathLst>
                  <a:path w="1964" h="1922" extrusionOk="0">
                    <a:moveTo>
                      <a:pt x="991" y="0"/>
                    </a:moveTo>
                    <a:cubicBezTo>
                      <a:pt x="760" y="0"/>
                      <a:pt x="531" y="80"/>
                      <a:pt x="357" y="230"/>
                    </a:cubicBezTo>
                    <a:cubicBezTo>
                      <a:pt x="159" y="395"/>
                      <a:pt x="34" y="640"/>
                      <a:pt x="20" y="904"/>
                    </a:cubicBezTo>
                    <a:cubicBezTo>
                      <a:pt x="0" y="1168"/>
                      <a:pt x="100" y="1426"/>
                      <a:pt x="278" y="1618"/>
                    </a:cubicBezTo>
                    <a:cubicBezTo>
                      <a:pt x="457" y="1810"/>
                      <a:pt x="714" y="1922"/>
                      <a:pt x="972" y="1922"/>
                    </a:cubicBezTo>
                    <a:cubicBezTo>
                      <a:pt x="1435" y="1922"/>
                      <a:pt x="1838" y="1578"/>
                      <a:pt x="1917" y="1129"/>
                    </a:cubicBezTo>
                    <a:cubicBezTo>
                      <a:pt x="1964" y="871"/>
                      <a:pt x="1898" y="593"/>
                      <a:pt x="1739" y="382"/>
                    </a:cubicBezTo>
                    <a:cubicBezTo>
                      <a:pt x="1587" y="177"/>
                      <a:pt x="1349" y="38"/>
                      <a:pt x="1091" y="5"/>
                    </a:cubicBezTo>
                    <a:cubicBezTo>
                      <a:pt x="1058" y="2"/>
                      <a:pt x="1024" y="0"/>
                      <a:pt x="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548" name="Google Shape;548;p46"/>
              <p:cNvSpPr/>
              <p:nvPr/>
            </p:nvSpPr>
            <p:spPr>
              <a:xfrm>
                <a:off x="4363050" y="2594650"/>
                <a:ext cx="346575" cy="282425"/>
              </a:xfrm>
              <a:custGeom>
                <a:avLst/>
                <a:gdLst/>
                <a:ahLst/>
                <a:cxnLst/>
                <a:rect l="l" t="t" r="r" b="b"/>
                <a:pathLst>
                  <a:path w="13863" h="11297" extrusionOk="0">
                    <a:moveTo>
                      <a:pt x="10312" y="3272"/>
                    </a:moveTo>
                    <a:cubicBezTo>
                      <a:pt x="10312" y="3275"/>
                      <a:pt x="10312" y="3284"/>
                      <a:pt x="10313" y="3301"/>
                    </a:cubicBezTo>
                    <a:lnTo>
                      <a:pt x="10313" y="3301"/>
                    </a:lnTo>
                    <a:cubicBezTo>
                      <a:pt x="10315" y="3322"/>
                      <a:pt x="10317" y="3343"/>
                      <a:pt x="10319" y="3364"/>
                    </a:cubicBezTo>
                    <a:cubicBezTo>
                      <a:pt x="10319" y="3324"/>
                      <a:pt x="10312" y="3285"/>
                      <a:pt x="10312" y="3272"/>
                    </a:cubicBezTo>
                    <a:close/>
                    <a:moveTo>
                      <a:pt x="2764" y="0"/>
                    </a:moveTo>
                    <a:cubicBezTo>
                      <a:pt x="2525" y="0"/>
                      <a:pt x="2281" y="54"/>
                      <a:pt x="1977" y="178"/>
                    </a:cubicBezTo>
                    <a:cubicBezTo>
                      <a:pt x="1845" y="231"/>
                      <a:pt x="1719" y="297"/>
                      <a:pt x="1594" y="370"/>
                    </a:cubicBezTo>
                    <a:cubicBezTo>
                      <a:pt x="1296" y="555"/>
                      <a:pt x="1038" y="799"/>
                      <a:pt x="827" y="1077"/>
                    </a:cubicBezTo>
                    <a:cubicBezTo>
                      <a:pt x="397" y="1645"/>
                      <a:pt x="166" y="2339"/>
                      <a:pt x="73" y="3040"/>
                    </a:cubicBezTo>
                    <a:cubicBezTo>
                      <a:pt x="1" y="3556"/>
                      <a:pt x="1" y="4085"/>
                      <a:pt x="40" y="4607"/>
                    </a:cubicBezTo>
                    <a:cubicBezTo>
                      <a:pt x="40" y="4607"/>
                      <a:pt x="40" y="4607"/>
                      <a:pt x="40" y="4613"/>
                    </a:cubicBezTo>
                    <a:cubicBezTo>
                      <a:pt x="106" y="5202"/>
                      <a:pt x="106" y="5440"/>
                      <a:pt x="529" y="5453"/>
                    </a:cubicBezTo>
                    <a:cubicBezTo>
                      <a:pt x="556" y="5453"/>
                      <a:pt x="582" y="5453"/>
                      <a:pt x="602" y="5446"/>
                    </a:cubicBezTo>
                    <a:cubicBezTo>
                      <a:pt x="807" y="5400"/>
                      <a:pt x="966" y="5215"/>
                      <a:pt x="953" y="4997"/>
                    </a:cubicBezTo>
                    <a:cubicBezTo>
                      <a:pt x="926" y="4389"/>
                      <a:pt x="959" y="3761"/>
                      <a:pt x="1098" y="3159"/>
                    </a:cubicBezTo>
                    <a:cubicBezTo>
                      <a:pt x="1171" y="2848"/>
                      <a:pt x="1276" y="2538"/>
                      <a:pt x="1435" y="2260"/>
                    </a:cubicBezTo>
                    <a:lnTo>
                      <a:pt x="1435" y="2260"/>
                    </a:lnTo>
                    <a:cubicBezTo>
                      <a:pt x="1415" y="2432"/>
                      <a:pt x="1395" y="2604"/>
                      <a:pt x="1376" y="2782"/>
                    </a:cubicBezTo>
                    <a:cubicBezTo>
                      <a:pt x="1329" y="3139"/>
                      <a:pt x="1290" y="3496"/>
                      <a:pt x="1243" y="3853"/>
                    </a:cubicBezTo>
                    <a:cubicBezTo>
                      <a:pt x="1210" y="4157"/>
                      <a:pt x="1171" y="4455"/>
                      <a:pt x="1138" y="4752"/>
                    </a:cubicBezTo>
                    <a:cubicBezTo>
                      <a:pt x="1131" y="4805"/>
                      <a:pt x="1124" y="4851"/>
                      <a:pt x="1118" y="4904"/>
                    </a:cubicBezTo>
                    <a:cubicBezTo>
                      <a:pt x="1078" y="5228"/>
                      <a:pt x="1138" y="5572"/>
                      <a:pt x="1283" y="5863"/>
                    </a:cubicBezTo>
                    <a:cubicBezTo>
                      <a:pt x="1316" y="5929"/>
                      <a:pt x="1356" y="5995"/>
                      <a:pt x="1395" y="6054"/>
                    </a:cubicBezTo>
                    <a:lnTo>
                      <a:pt x="1620" y="10807"/>
                    </a:lnTo>
                    <a:cubicBezTo>
                      <a:pt x="1633" y="11071"/>
                      <a:pt x="1858" y="11283"/>
                      <a:pt x="2122" y="11290"/>
                    </a:cubicBezTo>
                    <a:cubicBezTo>
                      <a:pt x="2380" y="11290"/>
                      <a:pt x="2605" y="11085"/>
                      <a:pt x="2631" y="10827"/>
                    </a:cubicBezTo>
                    <a:cubicBezTo>
                      <a:pt x="2631" y="10820"/>
                      <a:pt x="2631" y="10814"/>
                      <a:pt x="2631" y="10807"/>
                    </a:cubicBezTo>
                    <a:lnTo>
                      <a:pt x="2797" y="7211"/>
                    </a:lnTo>
                    <a:lnTo>
                      <a:pt x="2962" y="10807"/>
                    </a:lnTo>
                    <a:cubicBezTo>
                      <a:pt x="2975" y="11071"/>
                      <a:pt x="3200" y="11283"/>
                      <a:pt x="3464" y="11290"/>
                    </a:cubicBezTo>
                    <a:cubicBezTo>
                      <a:pt x="3722" y="11290"/>
                      <a:pt x="3947" y="11085"/>
                      <a:pt x="3973" y="10827"/>
                    </a:cubicBezTo>
                    <a:cubicBezTo>
                      <a:pt x="3973" y="10820"/>
                      <a:pt x="3973" y="10814"/>
                      <a:pt x="3973" y="10807"/>
                    </a:cubicBezTo>
                    <a:lnTo>
                      <a:pt x="4191" y="6034"/>
                    </a:lnTo>
                    <a:cubicBezTo>
                      <a:pt x="4403" y="5711"/>
                      <a:pt x="4509" y="5314"/>
                      <a:pt x="4462" y="4904"/>
                    </a:cubicBezTo>
                    <a:lnTo>
                      <a:pt x="4145" y="2260"/>
                    </a:lnTo>
                    <a:lnTo>
                      <a:pt x="4145" y="2260"/>
                    </a:lnTo>
                    <a:cubicBezTo>
                      <a:pt x="4476" y="2881"/>
                      <a:pt x="4588" y="3635"/>
                      <a:pt x="4615" y="4329"/>
                    </a:cubicBezTo>
                    <a:cubicBezTo>
                      <a:pt x="4621" y="4554"/>
                      <a:pt x="4621" y="4779"/>
                      <a:pt x="4608" y="4997"/>
                    </a:cubicBezTo>
                    <a:cubicBezTo>
                      <a:pt x="4601" y="5228"/>
                      <a:pt x="4773" y="5433"/>
                      <a:pt x="5005" y="5453"/>
                    </a:cubicBezTo>
                    <a:cubicBezTo>
                      <a:pt x="5019" y="5454"/>
                      <a:pt x="5034" y="5455"/>
                      <a:pt x="5048" y="5455"/>
                    </a:cubicBezTo>
                    <a:cubicBezTo>
                      <a:pt x="5090" y="5455"/>
                      <a:pt x="5130" y="5448"/>
                      <a:pt x="5170" y="5433"/>
                    </a:cubicBezTo>
                    <a:cubicBezTo>
                      <a:pt x="5216" y="5446"/>
                      <a:pt x="5262" y="5453"/>
                      <a:pt x="5322" y="5453"/>
                    </a:cubicBezTo>
                    <a:cubicBezTo>
                      <a:pt x="5355" y="5453"/>
                      <a:pt x="5375" y="5453"/>
                      <a:pt x="5395" y="5446"/>
                    </a:cubicBezTo>
                    <a:cubicBezTo>
                      <a:pt x="5599" y="5400"/>
                      <a:pt x="5758" y="5215"/>
                      <a:pt x="5745" y="4997"/>
                    </a:cubicBezTo>
                    <a:cubicBezTo>
                      <a:pt x="5718" y="4389"/>
                      <a:pt x="5751" y="3761"/>
                      <a:pt x="5890" y="3159"/>
                    </a:cubicBezTo>
                    <a:cubicBezTo>
                      <a:pt x="5963" y="2848"/>
                      <a:pt x="6069" y="2538"/>
                      <a:pt x="6227" y="2260"/>
                    </a:cubicBezTo>
                    <a:lnTo>
                      <a:pt x="6227" y="2260"/>
                    </a:lnTo>
                    <a:cubicBezTo>
                      <a:pt x="6208" y="2432"/>
                      <a:pt x="6188" y="2604"/>
                      <a:pt x="6168" y="2782"/>
                    </a:cubicBezTo>
                    <a:cubicBezTo>
                      <a:pt x="6122" y="3139"/>
                      <a:pt x="6082" y="3496"/>
                      <a:pt x="6036" y="3853"/>
                    </a:cubicBezTo>
                    <a:cubicBezTo>
                      <a:pt x="6003" y="4157"/>
                      <a:pt x="5963" y="4455"/>
                      <a:pt x="5930" y="4752"/>
                    </a:cubicBezTo>
                    <a:cubicBezTo>
                      <a:pt x="5923" y="4805"/>
                      <a:pt x="5917" y="4851"/>
                      <a:pt x="5910" y="4904"/>
                    </a:cubicBezTo>
                    <a:cubicBezTo>
                      <a:pt x="5870" y="5228"/>
                      <a:pt x="5930" y="5572"/>
                      <a:pt x="6075" y="5863"/>
                    </a:cubicBezTo>
                    <a:cubicBezTo>
                      <a:pt x="6108" y="5929"/>
                      <a:pt x="6148" y="5995"/>
                      <a:pt x="6188" y="6054"/>
                    </a:cubicBezTo>
                    <a:lnTo>
                      <a:pt x="6412" y="10807"/>
                    </a:lnTo>
                    <a:cubicBezTo>
                      <a:pt x="6426" y="11071"/>
                      <a:pt x="6650" y="11283"/>
                      <a:pt x="6915" y="11290"/>
                    </a:cubicBezTo>
                    <a:cubicBezTo>
                      <a:pt x="7173" y="11290"/>
                      <a:pt x="7404" y="11085"/>
                      <a:pt x="7424" y="10827"/>
                    </a:cubicBezTo>
                    <a:cubicBezTo>
                      <a:pt x="7424" y="10820"/>
                      <a:pt x="7424" y="10814"/>
                      <a:pt x="7424" y="10807"/>
                    </a:cubicBezTo>
                    <a:lnTo>
                      <a:pt x="7589" y="7211"/>
                    </a:lnTo>
                    <a:lnTo>
                      <a:pt x="7754" y="10807"/>
                    </a:lnTo>
                    <a:cubicBezTo>
                      <a:pt x="7768" y="11071"/>
                      <a:pt x="7992" y="11283"/>
                      <a:pt x="8257" y="11290"/>
                    </a:cubicBezTo>
                    <a:cubicBezTo>
                      <a:pt x="8515" y="11290"/>
                      <a:pt x="8739" y="11085"/>
                      <a:pt x="8766" y="10827"/>
                    </a:cubicBezTo>
                    <a:cubicBezTo>
                      <a:pt x="8766" y="10820"/>
                      <a:pt x="8766" y="10814"/>
                      <a:pt x="8766" y="10807"/>
                    </a:cubicBezTo>
                    <a:lnTo>
                      <a:pt x="8984" y="6034"/>
                    </a:lnTo>
                    <a:cubicBezTo>
                      <a:pt x="9202" y="5711"/>
                      <a:pt x="9301" y="5314"/>
                      <a:pt x="9255" y="4904"/>
                    </a:cubicBezTo>
                    <a:lnTo>
                      <a:pt x="8938" y="2260"/>
                    </a:lnTo>
                    <a:lnTo>
                      <a:pt x="8938" y="2260"/>
                    </a:lnTo>
                    <a:cubicBezTo>
                      <a:pt x="9275" y="2881"/>
                      <a:pt x="9380" y="3635"/>
                      <a:pt x="9407" y="4329"/>
                    </a:cubicBezTo>
                    <a:cubicBezTo>
                      <a:pt x="9413" y="4554"/>
                      <a:pt x="9413" y="4779"/>
                      <a:pt x="9400" y="4997"/>
                    </a:cubicBezTo>
                    <a:cubicBezTo>
                      <a:pt x="9394" y="5208"/>
                      <a:pt x="9539" y="5393"/>
                      <a:pt x="9737" y="5440"/>
                    </a:cubicBezTo>
                    <a:cubicBezTo>
                      <a:pt x="9744" y="5453"/>
                      <a:pt x="9751" y="5459"/>
                      <a:pt x="9757" y="5459"/>
                    </a:cubicBezTo>
                    <a:cubicBezTo>
                      <a:pt x="9797" y="5512"/>
                      <a:pt x="9843" y="5559"/>
                      <a:pt x="9896" y="5592"/>
                    </a:cubicBezTo>
                    <a:cubicBezTo>
                      <a:pt x="10008" y="5671"/>
                      <a:pt x="10141" y="5704"/>
                      <a:pt x="10279" y="5711"/>
                    </a:cubicBezTo>
                    <a:cubicBezTo>
                      <a:pt x="10298" y="5712"/>
                      <a:pt x="10317" y="5712"/>
                      <a:pt x="10335" y="5712"/>
                    </a:cubicBezTo>
                    <a:cubicBezTo>
                      <a:pt x="10588" y="5712"/>
                      <a:pt x="10845" y="5631"/>
                      <a:pt x="11079" y="5539"/>
                    </a:cubicBezTo>
                    <a:lnTo>
                      <a:pt x="11079" y="5539"/>
                    </a:lnTo>
                    <a:lnTo>
                      <a:pt x="10987" y="7231"/>
                    </a:lnTo>
                    <a:cubicBezTo>
                      <a:pt x="10973" y="7442"/>
                      <a:pt x="11026" y="7628"/>
                      <a:pt x="11119" y="7799"/>
                    </a:cubicBezTo>
                    <a:lnTo>
                      <a:pt x="11271" y="10985"/>
                    </a:lnTo>
                    <a:cubicBezTo>
                      <a:pt x="11278" y="11157"/>
                      <a:pt x="11430" y="11296"/>
                      <a:pt x="11601" y="11296"/>
                    </a:cubicBezTo>
                    <a:cubicBezTo>
                      <a:pt x="11780" y="11296"/>
                      <a:pt x="11925" y="11157"/>
                      <a:pt x="11939" y="10985"/>
                    </a:cubicBezTo>
                    <a:lnTo>
                      <a:pt x="12064" y="8474"/>
                    </a:lnTo>
                    <a:lnTo>
                      <a:pt x="12190" y="10985"/>
                    </a:lnTo>
                    <a:cubicBezTo>
                      <a:pt x="12196" y="11157"/>
                      <a:pt x="12342" y="11296"/>
                      <a:pt x="12520" y="11296"/>
                    </a:cubicBezTo>
                    <a:cubicBezTo>
                      <a:pt x="12692" y="11296"/>
                      <a:pt x="12844" y="11157"/>
                      <a:pt x="12851" y="10985"/>
                    </a:cubicBezTo>
                    <a:lnTo>
                      <a:pt x="13016" y="7793"/>
                    </a:lnTo>
                    <a:cubicBezTo>
                      <a:pt x="13109" y="7621"/>
                      <a:pt x="13142" y="7423"/>
                      <a:pt x="13128" y="7231"/>
                    </a:cubicBezTo>
                    <a:cubicBezTo>
                      <a:pt x="13128" y="7138"/>
                      <a:pt x="13122" y="7046"/>
                      <a:pt x="13115" y="6947"/>
                    </a:cubicBezTo>
                    <a:cubicBezTo>
                      <a:pt x="13102" y="6662"/>
                      <a:pt x="13082" y="6372"/>
                      <a:pt x="13069" y="6087"/>
                    </a:cubicBezTo>
                    <a:lnTo>
                      <a:pt x="13069" y="6087"/>
                    </a:lnTo>
                    <a:cubicBezTo>
                      <a:pt x="13208" y="6458"/>
                      <a:pt x="13261" y="6854"/>
                      <a:pt x="13294" y="7244"/>
                    </a:cubicBezTo>
                    <a:cubicBezTo>
                      <a:pt x="13307" y="7392"/>
                      <a:pt x="13432" y="7509"/>
                      <a:pt x="13579" y="7509"/>
                    </a:cubicBezTo>
                    <a:cubicBezTo>
                      <a:pt x="13583" y="7509"/>
                      <a:pt x="13587" y="7509"/>
                      <a:pt x="13591" y="7509"/>
                    </a:cubicBezTo>
                    <a:cubicBezTo>
                      <a:pt x="13737" y="7495"/>
                      <a:pt x="13856" y="7370"/>
                      <a:pt x="13862" y="7224"/>
                    </a:cubicBezTo>
                    <a:cubicBezTo>
                      <a:pt x="13862" y="6808"/>
                      <a:pt x="13842" y="6391"/>
                      <a:pt x="13750" y="5982"/>
                    </a:cubicBezTo>
                    <a:cubicBezTo>
                      <a:pt x="13591" y="5294"/>
                      <a:pt x="13188" y="4620"/>
                      <a:pt x="12527" y="4303"/>
                    </a:cubicBezTo>
                    <a:cubicBezTo>
                      <a:pt x="12378" y="4232"/>
                      <a:pt x="12224" y="4196"/>
                      <a:pt x="12071" y="4196"/>
                    </a:cubicBezTo>
                    <a:cubicBezTo>
                      <a:pt x="11836" y="4196"/>
                      <a:pt x="11602" y="4281"/>
                      <a:pt x="11390" y="4461"/>
                    </a:cubicBezTo>
                    <a:cubicBezTo>
                      <a:pt x="11211" y="4607"/>
                      <a:pt x="11026" y="4732"/>
                      <a:pt x="10828" y="4851"/>
                    </a:cubicBezTo>
                    <a:cubicBezTo>
                      <a:pt x="10722" y="4917"/>
                      <a:pt x="10617" y="4970"/>
                      <a:pt x="10504" y="5017"/>
                    </a:cubicBezTo>
                    <a:cubicBezTo>
                      <a:pt x="10451" y="5043"/>
                      <a:pt x="10398" y="5063"/>
                      <a:pt x="10339" y="5076"/>
                    </a:cubicBezTo>
                    <a:cubicBezTo>
                      <a:pt x="10319" y="5076"/>
                      <a:pt x="10293" y="5083"/>
                      <a:pt x="10266" y="5089"/>
                    </a:cubicBezTo>
                    <a:cubicBezTo>
                      <a:pt x="10266" y="5083"/>
                      <a:pt x="10266" y="5076"/>
                      <a:pt x="10266" y="5076"/>
                    </a:cubicBezTo>
                    <a:cubicBezTo>
                      <a:pt x="10343" y="4524"/>
                      <a:pt x="10364" y="3965"/>
                      <a:pt x="10323" y="3412"/>
                    </a:cubicBezTo>
                    <a:lnTo>
                      <a:pt x="10323" y="3412"/>
                    </a:lnTo>
                    <a:cubicBezTo>
                      <a:pt x="10324" y="3424"/>
                      <a:pt x="10326" y="3434"/>
                      <a:pt x="10326" y="3443"/>
                    </a:cubicBezTo>
                    <a:cubicBezTo>
                      <a:pt x="10326" y="3430"/>
                      <a:pt x="10326" y="3404"/>
                      <a:pt x="10319" y="3364"/>
                    </a:cubicBezTo>
                    <a:lnTo>
                      <a:pt x="10319" y="3364"/>
                    </a:lnTo>
                    <a:cubicBezTo>
                      <a:pt x="10319" y="3364"/>
                      <a:pt x="10319" y="3364"/>
                      <a:pt x="10319" y="3364"/>
                    </a:cubicBezTo>
                    <a:cubicBezTo>
                      <a:pt x="10316" y="3336"/>
                      <a:pt x="10314" y="3316"/>
                      <a:pt x="10313" y="3301"/>
                    </a:cubicBezTo>
                    <a:lnTo>
                      <a:pt x="10313" y="3301"/>
                    </a:lnTo>
                    <a:cubicBezTo>
                      <a:pt x="10249" y="2615"/>
                      <a:pt x="10077" y="1932"/>
                      <a:pt x="9711" y="1348"/>
                    </a:cubicBezTo>
                    <a:cubicBezTo>
                      <a:pt x="9367" y="793"/>
                      <a:pt x="8845" y="304"/>
                      <a:pt x="8210" y="112"/>
                    </a:cubicBezTo>
                    <a:cubicBezTo>
                      <a:pt x="7974" y="41"/>
                      <a:pt x="7768" y="0"/>
                      <a:pt x="7559" y="0"/>
                    </a:cubicBezTo>
                    <a:cubicBezTo>
                      <a:pt x="7319" y="0"/>
                      <a:pt x="7073" y="54"/>
                      <a:pt x="6769" y="178"/>
                    </a:cubicBezTo>
                    <a:cubicBezTo>
                      <a:pt x="6637" y="231"/>
                      <a:pt x="6512" y="297"/>
                      <a:pt x="6386" y="370"/>
                    </a:cubicBezTo>
                    <a:cubicBezTo>
                      <a:pt x="6089" y="555"/>
                      <a:pt x="5831" y="799"/>
                      <a:pt x="5619" y="1077"/>
                    </a:cubicBezTo>
                    <a:cubicBezTo>
                      <a:pt x="5441" y="1315"/>
                      <a:pt x="5295" y="1579"/>
                      <a:pt x="5176" y="1850"/>
                    </a:cubicBezTo>
                    <a:cubicBezTo>
                      <a:pt x="5104" y="1678"/>
                      <a:pt x="5018" y="1507"/>
                      <a:pt x="4919" y="1348"/>
                    </a:cubicBezTo>
                    <a:cubicBezTo>
                      <a:pt x="4575" y="793"/>
                      <a:pt x="4053" y="304"/>
                      <a:pt x="3418" y="112"/>
                    </a:cubicBezTo>
                    <a:cubicBezTo>
                      <a:pt x="3178" y="41"/>
                      <a:pt x="2973" y="0"/>
                      <a:pt x="27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549" name="Google Shape;549;p46"/>
              <p:cNvSpPr/>
              <p:nvPr/>
            </p:nvSpPr>
            <p:spPr>
              <a:xfrm>
                <a:off x="4394450" y="2520250"/>
                <a:ext cx="76550" cy="73250"/>
              </a:xfrm>
              <a:custGeom>
                <a:avLst/>
                <a:gdLst/>
                <a:ahLst/>
                <a:cxnLst/>
                <a:rect l="l" t="t" r="r" b="b"/>
                <a:pathLst>
                  <a:path w="3062" h="2930" extrusionOk="0">
                    <a:moveTo>
                      <a:pt x="1529" y="1"/>
                    </a:moveTo>
                    <a:cubicBezTo>
                      <a:pt x="1020" y="1"/>
                      <a:pt x="539" y="271"/>
                      <a:pt x="278" y="708"/>
                    </a:cubicBezTo>
                    <a:cubicBezTo>
                      <a:pt x="7" y="1151"/>
                      <a:pt x="1" y="1726"/>
                      <a:pt x="258" y="2182"/>
                    </a:cubicBezTo>
                    <a:cubicBezTo>
                      <a:pt x="510" y="2632"/>
                      <a:pt x="985" y="2916"/>
                      <a:pt x="1501" y="2929"/>
                    </a:cubicBezTo>
                    <a:lnTo>
                      <a:pt x="1534" y="2929"/>
                    </a:lnTo>
                    <a:cubicBezTo>
                      <a:pt x="2050" y="2929"/>
                      <a:pt x="2532" y="2652"/>
                      <a:pt x="2797" y="2209"/>
                    </a:cubicBezTo>
                    <a:cubicBezTo>
                      <a:pt x="3061" y="1759"/>
                      <a:pt x="3061" y="1184"/>
                      <a:pt x="2803" y="735"/>
                    </a:cubicBezTo>
                    <a:cubicBezTo>
                      <a:pt x="2545" y="292"/>
                      <a:pt x="2063"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550" name="Google Shape;550;p46"/>
              <p:cNvSpPr/>
              <p:nvPr/>
            </p:nvSpPr>
            <p:spPr>
              <a:xfrm>
                <a:off x="4514250" y="2520250"/>
                <a:ext cx="76550" cy="73250"/>
              </a:xfrm>
              <a:custGeom>
                <a:avLst/>
                <a:gdLst/>
                <a:ahLst/>
                <a:cxnLst/>
                <a:rect l="l" t="t" r="r" b="b"/>
                <a:pathLst>
                  <a:path w="3062" h="2930" extrusionOk="0">
                    <a:moveTo>
                      <a:pt x="1529" y="1"/>
                    </a:moveTo>
                    <a:cubicBezTo>
                      <a:pt x="1020" y="1"/>
                      <a:pt x="540" y="271"/>
                      <a:pt x="279" y="708"/>
                    </a:cubicBezTo>
                    <a:cubicBezTo>
                      <a:pt x="8" y="1151"/>
                      <a:pt x="1" y="1726"/>
                      <a:pt x="259" y="2182"/>
                    </a:cubicBezTo>
                    <a:cubicBezTo>
                      <a:pt x="510" y="2632"/>
                      <a:pt x="986" y="2916"/>
                      <a:pt x="1501" y="2929"/>
                    </a:cubicBezTo>
                    <a:lnTo>
                      <a:pt x="1534" y="2929"/>
                    </a:lnTo>
                    <a:cubicBezTo>
                      <a:pt x="2050" y="2929"/>
                      <a:pt x="2533" y="2652"/>
                      <a:pt x="2797" y="2209"/>
                    </a:cubicBezTo>
                    <a:cubicBezTo>
                      <a:pt x="3061" y="1759"/>
                      <a:pt x="3061" y="1184"/>
                      <a:pt x="2804" y="735"/>
                    </a:cubicBezTo>
                    <a:cubicBezTo>
                      <a:pt x="2546" y="292"/>
                      <a:pt x="2063" y="8"/>
                      <a:pt x="1548" y="1"/>
                    </a:cubicBezTo>
                    <a:cubicBezTo>
                      <a:pt x="1542"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551" name="Google Shape;551;p46"/>
              <p:cNvSpPr/>
              <p:nvPr/>
            </p:nvSpPr>
            <p:spPr>
              <a:xfrm>
                <a:off x="4621175" y="2680875"/>
                <a:ext cx="25" cy="200"/>
              </a:xfrm>
              <a:custGeom>
                <a:avLst/>
                <a:gdLst/>
                <a:ahLst/>
                <a:cxnLst/>
                <a:rect l="l" t="t" r="r" b="b"/>
                <a:pathLst>
                  <a:path w="1" h="8" extrusionOk="0">
                    <a:moveTo>
                      <a:pt x="1" y="1"/>
                    </a:moveTo>
                    <a:cubicBezTo>
                      <a:pt x="1" y="8"/>
                      <a:pt x="1" y="8"/>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552" name="Google Shape;552;p46"/>
              <p:cNvSpPr/>
              <p:nvPr/>
            </p:nvSpPr>
            <p:spPr>
              <a:xfrm>
                <a:off x="4621175" y="2680725"/>
                <a:ext cx="25" cy="175"/>
              </a:xfrm>
              <a:custGeom>
                <a:avLst/>
                <a:gdLst/>
                <a:ahLst/>
                <a:cxnLst/>
                <a:rect l="l" t="t" r="r" b="b"/>
                <a:pathLst>
                  <a:path w="1" h="7" extrusionOk="0">
                    <a:moveTo>
                      <a:pt x="1" y="0"/>
                    </a:moveTo>
                    <a:cubicBezTo>
                      <a:pt x="1" y="0"/>
                      <a:pt x="1" y="0"/>
                      <a:pt x="1" y="7"/>
                    </a:cubicBezTo>
                    <a:cubicBezTo>
                      <a:pt x="1" y="0"/>
                      <a:pt x="1"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553" name="Google Shape;553;p46"/>
          <p:cNvGrpSpPr/>
          <p:nvPr/>
        </p:nvGrpSpPr>
        <p:grpSpPr>
          <a:xfrm>
            <a:off x="8169240" y="180749"/>
            <a:ext cx="735600" cy="717300"/>
            <a:chOff x="805815" y="1224174"/>
            <a:chExt cx="735600" cy="717300"/>
          </a:xfrm>
        </p:grpSpPr>
        <p:sp>
          <p:nvSpPr>
            <p:cNvPr id="554" name="Google Shape;554;p46"/>
            <p:cNvSpPr/>
            <p:nvPr/>
          </p:nvSpPr>
          <p:spPr>
            <a:xfrm>
              <a:off x="805815" y="1224174"/>
              <a:ext cx="735600" cy="717300"/>
            </a:xfrm>
            <a:prstGeom prst="heptagon">
              <a:avLst>
                <a:gd name="hf" fmla="val 102572"/>
                <a:gd name="vf" fmla="val 10521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46"/>
            <p:cNvSpPr/>
            <p:nvPr/>
          </p:nvSpPr>
          <p:spPr>
            <a:xfrm>
              <a:off x="844594" y="1261986"/>
              <a:ext cx="658200" cy="641700"/>
            </a:xfrm>
            <a:prstGeom prst="heptagon">
              <a:avLst>
                <a:gd name="hf" fmla="val 102572"/>
                <a:gd name="vf" fmla="val 10521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6" name="Google Shape;556;p46"/>
            <p:cNvGrpSpPr/>
            <p:nvPr/>
          </p:nvGrpSpPr>
          <p:grpSpPr>
            <a:xfrm>
              <a:off x="1030317" y="1459795"/>
              <a:ext cx="286783" cy="293105"/>
              <a:chOff x="4072473" y="2031100"/>
              <a:chExt cx="300579" cy="307206"/>
            </a:xfrm>
          </p:grpSpPr>
          <p:sp>
            <p:nvSpPr>
              <p:cNvPr id="557" name="Google Shape;557;p46"/>
              <p:cNvSpPr/>
              <p:nvPr/>
            </p:nvSpPr>
            <p:spPr>
              <a:xfrm>
                <a:off x="4100741" y="2031100"/>
                <a:ext cx="63126" cy="63001"/>
              </a:xfrm>
              <a:custGeom>
                <a:avLst/>
                <a:gdLst/>
                <a:ahLst/>
                <a:cxnLst/>
                <a:rect l="l" t="t" r="r" b="b"/>
                <a:pathLst>
                  <a:path w="3028" h="3022" extrusionOk="0">
                    <a:moveTo>
                      <a:pt x="1514" y="1"/>
                    </a:moveTo>
                    <a:cubicBezTo>
                      <a:pt x="681" y="1"/>
                      <a:pt x="0" y="675"/>
                      <a:pt x="0" y="1515"/>
                    </a:cubicBezTo>
                    <a:cubicBezTo>
                      <a:pt x="0" y="2348"/>
                      <a:pt x="681" y="3022"/>
                      <a:pt x="1514" y="3022"/>
                    </a:cubicBezTo>
                    <a:cubicBezTo>
                      <a:pt x="2353" y="3022"/>
                      <a:pt x="3027" y="2348"/>
                      <a:pt x="3027" y="1515"/>
                    </a:cubicBezTo>
                    <a:cubicBezTo>
                      <a:pt x="3027" y="675"/>
                      <a:pt x="2353" y="1"/>
                      <a:pt x="15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558" name="Google Shape;558;p46"/>
              <p:cNvSpPr/>
              <p:nvPr/>
            </p:nvSpPr>
            <p:spPr>
              <a:xfrm>
                <a:off x="4281522" y="2040481"/>
                <a:ext cx="65482" cy="62584"/>
              </a:xfrm>
              <a:custGeom>
                <a:avLst/>
                <a:gdLst/>
                <a:ahLst/>
                <a:cxnLst/>
                <a:rect l="l" t="t" r="r" b="b"/>
                <a:pathLst>
                  <a:path w="3141" h="3002" extrusionOk="0">
                    <a:moveTo>
                      <a:pt x="1569" y="0"/>
                    </a:moveTo>
                    <a:cubicBezTo>
                      <a:pt x="1046" y="0"/>
                      <a:pt x="553" y="277"/>
                      <a:pt x="285" y="728"/>
                    </a:cubicBezTo>
                    <a:cubicBezTo>
                      <a:pt x="7" y="1184"/>
                      <a:pt x="1" y="1772"/>
                      <a:pt x="258" y="2235"/>
                    </a:cubicBezTo>
                    <a:cubicBezTo>
                      <a:pt x="516" y="2697"/>
                      <a:pt x="1012" y="2988"/>
                      <a:pt x="1534" y="3001"/>
                    </a:cubicBezTo>
                    <a:lnTo>
                      <a:pt x="1567" y="3001"/>
                    </a:lnTo>
                    <a:cubicBezTo>
                      <a:pt x="2096" y="3001"/>
                      <a:pt x="2592" y="2717"/>
                      <a:pt x="2863" y="2261"/>
                    </a:cubicBezTo>
                    <a:cubicBezTo>
                      <a:pt x="3134" y="1805"/>
                      <a:pt x="3140" y="1217"/>
                      <a:pt x="2869" y="754"/>
                    </a:cubicBezTo>
                    <a:cubicBezTo>
                      <a:pt x="2605" y="298"/>
                      <a:pt x="2109"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559" name="Google Shape;559;p46"/>
              <p:cNvSpPr/>
              <p:nvPr/>
            </p:nvSpPr>
            <p:spPr>
              <a:xfrm>
                <a:off x="4072473" y="2095891"/>
                <a:ext cx="300579" cy="242415"/>
              </a:xfrm>
              <a:custGeom>
                <a:avLst/>
                <a:gdLst/>
                <a:ahLst/>
                <a:cxnLst/>
                <a:rect l="l" t="t" r="r" b="b"/>
                <a:pathLst>
                  <a:path w="14418" h="11628" extrusionOk="0">
                    <a:moveTo>
                      <a:pt x="2887" y="1"/>
                    </a:moveTo>
                    <a:cubicBezTo>
                      <a:pt x="2695" y="1"/>
                      <a:pt x="2506" y="20"/>
                      <a:pt x="2334" y="53"/>
                    </a:cubicBezTo>
                    <a:cubicBezTo>
                      <a:pt x="2308" y="59"/>
                      <a:pt x="2281" y="66"/>
                      <a:pt x="2248" y="72"/>
                    </a:cubicBezTo>
                    <a:cubicBezTo>
                      <a:pt x="2182" y="92"/>
                      <a:pt x="2103" y="119"/>
                      <a:pt x="2010" y="158"/>
                    </a:cubicBezTo>
                    <a:cubicBezTo>
                      <a:pt x="1832" y="231"/>
                      <a:pt x="1587" y="363"/>
                      <a:pt x="1343" y="562"/>
                    </a:cubicBezTo>
                    <a:cubicBezTo>
                      <a:pt x="1224" y="661"/>
                      <a:pt x="1098" y="780"/>
                      <a:pt x="986" y="912"/>
                    </a:cubicBezTo>
                    <a:cubicBezTo>
                      <a:pt x="867" y="1044"/>
                      <a:pt x="755" y="1190"/>
                      <a:pt x="662" y="1348"/>
                    </a:cubicBezTo>
                    <a:cubicBezTo>
                      <a:pt x="464" y="1665"/>
                      <a:pt x="312" y="2022"/>
                      <a:pt x="212" y="2386"/>
                    </a:cubicBezTo>
                    <a:cubicBezTo>
                      <a:pt x="107" y="2743"/>
                      <a:pt x="54" y="3107"/>
                      <a:pt x="27" y="3437"/>
                    </a:cubicBezTo>
                    <a:cubicBezTo>
                      <a:pt x="1" y="3774"/>
                      <a:pt x="1" y="4085"/>
                      <a:pt x="8" y="4343"/>
                    </a:cubicBezTo>
                    <a:cubicBezTo>
                      <a:pt x="21" y="4607"/>
                      <a:pt x="41" y="4819"/>
                      <a:pt x="54" y="4971"/>
                    </a:cubicBezTo>
                    <a:cubicBezTo>
                      <a:pt x="67" y="5123"/>
                      <a:pt x="80" y="5209"/>
                      <a:pt x="80" y="5209"/>
                    </a:cubicBezTo>
                    <a:cubicBezTo>
                      <a:pt x="112" y="5432"/>
                      <a:pt x="298" y="5599"/>
                      <a:pt x="518" y="5599"/>
                    </a:cubicBezTo>
                    <a:cubicBezTo>
                      <a:pt x="526" y="5599"/>
                      <a:pt x="535" y="5599"/>
                      <a:pt x="543" y="5599"/>
                    </a:cubicBezTo>
                    <a:cubicBezTo>
                      <a:pt x="794" y="5592"/>
                      <a:pt x="986" y="5380"/>
                      <a:pt x="973" y="5129"/>
                    </a:cubicBezTo>
                    <a:cubicBezTo>
                      <a:pt x="973" y="5129"/>
                      <a:pt x="973" y="5050"/>
                      <a:pt x="966" y="4918"/>
                    </a:cubicBezTo>
                    <a:cubicBezTo>
                      <a:pt x="966" y="4779"/>
                      <a:pt x="966" y="4581"/>
                      <a:pt x="979" y="4349"/>
                    </a:cubicBezTo>
                    <a:cubicBezTo>
                      <a:pt x="986" y="4111"/>
                      <a:pt x="1012" y="3847"/>
                      <a:pt x="1059" y="3563"/>
                    </a:cubicBezTo>
                    <a:cubicBezTo>
                      <a:pt x="1105" y="3285"/>
                      <a:pt x="1178" y="2994"/>
                      <a:pt x="1277" y="2730"/>
                    </a:cubicBezTo>
                    <a:cubicBezTo>
                      <a:pt x="1336" y="2578"/>
                      <a:pt x="1402" y="2432"/>
                      <a:pt x="1475" y="2300"/>
                    </a:cubicBezTo>
                    <a:lnTo>
                      <a:pt x="1475" y="2300"/>
                    </a:lnTo>
                    <a:lnTo>
                      <a:pt x="1145" y="5030"/>
                    </a:lnTo>
                    <a:cubicBezTo>
                      <a:pt x="1131" y="5162"/>
                      <a:pt x="1125" y="5314"/>
                      <a:pt x="1145" y="5453"/>
                    </a:cubicBezTo>
                    <a:cubicBezTo>
                      <a:pt x="1178" y="5737"/>
                      <a:pt x="1283" y="5995"/>
                      <a:pt x="1429" y="6220"/>
                    </a:cubicBezTo>
                    <a:lnTo>
                      <a:pt x="1667" y="11131"/>
                    </a:lnTo>
                    <a:cubicBezTo>
                      <a:pt x="1680" y="11396"/>
                      <a:pt x="1891" y="11614"/>
                      <a:pt x="2162" y="11627"/>
                    </a:cubicBezTo>
                    <a:cubicBezTo>
                      <a:pt x="2171" y="11627"/>
                      <a:pt x="2179" y="11627"/>
                      <a:pt x="2187" y="11627"/>
                    </a:cubicBezTo>
                    <a:cubicBezTo>
                      <a:pt x="2467" y="11627"/>
                      <a:pt x="2698" y="11407"/>
                      <a:pt x="2711" y="11131"/>
                    </a:cubicBezTo>
                    <a:lnTo>
                      <a:pt x="2876" y="7416"/>
                    </a:lnTo>
                    <a:lnTo>
                      <a:pt x="3048" y="11131"/>
                    </a:lnTo>
                    <a:cubicBezTo>
                      <a:pt x="3061" y="11396"/>
                      <a:pt x="3280" y="11614"/>
                      <a:pt x="3551" y="11627"/>
                    </a:cubicBezTo>
                    <a:cubicBezTo>
                      <a:pt x="3559" y="11627"/>
                      <a:pt x="3567" y="11627"/>
                      <a:pt x="3575" y="11627"/>
                    </a:cubicBezTo>
                    <a:cubicBezTo>
                      <a:pt x="3855" y="11627"/>
                      <a:pt x="4086" y="11407"/>
                      <a:pt x="4099" y="11131"/>
                    </a:cubicBezTo>
                    <a:lnTo>
                      <a:pt x="4324" y="6200"/>
                    </a:lnTo>
                    <a:cubicBezTo>
                      <a:pt x="4542" y="5870"/>
                      <a:pt x="4648" y="5460"/>
                      <a:pt x="4595" y="5030"/>
                    </a:cubicBezTo>
                    <a:lnTo>
                      <a:pt x="4271" y="2333"/>
                    </a:lnTo>
                    <a:lnTo>
                      <a:pt x="4271" y="2333"/>
                    </a:lnTo>
                    <a:cubicBezTo>
                      <a:pt x="4337" y="2452"/>
                      <a:pt x="4397" y="2584"/>
                      <a:pt x="4450" y="2730"/>
                    </a:cubicBezTo>
                    <a:cubicBezTo>
                      <a:pt x="4555" y="2994"/>
                      <a:pt x="4621" y="3285"/>
                      <a:pt x="4668" y="3563"/>
                    </a:cubicBezTo>
                    <a:cubicBezTo>
                      <a:pt x="4714" y="3847"/>
                      <a:pt x="4740" y="4111"/>
                      <a:pt x="4754" y="4349"/>
                    </a:cubicBezTo>
                    <a:cubicBezTo>
                      <a:pt x="4760" y="4581"/>
                      <a:pt x="4760" y="4779"/>
                      <a:pt x="4760" y="4918"/>
                    </a:cubicBezTo>
                    <a:cubicBezTo>
                      <a:pt x="4754" y="5050"/>
                      <a:pt x="4754" y="5129"/>
                      <a:pt x="4754" y="5129"/>
                    </a:cubicBezTo>
                    <a:cubicBezTo>
                      <a:pt x="4747" y="5341"/>
                      <a:pt x="4886" y="5532"/>
                      <a:pt x="5091" y="5585"/>
                    </a:cubicBezTo>
                    <a:cubicBezTo>
                      <a:pt x="5256" y="5770"/>
                      <a:pt x="5441" y="5922"/>
                      <a:pt x="5666" y="6028"/>
                    </a:cubicBezTo>
                    <a:cubicBezTo>
                      <a:pt x="5845" y="6115"/>
                      <a:pt x="6045" y="6156"/>
                      <a:pt x="6243" y="6156"/>
                    </a:cubicBezTo>
                    <a:cubicBezTo>
                      <a:pt x="6271" y="6156"/>
                      <a:pt x="6299" y="6155"/>
                      <a:pt x="6327" y="6154"/>
                    </a:cubicBezTo>
                    <a:lnTo>
                      <a:pt x="6327" y="6887"/>
                    </a:lnTo>
                    <a:lnTo>
                      <a:pt x="6333" y="7006"/>
                    </a:lnTo>
                    <a:lnTo>
                      <a:pt x="5838" y="9241"/>
                    </a:lnTo>
                    <a:cubicBezTo>
                      <a:pt x="5824" y="9294"/>
                      <a:pt x="5838" y="9346"/>
                      <a:pt x="5871" y="9386"/>
                    </a:cubicBezTo>
                    <a:cubicBezTo>
                      <a:pt x="5904" y="9432"/>
                      <a:pt x="5957" y="9452"/>
                      <a:pt x="6010" y="9452"/>
                    </a:cubicBezTo>
                    <a:lnTo>
                      <a:pt x="6380" y="9452"/>
                    </a:lnTo>
                    <a:lnTo>
                      <a:pt x="6466" y="11336"/>
                    </a:lnTo>
                    <a:cubicBezTo>
                      <a:pt x="6472" y="11501"/>
                      <a:pt x="6611" y="11627"/>
                      <a:pt x="6770" y="11627"/>
                    </a:cubicBezTo>
                    <a:cubicBezTo>
                      <a:pt x="6928" y="11627"/>
                      <a:pt x="7067" y="11501"/>
                      <a:pt x="7074" y="11343"/>
                    </a:cubicBezTo>
                    <a:lnTo>
                      <a:pt x="7180" y="9452"/>
                    </a:lnTo>
                    <a:lnTo>
                      <a:pt x="7219" y="9452"/>
                    </a:lnTo>
                    <a:lnTo>
                      <a:pt x="7305" y="11336"/>
                    </a:lnTo>
                    <a:cubicBezTo>
                      <a:pt x="7312" y="11501"/>
                      <a:pt x="7444" y="11627"/>
                      <a:pt x="7609" y="11627"/>
                    </a:cubicBezTo>
                    <a:cubicBezTo>
                      <a:pt x="7768" y="11627"/>
                      <a:pt x="7900" y="11501"/>
                      <a:pt x="7907" y="11343"/>
                    </a:cubicBezTo>
                    <a:lnTo>
                      <a:pt x="8012" y="9452"/>
                    </a:lnTo>
                    <a:lnTo>
                      <a:pt x="8383" y="9452"/>
                    </a:lnTo>
                    <a:cubicBezTo>
                      <a:pt x="8436" y="9452"/>
                      <a:pt x="8482" y="9432"/>
                      <a:pt x="8515" y="9386"/>
                    </a:cubicBezTo>
                    <a:cubicBezTo>
                      <a:pt x="8548" y="9346"/>
                      <a:pt x="8561" y="9294"/>
                      <a:pt x="8554" y="9241"/>
                    </a:cubicBezTo>
                    <a:lnTo>
                      <a:pt x="8072" y="7046"/>
                    </a:lnTo>
                    <a:lnTo>
                      <a:pt x="8079" y="6914"/>
                    </a:lnTo>
                    <a:lnTo>
                      <a:pt x="8079" y="6154"/>
                    </a:lnTo>
                    <a:cubicBezTo>
                      <a:pt x="8106" y="6155"/>
                      <a:pt x="8133" y="6156"/>
                      <a:pt x="8161" y="6156"/>
                    </a:cubicBezTo>
                    <a:cubicBezTo>
                      <a:pt x="8354" y="6156"/>
                      <a:pt x="8554" y="6116"/>
                      <a:pt x="8733" y="6035"/>
                    </a:cubicBezTo>
                    <a:cubicBezTo>
                      <a:pt x="8898" y="5962"/>
                      <a:pt x="9037" y="5856"/>
                      <a:pt x="9163" y="5737"/>
                    </a:cubicBezTo>
                    <a:cubicBezTo>
                      <a:pt x="9167" y="5737"/>
                      <a:pt x="9171" y="5737"/>
                      <a:pt x="9175" y="5737"/>
                    </a:cubicBezTo>
                    <a:cubicBezTo>
                      <a:pt x="9401" y="5737"/>
                      <a:pt x="9599" y="5555"/>
                      <a:pt x="9619" y="5327"/>
                    </a:cubicBezTo>
                    <a:cubicBezTo>
                      <a:pt x="9625" y="5222"/>
                      <a:pt x="9632" y="5109"/>
                      <a:pt x="9645" y="4997"/>
                    </a:cubicBezTo>
                    <a:cubicBezTo>
                      <a:pt x="9665" y="4825"/>
                      <a:pt x="9685" y="4653"/>
                      <a:pt x="9711" y="4481"/>
                    </a:cubicBezTo>
                    <a:cubicBezTo>
                      <a:pt x="9771" y="4118"/>
                      <a:pt x="9870" y="3761"/>
                      <a:pt x="9996" y="3417"/>
                    </a:cubicBezTo>
                    <a:cubicBezTo>
                      <a:pt x="10029" y="3331"/>
                      <a:pt x="10062" y="3245"/>
                      <a:pt x="10101" y="3166"/>
                    </a:cubicBezTo>
                    <a:lnTo>
                      <a:pt x="10114" y="4224"/>
                    </a:lnTo>
                    <a:lnTo>
                      <a:pt x="9262" y="8064"/>
                    </a:lnTo>
                    <a:cubicBezTo>
                      <a:pt x="9249" y="8157"/>
                      <a:pt x="9268" y="8243"/>
                      <a:pt x="9328" y="8315"/>
                    </a:cubicBezTo>
                    <a:cubicBezTo>
                      <a:pt x="9381" y="8388"/>
                      <a:pt x="9467" y="8428"/>
                      <a:pt x="9559" y="8428"/>
                    </a:cubicBezTo>
                    <a:lnTo>
                      <a:pt x="10233" y="8428"/>
                    </a:lnTo>
                    <a:lnTo>
                      <a:pt x="10366" y="11131"/>
                    </a:lnTo>
                    <a:cubicBezTo>
                      <a:pt x="10379" y="11409"/>
                      <a:pt x="10610" y="11627"/>
                      <a:pt x="10881" y="11627"/>
                    </a:cubicBezTo>
                    <a:cubicBezTo>
                      <a:pt x="11152" y="11627"/>
                      <a:pt x="11384" y="11415"/>
                      <a:pt x="11403" y="11144"/>
                    </a:cubicBezTo>
                    <a:cubicBezTo>
                      <a:pt x="11403" y="11138"/>
                      <a:pt x="11403" y="11138"/>
                      <a:pt x="11403" y="11138"/>
                    </a:cubicBezTo>
                    <a:lnTo>
                      <a:pt x="11542" y="8428"/>
                    </a:lnTo>
                    <a:lnTo>
                      <a:pt x="11668" y="8428"/>
                    </a:lnTo>
                    <a:lnTo>
                      <a:pt x="11800" y="11131"/>
                    </a:lnTo>
                    <a:cubicBezTo>
                      <a:pt x="11813" y="11409"/>
                      <a:pt x="12045" y="11627"/>
                      <a:pt x="12316" y="11627"/>
                    </a:cubicBezTo>
                    <a:cubicBezTo>
                      <a:pt x="12587" y="11627"/>
                      <a:pt x="12818" y="11415"/>
                      <a:pt x="12838" y="11144"/>
                    </a:cubicBezTo>
                    <a:cubicBezTo>
                      <a:pt x="12838" y="11138"/>
                      <a:pt x="12838" y="11138"/>
                      <a:pt x="12838" y="11138"/>
                    </a:cubicBezTo>
                    <a:lnTo>
                      <a:pt x="12977" y="8428"/>
                    </a:lnTo>
                    <a:lnTo>
                      <a:pt x="13631" y="8428"/>
                    </a:lnTo>
                    <a:cubicBezTo>
                      <a:pt x="13717" y="8428"/>
                      <a:pt x="13803" y="8388"/>
                      <a:pt x="13862" y="8315"/>
                    </a:cubicBezTo>
                    <a:cubicBezTo>
                      <a:pt x="13922" y="8249"/>
                      <a:pt x="13942" y="8157"/>
                      <a:pt x="13922" y="8064"/>
                    </a:cubicBezTo>
                    <a:lnTo>
                      <a:pt x="13082" y="4204"/>
                    </a:lnTo>
                    <a:lnTo>
                      <a:pt x="13096" y="3159"/>
                    </a:lnTo>
                    <a:cubicBezTo>
                      <a:pt x="13241" y="3510"/>
                      <a:pt x="13334" y="3933"/>
                      <a:pt x="13406" y="4303"/>
                    </a:cubicBezTo>
                    <a:cubicBezTo>
                      <a:pt x="13466" y="4620"/>
                      <a:pt x="13499" y="4944"/>
                      <a:pt x="13525" y="5261"/>
                    </a:cubicBezTo>
                    <a:cubicBezTo>
                      <a:pt x="13525" y="5268"/>
                      <a:pt x="13525" y="5281"/>
                      <a:pt x="13525" y="5288"/>
                    </a:cubicBezTo>
                    <a:cubicBezTo>
                      <a:pt x="13544" y="5511"/>
                      <a:pt x="13743" y="5692"/>
                      <a:pt x="13965" y="5692"/>
                    </a:cubicBezTo>
                    <a:cubicBezTo>
                      <a:pt x="13972" y="5692"/>
                      <a:pt x="13980" y="5691"/>
                      <a:pt x="13988" y="5691"/>
                    </a:cubicBezTo>
                    <a:cubicBezTo>
                      <a:pt x="14226" y="5684"/>
                      <a:pt x="14411" y="5486"/>
                      <a:pt x="14418" y="5255"/>
                    </a:cubicBezTo>
                    <a:cubicBezTo>
                      <a:pt x="14418" y="5103"/>
                      <a:pt x="14418" y="4951"/>
                      <a:pt x="14418" y="4805"/>
                    </a:cubicBezTo>
                    <a:lnTo>
                      <a:pt x="14418" y="4792"/>
                    </a:lnTo>
                    <a:cubicBezTo>
                      <a:pt x="14418" y="4784"/>
                      <a:pt x="14418" y="4777"/>
                      <a:pt x="14418" y="4772"/>
                    </a:cubicBezTo>
                    <a:cubicBezTo>
                      <a:pt x="14404" y="4422"/>
                      <a:pt x="14385" y="4072"/>
                      <a:pt x="14325" y="3721"/>
                    </a:cubicBezTo>
                    <a:cubicBezTo>
                      <a:pt x="14272" y="3344"/>
                      <a:pt x="14180" y="2981"/>
                      <a:pt x="14048" y="2624"/>
                    </a:cubicBezTo>
                    <a:cubicBezTo>
                      <a:pt x="13803" y="1943"/>
                      <a:pt x="13387" y="1295"/>
                      <a:pt x="12792" y="879"/>
                    </a:cubicBezTo>
                    <a:cubicBezTo>
                      <a:pt x="12666" y="793"/>
                      <a:pt x="12534" y="720"/>
                      <a:pt x="12402" y="648"/>
                    </a:cubicBezTo>
                    <a:cubicBezTo>
                      <a:pt x="12146" y="508"/>
                      <a:pt x="11873" y="438"/>
                      <a:pt x="11599" y="438"/>
                    </a:cubicBezTo>
                    <a:cubicBezTo>
                      <a:pt x="11329" y="438"/>
                      <a:pt x="11058" y="506"/>
                      <a:pt x="10802" y="641"/>
                    </a:cubicBezTo>
                    <a:cubicBezTo>
                      <a:pt x="10174" y="978"/>
                      <a:pt x="9665" y="1513"/>
                      <a:pt x="9334" y="2135"/>
                    </a:cubicBezTo>
                    <a:cubicBezTo>
                      <a:pt x="9163" y="2465"/>
                      <a:pt x="9037" y="2822"/>
                      <a:pt x="8938" y="3186"/>
                    </a:cubicBezTo>
                    <a:cubicBezTo>
                      <a:pt x="8845" y="3549"/>
                      <a:pt x="8792" y="3920"/>
                      <a:pt x="8753" y="4290"/>
                    </a:cubicBezTo>
                    <a:cubicBezTo>
                      <a:pt x="8720" y="4627"/>
                      <a:pt x="8726" y="4964"/>
                      <a:pt x="8726" y="5301"/>
                    </a:cubicBezTo>
                    <a:cubicBezTo>
                      <a:pt x="8726" y="5321"/>
                      <a:pt x="8726" y="5347"/>
                      <a:pt x="8733" y="5367"/>
                    </a:cubicBezTo>
                    <a:cubicBezTo>
                      <a:pt x="8634" y="5427"/>
                      <a:pt x="8521" y="5473"/>
                      <a:pt x="8402" y="5486"/>
                    </a:cubicBezTo>
                    <a:cubicBezTo>
                      <a:pt x="8364" y="5492"/>
                      <a:pt x="8325" y="5495"/>
                      <a:pt x="8286" y="5495"/>
                    </a:cubicBezTo>
                    <a:cubicBezTo>
                      <a:pt x="8111" y="5495"/>
                      <a:pt x="7938" y="5436"/>
                      <a:pt x="7814" y="5327"/>
                    </a:cubicBezTo>
                    <a:cubicBezTo>
                      <a:pt x="7633" y="5169"/>
                      <a:pt x="7427" y="5094"/>
                      <a:pt x="7219" y="5094"/>
                    </a:cubicBezTo>
                    <a:cubicBezTo>
                      <a:pt x="7002" y="5094"/>
                      <a:pt x="6784" y="5176"/>
                      <a:pt x="6591" y="5327"/>
                    </a:cubicBezTo>
                    <a:cubicBezTo>
                      <a:pt x="6460" y="5431"/>
                      <a:pt x="6288" y="5495"/>
                      <a:pt x="6117" y="5495"/>
                    </a:cubicBezTo>
                    <a:cubicBezTo>
                      <a:pt x="6081" y="5495"/>
                      <a:pt x="6045" y="5492"/>
                      <a:pt x="6010" y="5486"/>
                    </a:cubicBezTo>
                    <a:cubicBezTo>
                      <a:pt x="5858" y="5466"/>
                      <a:pt x="5732" y="5413"/>
                      <a:pt x="5613" y="5334"/>
                    </a:cubicBezTo>
                    <a:cubicBezTo>
                      <a:pt x="5633" y="5294"/>
                      <a:pt x="5639" y="5255"/>
                      <a:pt x="5646" y="5209"/>
                    </a:cubicBezTo>
                    <a:cubicBezTo>
                      <a:pt x="5646" y="5209"/>
                      <a:pt x="5659" y="5123"/>
                      <a:pt x="5672" y="4971"/>
                    </a:cubicBezTo>
                    <a:cubicBezTo>
                      <a:pt x="5692" y="4819"/>
                      <a:pt x="5706" y="4607"/>
                      <a:pt x="5719" y="4343"/>
                    </a:cubicBezTo>
                    <a:cubicBezTo>
                      <a:pt x="5725" y="4085"/>
                      <a:pt x="5725" y="3774"/>
                      <a:pt x="5699" y="3437"/>
                    </a:cubicBezTo>
                    <a:cubicBezTo>
                      <a:pt x="5672" y="3107"/>
                      <a:pt x="5620" y="2743"/>
                      <a:pt x="5514" y="2386"/>
                    </a:cubicBezTo>
                    <a:cubicBezTo>
                      <a:pt x="5415" y="2022"/>
                      <a:pt x="5263" y="1665"/>
                      <a:pt x="5071" y="1348"/>
                    </a:cubicBezTo>
                    <a:cubicBezTo>
                      <a:pt x="4972" y="1190"/>
                      <a:pt x="4859" y="1044"/>
                      <a:pt x="4747" y="912"/>
                    </a:cubicBezTo>
                    <a:cubicBezTo>
                      <a:pt x="4628" y="780"/>
                      <a:pt x="4502" y="661"/>
                      <a:pt x="4383" y="562"/>
                    </a:cubicBezTo>
                    <a:cubicBezTo>
                      <a:pt x="4139" y="363"/>
                      <a:pt x="3901" y="231"/>
                      <a:pt x="3716" y="158"/>
                    </a:cubicBezTo>
                    <a:cubicBezTo>
                      <a:pt x="3623" y="119"/>
                      <a:pt x="3544" y="92"/>
                      <a:pt x="3478" y="72"/>
                    </a:cubicBezTo>
                    <a:cubicBezTo>
                      <a:pt x="3289" y="22"/>
                      <a:pt x="3087" y="1"/>
                      <a:pt x="28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560" name="Google Shape;560;p46"/>
              <p:cNvSpPr/>
              <p:nvPr/>
            </p:nvSpPr>
            <p:spPr>
              <a:xfrm>
                <a:off x="4203389" y="2163454"/>
                <a:ext cx="38464" cy="36608"/>
              </a:xfrm>
              <a:custGeom>
                <a:avLst/>
                <a:gdLst/>
                <a:ahLst/>
                <a:cxnLst/>
                <a:rect l="l" t="t" r="r" b="b"/>
                <a:pathLst>
                  <a:path w="1845" h="1756" extrusionOk="0">
                    <a:moveTo>
                      <a:pt x="916" y="0"/>
                    </a:moveTo>
                    <a:cubicBezTo>
                      <a:pt x="680" y="0"/>
                      <a:pt x="451" y="98"/>
                      <a:pt x="291" y="269"/>
                    </a:cubicBezTo>
                    <a:cubicBezTo>
                      <a:pt x="87" y="487"/>
                      <a:pt x="1" y="791"/>
                      <a:pt x="73" y="1082"/>
                    </a:cubicBezTo>
                    <a:cubicBezTo>
                      <a:pt x="139" y="1359"/>
                      <a:pt x="344" y="1597"/>
                      <a:pt x="615" y="1697"/>
                    </a:cubicBezTo>
                    <a:cubicBezTo>
                      <a:pt x="714" y="1736"/>
                      <a:pt x="820" y="1756"/>
                      <a:pt x="926" y="1756"/>
                    </a:cubicBezTo>
                    <a:cubicBezTo>
                      <a:pt x="1217" y="1756"/>
                      <a:pt x="1494" y="1604"/>
                      <a:pt x="1653" y="1359"/>
                    </a:cubicBezTo>
                    <a:cubicBezTo>
                      <a:pt x="1818" y="1115"/>
                      <a:pt x="1845" y="798"/>
                      <a:pt x="1726" y="527"/>
                    </a:cubicBezTo>
                    <a:cubicBezTo>
                      <a:pt x="1613" y="262"/>
                      <a:pt x="1369" y="64"/>
                      <a:pt x="1085" y="18"/>
                    </a:cubicBezTo>
                    <a:cubicBezTo>
                      <a:pt x="1029" y="6"/>
                      <a:pt x="972" y="0"/>
                      <a:pt x="9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561" name="Google Shape;561;p46"/>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ROLE OF THE FAMILY</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65"/>
        <p:cNvGrpSpPr/>
        <p:nvPr/>
      </p:nvGrpSpPr>
      <p:grpSpPr>
        <a:xfrm>
          <a:off x="0" y="0"/>
          <a:ext cx="0" cy="0"/>
          <a:chOff x="0" y="0"/>
          <a:chExt cx="0" cy="0"/>
        </a:xfrm>
      </p:grpSpPr>
      <p:grpSp>
        <p:nvGrpSpPr>
          <p:cNvPr id="566" name="Google Shape;566;p47"/>
          <p:cNvGrpSpPr/>
          <p:nvPr/>
        </p:nvGrpSpPr>
        <p:grpSpPr>
          <a:xfrm>
            <a:off x="1553849" y="3066449"/>
            <a:ext cx="642298" cy="642298"/>
            <a:chOff x="762200" y="1561800"/>
            <a:chExt cx="708000" cy="708000"/>
          </a:xfrm>
        </p:grpSpPr>
        <p:sp>
          <p:nvSpPr>
            <p:cNvPr id="567" name="Google Shape;567;p47"/>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47"/>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 name="Google Shape;569;p47"/>
          <p:cNvGrpSpPr/>
          <p:nvPr/>
        </p:nvGrpSpPr>
        <p:grpSpPr>
          <a:xfrm>
            <a:off x="4250849" y="1354212"/>
            <a:ext cx="642298" cy="642298"/>
            <a:chOff x="762200" y="1561800"/>
            <a:chExt cx="708000" cy="708000"/>
          </a:xfrm>
        </p:grpSpPr>
        <p:sp>
          <p:nvSpPr>
            <p:cNvPr id="570" name="Google Shape;570;p47"/>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47"/>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 name="Google Shape;572;p47"/>
          <p:cNvGrpSpPr/>
          <p:nvPr/>
        </p:nvGrpSpPr>
        <p:grpSpPr>
          <a:xfrm>
            <a:off x="6947849" y="1354212"/>
            <a:ext cx="642298" cy="642298"/>
            <a:chOff x="762200" y="1561800"/>
            <a:chExt cx="708000" cy="708000"/>
          </a:xfrm>
        </p:grpSpPr>
        <p:sp>
          <p:nvSpPr>
            <p:cNvPr id="573" name="Google Shape;573;p47"/>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47"/>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 name="Google Shape;575;p47"/>
          <p:cNvGrpSpPr/>
          <p:nvPr/>
        </p:nvGrpSpPr>
        <p:grpSpPr>
          <a:xfrm>
            <a:off x="4250849" y="3066449"/>
            <a:ext cx="642298" cy="642298"/>
            <a:chOff x="762200" y="1561800"/>
            <a:chExt cx="708000" cy="708000"/>
          </a:xfrm>
        </p:grpSpPr>
        <p:sp>
          <p:nvSpPr>
            <p:cNvPr id="576" name="Google Shape;576;p47"/>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47"/>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 name="Google Shape;578;p47"/>
          <p:cNvGrpSpPr/>
          <p:nvPr/>
        </p:nvGrpSpPr>
        <p:grpSpPr>
          <a:xfrm>
            <a:off x="6947849" y="3066449"/>
            <a:ext cx="642298" cy="642298"/>
            <a:chOff x="762200" y="1561800"/>
            <a:chExt cx="708000" cy="708000"/>
          </a:xfrm>
        </p:grpSpPr>
        <p:sp>
          <p:nvSpPr>
            <p:cNvPr id="579" name="Google Shape;579;p47"/>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47"/>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 name="Google Shape;581;p47"/>
          <p:cNvGrpSpPr/>
          <p:nvPr/>
        </p:nvGrpSpPr>
        <p:grpSpPr>
          <a:xfrm>
            <a:off x="1553849" y="1354212"/>
            <a:ext cx="642298" cy="642298"/>
            <a:chOff x="762200" y="1561800"/>
            <a:chExt cx="708000" cy="708000"/>
          </a:xfrm>
        </p:grpSpPr>
        <p:sp>
          <p:nvSpPr>
            <p:cNvPr id="582" name="Google Shape;582;p47"/>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47"/>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4" name="Google Shape;584;p47"/>
          <p:cNvSpPr txBox="1">
            <a:spLocks noGrp="1"/>
          </p:cNvSpPr>
          <p:nvPr>
            <p:ph type="subTitle" idx="13"/>
          </p:nvPr>
        </p:nvSpPr>
        <p:spPr>
          <a:xfrm>
            <a:off x="6209153" y="2386492"/>
            <a:ext cx="21198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cold</a:t>
            </a:r>
            <a:endParaRPr/>
          </a:p>
        </p:txBody>
      </p:sp>
      <p:sp>
        <p:nvSpPr>
          <p:cNvPr id="585" name="Google Shape;585;p47"/>
          <p:cNvSpPr txBox="1">
            <a:spLocks noGrp="1"/>
          </p:cNvSpPr>
          <p:nvPr>
            <p:ph type="subTitle" idx="15"/>
          </p:nvPr>
        </p:nvSpPr>
        <p:spPr>
          <a:xfrm>
            <a:off x="6209153" y="4098754"/>
            <a:ext cx="21198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farthest planet from the Sun</a:t>
            </a:r>
            <a:endParaRPr/>
          </a:p>
        </p:txBody>
      </p:sp>
      <p:sp>
        <p:nvSpPr>
          <p:cNvPr id="586" name="Google Shape;586;p47"/>
          <p:cNvSpPr txBox="1">
            <a:spLocks noGrp="1"/>
          </p:cNvSpPr>
          <p:nvPr>
            <p:ph type="title" idx="9"/>
          </p:nvPr>
        </p:nvSpPr>
        <p:spPr>
          <a:xfrm>
            <a:off x="6209153" y="1996492"/>
            <a:ext cx="2119800" cy="46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587" name="Google Shape;587;p47"/>
          <p:cNvSpPr txBox="1">
            <a:spLocks noGrp="1"/>
          </p:cNvSpPr>
          <p:nvPr>
            <p:ph type="title" idx="14"/>
          </p:nvPr>
        </p:nvSpPr>
        <p:spPr>
          <a:xfrm>
            <a:off x="6209153" y="3708754"/>
            <a:ext cx="2119800" cy="46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a:t>
            </a:r>
            <a:endParaRPr/>
          </a:p>
        </p:txBody>
      </p:sp>
      <p:sp>
        <p:nvSpPr>
          <p:cNvPr id="588" name="Google Shape;588;p47"/>
          <p:cNvSpPr txBox="1">
            <a:spLocks noGrp="1"/>
          </p:cNvSpPr>
          <p:nvPr>
            <p:ph type="title" idx="2"/>
          </p:nvPr>
        </p:nvSpPr>
        <p:spPr>
          <a:xfrm>
            <a:off x="815050" y="1996492"/>
            <a:ext cx="2119800" cy="46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589" name="Google Shape;589;p47"/>
          <p:cNvSpPr txBox="1">
            <a:spLocks noGrp="1"/>
          </p:cNvSpPr>
          <p:nvPr>
            <p:ph type="subTitle" idx="1"/>
          </p:nvPr>
        </p:nvSpPr>
        <p:spPr>
          <a:xfrm>
            <a:off x="815050" y="2386492"/>
            <a:ext cx="21198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closest planet to the Sun</a:t>
            </a:r>
            <a:endParaRPr/>
          </a:p>
        </p:txBody>
      </p:sp>
      <p:sp>
        <p:nvSpPr>
          <p:cNvPr id="590" name="Google Shape;590;p47"/>
          <p:cNvSpPr txBox="1">
            <a:spLocks noGrp="1"/>
          </p:cNvSpPr>
          <p:nvPr>
            <p:ph type="title" idx="3"/>
          </p:nvPr>
        </p:nvSpPr>
        <p:spPr>
          <a:xfrm>
            <a:off x="3512102" y="1996492"/>
            <a:ext cx="2119800" cy="46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591" name="Google Shape;591;p47"/>
          <p:cNvSpPr txBox="1">
            <a:spLocks noGrp="1"/>
          </p:cNvSpPr>
          <p:nvPr>
            <p:ph type="subTitle" idx="4"/>
          </p:nvPr>
        </p:nvSpPr>
        <p:spPr>
          <a:xfrm>
            <a:off x="3512102" y="2386492"/>
            <a:ext cx="21198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592" name="Google Shape;592;p47"/>
          <p:cNvSpPr txBox="1">
            <a:spLocks noGrp="1"/>
          </p:cNvSpPr>
          <p:nvPr>
            <p:ph type="title" idx="5"/>
          </p:nvPr>
        </p:nvSpPr>
        <p:spPr>
          <a:xfrm>
            <a:off x="815050" y="3708754"/>
            <a:ext cx="2119800" cy="46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593" name="Google Shape;593;p47"/>
          <p:cNvSpPr txBox="1">
            <a:spLocks noGrp="1"/>
          </p:cNvSpPr>
          <p:nvPr>
            <p:ph type="subTitle" idx="6"/>
          </p:nvPr>
        </p:nvSpPr>
        <p:spPr>
          <a:xfrm>
            <a:off x="815050" y="4098754"/>
            <a:ext cx="21198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594" name="Google Shape;594;p47"/>
          <p:cNvSpPr txBox="1">
            <a:spLocks noGrp="1"/>
          </p:cNvSpPr>
          <p:nvPr>
            <p:ph type="title" idx="7"/>
          </p:nvPr>
        </p:nvSpPr>
        <p:spPr>
          <a:xfrm>
            <a:off x="3512102" y="3708754"/>
            <a:ext cx="2119800" cy="46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a:t>
            </a:r>
            <a:endParaRPr/>
          </a:p>
        </p:txBody>
      </p:sp>
      <p:sp>
        <p:nvSpPr>
          <p:cNvPr id="595" name="Google Shape;595;p47"/>
          <p:cNvSpPr txBox="1">
            <a:spLocks noGrp="1"/>
          </p:cNvSpPr>
          <p:nvPr>
            <p:ph type="subTitle" idx="8"/>
          </p:nvPr>
        </p:nvSpPr>
        <p:spPr>
          <a:xfrm>
            <a:off x="3512102" y="4098754"/>
            <a:ext cx="21198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composed of hydrogen and helium</a:t>
            </a:r>
            <a:endParaRPr/>
          </a:p>
        </p:txBody>
      </p:sp>
      <p:cxnSp>
        <p:nvCxnSpPr>
          <p:cNvPr id="596" name="Google Shape;596;p47"/>
          <p:cNvCxnSpPr/>
          <p:nvPr/>
        </p:nvCxnSpPr>
        <p:spPr>
          <a:xfrm>
            <a:off x="2387675" y="1123950"/>
            <a:ext cx="4368600" cy="0"/>
          </a:xfrm>
          <a:prstGeom prst="straightConnector1">
            <a:avLst/>
          </a:prstGeom>
          <a:noFill/>
          <a:ln w="9525" cap="flat" cmpd="sng">
            <a:solidFill>
              <a:schemeClr val="dk1"/>
            </a:solidFill>
            <a:prstDash val="solid"/>
            <a:round/>
            <a:headEnd type="none" w="med" len="med"/>
            <a:tailEnd type="none" w="med" len="med"/>
          </a:ln>
        </p:spPr>
      </p:cxnSp>
      <p:sp>
        <p:nvSpPr>
          <p:cNvPr id="597" name="Google Shape;597;p47"/>
          <p:cNvSpPr txBox="1"/>
          <p:nvPr/>
        </p:nvSpPr>
        <p:spPr>
          <a:xfrm>
            <a:off x="1553800" y="1454561"/>
            <a:ext cx="6423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rgbClr val="FFFFFF"/>
                </a:solidFill>
                <a:latin typeface="M PLUS 1p"/>
                <a:ea typeface="M PLUS 1p"/>
                <a:cs typeface="M PLUS 1p"/>
                <a:sym typeface="M PLUS 1p"/>
              </a:rPr>
              <a:t>01</a:t>
            </a:r>
            <a:endParaRPr sz="2400" b="1">
              <a:solidFill>
                <a:srgbClr val="FFFFFF"/>
              </a:solidFill>
              <a:latin typeface="M PLUS 1p"/>
              <a:ea typeface="M PLUS 1p"/>
              <a:cs typeface="M PLUS 1p"/>
              <a:sym typeface="M PLUS 1p"/>
            </a:endParaRPr>
          </a:p>
        </p:txBody>
      </p:sp>
      <p:sp>
        <p:nvSpPr>
          <p:cNvPr id="598" name="Google Shape;598;p47"/>
          <p:cNvSpPr txBox="1"/>
          <p:nvPr/>
        </p:nvSpPr>
        <p:spPr>
          <a:xfrm>
            <a:off x="4250851" y="1454561"/>
            <a:ext cx="6423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rgbClr val="FFFFFF"/>
                </a:solidFill>
                <a:latin typeface="M PLUS 1p"/>
                <a:ea typeface="M PLUS 1p"/>
                <a:cs typeface="M PLUS 1p"/>
                <a:sym typeface="M PLUS 1p"/>
              </a:rPr>
              <a:t>02</a:t>
            </a:r>
            <a:endParaRPr sz="2400" b="1">
              <a:solidFill>
                <a:srgbClr val="FFFFFF"/>
              </a:solidFill>
              <a:latin typeface="M PLUS 1p"/>
              <a:ea typeface="M PLUS 1p"/>
              <a:cs typeface="M PLUS 1p"/>
              <a:sym typeface="M PLUS 1p"/>
            </a:endParaRPr>
          </a:p>
        </p:txBody>
      </p:sp>
      <p:sp>
        <p:nvSpPr>
          <p:cNvPr id="599" name="Google Shape;599;p47"/>
          <p:cNvSpPr txBox="1"/>
          <p:nvPr/>
        </p:nvSpPr>
        <p:spPr>
          <a:xfrm>
            <a:off x="6947901" y="1454561"/>
            <a:ext cx="6423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rgbClr val="FFFFFF"/>
                </a:solidFill>
                <a:latin typeface="M PLUS 1p"/>
                <a:ea typeface="M PLUS 1p"/>
                <a:cs typeface="M PLUS 1p"/>
                <a:sym typeface="M PLUS 1p"/>
              </a:rPr>
              <a:t>03</a:t>
            </a:r>
            <a:endParaRPr sz="2400" b="1">
              <a:solidFill>
                <a:srgbClr val="FFFFFF"/>
              </a:solidFill>
              <a:latin typeface="M PLUS 1p"/>
              <a:ea typeface="M PLUS 1p"/>
              <a:cs typeface="M PLUS 1p"/>
              <a:sym typeface="M PLUS 1p"/>
            </a:endParaRPr>
          </a:p>
        </p:txBody>
      </p:sp>
      <p:sp>
        <p:nvSpPr>
          <p:cNvPr id="600" name="Google Shape;600;p47"/>
          <p:cNvSpPr txBox="1"/>
          <p:nvPr/>
        </p:nvSpPr>
        <p:spPr>
          <a:xfrm>
            <a:off x="1553800" y="3166798"/>
            <a:ext cx="6423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rgbClr val="FFFFFF"/>
                </a:solidFill>
                <a:latin typeface="M PLUS 1p"/>
                <a:ea typeface="M PLUS 1p"/>
                <a:cs typeface="M PLUS 1p"/>
                <a:sym typeface="M PLUS 1p"/>
              </a:rPr>
              <a:t>04</a:t>
            </a:r>
            <a:endParaRPr sz="2400" b="1">
              <a:solidFill>
                <a:srgbClr val="FFFFFF"/>
              </a:solidFill>
              <a:latin typeface="M PLUS 1p"/>
              <a:ea typeface="M PLUS 1p"/>
              <a:cs typeface="M PLUS 1p"/>
              <a:sym typeface="M PLUS 1p"/>
            </a:endParaRPr>
          </a:p>
        </p:txBody>
      </p:sp>
      <p:sp>
        <p:nvSpPr>
          <p:cNvPr id="601" name="Google Shape;601;p47"/>
          <p:cNvSpPr txBox="1"/>
          <p:nvPr/>
        </p:nvSpPr>
        <p:spPr>
          <a:xfrm>
            <a:off x="4250851" y="3166798"/>
            <a:ext cx="6423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rgbClr val="FFFFFF"/>
                </a:solidFill>
                <a:latin typeface="M PLUS 1p"/>
                <a:ea typeface="M PLUS 1p"/>
                <a:cs typeface="M PLUS 1p"/>
                <a:sym typeface="M PLUS 1p"/>
              </a:rPr>
              <a:t>05</a:t>
            </a:r>
            <a:endParaRPr sz="2400" b="1">
              <a:solidFill>
                <a:srgbClr val="FFFFFF"/>
              </a:solidFill>
              <a:latin typeface="M PLUS 1p"/>
              <a:ea typeface="M PLUS 1p"/>
              <a:cs typeface="M PLUS 1p"/>
              <a:sym typeface="M PLUS 1p"/>
            </a:endParaRPr>
          </a:p>
        </p:txBody>
      </p:sp>
      <p:sp>
        <p:nvSpPr>
          <p:cNvPr id="602" name="Google Shape;602;p47"/>
          <p:cNvSpPr txBox="1"/>
          <p:nvPr/>
        </p:nvSpPr>
        <p:spPr>
          <a:xfrm>
            <a:off x="6947901" y="3166798"/>
            <a:ext cx="6423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rgbClr val="FFFFFF"/>
                </a:solidFill>
                <a:latin typeface="M PLUS 1p"/>
                <a:ea typeface="M PLUS 1p"/>
                <a:cs typeface="M PLUS 1p"/>
                <a:sym typeface="M PLUS 1p"/>
              </a:rPr>
              <a:t>06</a:t>
            </a:r>
            <a:endParaRPr sz="2400" b="1">
              <a:solidFill>
                <a:srgbClr val="FFFFFF"/>
              </a:solidFill>
              <a:latin typeface="M PLUS 1p"/>
              <a:ea typeface="M PLUS 1p"/>
              <a:cs typeface="M PLUS 1p"/>
              <a:sym typeface="M PLUS 1p"/>
            </a:endParaRPr>
          </a:p>
        </p:txBody>
      </p:sp>
      <p:grpSp>
        <p:nvGrpSpPr>
          <p:cNvPr id="603" name="Google Shape;603;p47"/>
          <p:cNvGrpSpPr/>
          <p:nvPr/>
        </p:nvGrpSpPr>
        <p:grpSpPr>
          <a:xfrm>
            <a:off x="159400" y="720900"/>
            <a:ext cx="805800" cy="805800"/>
            <a:chOff x="823900" y="721062"/>
            <a:chExt cx="805800" cy="805800"/>
          </a:xfrm>
        </p:grpSpPr>
        <p:sp>
          <p:nvSpPr>
            <p:cNvPr id="604" name="Google Shape;604;p47"/>
            <p:cNvSpPr/>
            <p:nvPr/>
          </p:nvSpPr>
          <p:spPr>
            <a:xfrm>
              <a:off x="823900" y="721062"/>
              <a:ext cx="805800" cy="805800"/>
            </a:xfrm>
            <a:prstGeom prst="diamond">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47"/>
            <p:cNvSpPr/>
            <p:nvPr/>
          </p:nvSpPr>
          <p:spPr>
            <a:xfrm>
              <a:off x="891734" y="788912"/>
              <a:ext cx="670200" cy="670200"/>
            </a:xfrm>
            <a:prstGeom prst="diamon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 name="Google Shape;606;p47"/>
            <p:cNvGrpSpPr/>
            <p:nvPr/>
          </p:nvGrpSpPr>
          <p:grpSpPr>
            <a:xfrm>
              <a:off x="1089472" y="987439"/>
              <a:ext cx="274669" cy="290718"/>
              <a:chOff x="3278493" y="2036478"/>
              <a:chExt cx="287883" cy="304704"/>
            </a:xfrm>
          </p:grpSpPr>
          <p:sp>
            <p:nvSpPr>
              <p:cNvPr id="607" name="Google Shape;607;p47"/>
              <p:cNvSpPr/>
              <p:nvPr/>
            </p:nvSpPr>
            <p:spPr>
              <a:xfrm>
                <a:off x="3306178" y="2036478"/>
                <a:ext cx="62042" cy="61896"/>
              </a:xfrm>
              <a:custGeom>
                <a:avLst/>
                <a:gdLst/>
                <a:ahLst/>
                <a:cxnLst/>
                <a:rect l="l" t="t" r="r" b="b"/>
                <a:pathLst>
                  <a:path w="2976" h="2969" extrusionOk="0">
                    <a:moveTo>
                      <a:pt x="1488" y="1"/>
                    </a:moveTo>
                    <a:cubicBezTo>
                      <a:pt x="669" y="1"/>
                      <a:pt x="1" y="662"/>
                      <a:pt x="1" y="1481"/>
                    </a:cubicBezTo>
                    <a:cubicBezTo>
                      <a:pt x="1" y="2301"/>
                      <a:pt x="669" y="2969"/>
                      <a:pt x="1488" y="2969"/>
                    </a:cubicBezTo>
                    <a:cubicBezTo>
                      <a:pt x="2308" y="2969"/>
                      <a:pt x="2976" y="2301"/>
                      <a:pt x="2976" y="1481"/>
                    </a:cubicBezTo>
                    <a:cubicBezTo>
                      <a:pt x="2976" y="662"/>
                      <a:pt x="2308" y="1"/>
                      <a:pt x="1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08" name="Google Shape;608;p47"/>
              <p:cNvSpPr/>
              <p:nvPr/>
            </p:nvSpPr>
            <p:spPr>
              <a:xfrm>
                <a:off x="3509431" y="2152218"/>
                <a:ext cx="40277" cy="39172"/>
              </a:xfrm>
              <a:custGeom>
                <a:avLst/>
                <a:gdLst/>
                <a:ahLst/>
                <a:cxnLst/>
                <a:rect l="l" t="t" r="r" b="b"/>
                <a:pathLst>
                  <a:path w="1932" h="1879" extrusionOk="0">
                    <a:moveTo>
                      <a:pt x="956" y="1"/>
                    </a:moveTo>
                    <a:cubicBezTo>
                      <a:pt x="736" y="1"/>
                      <a:pt x="520" y="79"/>
                      <a:pt x="351" y="219"/>
                    </a:cubicBezTo>
                    <a:cubicBezTo>
                      <a:pt x="153" y="385"/>
                      <a:pt x="34" y="629"/>
                      <a:pt x="21" y="887"/>
                    </a:cubicBezTo>
                    <a:cubicBezTo>
                      <a:pt x="1" y="1145"/>
                      <a:pt x="100" y="1396"/>
                      <a:pt x="272" y="1588"/>
                    </a:cubicBezTo>
                    <a:cubicBezTo>
                      <a:pt x="450" y="1773"/>
                      <a:pt x="702" y="1879"/>
                      <a:pt x="959" y="1879"/>
                    </a:cubicBezTo>
                    <a:cubicBezTo>
                      <a:pt x="1409" y="1879"/>
                      <a:pt x="1805" y="1548"/>
                      <a:pt x="1885" y="1105"/>
                    </a:cubicBezTo>
                    <a:cubicBezTo>
                      <a:pt x="1931" y="847"/>
                      <a:pt x="1865" y="583"/>
                      <a:pt x="1713" y="371"/>
                    </a:cubicBezTo>
                    <a:cubicBezTo>
                      <a:pt x="1554" y="173"/>
                      <a:pt x="1323" y="34"/>
                      <a:pt x="1072" y="8"/>
                    </a:cubicBezTo>
                    <a:cubicBezTo>
                      <a:pt x="1033" y="3"/>
                      <a:pt x="994" y="1"/>
                      <a:pt x="9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09" name="Google Shape;609;p47"/>
              <p:cNvSpPr/>
              <p:nvPr/>
            </p:nvSpPr>
            <p:spPr>
              <a:xfrm>
                <a:off x="3278493" y="2100081"/>
                <a:ext cx="287883" cy="241101"/>
              </a:xfrm>
              <a:custGeom>
                <a:avLst/>
                <a:gdLst/>
                <a:ahLst/>
                <a:cxnLst/>
                <a:rect l="l" t="t" r="r" b="b"/>
                <a:pathLst>
                  <a:path w="13809" h="11565" extrusionOk="0">
                    <a:moveTo>
                      <a:pt x="6164" y="2116"/>
                    </a:moveTo>
                    <a:cubicBezTo>
                      <a:pt x="6185" y="2116"/>
                      <a:pt x="6206" y="2117"/>
                      <a:pt x="6227" y="2119"/>
                    </a:cubicBezTo>
                    <a:cubicBezTo>
                      <a:pt x="6505" y="2145"/>
                      <a:pt x="6743" y="2363"/>
                      <a:pt x="6789" y="2641"/>
                    </a:cubicBezTo>
                    <a:cubicBezTo>
                      <a:pt x="6796" y="2694"/>
                      <a:pt x="6796" y="2753"/>
                      <a:pt x="6789" y="2806"/>
                    </a:cubicBezTo>
                    <a:cubicBezTo>
                      <a:pt x="6880" y="2764"/>
                      <a:pt x="6978" y="2741"/>
                      <a:pt x="7078" y="2741"/>
                    </a:cubicBezTo>
                    <a:cubicBezTo>
                      <a:pt x="7167" y="2741"/>
                      <a:pt x="7257" y="2759"/>
                      <a:pt x="7344" y="2800"/>
                    </a:cubicBezTo>
                    <a:lnTo>
                      <a:pt x="8488" y="3315"/>
                    </a:lnTo>
                    <a:cubicBezTo>
                      <a:pt x="8812" y="3467"/>
                      <a:pt x="8950" y="3844"/>
                      <a:pt x="8805" y="4168"/>
                    </a:cubicBezTo>
                    <a:cubicBezTo>
                      <a:pt x="8824" y="4129"/>
                      <a:pt x="8842" y="4091"/>
                      <a:pt x="8847" y="4080"/>
                    </a:cubicBezTo>
                    <a:lnTo>
                      <a:pt x="8847" y="4080"/>
                    </a:lnTo>
                    <a:cubicBezTo>
                      <a:pt x="8843" y="4089"/>
                      <a:pt x="8831" y="4117"/>
                      <a:pt x="8805" y="4175"/>
                    </a:cubicBezTo>
                    <a:cubicBezTo>
                      <a:pt x="8805" y="4175"/>
                      <a:pt x="8805" y="4175"/>
                      <a:pt x="8805" y="4175"/>
                    </a:cubicBezTo>
                    <a:lnTo>
                      <a:pt x="8805" y="4175"/>
                    </a:lnTo>
                    <a:cubicBezTo>
                      <a:pt x="8804" y="4178"/>
                      <a:pt x="8802" y="4181"/>
                      <a:pt x="8801" y="4183"/>
                    </a:cubicBezTo>
                    <a:lnTo>
                      <a:pt x="8801" y="4183"/>
                    </a:lnTo>
                    <a:cubicBezTo>
                      <a:pt x="8693" y="4415"/>
                      <a:pt x="8462" y="4550"/>
                      <a:pt x="8220" y="4550"/>
                    </a:cubicBezTo>
                    <a:cubicBezTo>
                      <a:pt x="8130" y="4550"/>
                      <a:pt x="8039" y="4531"/>
                      <a:pt x="7952" y="4492"/>
                    </a:cubicBezTo>
                    <a:lnTo>
                      <a:pt x="7000" y="4056"/>
                    </a:lnTo>
                    <a:cubicBezTo>
                      <a:pt x="7139" y="3923"/>
                      <a:pt x="7139" y="3685"/>
                      <a:pt x="7000" y="3547"/>
                    </a:cubicBezTo>
                    <a:cubicBezTo>
                      <a:pt x="6941" y="3487"/>
                      <a:pt x="6862" y="3448"/>
                      <a:pt x="6776" y="3441"/>
                    </a:cubicBezTo>
                    <a:cubicBezTo>
                      <a:pt x="6723" y="3441"/>
                      <a:pt x="6670" y="3448"/>
                      <a:pt x="6624" y="3454"/>
                    </a:cubicBezTo>
                    <a:cubicBezTo>
                      <a:pt x="6558" y="3461"/>
                      <a:pt x="6498" y="3461"/>
                      <a:pt x="6439" y="3461"/>
                    </a:cubicBezTo>
                    <a:cubicBezTo>
                      <a:pt x="6432" y="3421"/>
                      <a:pt x="6432" y="3381"/>
                      <a:pt x="6432" y="3342"/>
                    </a:cubicBezTo>
                    <a:cubicBezTo>
                      <a:pt x="6342" y="3388"/>
                      <a:pt x="6245" y="3410"/>
                      <a:pt x="6148" y="3410"/>
                    </a:cubicBezTo>
                    <a:cubicBezTo>
                      <a:pt x="5966" y="3410"/>
                      <a:pt x="5786" y="3332"/>
                      <a:pt x="5665" y="3190"/>
                    </a:cubicBezTo>
                    <a:cubicBezTo>
                      <a:pt x="5507" y="3005"/>
                      <a:pt x="5473" y="2740"/>
                      <a:pt x="5573" y="2522"/>
                    </a:cubicBezTo>
                    <a:lnTo>
                      <a:pt x="5592" y="2482"/>
                    </a:lnTo>
                    <a:cubicBezTo>
                      <a:pt x="5690" y="2257"/>
                      <a:pt x="5917" y="2116"/>
                      <a:pt x="6164" y="2116"/>
                    </a:cubicBezTo>
                    <a:close/>
                    <a:moveTo>
                      <a:pt x="2845" y="0"/>
                    </a:moveTo>
                    <a:cubicBezTo>
                      <a:pt x="2653" y="0"/>
                      <a:pt x="2463" y="20"/>
                      <a:pt x="2287" y="50"/>
                    </a:cubicBezTo>
                    <a:cubicBezTo>
                      <a:pt x="2261" y="57"/>
                      <a:pt x="2235" y="63"/>
                      <a:pt x="2201" y="70"/>
                    </a:cubicBezTo>
                    <a:cubicBezTo>
                      <a:pt x="2142" y="90"/>
                      <a:pt x="2063" y="116"/>
                      <a:pt x="1977" y="156"/>
                    </a:cubicBezTo>
                    <a:cubicBezTo>
                      <a:pt x="1792" y="228"/>
                      <a:pt x="1560" y="354"/>
                      <a:pt x="1316" y="552"/>
                    </a:cubicBezTo>
                    <a:cubicBezTo>
                      <a:pt x="1197" y="651"/>
                      <a:pt x="1078" y="764"/>
                      <a:pt x="965" y="896"/>
                    </a:cubicBezTo>
                    <a:cubicBezTo>
                      <a:pt x="846" y="1022"/>
                      <a:pt x="741" y="1167"/>
                      <a:pt x="648" y="1326"/>
                    </a:cubicBezTo>
                    <a:cubicBezTo>
                      <a:pt x="450" y="1636"/>
                      <a:pt x="304" y="1987"/>
                      <a:pt x="205" y="2344"/>
                    </a:cubicBezTo>
                    <a:cubicBezTo>
                      <a:pt x="106" y="2694"/>
                      <a:pt x="53" y="3051"/>
                      <a:pt x="27" y="3375"/>
                    </a:cubicBezTo>
                    <a:cubicBezTo>
                      <a:pt x="0" y="3705"/>
                      <a:pt x="0" y="4009"/>
                      <a:pt x="7" y="4261"/>
                    </a:cubicBezTo>
                    <a:cubicBezTo>
                      <a:pt x="20" y="4518"/>
                      <a:pt x="33" y="4730"/>
                      <a:pt x="53" y="4882"/>
                    </a:cubicBezTo>
                    <a:cubicBezTo>
                      <a:pt x="66" y="5027"/>
                      <a:pt x="80" y="5107"/>
                      <a:pt x="80" y="5107"/>
                    </a:cubicBezTo>
                    <a:lnTo>
                      <a:pt x="80" y="5113"/>
                    </a:lnTo>
                    <a:cubicBezTo>
                      <a:pt x="105" y="5330"/>
                      <a:pt x="290" y="5497"/>
                      <a:pt x="511" y="5497"/>
                    </a:cubicBezTo>
                    <a:cubicBezTo>
                      <a:pt x="519" y="5497"/>
                      <a:pt x="527" y="5497"/>
                      <a:pt x="536" y="5497"/>
                    </a:cubicBezTo>
                    <a:cubicBezTo>
                      <a:pt x="780" y="5483"/>
                      <a:pt x="965" y="5279"/>
                      <a:pt x="959" y="5034"/>
                    </a:cubicBezTo>
                    <a:cubicBezTo>
                      <a:pt x="959" y="5034"/>
                      <a:pt x="952" y="4961"/>
                      <a:pt x="952" y="4822"/>
                    </a:cubicBezTo>
                    <a:cubicBezTo>
                      <a:pt x="946" y="4690"/>
                      <a:pt x="946" y="4499"/>
                      <a:pt x="959" y="4267"/>
                    </a:cubicBezTo>
                    <a:cubicBezTo>
                      <a:pt x="965" y="4036"/>
                      <a:pt x="992" y="3771"/>
                      <a:pt x="1038" y="3500"/>
                    </a:cubicBezTo>
                    <a:cubicBezTo>
                      <a:pt x="1084" y="3223"/>
                      <a:pt x="1150" y="2939"/>
                      <a:pt x="1250" y="2674"/>
                    </a:cubicBezTo>
                    <a:cubicBezTo>
                      <a:pt x="1309" y="2529"/>
                      <a:pt x="1375" y="2383"/>
                      <a:pt x="1448" y="2258"/>
                    </a:cubicBezTo>
                    <a:lnTo>
                      <a:pt x="1448" y="2258"/>
                    </a:lnTo>
                    <a:lnTo>
                      <a:pt x="1124" y="4941"/>
                    </a:lnTo>
                    <a:cubicBezTo>
                      <a:pt x="1104" y="5067"/>
                      <a:pt x="1104" y="5212"/>
                      <a:pt x="1124" y="5351"/>
                    </a:cubicBezTo>
                    <a:cubicBezTo>
                      <a:pt x="1157" y="5629"/>
                      <a:pt x="1256" y="5887"/>
                      <a:pt x="1402" y="6105"/>
                    </a:cubicBezTo>
                    <a:lnTo>
                      <a:pt x="1633" y="10924"/>
                    </a:lnTo>
                    <a:cubicBezTo>
                      <a:pt x="1646" y="11188"/>
                      <a:pt x="1858" y="11399"/>
                      <a:pt x="2122" y="11413"/>
                    </a:cubicBezTo>
                    <a:cubicBezTo>
                      <a:pt x="2130" y="11413"/>
                      <a:pt x="2139" y="11413"/>
                      <a:pt x="2147" y="11413"/>
                    </a:cubicBezTo>
                    <a:cubicBezTo>
                      <a:pt x="2420" y="11413"/>
                      <a:pt x="2645" y="11200"/>
                      <a:pt x="2658" y="10924"/>
                    </a:cubicBezTo>
                    <a:lnTo>
                      <a:pt x="2823" y="7281"/>
                    </a:lnTo>
                    <a:lnTo>
                      <a:pt x="2995" y="10924"/>
                    </a:lnTo>
                    <a:cubicBezTo>
                      <a:pt x="3008" y="11188"/>
                      <a:pt x="3213" y="11399"/>
                      <a:pt x="3484" y="11413"/>
                    </a:cubicBezTo>
                    <a:cubicBezTo>
                      <a:pt x="3492" y="11413"/>
                      <a:pt x="3500" y="11413"/>
                      <a:pt x="3508" y="11413"/>
                    </a:cubicBezTo>
                    <a:cubicBezTo>
                      <a:pt x="3782" y="11413"/>
                      <a:pt x="4006" y="11200"/>
                      <a:pt x="4019" y="10924"/>
                    </a:cubicBezTo>
                    <a:lnTo>
                      <a:pt x="4244" y="6085"/>
                    </a:lnTo>
                    <a:cubicBezTo>
                      <a:pt x="4456" y="5761"/>
                      <a:pt x="4561" y="5358"/>
                      <a:pt x="4515" y="4941"/>
                    </a:cubicBezTo>
                    <a:lnTo>
                      <a:pt x="4191" y="2291"/>
                    </a:lnTo>
                    <a:lnTo>
                      <a:pt x="4191" y="2291"/>
                    </a:lnTo>
                    <a:cubicBezTo>
                      <a:pt x="4257" y="2410"/>
                      <a:pt x="4317" y="2542"/>
                      <a:pt x="4370" y="2674"/>
                    </a:cubicBezTo>
                    <a:cubicBezTo>
                      <a:pt x="4469" y="2939"/>
                      <a:pt x="4535" y="3223"/>
                      <a:pt x="4581" y="3500"/>
                    </a:cubicBezTo>
                    <a:cubicBezTo>
                      <a:pt x="4627" y="3771"/>
                      <a:pt x="4654" y="4036"/>
                      <a:pt x="4660" y="4267"/>
                    </a:cubicBezTo>
                    <a:cubicBezTo>
                      <a:pt x="4674" y="4499"/>
                      <a:pt x="4674" y="4690"/>
                      <a:pt x="4667" y="4822"/>
                    </a:cubicBezTo>
                    <a:cubicBezTo>
                      <a:pt x="4667" y="4961"/>
                      <a:pt x="4660" y="5034"/>
                      <a:pt x="4660" y="5034"/>
                    </a:cubicBezTo>
                    <a:cubicBezTo>
                      <a:pt x="4654" y="5265"/>
                      <a:pt x="4819" y="5464"/>
                      <a:pt x="5050" y="5497"/>
                    </a:cubicBezTo>
                    <a:cubicBezTo>
                      <a:pt x="5067" y="5499"/>
                      <a:pt x="5084" y="5499"/>
                      <a:pt x="5100" y="5499"/>
                    </a:cubicBezTo>
                    <a:cubicBezTo>
                      <a:pt x="5319" y="5499"/>
                      <a:pt x="5515" y="5341"/>
                      <a:pt x="5540" y="5113"/>
                    </a:cubicBezTo>
                    <a:lnTo>
                      <a:pt x="5540" y="5107"/>
                    </a:lnTo>
                    <a:cubicBezTo>
                      <a:pt x="5540" y="5107"/>
                      <a:pt x="5553" y="5027"/>
                      <a:pt x="5566" y="4882"/>
                    </a:cubicBezTo>
                    <a:cubicBezTo>
                      <a:pt x="5586" y="4730"/>
                      <a:pt x="5599" y="4518"/>
                      <a:pt x="5612" y="4261"/>
                    </a:cubicBezTo>
                    <a:cubicBezTo>
                      <a:pt x="5612" y="4234"/>
                      <a:pt x="5612" y="4201"/>
                      <a:pt x="5612" y="4175"/>
                    </a:cubicBezTo>
                    <a:cubicBezTo>
                      <a:pt x="5612" y="4148"/>
                      <a:pt x="5612" y="4115"/>
                      <a:pt x="5612" y="4089"/>
                    </a:cubicBezTo>
                    <a:cubicBezTo>
                      <a:pt x="5659" y="4115"/>
                      <a:pt x="5711" y="4148"/>
                      <a:pt x="5764" y="4175"/>
                    </a:cubicBezTo>
                    <a:lnTo>
                      <a:pt x="4991" y="7711"/>
                    </a:lnTo>
                    <a:cubicBezTo>
                      <a:pt x="4978" y="7784"/>
                      <a:pt x="4991" y="7856"/>
                      <a:pt x="5037" y="7916"/>
                    </a:cubicBezTo>
                    <a:cubicBezTo>
                      <a:pt x="5084" y="7975"/>
                      <a:pt x="5156" y="8009"/>
                      <a:pt x="5229" y="8009"/>
                    </a:cubicBezTo>
                    <a:lnTo>
                      <a:pt x="6022" y="8009"/>
                    </a:lnTo>
                    <a:lnTo>
                      <a:pt x="6174" y="11062"/>
                    </a:lnTo>
                    <a:cubicBezTo>
                      <a:pt x="6187" y="11333"/>
                      <a:pt x="6419" y="11558"/>
                      <a:pt x="6690" y="11565"/>
                    </a:cubicBezTo>
                    <a:cubicBezTo>
                      <a:pt x="6694" y="11565"/>
                      <a:pt x="6698" y="11565"/>
                      <a:pt x="6703" y="11565"/>
                    </a:cubicBezTo>
                    <a:cubicBezTo>
                      <a:pt x="6968" y="11565"/>
                      <a:pt x="7199" y="11362"/>
                      <a:pt x="7225" y="11095"/>
                    </a:cubicBezTo>
                    <a:cubicBezTo>
                      <a:pt x="7232" y="11089"/>
                      <a:pt x="7232" y="11076"/>
                      <a:pt x="7232" y="11062"/>
                    </a:cubicBezTo>
                    <a:lnTo>
                      <a:pt x="7390" y="8009"/>
                    </a:lnTo>
                    <a:lnTo>
                      <a:pt x="7476" y="8009"/>
                    </a:lnTo>
                    <a:lnTo>
                      <a:pt x="7628" y="11062"/>
                    </a:lnTo>
                    <a:cubicBezTo>
                      <a:pt x="7642" y="11333"/>
                      <a:pt x="7873" y="11558"/>
                      <a:pt x="8151" y="11565"/>
                    </a:cubicBezTo>
                    <a:cubicBezTo>
                      <a:pt x="8155" y="11565"/>
                      <a:pt x="8159" y="11565"/>
                      <a:pt x="8163" y="11565"/>
                    </a:cubicBezTo>
                    <a:cubicBezTo>
                      <a:pt x="8422" y="11565"/>
                      <a:pt x="8653" y="11362"/>
                      <a:pt x="8686" y="11095"/>
                    </a:cubicBezTo>
                    <a:cubicBezTo>
                      <a:pt x="8686" y="11089"/>
                      <a:pt x="8686" y="11076"/>
                      <a:pt x="8686" y="11062"/>
                    </a:cubicBezTo>
                    <a:lnTo>
                      <a:pt x="8851" y="8009"/>
                    </a:lnTo>
                    <a:lnTo>
                      <a:pt x="9618" y="8009"/>
                    </a:lnTo>
                    <a:cubicBezTo>
                      <a:pt x="9691" y="8009"/>
                      <a:pt x="9757" y="7975"/>
                      <a:pt x="9803" y="7916"/>
                    </a:cubicBezTo>
                    <a:cubicBezTo>
                      <a:pt x="9856" y="7863"/>
                      <a:pt x="9869" y="7784"/>
                      <a:pt x="9856" y="7711"/>
                    </a:cubicBezTo>
                    <a:lnTo>
                      <a:pt x="8957" y="3454"/>
                    </a:lnTo>
                    <a:lnTo>
                      <a:pt x="8957" y="3110"/>
                    </a:lnTo>
                    <a:cubicBezTo>
                      <a:pt x="9228" y="3758"/>
                      <a:pt x="9334" y="4459"/>
                      <a:pt x="9393" y="5153"/>
                    </a:cubicBezTo>
                    <a:cubicBezTo>
                      <a:pt x="9393" y="5173"/>
                      <a:pt x="9393" y="5186"/>
                      <a:pt x="9393" y="5199"/>
                    </a:cubicBezTo>
                    <a:cubicBezTo>
                      <a:pt x="9413" y="5384"/>
                      <a:pt x="9539" y="5536"/>
                      <a:pt x="9704" y="5589"/>
                    </a:cubicBezTo>
                    <a:lnTo>
                      <a:pt x="9704" y="5596"/>
                    </a:lnTo>
                    <a:cubicBezTo>
                      <a:pt x="9757" y="5682"/>
                      <a:pt x="9823" y="5761"/>
                      <a:pt x="9909" y="5821"/>
                    </a:cubicBezTo>
                    <a:cubicBezTo>
                      <a:pt x="10021" y="5893"/>
                      <a:pt x="10153" y="5933"/>
                      <a:pt x="10286" y="5933"/>
                    </a:cubicBezTo>
                    <a:cubicBezTo>
                      <a:pt x="10306" y="5934"/>
                      <a:pt x="10326" y="5934"/>
                      <a:pt x="10345" y="5934"/>
                    </a:cubicBezTo>
                    <a:cubicBezTo>
                      <a:pt x="10596" y="5934"/>
                      <a:pt x="10846" y="5860"/>
                      <a:pt x="11072" y="5768"/>
                    </a:cubicBezTo>
                    <a:lnTo>
                      <a:pt x="11092" y="6627"/>
                    </a:lnTo>
                    <a:lnTo>
                      <a:pt x="10616" y="8788"/>
                    </a:lnTo>
                    <a:cubicBezTo>
                      <a:pt x="10603" y="8835"/>
                      <a:pt x="10616" y="8888"/>
                      <a:pt x="10649" y="8927"/>
                    </a:cubicBezTo>
                    <a:cubicBezTo>
                      <a:pt x="10682" y="8967"/>
                      <a:pt x="10729" y="8987"/>
                      <a:pt x="10781" y="8987"/>
                    </a:cubicBezTo>
                    <a:lnTo>
                      <a:pt x="11165" y="8987"/>
                    </a:lnTo>
                    <a:lnTo>
                      <a:pt x="11264" y="11109"/>
                    </a:lnTo>
                    <a:cubicBezTo>
                      <a:pt x="11271" y="11281"/>
                      <a:pt x="11416" y="11419"/>
                      <a:pt x="11588" y="11419"/>
                    </a:cubicBezTo>
                    <a:cubicBezTo>
                      <a:pt x="11760" y="11419"/>
                      <a:pt x="11905" y="11281"/>
                      <a:pt x="11918" y="11109"/>
                    </a:cubicBezTo>
                    <a:lnTo>
                      <a:pt x="12024" y="8987"/>
                    </a:lnTo>
                    <a:lnTo>
                      <a:pt x="12057" y="8987"/>
                    </a:lnTo>
                    <a:lnTo>
                      <a:pt x="12163" y="11109"/>
                    </a:lnTo>
                    <a:cubicBezTo>
                      <a:pt x="12170" y="11281"/>
                      <a:pt x="12315" y="11419"/>
                      <a:pt x="12487" y="11419"/>
                    </a:cubicBezTo>
                    <a:cubicBezTo>
                      <a:pt x="12659" y="11419"/>
                      <a:pt x="12804" y="11281"/>
                      <a:pt x="12811" y="11109"/>
                    </a:cubicBezTo>
                    <a:lnTo>
                      <a:pt x="12923" y="8987"/>
                    </a:lnTo>
                    <a:lnTo>
                      <a:pt x="13333" y="8987"/>
                    </a:lnTo>
                    <a:cubicBezTo>
                      <a:pt x="13379" y="8987"/>
                      <a:pt x="13432" y="8967"/>
                      <a:pt x="13459" y="8927"/>
                    </a:cubicBezTo>
                    <a:cubicBezTo>
                      <a:pt x="13492" y="8888"/>
                      <a:pt x="13505" y="8835"/>
                      <a:pt x="13498" y="8788"/>
                    </a:cubicBezTo>
                    <a:lnTo>
                      <a:pt x="13016" y="6627"/>
                    </a:lnTo>
                    <a:lnTo>
                      <a:pt x="13029" y="6303"/>
                    </a:lnTo>
                    <a:cubicBezTo>
                      <a:pt x="13168" y="6667"/>
                      <a:pt x="13214" y="7057"/>
                      <a:pt x="13247" y="7440"/>
                    </a:cubicBezTo>
                    <a:cubicBezTo>
                      <a:pt x="13260" y="7588"/>
                      <a:pt x="13385" y="7698"/>
                      <a:pt x="13526" y="7698"/>
                    </a:cubicBezTo>
                    <a:cubicBezTo>
                      <a:pt x="13530" y="7698"/>
                      <a:pt x="13534" y="7698"/>
                      <a:pt x="13538" y="7698"/>
                    </a:cubicBezTo>
                    <a:cubicBezTo>
                      <a:pt x="13683" y="7691"/>
                      <a:pt x="13802" y="7566"/>
                      <a:pt x="13802" y="7420"/>
                    </a:cubicBezTo>
                    <a:cubicBezTo>
                      <a:pt x="13809" y="7010"/>
                      <a:pt x="13789" y="6607"/>
                      <a:pt x="13697" y="6204"/>
                    </a:cubicBezTo>
                    <a:cubicBezTo>
                      <a:pt x="13538" y="5530"/>
                      <a:pt x="13141" y="4869"/>
                      <a:pt x="12493" y="4558"/>
                    </a:cubicBezTo>
                    <a:cubicBezTo>
                      <a:pt x="12349" y="4487"/>
                      <a:pt x="12198" y="4451"/>
                      <a:pt x="12047" y="4451"/>
                    </a:cubicBezTo>
                    <a:cubicBezTo>
                      <a:pt x="11818" y="4451"/>
                      <a:pt x="11588" y="4535"/>
                      <a:pt x="11376" y="4710"/>
                    </a:cubicBezTo>
                    <a:cubicBezTo>
                      <a:pt x="11204" y="4849"/>
                      <a:pt x="11019" y="4981"/>
                      <a:pt x="10828" y="5093"/>
                    </a:cubicBezTo>
                    <a:cubicBezTo>
                      <a:pt x="10729" y="5153"/>
                      <a:pt x="10623" y="5212"/>
                      <a:pt x="10510" y="5259"/>
                    </a:cubicBezTo>
                    <a:cubicBezTo>
                      <a:pt x="10458" y="5279"/>
                      <a:pt x="10405" y="5298"/>
                      <a:pt x="10352" y="5312"/>
                    </a:cubicBezTo>
                    <a:cubicBezTo>
                      <a:pt x="10325" y="5318"/>
                      <a:pt x="10299" y="5318"/>
                      <a:pt x="10272" y="5318"/>
                    </a:cubicBezTo>
                    <a:cubicBezTo>
                      <a:pt x="10292" y="5272"/>
                      <a:pt x="10299" y="5219"/>
                      <a:pt x="10299" y="5166"/>
                    </a:cubicBezTo>
                    <a:cubicBezTo>
                      <a:pt x="10299" y="4558"/>
                      <a:pt x="10299" y="4492"/>
                      <a:pt x="10292" y="4373"/>
                    </a:cubicBezTo>
                    <a:cubicBezTo>
                      <a:pt x="10246" y="3633"/>
                      <a:pt x="10114" y="2892"/>
                      <a:pt x="9810" y="2205"/>
                    </a:cubicBezTo>
                    <a:cubicBezTo>
                      <a:pt x="9526" y="1550"/>
                      <a:pt x="9063" y="949"/>
                      <a:pt x="8435" y="585"/>
                    </a:cubicBezTo>
                    <a:cubicBezTo>
                      <a:pt x="8157" y="420"/>
                      <a:pt x="7734" y="275"/>
                      <a:pt x="7437" y="275"/>
                    </a:cubicBezTo>
                    <a:cubicBezTo>
                      <a:pt x="7139" y="275"/>
                      <a:pt x="6881" y="341"/>
                      <a:pt x="6597" y="493"/>
                    </a:cubicBezTo>
                    <a:cubicBezTo>
                      <a:pt x="6320" y="638"/>
                      <a:pt x="6042" y="803"/>
                      <a:pt x="5784" y="982"/>
                    </a:cubicBezTo>
                    <a:cubicBezTo>
                      <a:pt x="5546" y="1154"/>
                      <a:pt x="5315" y="1346"/>
                      <a:pt x="5123" y="1564"/>
                    </a:cubicBezTo>
                    <a:lnTo>
                      <a:pt x="5110" y="1564"/>
                    </a:lnTo>
                    <a:cubicBezTo>
                      <a:pt x="5110" y="1564"/>
                      <a:pt x="5024" y="1405"/>
                      <a:pt x="4971" y="1326"/>
                    </a:cubicBezTo>
                    <a:cubicBezTo>
                      <a:pt x="4879" y="1167"/>
                      <a:pt x="4766" y="1022"/>
                      <a:pt x="4654" y="896"/>
                    </a:cubicBezTo>
                    <a:cubicBezTo>
                      <a:pt x="4541" y="764"/>
                      <a:pt x="4422" y="651"/>
                      <a:pt x="4304" y="552"/>
                    </a:cubicBezTo>
                    <a:cubicBezTo>
                      <a:pt x="4059" y="354"/>
                      <a:pt x="3828" y="228"/>
                      <a:pt x="3642" y="156"/>
                    </a:cubicBezTo>
                    <a:cubicBezTo>
                      <a:pt x="3550" y="116"/>
                      <a:pt x="3477" y="90"/>
                      <a:pt x="3418" y="70"/>
                    </a:cubicBezTo>
                    <a:cubicBezTo>
                      <a:pt x="3233" y="20"/>
                      <a:pt x="3038" y="0"/>
                      <a:pt x="2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10" name="Google Shape;610;p47"/>
              <p:cNvSpPr/>
              <p:nvPr/>
            </p:nvSpPr>
            <p:spPr>
              <a:xfrm>
                <a:off x="3399882" y="2040689"/>
                <a:ext cx="66858" cy="63752"/>
              </a:xfrm>
              <a:custGeom>
                <a:avLst/>
                <a:gdLst/>
                <a:ahLst/>
                <a:cxnLst/>
                <a:rect l="l" t="t" r="r" b="b"/>
                <a:pathLst>
                  <a:path w="3207" h="3058" extrusionOk="0">
                    <a:moveTo>
                      <a:pt x="1613" y="1"/>
                    </a:moveTo>
                    <a:cubicBezTo>
                      <a:pt x="1118" y="1"/>
                      <a:pt x="644" y="247"/>
                      <a:pt x="358" y="651"/>
                    </a:cubicBezTo>
                    <a:cubicBezTo>
                      <a:pt x="54" y="1094"/>
                      <a:pt x="1" y="1676"/>
                      <a:pt x="219" y="2159"/>
                    </a:cubicBezTo>
                    <a:cubicBezTo>
                      <a:pt x="437" y="2635"/>
                      <a:pt x="893" y="2978"/>
                      <a:pt x="1415" y="3044"/>
                    </a:cubicBezTo>
                    <a:cubicBezTo>
                      <a:pt x="1482" y="3051"/>
                      <a:pt x="1548" y="3058"/>
                      <a:pt x="1607" y="3058"/>
                    </a:cubicBezTo>
                    <a:cubicBezTo>
                      <a:pt x="2136" y="3058"/>
                      <a:pt x="2638" y="2773"/>
                      <a:pt x="2916" y="2324"/>
                    </a:cubicBezTo>
                    <a:cubicBezTo>
                      <a:pt x="3194" y="1868"/>
                      <a:pt x="3207" y="1286"/>
                      <a:pt x="2962" y="810"/>
                    </a:cubicBezTo>
                    <a:cubicBezTo>
                      <a:pt x="2711" y="347"/>
                      <a:pt x="2235" y="37"/>
                      <a:pt x="1706" y="4"/>
                    </a:cubicBezTo>
                    <a:cubicBezTo>
                      <a:pt x="1675" y="2"/>
                      <a:pt x="1644" y="1"/>
                      <a:pt x="16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611" name="Google Shape;611;p47"/>
          <p:cNvGrpSpPr/>
          <p:nvPr/>
        </p:nvGrpSpPr>
        <p:grpSpPr>
          <a:xfrm>
            <a:off x="7712788" y="108175"/>
            <a:ext cx="777060" cy="642276"/>
            <a:chOff x="-203512" y="802650"/>
            <a:chExt cx="777060" cy="642276"/>
          </a:xfrm>
        </p:grpSpPr>
        <p:sp>
          <p:nvSpPr>
            <p:cNvPr id="612" name="Google Shape;612;p47"/>
            <p:cNvSpPr/>
            <p:nvPr/>
          </p:nvSpPr>
          <p:spPr>
            <a:xfrm>
              <a:off x="-203512" y="802650"/>
              <a:ext cx="777060" cy="642276"/>
            </a:xfrm>
            <a:prstGeom prst="cloud">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47"/>
            <p:cNvSpPr/>
            <p:nvPr/>
          </p:nvSpPr>
          <p:spPr>
            <a:xfrm>
              <a:off x="-154669" y="842988"/>
              <a:ext cx="679428" cy="561600"/>
            </a:xfrm>
            <a:prstGeom prst="clou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4" name="Google Shape;614;p47"/>
            <p:cNvGrpSpPr/>
            <p:nvPr/>
          </p:nvGrpSpPr>
          <p:grpSpPr>
            <a:xfrm>
              <a:off x="91932" y="984224"/>
              <a:ext cx="186214" cy="279116"/>
              <a:chOff x="2582950" y="2526250"/>
              <a:chExt cx="234025" cy="350825"/>
            </a:xfrm>
          </p:grpSpPr>
          <p:sp>
            <p:nvSpPr>
              <p:cNvPr id="615" name="Google Shape;615;p47"/>
              <p:cNvSpPr/>
              <p:nvPr/>
            </p:nvSpPr>
            <p:spPr>
              <a:xfrm>
                <a:off x="2709025" y="2526250"/>
                <a:ext cx="78025" cy="73200"/>
              </a:xfrm>
              <a:custGeom>
                <a:avLst/>
                <a:gdLst/>
                <a:ahLst/>
                <a:cxnLst/>
                <a:rect l="l" t="t" r="r" b="b"/>
                <a:pathLst>
                  <a:path w="3121" h="2928" extrusionOk="0">
                    <a:moveTo>
                      <a:pt x="1559" y="1"/>
                    </a:moveTo>
                    <a:cubicBezTo>
                      <a:pt x="1485" y="1"/>
                      <a:pt x="1410" y="7"/>
                      <a:pt x="1336" y="19"/>
                    </a:cubicBezTo>
                    <a:cubicBezTo>
                      <a:pt x="801" y="105"/>
                      <a:pt x="351" y="488"/>
                      <a:pt x="179" y="997"/>
                    </a:cubicBezTo>
                    <a:cubicBezTo>
                      <a:pt x="1" y="1513"/>
                      <a:pt x="140" y="2108"/>
                      <a:pt x="523" y="2491"/>
                    </a:cubicBezTo>
                    <a:cubicBezTo>
                      <a:pt x="801" y="2769"/>
                      <a:pt x="1177" y="2927"/>
                      <a:pt x="1567" y="2927"/>
                    </a:cubicBezTo>
                    <a:cubicBezTo>
                      <a:pt x="2109" y="2927"/>
                      <a:pt x="2618" y="2616"/>
                      <a:pt x="2863" y="2141"/>
                    </a:cubicBezTo>
                    <a:cubicBezTo>
                      <a:pt x="3121" y="1651"/>
                      <a:pt x="3074" y="1043"/>
                      <a:pt x="2751" y="600"/>
                    </a:cubicBezTo>
                    <a:cubicBezTo>
                      <a:pt x="2472" y="225"/>
                      <a:pt x="2021" y="1"/>
                      <a:pt x="15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16" name="Google Shape;616;p47"/>
              <p:cNvSpPr/>
              <p:nvPr/>
            </p:nvSpPr>
            <p:spPr>
              <a:xfrm>
                <a:off x="2816950" y="2707500"/>
                <a:ext cx="25" cy="850"/>
              </a:xfrm>
              <a:custGeom>
                <a:avLst/>
                <a:gdLst/>
                <a:ahLst/>
                <a:cxnLst/>
                <a:rect l="l" t="t" r="r" b="b"/>
                <a:pathLst>
                  <a:path w="1" h="34" extrusionOk="0">
                    <a:moveTo>
                      <a:pt x="0" y="33"/>
                    </a:moveTo>
                    <a:lnTo>
                      <a:pt x="0" y="33"/>
                    </a:lnTo>
                    <a:cubicBezTo>
                      <a:pt x="0" y="20"/>
                      <a:pt x="0" y="0"/>
                      <a:pt x="0" y="3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17" name="Google Shape;617;p47"/>
              <p:cNvSpPr/>
              <p:nvPr/>
            </p:nvSpPr>
            <p:spPr>
              <a:xfrm>
                <a:off x="2582950" y="2603975"/>
                <a:ext cx="234025" cy="273100"/>
              </a:xfrm>
              <a:custGeom>
                <a:avLst/>
                <a:gdLst/>
                <a:ahLst/>
                <a:cxnLst/>
                <a:rect l="l" t="t" r="r" b="b"/>
                <a:pathLst>
                  <a:path w="9361" h="10924" extrusionOk="0">
                    <a:moveTo>
                      <a:pt x="6575" y="0"/>
                    </a:moveTo>
                    <a:cubicBezTo>
                      <a:pt x="6334" y="0"/>
                      <a:pt x="6080" y="50"/>
                      <a:pt x="5837" y="182"/>
                    </a:cubicBezTo>
                    <a:cubicBezTo>
                      <a:pt x="5559" y="334"/>
                      <a:pt x="5308" y="519"/>
                      <a:pt x="5083" y="737"/>
                    </a:cubicBezTo>
                    <a:cubicBezTo>
                      <a:pt x="5070" y="750"/>
                      <a:pt x="5057" y="763"/>
                      <a:pt x="5044" y="777"/>
                    </a:cubicBezTo>
                    <a:cubicBezTo>
                      <a:pt x="5011" y="803"/>
                      <a:pt x="4984" y="836"/>
                      <a:pt x="4951" y="869"/>
                    </a:cubicBezTo>
                    <a:cubicBezTo>
                      <a:pt x="4925" y="902"/>
                      <a:pt x="4898" y="929"/>
                      <a:pt x="4865" y="962"/>
                    </a:cubicBezTo>
                    <a:cubicBezTo>
                      <a:pt x="4839" y="995"/>
                      <a:pt x="4812" y="1028"/>
                      <a:pt x="4793" y="1054"/>
                    </a:cubicBezTo>
                    <a:cubicBezTo>
                      <a:pt x="4753" y="1101"/>
                      <a:pt x="4720" y="1147"/>
                      <a:pt x="4687" y="1193"/>
                    </a:cubicBezTo>
                    <a:cubicBezTo>
                      <a:pt x="4674" y="1206"/>
                      <a:pt x="4667" y="1220"/>
                      <a:pt x="4654" y="1233"/>
                    </a:cubicBezTo>
                    <a:cubicBezTo>
                      <a:pt x="4561" y="1365"/>
                      <a:pt x="4475" y="1504"/>
                      <a:pt x="4389" y="1649"/>
                    </a:cubicBezTo>
                    <a:cubicBezTo>
                      <a:pt x="4059" y="2244"/>
                      <a:pt x="3841" y="2951"/>
                      <a:pt x="3788" y="3692"/>
                    </a:cubicBezTo>
                    <a:cubicBezTo>
                      <a:pt x="3761" y="4002"/>
                      <a:pt x="3768" y="4326"/>
                      <a:pt x="3808" y="4650"/>
                    </a:cubicBezTo>
                    <a:cubicBezTo>
                      <a:pt x="3775" y="4657"/>
                      <a:pt x="3748" y="4663"/>
                      <a:pt x="3715" y="4677"/>
                    </a:cubicBezTo>
                    <a:cubicBezTo>
                      <a:pt x="3674" y="4692"/>
                      <a:pt x="3621" y="4707"/>
                      <a:pt x="3569" y="4707"/>
                    </a:cubicBezTo>
                    <a:cubicBezTo>
                      <a:pt x="3553" y="4707"/>
                      <a:pt x="3538" y="4706"/>
                      <a:pt x="3523" y="4703"/>
                    </a:cubicBezTo>
                    <a:cubicBezTo>
                      <a:pt x="3464" y="4690"/>
                      <a:pt x="3411" y="4670"/>
                      <a:pt x="3358" y="4644"/>
                    </a:cubicBezTo>
                    <a:cubicBezTo>
                      <a:pt x="3246" y="4597"/>
                      <a:pt x="3133" y="4544"/>
                      <a:pt x="3034" y="4478"/>
                    </a:cubicBezTo>
                    <a:cubicBezTo>
                      <a:pt x="2836" y="4359"/>
                      <a:pt x="2651" y="4234"/>
                      <a:pt x="2472" y="4088"/>
                    </a:cubicBezTo>
                    <a:cubicBezTo>
                      <a:pt x="2256" y="3908"/>
                      <a:pt x="2021" y="3823"/>
                      <a:pt x="1787" y="3823"/>
                    </a:cubicBezTo>
                    <a:cubicBezTo>
                      <a:pt x="1634" y="3823"/>
                      <a:pt x="1482" y="3859"/>
                      <a:pt x="1335" y="3930"/>
                    </a:cubicBezTo>
                    <a:cubicBezTo>
                      <a:pt x="674" y="4247"/>
                      <a:pt x="271" y="4921"/>
                      <a:pt x="113" y="5609"/>
                    </a:cubicBezTo>
                    <a:cubicBezTo>
                      <a:pt x="20" y="6018"/>
                      <a:pt x="0" y="6435"/>
                      <a:pt x="0" y="6851"/>
                    </a:cubicBezTo>
                    <a:cubicBezTo>
                      <a:pt x="0" y="6997"/>
                      <a:pt x="126" y="7122"/>
                      <a:pt x="271" y="7136"/>
                    </a:cubicBezTo>
                    <a:cubicBezTo>
                      <a:pt x="275" y="7136"/>
                      <a:pt x="279" y="7136"/>
                      <a:pt x="283" y="7136"/>
                    </a:cubicBezTo>
                    <a:cubicBezTo>
                      <a:pt x="430" y="7136"/>
                      <a:pt x="556" y="7019"/>
                      <a:pt x="569" y="6871"/>
                    </a:cubicBezTo>
                    <a:cubicBezTo>
                      <a:pt x="602" y="6481"/>
                      <a:pt x="655" y="6085"/>
                      <a:pt x="793" y="5714"/>
                    </a:cubicBezTo>
                    <a:lnTo>
                      <a:pt x="800" y="6045"/>
                    </a:lnTo>
                    <a:lnTo>
                      <a:pt x="317" y="8239"/>
                    </a:lnTo>
                    <a:cubicBezTo>
                      <a:pt x="304" y="8292"/>
                      <a:pt x="317" y="8345"/>
                      <a:pt x="350" y="8385"/>
                    </a:cubicBezTo>
                    <a:cubicBezTo>
                      <a:pt x="384" y="8425"/>
                      <a:pt x="430" y="8444"/>
                      <a:pt x="483" y="8444"/>
                    </a:cubicBezTo>
                    <a:lnTo>
                      <a:pt x="886" y="8444"/>
                    </a:lnTo>
                    <a:lnTo>
                      <a:pt x="992" y="10612"/>
                    </a:lnTo>
                    <a:cubicBezTo>
                      <a:pt x="1005" y="10784"/>
                      <a:pt x="1150" y="10923"/>
                      <a:pt x="1329" y="10923"/>
                    </a:cubicBezTo>
                    <a:cubicBezTo>
                      <a:pt x="1501" y="10923"/>
                      <a:pt x="1653" y="10784"/>
                      <a:pt x="1659" y="10612"/>
                    </a:cubicBezTo>
                    <a:lnTo>
                      <a:pt x="1765" y="8444"/>
                    </a:lnTo>
                    <a:lnTo>
                      <a:pt x="1798" y="8444"/>
                    </a:lnTo>
                    <a:lnTo>
                      <a:pt x="1910" y="10612"/>
                    </a:lnTo>
                    <a:cubicBezTo>
                      <a:pt x="1917" y="10784"/>
                      <a:pt x="2069" y="10923"/>
                      <a:pt x="2241" y="10923"/>
                    </a:cubicBezTo>
                    <a:cubicBezTo>
                      <a:pt x="2419" y="10923"/>
                      <a:pt x="2565" y="10784"/>
                      <a:pt x="2571" y="10612"/>
                    </a:cubicBezTo>
                    <a:lnTo>
                      <a:pt x="2677" y="8444"/>
                    </a:lnTo>
                    <a:lnTo>
                      <a:pt x="3080" y="8444"/>
                    </a:lnTo>
                    <a:cubicBezTo>
                      <a:pt x="3133" y="8444"/>
                      <a:pt x="3180" y="8425"/>
                      <a:pt x="3213" y="8385"/>
                    </a:cubicBezTo>
                    <a:cubicBezTo>
                      <a:pt x="3246" y="8345"/>
                      <a:pt x="3259" y="8292"/>
                      <a:pt x="3252" y="8239"/>
                    </a:cubicBezTo>
                    <a:lnTo>
                      <a:pt x="2770" y="6045"/>
                    </a:lnTo>
                    <a:lnTo>
                      <a:pt x="2783" y="5166"/>
                    </a:lnTo>
                    <a:cubicBezTo>
                      <a:pt x="3017" y="5258"/>
                      <a:pt x="3268" y="5339"/>
                      <a:pt x="3526" y="5339"/>
                    </a:cubicBezTo>
                    <a:cubicBezTo>
                      <a:pt x="3545" y="5339"/>
                      <a:pt x="3564" y="5339"/>
                      <a:pt x="3583" y="5338"/>
                    </a:cubicBezTo>
                    <a:cubicBezTo>
                      <a:pt x="3715" y="5331"/>
                      <a:pt x="3854" y="5298"/>
                      <a:pt x="3966" y="5219"/>
                    </a:cubicBezTo>
                    <a:cubicBezTo>
                      <a:pt x="4013" y="5192"/>
                      <a:pt x="4046" y="5159"/>
                      <a:pt x="4079" y="5126"/>
                    </a:cubicBezTo>
                    <a:cubicBezTo>
                      <a:pt x="4112" y="5139"/>
                      <a:pt x="4151" y="5146"/>
                      <a:pt x="4191" y="5153"/>
                    </a:cubicBezTo>
                    <a:cubicBezTo>
                      <a:pt x="4207" y="5154"/>
                      <a:pt x="4222" y="5155"/>
                      <a:pt x="4238" y="5155"/>
                    </a:cubicBezTo>
                    <a:cubicBezTo>
                      <a:pt x="4463" y="5155"/>
                      <a:pt x="4655" y="4979"/>
                      <a:pt x="4680" y="4756"/>
                    </a:cubicBezTo>
                    <a:lnTo>
                      <a:pt x="4680" y="4736"/>
                    </a:lnTo>
                    <a:cubicBezTo>
                      <a:pt x="4687" y="4644"/>
                      <a:pt x="4693" y="4544"/>
                      <a:pt x="4700" y="4445"/>
                    </a:cubicBezTo>
                    <a:cubicBezTo>
                      <a:pt x="4726" y="4260"/>
                      <a:pt x="4746" y="4075"/>
                      <a:pt x="4779" y="3890"/>
                    </a:cubicBezTo>
                    <a:cubicBezTo>
                      <a:pt x="4852" y="3526"/>
                      <a:pt x="4938" y="3163"/>
                      <a:pt x="5077" y="2819"/>
                    </a:cubicBezTo>
                    <a:cubicBezTo>
                      <a:pt x="5103" y="2760"/>
                      <a:pt x="5123" y="2700"/>
                      <a:pt x="5149" y="2641"/>
                    </a:cubicBezTo>
                    <a:lnTo>
                      <a:pt x="5149" y="3051"/>
                    </a:lnTo>
                    <a:lnTo>
                      <a:pt x="4376" y="6904"/>
                    </a:lnTo>
                    <a:cubicBezTo>
                      <a:pt x="4363" y="6984"/>
                      <a:pt x="4383" y="7063"/>
                      <a:pt x="4436" y="7122"/>
                    </a:cubicBezTo>
                    <a:cubicBezTo>
                      <a:pt x="4482" y="7188"/>
                      <a:pt x="4561" y="7221"/>
                      <a:pt x="4640" y="7221"/>
                    </a:cubicBezTo>
                    <a:lnTo>
                      <a:pt x="5249" y="7221"/>
                    </a:lnTo>
                    <a:lnTo>
                      <a:pt x="5401" y="10414"/>
                    </a:lnTo>
                    <a:cubicBezTo>
                      <a:pt x="5414" y="10679"/>
                      <a:pt x="5639" y="10897"/>
                      <a:pt x="5910" y="10897"/>
                    </a:cubicBezTo>
                    <a:cubicBezTo>
                      <a:pt x="6174" y="10897"/>
                      <a:pt x="6399" y="10679"/>
                      <a:pt x="6412" y="10414"/>
                    </a:cubicBezTo>
                    <a:lnTo>
                      <a:pt x="6577" y="7221"/>
                    </a:lnTo>
                    <a:lnTo>
                      <a:pt x="6643" y="7221"/>
                    </a:lnTo>
                    <a:lnTo>
                      <a:pt x="6795" y="10414"/>
                    </a:lnTo>
                    <a:cubicBezTo>
                      <a:pt x="6815" y="10679"/>
                      <a:pt x="7040" y="10897"/>
                      <a:pt x="7304" y="10897"/>
                    </a:cubicBezTo>
                    <a:cubicBezTo>
                      <a:pt x="7569" y="10897"/>
                      <a:pt x="7800" y="10685"/>
                      <a:pt x="7813" y="10414"/>
                    </a:cubicBezTo>
                    <a:lnTo>
                      <a:pt x="7979" y="7221"/>
                    </a:lnTo>
                    <a:lnTo>
                      <a:pt x="8580" y="7221"/>
                    </a:lnTo>
                    <a:cubicBezTo>
                      <a:pt x="8659" y="7221"/>
                      <a:pt x="8732" y="7188"/>
                      <a:pt x="8785" y="7122"/>
                    </a:cubicBezTo>
                    <a:cubicBezTo>
                      <a:pt x="8831" y="7063"/>
                      <a:pt x="8851" y="6984"/>
                      <a:pt x="8838" y="6904"/>
                    </a:cubicBezTo>
                    <a:lnTo>
                      <a:pt x="8065" y="2991"/>
                    </a:lnTo>
                    <a:lnTo>
                      <a:pt x="8065" y="2661"/>
                    </a:lnTo>
                    <a:cubicBezTo>
                      <a:pt x="8078" y="2687"/>
                      <a:pt x="8091" y="2720"/>
                      <a:pt x="8104" y="2746"/>
                    </a:cubicBezTo>
                    <a:cubicBezTo>
                      <a:pt x="8131" y="2813"/>
                      <a:pt x="8150" y="2872"/>
                      <a:pt x="8170" y="2932"/>
                    </a:cubicBezTo>
                    <a:cubicBezTo>
                      <a:pt x="8236" y="3136"/>
                      <a:pt x="8296" y="3348"/>
                      <a:pt x="8342" y="3559"/>
                    </a:cubicBezTo>
                    <a:cubicBezTo>
                      <a:pt x="8362" y="3645"/>
                      <a:pt x="8375" y="3725"/>
                      <a:pt x="8395" y="3811"/>
                    </a:cubicBezTo>
                    <a:cubicBezTo>
                      <a:pt x="8435" y="4088"/>
                      <a:pt x="8468" y="4366"/>
                      <a:pt x="8488" y="4650"/>
                    </a:cubicBezTo>
                    <a:lnTo>
                      <a:pt x="8494" y="4670"/>
                    </a:lnTo>
                    <a:cubicBezTo>
                      <a:pt x="8514" y="4891"/>
                      <a:pt x="8705" y="5067"/>
                      <a:pt x="8931" y="5067"/>
                    </a:cubicBezTo>
                    <a:cubicBezTo>
                      <a:pt x="8935" y="5067"/>
                      <a:pt x="8940" y="5067"/>
                      <a:pt x="8944" y="5067"/>
                    </a:cubicBezTo>
                    <a:cubicBezTo>
                      <a:pt x="9175" y="5053"/>
                      <a:pt x="9354" y="4862"/>
                      <a:pt x="9360" y="4637"/>
                    </a:cubicBezTo>
                    <a:cubicBezTo>
                      <a:pt x="9360" y="4486"/>
                      <a:pt x="9360" y="4341"/>
                      <a:pt x="9360" y="4197"/>
                    </a:cubicBezTo>
                    <a:cubicBezTo>
                      <a:pt x="9360" y="4197"/>
                      <a:pt x="9360" y="4192"/>
                      <a:pt x="9360" y="4187"/>
                    </a:cubicBezTo>
                    <a:cubicBezTo>
                      <a:pt x="9360" y="4181"/>
                      <a:pt x="9360" y="4181"/>
                      <a:pt x="9360" y="4174"/>
                    </a:cubicBezTo>
                    <a:cubicBezTo>
                      <a:pt x="9354" y="4016"/>
                      <a:pt x="9347" y="3857"/>
                      <a:pt x="9340" y="3698"/>
                    </a:cubicBezTo>
                    <a:cubicBezTo>
                      <a:pt x="9327" y="3599"/>
                      <a:pt x="9320" y="3500"/>
                      <a:pt x="9307" y="3401"/>
                    </a:cubicBezTo>
                    <a:cubicBezTo>
                      <a:pt x="9274" y="3150"/>
                      <a:pt x="9228" y="2892"/>
                      <a:pt x="9175" y="2641"/>
                    </a:cubicBezTo>
                    <a:cubicBezTo>
                      <a:pt x="9155" y="2568"/>
                      <a:pt x="9135" y="2489"/>
                      <a:pt x="9116" y="2409"/>
                    </a:cubicBezTo>
                    <a:cubicBezTo>
                      <a:pt x="9089" y="2337"/>
                      <a:pt x="9069" y="2257"/>
                      <a:pt x="9043" y="2185"/>
                    </a:cubicBezTo>
                    <a:cubicBezTo>
                      <a:pt x="8970" y="1993"/>
                      <a:pt x="8891" y="1847"/>
                      <a:pt x="8805" y="1662"/>
                    </a:cubicBezTo>
                    <a:cubicBezTo>
                      <a:pt x="8752" y="1557"/>
                      <a:pt x="8692" y="1451"/>
                      <a:pt x="8626" y="1345"/>
                    </a:cubicBezTo>
                    <a:cubicBezTo>
                      <a:pt x="8322" y="863"/>
                      <a:pt x="7912" y="446"/>
                      <a:pt x="7390" y="188"/>
                    </a:cubicBezTo>
                    <a:cubicBezTo>
                      <a:pt x="7184" y="87"/>
                      <a:pt x="6892" y="0"/>
                      <a:pt x="65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18" name="Google Shape;618;p47"/>
              <p:cNvSpPr/>
              <p:nvPr/>
            </p:nvSpPr>
            <p:spPr>
              <a:xfrm>
                <a:off x="2603425" y="2650200"/>
                <a:ext cx="49125" cy="48050"/>
              </a:xfrm>
              <a:custGeom>
                <a:avLst/>
                <a:gdLst/>
                <a:ahLst/>
                <a:cxnLst/>
                <a:rect l="l" t="t" r="r" b="b"/>
                <a:pathLst>
                  <a:path w="1965" h="1922" extrusionOk="0">
                    <a:moveTo>
                      <a:pt x="978" y="0"/>
                    </a:moveTo>
                    <a:cubicBezTo>
                      <a:pt x="945" y="0"/>
                      <a:pt x="912" y="2"/>
                      <a:pt x="880" y="5"/>
                    </a:cubicBezTo>
                    <a:cubicBezTo>
                      <a:pt x="622" y="38"/>
                      <a:pt x="384" y="177"/>
                      <a:pt x="226" y="382"/>
                    </a:cubicBezTo>
                    <a:cubicBezTo>
                      <a:pt x="67" y="593"/>
                      <a:pt x="1" y="871"/>
                      <a:pt x="47" y="1129"/>
                    </a:cubicBezTo>
                    <a:cubicBezTo>
                      <a:pt x="126" y="1578"/>
                      <a:pt x="530" y="1922"/>
                      <a:pt x="992" y="1922"/>
                    </a:cubicBezTo>
                    <a:cubicBezTo>
                      <a:pt x="1250" y="1922"/>
                      <a:pt x="1508" y="1810"/>
                      <a:pt x="1686" y="1618"/>
                    </a:cubicBezTo>
                    <a:cubicBezTo>
                      <a:pt x="1871" y="1426"/>
                      <a:pt x="1964" y="1168"/>
                      <a:pt x="1951" y="904"/>
                    </a:cubicBezTo>
                    <a:cubicBezTo>
                      <a:pt x="1931" y="640"/>
                      <a:pt x="1812" y="395"/>
                      <a:pt x="1607" y="230"/>
                    </a:cubicBezTo>
                    <a:cubicBezTo>
                      <a:pt x="1434" y="80"/>
                      <a:pt x="1205" y="0"/>
                      <a:pt x="9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619" name="Google Shape;619;p47"/>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MANY TYPES OF FAMILY</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623"/>
        <p:cNvGrpSpPr/>
        <p:nvPr/>
      </p:nvGrpSpPr>
      <p:grpSpPr>
        <a:xfrm>
          <a:off x="0" y="0"/>
          <a:ext cx="0" cy="0"/>
          <a:chOff x="0" y="0"/>
          <a:chExt cx="0" cy="0"/>
        </a:xfrm>
      </p:grpSpPr>
      <p:sp>
        <p:nvSpPr>
          <p:cNvPr id="624" name="Google Shape;624;p48"/>
          <p:cNvSpPr/>
          <p:nvPr/>
        </p:nvSpPr>
        <p:spPr>
          <a:xfrm>
            <a:off x="1386350" y="-1447275"/>
            <a:ext cx="6371400" cy="4189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48"/>
          <p:cNvSpPr/>
          <p:nvPr/>
        </p:nvSpPr>
        <p:spPr>
          <a:xfrm>
            <a:off x="1496425" y="-1506075"/>
            <a:ext cx="6151200" cy="4143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6" name="Google Shape;626;p48"/>
          <p:cNvCxnSpPr/>
          <p:nvPr/>
        </p:nvCxnSpPr>
        <p:spPr>
          <a:xfrm>
            <a:off x="3140850" y="2445974"/>
            <a:ext cx="2862300" cy="0"/>
          </a:xfrm>
          <a:prstGeom prst="straightConnector1">
            <a:avLst/>
          </a:prstGeom>
          <a:noFill/>
          <a:ln w="9525" cap="flat" cmpd="sng">
            <a:solidFill>
              <a:schemeClr val="dk1"/>
            </a:solidFill>
            <a:prstDash val="solid"/>
            <a:round/>
            <a:headEnd type="none" w="med" len="med"/>
            <a:tailEnd type="none" w="med" len="med"/>
          </a:ln>
        </p:spPr>
      </p:cxnSp>
      <p:grpSp>
        <p:nvGrpSpPr>
          <p:cNvPr id="627" name="Google Shape;627;p48"/>
          <p:cNvGrpSpPr/>
          <p:nvPr/>
        </p:nvGrpSpPr>
        <p:grpSpPr>
          <a:xfrm>
            <a:off x="7452026" y="1789587"/>
            <a:ext cx="754200" cy="717300"/>
            <a:chOff x="94726" y="1789587"/>
            <a:chExt cx="754200" cy="717300"/>
          </a:xfrm>
        </p:grpSpPr>
        <p:sp>
          <p:nvSpPr>
            <p:cNvPr id="628" name="Google Shape;628;p48"/>
            <p:cNvSpPr/>
            <p:nvPr/>
          </p:nvSpPr>
          <p:spPr>
            <a:xfrm>
              <a:off x="94726" y="1789587"/>
              <a:ext cx="754200" cy="717300"/>
            </a:xfrm>
            <a:prstGeom prst="decagon">
              <a:avLst>
                <a:gd name="vf" fmla="val 105146"/>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8"/>
            <p:cNvSpPr/>
            <p:nvPr/>
          </p:nvSpPr>
          <p:spPr>
            <a:xfrm>
              <a:off x="134088" y="1827038"/>
              <a:ext cx="675300" cy="642300"/>
            </a:xfrm>
            <a:prstGeom prst="decagon">
              <a:avLst>
                <a:gd name="vf" fmla="val 105146"/>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0" name="Google Shape;630;p48"/>
            <p:cNvGrpSpPr/>
            <p:nvPr/>
          </p:nvGrpSpPr>
          <p:grpSpPr>
            <a:xfrm>
              <a:off x="375104" y="2004397"/>
              <a:ext cx="193290" cy="287952"/>
              <a:chOff x="4806248" y="2040210"/>
              <a:chExt cx="202589" cy="301805"/>
            </a:xfrm>
          </p:grpSpPr>
          <p:sp>
            <p:nvSpPr>
              <p:cNvPr id="631" name="Google Shape;631;p48"/>
              <p:cNvSpPr/>
              <p:nvPr/>
            </p:nvSpPr>
            <p:spPr>
              <a:xfrm>
                <a:off x="4957427" y="2170813"/>
                <a:ext cx="36525" cy="35649"/>
              </a:xfrm>
              <a:custGeom>
                <a:avLst/>
                <a:gdLst/>
                <a:ahLst/>
                <a:cxnLst/>
                <a:rect l="l" t="t" r="r" b="b"/>
                <a:pathLst>
                  <a:path w="1752" h="1710" extrusionOk="0">
                    <a:moveTo>
                      <a:pt x="853" y="1"/>
                    </a:moveTo>
                    <a:cubicBezTo>
                      <a:pt x="840" y="1"/>
                      <a:pt x="827" y="1"/>
                      <a:pt x="813" y="2"/>
                    </a:cubicBezTo>
                    <a:cubicBezTo>
                      <a:pt x="542" y="15"/>
                      <a:pt x="285" y="160"/>
                      <a:pt x="139" y="392"/>
                    </a:cubicBezTo>
                    <a:cubicBezTo>
                      <a:pt x="47" y="530"/>
                      <a:pt x="0" y="689"/>
                      <a:pt x="0" y="854"/>
                    </a:cubicBezTo>
                    <a:cubicBezTo>
                      <a:pt x="0" y="1132"/>
                      <a:pt x="139" y="1390"/>
                      <a:pt x="357" y="1548"/>
                    </a:cubicBezTo>
                    <a:cubicBezTo>
                      <a:pt x="503" y="1655"/>
                      <a:pt x="678" y="1710"/>
                      <a:pt x="856" y="1710"/>
                    </a:cubicBezTo>
                    <a:cubicBezTo>
                      <a:pt x="953" y="1710"/>
                      <a:pt x="1051" y="1693"/>
                      <a:pt x="1144" y="1661"/>
                    </a:cubicBezTo>
                    <a:cubicBezTo>
                      <a:pt x="1395" y="1575"/>
                      <a:pt x="1600" y="1363"/>
                      <a:pt x="1673" y="1106"/>
                    </a:cubicBezTo>
                    <a:cubicBezTo>
                      <a:pt x="1752" y="841"/>
                      <a:pt x="1699" y="544"/>
                      <a:pt x="1527" y="326"/>
                    </a:cubicBezTo>
                    <a:cubicBezTo>
                      <a:pt x="1364" y="124"/>
                      <a:pt x="1116" y="1"/>
                      <a:pt x="8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32" name="Google Shape;632;p48"/>
              <p:cNvSpPr/>
              <p:nvPr/>
            </p:nvSpPr>
            <p:spPr>
              <a:xfrm>
                <a:off x="4832160" y="2063495"/>
                <a:ext cx="61479" cy="58456"/>
              </a:xfrm>
              <a:custGeom>
                <a:avLst/>
                <a:gdLst/>
                <a:ahLst/>
                <a:cxnLst/>
                <a:rect l="l" t="t" r="r" b="b"/>
                <a:pathLst>
                  <a:path w="2949" h="2804" extrusionOk="0">
                    <a:moveTo>
                      <a:pt x="1437" y="0"/>
                    </a:moveTo>
                    <a:cubicBezTo>
                      <a:pt x="1281" y="0"/>
                      <a:pt x="1123" y="26"/>
                      <a:pt x="972" y="80"/>
                    </a:cubicBezTo>
                    <a:cubicBezTo>
                      <a:pt x="457" y="265"/>
                      <a:pt x="87" y="747"/>
                      <a:pt x="47" y="1289"/>
                    </a:cubicBezTo>
                    <a:cubicBezTo>
                      <a:pt x="1" y="1838"/>
                      <a:pt x="298" y="2373"/>
                      <a:pt x="781" y="2638"/>
                    </a:cubicBezTo>
                    <a:cubicBezTo>
                      <a:pt x="986" y="2744"/>
                      <a:pt x="1210" y="2803"/>
                      <a:pt x="1442" y="2803"/>
                    </a:cubicBezTo>
                    <a:cubicBezTo>
                      <a:pt x="1990" y="2803"/>
                      <a:pt x="2499" y="2473"/>
                      <a:pt x="2724" y="1970"/>
                    </a:cubicBezTo>
                    <a:cubicBezTo>
                      <a:pt x="2949" y="1461"/>
                      <a:pt x="2850" y="853"/>
                      <a:pt x="2473" y="443"/>
                    </a:cubicBezTo>
                    <a:cubicBezTo>
                      <a:pt x="2200" y="157"/>
                      <a:pt x="1821" y="0"/>
                      <a:pt x="1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33" name="Google Shape;633;p48"/>
              <p:cNvSpPr/>
              <p:nvPr/>
            </p:nvSpPr>
            <p:spPr>
              <a:xfrm>
                <a:off x="4886736" y="2040210"/>
                <a:ext cx="65065" cy="61062"/>
              </a:xfrm>
              <a:custGeom>
                <a:avLst/>
                <a:gdLst/>
                <a:ahLst/>
                <a:cxnLst/>
                <a:rect l="l" t="t" r="r" b="b"/>
                <a:pathLst>
                  <a:path w="3121" h="2929" extrusionOk="0">
                    <a:moveTo>
                      <a:pt x="1550" y="0"/>
                    </a:moveTo>
                    <a:cubicBezTo>
                      <a:pt x="1459" y="0"/>
                      <a:pt x="1367" y="9"/>
                      <a:pt x="1276" y="27"/>
                    </a:cubicBezTo>
                    <a:cubicBezTo>
                      <a:pt x="747" y="132"/>
                      <a:pt x="304" y="542"/>
                      <a:pt x="152" y="1064"/>
                    </a:cubicBezTo>
                    <a:cubicBezTo>
                      <a:pt x="0" y="1593"/>
                      <a:pt x="172" y="2182"/>
                      <a:pt x="582" y="2552"/>
                    </a:cubicBezTo>
                    <a:cubicBezTo>
                      <a:pt x="846" y="2796"/>
                      <a:pt x="1203" y="2929"/>
                      <a:pt x="1560" y="2929"/>
                    </a:cubicBezTo>
                    <a:cubicBezTo>
                      <a:pt x="2109" y="2929"/>
                      <a:pt x="2618" y="2611"/>
                      <a:pt x="2869" y="2122"/>
                    </a:cubicBezTo>
                    <a:cubicBezTo>
                      <a:pt x="3120" y="1626"/>
                      <a:pt x="3061" y="1018"/>
                      <a:pt x="2724" y="575"/>
                    </a:cubicBezTo>
                    <a:cubicBezTo>
                      <a:pt x="2443" y="212"/>
                      <a:pt x="2002" y="0"/>
                      <a:pt x="15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34" name="Google Shape;634;p48"/>
              <p:cNvSpPr/>
              <p:nvPr/>
            </p:nvSpPr>
            <p:spPr>
              <a:xfrm>
                <a:off x="4941709" y="2208212"/>
                <a:ext cx="67129" cy="133111"/>
              </a:xfrm>
              <a:custGeom>
                <a:avLst/>
                <a:gdLst/>
                <a:ahLst/>
                <a:cxnLst/>
                <a:rect l="l" t="t" r="r" b="b"/>
                <a:pathLst>
                  <a:path w="3220" h="6385" extrusionOk="0">
                    <a:moveTo>
                      <a:pt x="1614" y="1"/>
                    </a:moveTo>
                    <a:cubicBezTo>
                      <a:pt x="1486" y="1"/>
                      <a:pt x="1359" y="29"/>
                      <a:pt x="1243" y="85"/>
                    </a:cubicBezTo>
                    <a:cubicBezTo>
                      <a:pt x="1184" y="105"/>
                      <a:pt x="1124" y="138"/>
                      <a:pt x="1072" y="177"/>
                    </a:cubicBezTo>
                    <a:cubicBezTo>
                      <a:pt x="999" y="224"/>
                      <a:pt x="933" y="270"/>
                      <a:pt x="873" y="323"/>
                    </a:cubicBezTo>
                    <a:cubicBezTo>
                      <a:pt x="721" y="442"/>
                      <a:pt x="589" y="581"/>
                      <a:pt x="477" y="726"/>
                    </a:cubicBezTo>
                    <a:cubicBezTo>
                      <a:pt x="272" y="991"/>
                      <a:pt x="120" y="1301"/>
                      <a:pt x="54" y="1632"/>
                    </a:cubicBezTo>
                    <a:cubicBezTo>
                      <a:pt x="14" y="1823"/>
                      <a:pt x="1" y="2022"/>
                      <a:pt x="1" y="2220"/>
                    </a:cubicBezTo>
                    <a:cubicBezTo>
                      <a:pt x="1" y="2352"/>
                      <a:pt x="113" y="2465"/>
                      <a:pt x="245" y="2471"/>
                    </a:cubicBezTo>
                    <a:cubicBezTo>
                      <a:pt x="250" y="2471"/>
                      <a:pt x="254" y="2471"/>
                      <a:pt x="258" y="2471"/>
                    </a:cubicBezTo>
                    <a:cubicBezTo>
                      <a:pt x="385" y="2471"/>
                      <a:pt x="491" y="2374"/>
                      <a:pt x="510" y="2246"/>
                    </a:cubicBezTo>
                    <a:cubicBezTo>
                      <a:pt x="536" y="1962"/>
                      <a:pt x="602" y="1685"/>
                      <a:pt x="761" y="1447"/>
                    </a:cubicBezTo>
                    <a:lnTo>
                      <a:pt x="761" y="1718"/>
                    </a:lnTo>
                    <a:lnTo>
                      <a:pt x="192" y="3998"/>
                    </a:lnTo>
                    <a:cubicBezTo>
                      <a:pt x="166" y="4097"/>
                      <a:pt x="153" y="4203"/>
                      <a:pt x="344" y="4203"/>
                    </a:cubicBezTo>
                    <a:lnTo>
                      <a:pt x="814" y="4203"/>
                    </a:lnTo>
                    <a:lnTo>
                      <a:pt x="900" y="6107"/>
                    </a:lnTo>
                    <a:cubicBezTo>
                      <a:pt x="906" y="6259"/>
                      <a:pt x="1039" y="6384"/>
                      <a:pt x="1197" y="6384"/>
                    </a:cubicBezTo>
                    <a:cubicBezTo>
                      <a:pt x="1349" y="6384"/>
                      <a:pt x="1481" y="6259"/>
                      <a:pt x="1495" y="6107"/>
                    </a:cubicBezTo>
                    <a:lnTo>
                      <a:pt x="1594" y="4203"/>
                    </a:lnTo>
                    <a:lnTo>
                      <a:pt x="1627" y="4203"/>
                    </a:lnTo>
                    <a:lnTo>
                      <a:pt x="1713" y="6107"/>
                    </a:lnTo>
                    <a:cubicBezTo>
                      <a:pt x="1726" y="6259"/>
                      <a:pt x="1858" y="6384"/>
                      <a:pt x="2010" y="6384"/>
                    </a:cubicBezTo>
                    <a:cubicBezTo>
                      <a:pt x="2169" y="6384"/>
                      <a:pt x="2301" y="6259"/>
                      <a:pt x="2308" y="6107"/>
                    </a:cubicBezTo>
                    <a:lnTo>
                      <a:pt x="2413" y="4203"/>
                    </a:lnTo>
                    <a:lnTo>
                      <a:pt x="2870" y="4203"/>
                    </a:lnTo>
                    <a:cubicBezTo>
                      <a:pt x="2922" y="4203"/>
                      <a:pt x="2969" y="4177"/>
                      <a:pt x="3002" y="4137"/>
                    </a:cubicBezTo>
                    <a:cubicBezTo>
                      <a:pt x="3035" y="4097"/>
                      <a:pt x="3048" y="4051"/>
                      <a:pt x="3035" y="3998"/>
                    </a:cubicBezTo>
                    <a:lnTo>
                      <a:pt x="2460" y="1711"/>
                    </a:lnTo>
                    <a:lnTo>
                      <a:pt x="2460" y="1447"/>
                    </a:lnTo>
                    <a:cubicBezTo>
                      <a:pt x="2618" y="1685"/>
                      <a:pt x="2678" y="1969"/>
                      <a:pt x="2711" y="2246"/>
                    </a:cubicBezTo>
                    <a:cubicBezTo>
                      <a:pt x="2724" y="2374"/>
                      <a:pt x="2836" y="2471"/>
                      <a:pt x="2963" y="2471"/>
                    </a:cubicBezTo>
                    <a:cubicBezTo>
                      <a:pt x="2967" y="2471"/>
                      <a:pt x="2971" y="2471"/>
                      <a:pt x="2975" y="2471"/>
                    </a:cubicBezTo>
                    <a:cubicBezTo>
                      <a:pt x="3108" y="2465"/>
                      <a:pt x="3213" y="2352"/>
                      <a:pt x="3213" y="2220"/>
                    </a:cubicBezTo>
                    <a:cubicBezTo>
                      <a:pt x="3220" y="2141"/>
                      <a:pt x="3213" y="2068"/>
                      <a:pt x="3213" y="1995"/>
                    </a:cubicBezTo>
                    <a:cubicBezTo>
                      <a:pt x="3207" y="1817"/>
                      <a:pt x="3174" y="1632"/>
                      <a:pt x="3121" y="1466"/>
                    </a:cubicBezTo>
                    <a:cubicBezTo>
                      <a:pt x="3074" y="1321"/>
                      <a:pt x="3022" y="1176"/>
                      <a:pt x="2949" y="1043"/>
                    </a:cubicBezTo>
                    <a:cubicBezTo>
                      <a:pt x="2770" y="719"/>
                      <a:pt x="2519" y="435"/>
                      <a:pt x="2215" y="217"/>
                    </a:cubicBezTo>
                    <a:cubicBezTo>
                      <a:pt x="2142" y="171"/>
                      <a:pt x="2063" y="118"/>
                      <a:pt x="1984" y="85"/>
                    </a:cubicBezTo>
                    <a:cubicBezTo>
                      <a:pt x="1868" y="29"/>
                      <a:pt x="1741" y="1"/>
                      <a:pt x="16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35" name="Google Shape;635;p48"/>
              <p:cNvSpPr/>
              <p:nvPr/>
            </p:nvSpPr>
            <p:spPr>
              <a:xfrm>
                <a:off x="4884110" y="2104501"/>
                <a:ext cx="90833" cy="236557"/>
              </a:xfrm>
              <a:custGeom>
                <a:avLst/>
                <a:gdLst/>
                <a:ahLst/>
                <a:cxnLst/>
                <a:rect l="l" t="t" r="r" b="b"/>
                <a:pathLst>
                  <a:path w="4357" h="11347" extrusionOk="0">
                    <a:moveTo>
                      <a:pt x="1722" y="0"/>
                    </a:moveTo>
                    <a:cubicBezTo>
                      <a:pt x="1079" y="0"/>
                      <a:pt x="631" y="437"/>
                      <a:pt x="615" y="453"/>
                    </a:cubicBezTo>
                    <a:cubicBezTo>
                      <a:pt x="411" y="631"/>
                      <a:pt x="206" y="816"/>
                      <a:pt x="1" y="995"/>
                    </a:cubicBezTo>
                    <a:cubicBezTo>
                      <a:pt x="543" y="1378"/>
                      <a:pt x="992" y="1887"/>
                      <a:pt x="1303" y="2469"/>
                    </a:cubicBezTo>
                    <a:cubicBezTo>
                      <a:pt x="1501" y="2839"/>
                      <a:pt x="1640" y="3249"/>
                      <a:pt x="1713" y="3665"/>
                    </a:cubicBezTo>
                    <a:cubicBezTo>
                      <a:pt x="1759" y="3949"/>
                      <a:pt x="1772" y="4234"/>
                      <a:pt x="1766" y="4518"/>
                    </a:cubicBezTo>
                    <a:cubicBezTo>
                      <a:pt x="1766" y="4904"/>
                      <a:pt x="1442" y="5232"/>
                      <a:pt x="1057" y="5232"/>
                    </a:cubicBezTo>
                    <a:cubicBezTo>
                      <a:pt x="1053" y="5232"/>
                      <a:pt x="1049" y="5232"/>
                      <a:pt x="1045" y="5232"/>
                    </a:cubicBezTo>
                    <a:cubicBezTo>
                      <a:pt x="986" y="5232"/>
                      <a:pt x="926" y="5225"/>
                      <a:pt x="873" y="5212"/>
                    </a:cubicBezTo>
                    <a:lnTo>
                      <a:pt x="873" y="5212"/>
                    </a:lnTo>
                    <a:cubicBezTo>
                      <a:pt x="873" y="5212"/>
                      <a:pt x="1409" y="7175"/>
                      <a:pt x="1442" y="7301"/>
                    </a:cubicBezTo>
                    <a:cubicBezTo>
                      <a:pt x="1481" y="7473"/>
                      <a:pt x="1495" y="7823"/>
                      <a:pt x="1105" y="7823"/>
                    </a:cubicBezTo>
                    <a:lnTo>
                      <a:pt x="450" y="7823"/>
                    </a:lnTo>
                    <a:lnTo>
                      <a:pt x="397" y="8709"/>
                    </a:lnTo>
                    <a:lnTo>
                      <a:pt x="490" y="10864"/>
                    </a:lnTo>
                    <a:cubicBezTo>
                      <a:pt x="503" y="11128"/>
                      <a:pt x="728" y="11346"/>
                      <a:pt x="999" y="11346"/>
                    </a:cubicBezTo>
                    <a:cubicBezTo>
                      <a:pt x="1263" y="11346"/>
                      <a:pt x="1488" y="11135"/>
                      <a:pt x="1501" y="10864"/>
                    </a:cubicBezTo>
                    <a:lnTo>
                      <a:pt x="1686" y="7254"/>
                    </a:lnTo>
                    <a:lnTo>
                      <a:pt x="1832" y="10864"/>
                    </a:lnTo>
                    <a:cubicBezTo>
                      <a:pt x="1845" y="11128"/>
                      <a:pt x="2076" y="11346"/>
                      <a:pt x="2341" y="11346"/>
                    </a:cubicBezTo>
                    <a:cubicBezTo>
                      <a:pt x="2605" y="11346"/>
                      <a:pt x="2836" y="11135"/>
                      <a:pt x="2850" y="10864"/>
                    </a:cubicBezTo>
                    <a:lnTo>
                      <a:pt x="2929" y="9297"/>
                    </a:lnTo>
                    <a:cubicBezTo>
                      <a:pt x="2717" y="9284"/>
                      <a:pt x="2784" y="9085"/>
                      <a:pt x="2784" y="9085"/>
                    </a:cubicBezTo>
                    <a:lnTo>
                      <a:pt x="2982" y="8239"/>
                    </a:lnTo>
                    <a:lnTo>
                      <a:pt x="3008" y="7717"/>
                    </a:lnTo>
                    <a:cubicBezTo>
                      <a:pt x="2764" y="7658"/>
                      <a:pt x="2585" y="7440"/>
                      <a:pt x="2585" y="7182"/>
                    </a:cubicBezTo>
                    <a:cubicBezTo>
                      <a:pt x="2585" y="6944"/>
                      <a:pt x="2599" y="6712"/>
                      <a:pt x="2651" y="6488"/>
                    </a:cubicBezTo>
                    <a:cubicBezTo>
                      <a:pt x="2704" y="6256"/>
                      <a:pt x="2790" y="6038"/>
                      <a:pt x="2903" y="5833"/>
                    </a:cubicBezTo>
                    <a:cubicBezTo>
                      <a:pt x="2969" y="5708"/>
                      <a:pt x="3048" y="5595"/>
                      <a:pt x="3134" y="5483"/>
                    </a:cubicBezTo>
                    <a:cubicBezTo>
                      <a:pt x="3147" y="5390"/>
                      <a:pt x="3147" y="5291"/>
                      <a:pt x="3147" y="5199"/>
                    </a:cubicBezTo>
                    <a:lnTo>
                      <a:pt x="3147" y="4789"/>
                    </a:lnTo>
                    <a:lnTo>
                      <a:pt x="3147" y="3632"/>
                    </a:lnTo>
                    <a:lnTo>
                      <a:pt x="3147" y="2799"/>
                    </a:lnTo>
                    <a:lnTo>
                      <a:pt x="3147" y="2753"/>
                    </a:lnTo>
                    <a:cubicBezTo>
                      <a:pt x="3266" y="3017"/>
                      <a:pt x="3352" y="3302"/>
                      <a:pt x="3425" y="3586"/>
                    </a:cubicBezTo>
                    <a:cubicBezTo>
                      <a:pt x="3577" y="3216"/>
                      <a:pt x="3907" y="3024"/>
                      <a:pt x="4357" y="2951"/>
                    </a:cubicBezTo>
                    <a:cubicBezTo>
                      <a:pt x="4284" y="2660"/>
                      <a:pt x="4165" y="2297"/>
                      <a:pt x="4040" y="2026"/>
                    </a:cubicBezTo>
                    <a:cubicBezTo>
                      <a:pt x="3881" y="1676"/>
                      <a:pt x="3683" y="1352"/>
                      <a:pt x="3445" y="1054"/>
                    </a:cubicBezTo>
                    <a:cubicBezTo>
                      <a:pt x="3286" y="856"/>
                      <a:pt x="3107" y="677"/>
                      <a:pt x="2916" y="519"/>
                    </a:cubicBezTo>
                    <a:cubicBezTo>
                      <a:pt x="2823" y="439"/>
                      <a:pt x="2731" y="367"/>
                      <a:pt x="2625" y="301"/>
                    </a:cubicBezTo>
                    <a:cubicBezTo>
                      <a:pt x="2539" y="241"/>
                      <a:pt x="2453" y="195"/>
                      <a:pt x="2361" y="149"/>
                    </a:cubicBezTo>
                    <a:cubicBezTo>
                      <a:pt x="2134" y="42"/>
                      <a:pt x="1919" y="0"/>
                      <a:pt x="1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36" name="Google Shape;636;p48"/>
              <p:cNvSpPr/>
              <p:nvPr/>
            </p:nvSpPr>
            <p:spPr>
              <a:xfrm>
                <a:off x="4806248" y="2123784"/>
                <a:ext cx="109991" cy="218232"/>
              </a:xfrm>
              <a:custGeom>
                <a:avLst/>
                <a:gdLst/>
                <a:ahLst/>
                <a:cxnLst/>
                <a:rect l="l" t="t" r="r" b="b"/>
                <a:pathLst>
                  <a:path w="5276" h="10468" extrusionOk="0">
                    <a:moveTo>
                      <a:pt x="2637" y="0"/>
                    </a:moveTo>
                    <a:cubicBezTo>
                      <a:pt x="2433" y="0"/>
                      <a:pt x="2229" y="45"/>
                      <a:pt x="2044" y="136"/>
                    </a:cubicBezTo>
                    <a:cubicBezTo>
                      <a:pt x="1905" y="182"/>
                      <a:pt x="1779" y="268"/>
                      <a:pt x="1667" y="347"/>
                    </a:cubicBezTo>
                    <a:cubicBezTo>
                      <a:pt x="1515" y="453"/>
                      <a:pt x="1376" y="565"/>
                      <a:pt x="1244" y="684"/>
                    </a:cubicBezTo>
                    <a:cubicBezTo>
                      <a:pt x="959" y="949"/>
                      <a:pt x="721" y="1246"/>
                      <a:pt x="523" y="1577"/>
                    </a:cubicBezTo>
                    <a:cubicBezTo>
                      <a:pt x="424" y="1735"/>
                      <a:pt x="338" y="1914"/>
                      <a:pt x="265" y="2092"/>
                    </a:cubicBezTo>
                    <a:cubicBezTo>
                      <a:pt x="199" y="2264"/>
                      <a:pt x="140" y="2449"/>
                      <a:pt x="100" y="2634"/>
                    </a:cubicBezTo>
                    <a:cubicBezTo>
                      <a:pt x="60" y="2820"/>
                      <a:pt x="34" y="2998"/>
                      <a:pt x="14" y="3190"/>
                    </a:cubicBezTo>
                    <a:cubicBezTo>
                      <a:pt x="1" y="3335"/>
                      <a:pt x="1" y="3481"/>
                      <a:pt x="8" y="3633"/>
                    </a:cubicBezTo>
                    <a:lnTo>
                      <a:pt x="8" y="3639"/>
                    </a:lnTo>
                    <a:cubicBezTo>
                      <a:pt x="8" y="3857"/>
                      <a:pt x="186" y="4036"/>
                      <a:pt x="404" y="4049"/>
                    </a:cubicBezTo>
                    <a:cubicBezTo>
                      <a:pt x="408" y="4049"/>
                      <a:pt x="412" y="4049"/>
                      <a:pt x="416" y="4049"/>
                    </a:cubicBezTo>
                    <a:cubicBezTo>
                      <a:pt x="623" y="4049"/>
                      <a:pt x="814" y="3886"/>
                      <a:pt x="834" y="3679"/>
                    </a:cubicBezTo>
                    <a:cubicBezTo>
                      <a:pt x="854" y="3481"/>
                      <a:pt x="880" y="3282"/>
                      <a:pt x="933" y="3091"/>
                    </a:cubicBezTo>
                    <a:cubicBezTo>
                      <a:pt x="1006" y="2839"/>
                      <a:pt x="1105" y="2588"/>
                      <a:pt x="1244" y="2370"/>
                    </a:cubicBezTo>
                    <a:lnTo>
                      <a:pt x="1244" y="2892"/>
                    </a:lnTo>
                    <a:lnTo>
                      <a:pt x="272" y="6448"/>
                    </a:lnTo>
                    <a:cubicBezTo>
                      <a:pt x="259" y="6521"/>
                      <a:pt x="279" y="6594"/>
                      <a:pt x="325" y="6653"/>
                    </a:cubicBezTo>
                    <a:cubicBezTo>
                      <a:pt x="378" y="6713"/>
                      <a:pt x="444" y="6746"/>
                      <a:pt x="523" y="6746"/>
                    </a:cubicBezTo>
                    <a:lnTo>
                      <a:pt x="1330" y="6746"/>
                    </a:lnTo>
                    <a:lnTo>
                      <a:pt x="1475" y="10005"/>
                    </a:lnTo>
                    <a:cubicBezTo>
                      <a:pt x="1488" y="10256"/>
                      <a:pt x="1706" y="10467"/>
                      <a:pt x="1964" y="10467"/>
                    </a:cubicBezTo>
                    <a:cubicBezTo>
                      <a:pt x="2215" y="10467"/>
                      <a:pt x="2434" y="10262"/>
                      <a:pt x="2447" y="10005"/>
                    </a:cubicBezTo>
                    <a:lnTo>
                      <a:pt x="2625" y="6746"/>
                    </a:lnTo>
                    <a:lnTo>
                      <a:pt x="2665" y="6746"/>
                    </a:lnTo>
                    <a:lnTo>
                      <a:pt x="2817" y="10005"/>
                    </a:lnTo>
                    <a:cubicBezTo>
                      <a:pt x="2824" y="10256"/>
                      <a:pt x="3042" y="10467"/>
                      <a:pt x="3299" y="10467"/>
                    </a:cubicBezTo>
                    <a:cubicBezTo>
                      <a:pt x="3551" y="10467"/>
                      <a:pt x="3769" y="10262"/>
                      <a:pt x="3782" y="10005"/>
                    </a:cubicBezTo>
                    <a:lnTo>
                      <a:pt x="3960" y="6746"/>
                    </a:lnTo>
                    <a:lnTo>
                      <a:pt x="4760" y="6746"/>
                    </a:lnTo>
                    <a:cubicBezTo>
                      <a:pt x="4833" y="6746"/>
                      <a:pt x="4906" y="6713"/>
                      <a:pt x="4952" y="6653"/>
                    </a:cubicBezTo>
                    <a:cubicBezTo>
                      <a:pt x="5005" y="6594"/>
                      <a:pt x="5025" y="6528"/>
                      <a:pt x="5005" y="6442"/>
                    </a:cubicBezTo>
                    <a:lnTo>
                      <a:pt x="4040" y="2932"/>
                    </a:lnTo>
                    <a:lnTo>
                      <a:pt x="4040" y="2377"/>
                    </a:lnTo>
                    <a:cubicBezTo>
                      <a:pt x="4179" y="2595"/>
                      <a:pt x="4278" y="2839"/>
                      <a:pt x="4344" y="3091"/>
                    </a:cubicBezTo>
                    <a:cubicBezTo>
                      <a:pt x="4397" y="3282"/>
                      <a:pt x="4423" y="3481"/>
                      <a:pt x="4443" y="3679"/>
                    </a:cubicBezTo>
                    <a:cubicBezTo>
                      <a:pt x="4468" y="3889"/>
                      <a:pt x="4647" y="4050"/>
                      <a:pt x="4855" y="4050"/>
                    </a:cubicBezTo>
                    <a:cubicBezTo>
                      <a:pt x="4863" y="4050"/>
                      <a:pt x="4871" y="4049"/>
                      <a:pt x="4879" y="4049"/>
                    </a:cubicBezTo>
                    <a:cubicBezTo>
                      <a:pt x="5097" y="4036"/>
                      <a:pt x="5269" y="3851"/>
                      <a:pt x="5276" y="3639"/>
                    </a:cubicBezTo>
                    <a:cubicBezTo>
                      <a:pt x="5276" y="3500"/>
                      <a:pt x="5276" y="3368"/>
                      <a:pt x="5269" y="3236"/>
                    </a:cubicBezTo>
                    <a:cubicBezTo>
                      <a:pt x="5256" y="3051"/>
                      <a:pt x="5230" y="2872"/>
                      <a:pt x="5190" y="2694"/>
                    </a:cubicBezTo>
                    <a:cubicBezTo>
                      <a:pt x="5117" y="2317"/>
                      <a:pt x="4978" y="1954"/>
                      <a:pt x="4787" y="1623"/>
                    </a:cubicBezTo>
                    <a:cubicBezTo>
                      <a:pt x="4595" y="1293"/>
                      <a:pt x="4357" y="989"/>
                      <a:pt x="4079" y="724"/>
                    </a:cubicBezTo>
                    <a:cubicBezTo>
                      <a:pt x="3941" y="599"/>
                      <a:pt x="3802" y="480"/>
                      <a:pt x="3650" y="374"/>
                    </a:cubicBezTo>
                    <a:cubicBezTo>
                      <a:pt x="3537" y="294"/>
                      <a:pt x="3418" y="215"/>
                      <a:pt x="3286" y="156"/>
                    </a:cubicBezTo>
                    <a:cubicBezTo>
                      <a:pt x="3280" y="149"/>
                      <a:pt x="3266" y="142"/>
                      <a:pt x="3253" y="142"/>
                    </a:cubicBezTo>
                    <a:cubicBezTo>
                      <a:pt x="3061" y="48"/>
                      <a:pt x="2849" y="0"/>
                      <a:pt x="26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637" name="Google Shape;637;p48"/>
          <p:cNvGrpSpPr/>
          <p:nvPr/>
        </p:nvGrpSpPr>
        <p:grpSpPr>
          <a:xfrm>
            <a:off x="864019" y="2359338"/>
            <a:ext cx="828000" cy="717300"/>
            <a:chOff x="864019" y="1789713"/>
            <a:chExt cx="828000" cy="717300"/>
          </a:xfrm>
        </p:grpSpPr>
        <p:sp>
          <p:nvSpPr>
            <p:cNvPr id="638" name="Google Shape;638;p48"/>
            <p:cNvSpPr/>
            <p:nvPr/>
          </p:nvSpPr>
          <p:spPr>
            <a:xfrm>
              <a:off x="864019" y="1789713"/>
              <a:ext cx="828000" cy="717300"/>
            </a:xfrm>
            <a:prstGeom prst="hexagon">
              <a:avLst>
                <a:gd name="adj" fmla="val 25000"/>
                <a:gd name="vf" fmla="val 11547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8"/>
            <p:cNvSpPr/>
            <p:nvPr/>
          </p:nvSpPr>
          <p:spPr>
            <a:xfrm>
              <a:off x="907047" y="1827511"/>
              <a:ext cx="740700" cy="641700"/>
            </a:xfrm>
            <a:prstGeom prst="hexagon">
              <a:avLst>
                <a:gd name="adj" fmla="val 25000"/>
                <a:gd name="vf" fmla="val 11547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0" name="Google Shape;640;p48"/>
            <p:cNvGrpSpPr/>
            <p:nvPr/>
          </p:nvGrpSpPr>
          <p:grpSpPr>
            <a:xfrm>
              <a:off x="1080927" y="2006588"/>
              <a:ext cx="379075" cy="283219"/>
              <a:chOff x="3630299" y="2041315"/>
              <a:chExt cx="397312" cy="296845"/>
            </a:xfrm>
          </p:grpSpPr>
          <p:sp>
            <p:nvSpPr>
              <p:cNvPr id="641" name="Google Shape;641;p48"/>
              <p:cNvSpPr/>
              <p:nvPr/>
            </p:nvSpPr>
            <p:spPr>
              <a:xfrm>
                <a:off x="3646955" y="2152364"/>
                <a:ext cx="39986" cy="39172"/>
              </a:xfrm>
              <a:custGeom>
                <a:avLst/>
                <a:gdLst/>
                <a:ahLst/>
                <a:cxnLst/>
                <a:rect l="l" t="t" r="r" b="b"/>
                <a:pathLst>
                  <a:path w="1918" h="1879" extrusionOk="0">
                    <a:moveTo>
                      <a:pt x="969" y="0"/>
                    </a:moveTo>
                    <a:cubicBezTo>
                      <a:pt x="931" y="0"/>
                      <a:pt x="892" y="3"/>
                      <a:pt x="854" y="8"/>
                    </a:cubicBezTo>
                    <a:cubicBezTo>
                      <a:pt x="602" y="41"/>
                      <a:pt x="371" y="173"/>
                      <a:pt x="219" y="371"/>
                    </a:cubicBezTo>
                    <a:cubicBezTo>
                      <a:pt x="60" y="583"/>
                      <a:pt x="1" y="847"/>
                      <a:pt x="47" y="1105"/>
                    </a:cubicBezTo>
                    <a:cubicBezTo>
                      <a:pt x="126" y="1548"/>
                      <a:pt x="523" y="1878"/>
                      <a:pt x="966" y="1878"/>
                    </a:cubicBezTo>
                    <a:cubicBezTo>
                      <a:pt x="1224" y="1878"/>
                      <a:pt x="1475" y="1766"/>
                      <a:pt x="1647" y="1581"/>
                    </a:cubicBezTo>
                    <a:cubicBezTo>
                      <a:pt x="1825" y="1396"/>
                      <a:pt x="1918" y="1138"/>
                      <a:pt x="1905" y="880"/>
                    </a:cubicBezTo>
                    <a:cubicBezTo>
                      <a:pt x="1885" y="629"/>
                      <a:pt x="1766" y="384"/>
                      <a:pt x="1574" y="226"/>
                    </a:cubicBezTo>
                    <a:cubicBezTo>
                      <a:pt x="1405" y="79"/>
                      <a:pt x="1189" y="0"/>
                      <a:pt x="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42" name="Google Shape;642;p48"/>
              <p:cNvSpPr/>
              <p:nvPr/>
            </p:nvSpPr>
            <p:spPr>
              <a:xfrm>
                <a:off x="3991464" y="2220074"/>
                <a:ext cx="25517" cy="24913"/>
              </a:xfrm>
              <a:custGeom>
                <a:avLst/>
                <a:gdLst/>
                <a:ahLst/>
                <a:cxnLst/>
                <a:rect l="l" t="t" r="r" b="b"/>
                <a:pathLst>
                  <a:path w="1224" h="1195" extrusionOk="0">
                    <a:moveTo>
                      <a:pt x="606" y="1"/>
                    </a:moveTo>
                    <a:cubicBezTo>
                      <a:pt x="467" y="1"/>
                      <a:pt x="332" y="47"/>
                      <a:pt x="225" y="137"/>
                    </a:cubicBezTo>
                    <a:cubicBezTo>
                      <a:pt x="99" y="243"/>
                      <a:pt x="20" y="395"/>
                      <a:pt x="13" y="560"/>
                    </a:cubicBezTo>
                    <a:cubicBezTo>
                      <a:pt x="0" y="726"/>
                      <a:pt x="60" y="891"/>
                      <a:pt x="172" y="1010"/>
                    </a:cubicBezTo>
                    <a:cubicBezTo>
                      <a:pt x="284" y="1122"/>
                      <a:pt x="443" y="1195"/>
                      <a:pt x="608" y="1195"/>
                    </a:cubicBezTo>
                    <a:cubicBezTo>
                      <a:pt x="893" y="1195"/>
                      <a:pt x="1144" y="983"/>
                      <a:pt x="1197" y="699"/>
                    </a:cubicBezTo>
                    <a:cubicBezTo>
                      <a:pt x="1223" y="540"/>
                      <a:pt x="1183" y="369"/>
                      <a:pt x="1084" y="236"/>
                    </a:cubicBezTo>
                    <a:cubicBezTo>
                      <a:pt x="985" y="104"/>
                      <a:pt x="840" y="25"/>
                      <a:pt x="681" y="5"/>
                    </a:cubicBezTo>
                    <a:cubicBezTo>
                      <a:pt x="656" y="2"/>
                      <a:pt x="631" y="1"/>
                      <a:pt x="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43" name="Google Shape;643;p48"/>
              <p:cNvSpPr/>
              <p:nvPr/>
            </p:nvSpPr>
            <p:spPr>
              <a:xfrm>
                <a:off x="3630299" y="2103521"/>
                <a:ext cx="397312" cy="234639"/>
              </a:xfrm>
              <a:custGeom>
                <a:avLst/>
                <a:gdLst/>
                <a:ahLst/>
                <a:cxnLst/>
                <a:rect l="l" t="t" r="r" b="b"/>
                <a:pathLst>
                  <a:path w="19058" h="11255" extrusionOk="0">
                    <a:moveTo>
                      <a:pt x="9366" y="2030"/>
                    </a:moveTo>
                    <a:cubicBezTo>
                      <a:pt x="9386" y="2030"/>
                      <a:pt x="9406" y="2031"/>
                      <a:pt x="9426" y="2033"/>
                    </a:cubicBezTo>
                    <a:cubicBezTo>
                      <a:pt x="9697" y="2060"/>
                      <a:pt x="9922" y="2271"/>
                      <a:pt x="9961" y="2536"/>
                    </a:cubicBezTo>
                    <a:cubicBezTo>
                      <a:pt x="9975" y="2588"/>
                      <a:pt x="9975" y="2641"/>
                      <a:pt x="9968" y="2694"/>
                    </a:cubicBezTo>
                    <a:cubicBezTo>
                      <a:pt x="10051" y="2653"/>
                      <a:pt x="10144" y="2631"/>
                      <a:pt x="10239" y="2631"/>
                    </a:cubicBezTo>
                    <a:cubicBezTo>
                      <a:pt x="10326" y="2631"/>
                      <a:pt x="10415" y="2650"/>
                      <a:pt x="10497" y="2688"/>
                    </a:cubicBezTo>
                    <a:lnTo>
                      <a:pt x="11594" y="3183"/>
                    </a:lnTo>
                    <a:cubicBezTo>
                      <a:pt x="11905" y="3329"/>
                      <a:pt x="12044" y="3692"/>
                      <a:pt x="11898" y="4003"/>
                    </a:cubicBezTo>
                    <a:cubicBezTo>
                      <a:pt x="11796" y="4232"/>
                      <a:pt x="11568" y="4368"/>
                      <a:pt x="11331" y="4368"/>
                    </a:cubicBezTo>
                    <a:cubicBezTo>
                      <a:pt x="11246" y="4368"/>
                      <a:pt x="11160" y="4350"/>
                      <a:pt x="11079" y="4314"/>
                    </a:cubicBezTo>
                    <a:lnTo>
                      <a:pt x="10166" y="3897"/>
                    </a:lnTo>
                    <a:cubicBezTo>
                      <a:pt x="10305" y="3765"/>
                      <a:pt x="10305" y="3540"/>
                      <a:pt x="10173" y="3402"/>
                    </a:cubicBezTo>
                    <a:cubicBezTo>
                      <a:pt x="10114" y="3349"/>
                      <a:pt x="10034" y="3309"/>
                      <a:pt x="9948" y="3302"/>
                    </a:cubicBezTo>
                    <a:cubicBezTo>
                      <a:pt x="9902" y="3302"/>
                      <a:pt x="9856" y="3309"/>
                      <a:pt x="9803" y="3316"/>
                    </a:cubicBezTo>
                    <a:cubicBezTo>
                      <a:pt x="9743" y="3322"/>
                      <a:pt x="9690" y="3322"/>
                      <a:pt x="9631" y="3322"/>
                    </a:cubicBezTo>
                    <a:cubicBezTo>
                      <a:pt x="9624" y="3283"/>
                      <a:pt x="9624" y="3249"/>
                      <a:pt x="9624" y="3210"/>
                    </a:cubicBezTo>
                    <a:cubicBezTo>
                      <a:pt x="9539" y="3254"/>
                      <a:pt x="9446" y="3275"/>
                      <a:pt x="9353" y="3275"/>
                    </a:cubicBezTo>
                    <a:cubicBezTo>
                      <a:pt x="9180" y="3275"/>
                      <a:pt x="9007" y="3200"/>
                      <a:pt x="8891" y="3058"/>
                    </a:cubicBezTo>
                    <a:cubicBezTo>
                      <a:pt x="8739" y="2886"/>
                      <a:pt x="8706" y="2628"/>
                      <a:pt x="8798" y="2417"/>
                    </a:cubicBezTo>
                    <a:lnTo>
                      <a:pt x="8818" y="2384"/>
                    </a:lnTo>
                    <a:cubicBezTo>
                      <a:pt x="8915" y="2170"/>
                      <a:pt x="9131" y="2030"/>
                      <a:pt x="9366" y="2030"/>
                    </a:cubicBezTo>
                    <a:close/>
                    <a:moveTo>
                      <a:pt x="8838" y="3924"/>
                    </a:moveTo>
                    <a:cubicBezTo>
                      <a:pt x="8884" y="3950"/>
                      <a:pt x="8937" y="3977"/>
                      <a:pt x="8983" y="4003"/>
                    </a:cubicBezTo>
                    <a:lnTo>
                      <a:pt x="8765" y="4997"/>
                    </a:lnTo>
                    <a:lnTo>
                      <a:pt x="8765" y="4997"/>
                    </a:lnTo>
                    <a:cubicBezTo>
                      <a:pt x="8765" y="4996"/>
                      <a:pt x="8765" y="4995"/>
                      <a:pt x="8765" y="4995"/>
                    </a:cubicBezTo>
                    <a:cubicBezTo>
                      <a:pt x="8765" y="4995"/>
                      <a:pt x="8778" y="4909"/>
                      <a:pt x="8791" y="4770"/>
                    </a:cubicBezTo>
                    <a:cubicBezTo>
                      <a:pt x="8805" y="4624"/>
                      <a:pt x="8825" y="4419"/>
                      <a:pt x="8831" y="4168"/>
                    </a:cubicBezTo>
                    <a:cubicBezTo>
                      <a:pt x="8838" y="4089"/>
                      <a:pt x="8838" y="4010"/>
                      <a:pt x="8838" y="3924"/>
                    </a:cubicBezTo>
                    <a:close/>
                    <a:moveTo>
                      <a:pt x="6129" y="1"/>
                    </a:moveTo>
                    <a:cubicBezTo>
                      <a:pt x="5941" y="1"/>
                      <a:pt x="5754" y="20"/>
                      <a:pt x="5586" y="50"/>
                    </a:cubicBezTo>
                    <a:cubicBezTo>
                      <a:pt x="5559" y="57"/>
                      <a:pt x="5533" y="63"/>
                      <a:pt x="5500" y="70"/>
                    </a:cubicBezTo>
                    <a:cubicBezTo>
                      <a:pt x="5440" y="90"/>
                      <a:pt x="5367" y="110"/>
                      <a:pt x="5282" y="149"/>
                    </a:cubicBezTo>
                    <a:cubicBezTo>
                      <a:pt x="5103" y="222"/>
                      <a:pt x="4872" y="348"/>
                      <a:pt x="4640" y="539"/>
                    </a:cubicBezTo>
                    <a:cubicBezTo>
                      <a:pt x="4521" y="632"/>
                      <a:pt x="4402" y="744"/>
                      <a:pt x="4290" y="870"/>
                    </a:cubicBezTo>
                    <a:cubicBezTo>
                      <a:pt x="4178" y="1002"/>
                      <a:pt x="4072" y="1141"/>
                      <a:pt x="3979" y="1293"/>
                    </a:cubicBezTo>
                    <a:cubicBezTo>
                      <a:pt x="3794" y="1597"/>
                      <a:pt x="3649" y="1941"/>
                      <a:pt x="3550" y="2284"/>
                    </a:cubicBezTo>
                    <a:cubicBezTo>
                      <a:pt x="3450" y="2635"/>
                      <a:pt x="3398" y="2978"/>
                      <a:pt x="3371" y="3296"/>
                    </a:cubicBezTo>
                    <a:cubicBezTo>
                      <a:pt x="3345" y="3620"/>
                      <a:pt x="3345" y="3917"/>
                      <a:pt x="3358" y="4168"/>
                    </a:cubicBezTo>
                    <a:cubicBezTo>
                      <a:pt x="3365" y="4419"/>
                      <a:pt x="3384" y="4624"/>
                      <a:pt x="3398" y="4770"/>
                    </a:cubicBezTo>
                    <a:cubicBezTo>
                      <a:pt x="3411" y="4909"/>
                      <a:pt x="3424" y="4995"/>
                      <a:pt x="3424" y="4995"/>
                    </a:cubicBezTo>
                    <a:cubicBezTo>
                      <a:pt x="3431" y="5054"/>
                      <a:pt x="3450" y="5100"/>
                      <a:pt x="3477" y="5147"/>
                    </a:cubicBezTo>
                    <a:cubicBezTo>
                      <a:pt x="3464" y="5147"/>
                      <a:pt x="3457" y="5147"/>
                      <a:pt x="3444" y="5140"/>
                    </a:cubicBezTo>
                    <a:cubicBezTo>
                      <a:pt x="3391" y="5127"/>
                      <a:pt x="3338" y="5114"/>
                      <a:pt x="3285" y="5087"/>
                    </a:cubicBezTo>
                    <a:cubicBezTo>
                      <a:pt x="3173" y="5047"/>
                      <a:pt x="3067" y="4988"/>
                      <a:pt x="2968" y="4928"/>
                    </a:cubicBezTo>
                    <a:cubicBezTo>
                      <a:pt x="2776" y="4809"/>
                      <a:pt x="2591" y="4684"/>
                      <a:pt x="2419" y="4545"/>
                    </a:cubicBezTo>
                    <a:cubicBezTo>
                      <a:pt x="2213" y="4370"/>
                      <a:pt x="1985" y="4289"/>
                      <a:pt x="1758" y="4289"/>
                    </a:cubicBezTo>
                    <a:cubicBezTo>
                      <a:pt x="1608" y="4289"/>
                      <a:pt x="1458" y="4324"/>
                      <a:pt x="1315" y="4393"/>
                    </a:cubicBezTo>
                    <a:cubicBezTo>
                      <a:pt x="668" y="4697"/>
                      <a:pt x="271" y="5358"/>
                      <a:pt x="112" y="6032"/>
                    </a:cubicBezTo>
                    <a:cubicBezTo>
                      <a:pt x="26" y="6429"/>
                      <a:pt x="0" y="6832"/>
                      <a:pt x="7" y="7242"/>
                    </a:cubicBezTo>
                    <a:cubicBezTo>
                      <a:pt x="7" y="7387"/>
                      <a:pt x="126" y="7513"/>
                      <a:pt x="271" y="7520"/>
                    </a:cubicBezTo>
                    <a:cubicBezTo>
                      <a:pt x="275" y="7520"/>
                      <a:pt x="279" y="7520"/>
                      <a:pt x="283" y="7520"/>
                    </a:cubicBezTo>
                    <a:cubicBezTo>
                      <a:pt x="424" y="7520"/>
                      <a:pt x="549" y="7410"/>
                      <a:pt x="562" y="7262"/>
                    </a:cubicBezTo>
                    <a:cubicBezTo>
                      <a:pt x="595" y="6878"/>
                      <a:pt x="641" y="6495"/>
                      <a:pt x="780" y="6131"/>
                    </a:cubicBezTo>
                    <a:lnTo>
                      <a:pt x="780" y="6131"/>
                    </a:lnTo>
                    <a:cubicBezTo>
                      <a:pt x="767" y="6416"/>
                      <a:pt x="747" y="6693"/>
                      <a:pt x="734" y="6978"/>
                    </a:cubicBezTo>
                    <a:cubicBezTo>
                      <a:pt x="727" y="7070"/>
                      <a:pt x="727" y="7156"/>
                      <a:pt x="721" y="7249"/>
                    </a:cubicBezTo>
                    <a:cubicBezTo>
                      <a:pt x="707" y="7440"/>
                      <a:pt x="747" y="7632"/>
                      <a:pt x="833" y="7804"/>
                    </a:cubicBezTo>
                    <a:lnTo>
                      <a:pt x="992" y="10917"/>
                    </a:lnTo>
                    <a:cubicBezTo>
                      <a:pt x="1005" y="11089"/>
                      <a:pt x="1150" y="11228"/>
                      <a:pt x="1315" y="11228"/>
                    </a:cubicBezTo>
                    <a:cubicBezTo>
                      <a:pt x="1487" y="11228"/>
                      <a:pt x="1633" y="11089"/>
                      <a:pt x="1639" y="10917"/>
                    </a:cubicBezTo>
                    <a:lnTo>
                      <a:pt x="1758" y="8465"/>
                    </a:lnTo>
                    <a:lnTo>
                      <a:pt x="1891" y="10917"/>
                    </a:lnTo>
                    <a:cubicBezTo>
                      <a:pt x="1897" y="11089"/>
                      <a:pt x="2043" y="11228"/>
                      <a:pt x="2214" y="11228"/>
                    </a:cubicBezTo>
                    <a:cubicBezTo>
                      <a:pt x="2380" y="11228"/>
                      <a:pt x="2525" y="11089"/>
                      <a:pt x="2538" y="10917"/>
                    </a:cubicBezTo>
                    <a:lnTo>
                      <a:pt x="2684" y="7804"/>
                    </a:lnTo>
                    <a:cubicBezTo>
                      <a:pt x="2776" y="7639"/>
                      <a:pt x="2823" y="7460"/>
                      <a:pt x="2816" y="7255"/>
                    </a:cubicBezTo>
                    <a:lnTo>
                      <a:pt x="2723" y="5596"/>
                    </a:lnTo>
                    <a:lnTo>
                      <a:pt x="2723" y="5596"/>
                    </a:lnTo>
                    <a:cubicBezTo>
                      <a:pt x="2958" y="5691"/>
                      <a:pt x="3218" y="5768"/>
                      <a:pt x="3472" y="5768"/>
                    </a:cubicBezTo>
                    <a:cubicBezTo>
                      <a:pt x="3483" y="5768"/>
                      <a:pt x="3493" y="5768"/>
                      <a:pt x="3503" y="5768"/>
                    </a:cubicBezTo>
                    <a:cubicBezTo>
                      <a:pt x="3636" y="5761"/>
                      <a:pt x="3768" y="5722"/>
                      <a:pt x="3880" y="5649"/>
                    </a:cubicBezTo>
                    <a:cubicBezTo>
                      <a:pt x="3973" y="5596"/>
                      <a:pt x="4039" y="5517"/>
                      <a:pt x="4085" y="5424"/>
                    </a:cubicBezTo>
                    <a:cubicBezTo>
                      <a:pt x="4112" y="5378"/>
                      <a:pt x="4125" y="5325"/>
                      <a:pt x="4118" y="5279"/>
                    </a:cubicBezTo>
                    <a:cubicBezTo>
                      <a:pt x="4224" y="5193"/>
                      <a:pt x="4290" y="5067"/>
                      <a:pt x="4283" y="4922"/>
                    </a:cubicBezTo>
                    <a:cubicBezTo>
                      <a:pt x="4283" y="4922"/>
                      <a:pt x="4277" y="4843"/>
                      <a:pt x="4277" y="4710"/>
                    </a:cubicBezTo>
                    <a:cubicBezTo>
                      <a:pt x="4277" y="4578"/>
                      <a:pt x="4277" y="4393"/>
                      <a:pt x="4283" y="4168"/>
                    </a:cubicBezTo>
                    <a:cubicBezTo>
                      <a:pt x="4297" y="3944"/>
                      <a:pt x="4316" y="3686"/>
                      <a:pt x="4363" y="3421"/>
                    </a:cubicBezTo>
                    <a:cubicBezTo>
                      <a:pt x="4409" y="3150"/>
                      <a:pt x="4475" y="2873"/>
                      <a:pt x="4574" y="2615"/>
                    </a:cubicBezTo>
                    <a:cubicBezTo>
                      <a:pt x="4627" y="2469"/>
                      <a:pt x="4693" y="2331"/>
                      <a:pt x="4759" y="2205"/>
                    </a:cubicBezTo>
                    <a:lnTo>
                      <a:pt x="4759" y="2205"/>
                    </a:lnTo>
                    <a:lnTo>
                      <a:pt x="4442" y="4823"/>
                    </a:lnTo>
                    <a:cubicBezTo>
                      <a:pt x="4429" y="4955"/>
                      <a:pt x="4429" y="5094"/>
                      <a:pt x="4442" y="5226"/>
                    </a:cubicBezTo>
                    <a:cubicBezTo>
                      <a:pt x="4475" y="5504"/>
                      <a:pt x="4574" y="5748"/>
                      <a:pt x="4720" y="5966"/>
                    </a:cubicBezTo>
                    <a:lnTo>
                      <a:pt x="4944" y="10673"/>
                    </a:lnTo>
                    <a:cubicBezTo>
                      <a:pt x="4958" y="10930"/>
                      <a:pt x="5163" y="11142"/>
                      <a:pt x="5427" y="11149"/>
                    </a:cubicBezTo>
                    <a:cubicBezTo>
                      <a:pt x="5435" y="11149"/>
                      <a:pt x="5443" y="11149"/>
                      <a:pt x="5451" y="11149"/>
                    </a:cubicBezTo>
                    <a:cubicBezTo>
                      <a:pt x="5712" y="11149"/>
                      <a:pt x="5936" y="10942"/>
                      <a:pt x="5949" y="10673"/>
                    </a:cubicBezTo>
                    <a:lnTo>
                      <a:pt x="6108" y="7116"/>
                    </a:lnTo>
                    <a:lnTo>
                      <a:pt x="6273" y="10673"/>
                    </a:lnTo>
                    <a:cubicBezTo>
                      <a:pt x="6286" y="10930"/>
                      <a:pt x="6491" y="11142"/>
                      <a:pt x="6756" y="11149"/>
                    </a:cubicBezTo>
                    <a:cubicBezTo>
                      <a:pt x="6764" y="11149"/>
                      <a:pt x="6772" y="11149"/>
                      <a:pt x="6780" y="11149"/>
                    </a:cubicBezTo>
                    <a:cubicBezTo>
                      <a:pt x="7047" y="11149"/>
                      <a:pt x="7265" y="10942"/>
                      <a:pt x="7278" y="10673"/>
                    </a:cubicBezTo>
                    <a:lnTo>
                      <a:pt x="7496" y="5946"/>
                    </a:lnTo>
                    <a:cubicBezTo>
                      <a:pt x="7701" y="5629"/>
                      <a:pt x="7807" y="5233"/>
                      <a:pt x="7760" y="4823"/>
                    </a:cubicBezTo>
                    <a:lnTo>
                      <a:pt x="7443" y="2238"/>
                    </a:lnTo>
                    <a:lnTo>
                      <a:pt x="7443" y="2238"/>
                    </a:lnTo>
                    <a:cubicBezTo>
                      <a:pt x="7509" y="2357"/>
                      <a:pt x="7569" y="2483"/>
                      <a:pt x="7615" y="2615"/>
                    </a:cubicBezTo>
                    <a:cubicBezTo>
                      <a:pt x="7714" y="2873"/>
                      <a:pt x="7780" y="3150"/>
                      <a:pt x="7826" y="3421"/>
                    </a:cubicBezTo>
                    <a:cubicBezTo>
                      <a:pt x="7873" y="3686"/>
                      <a:pt x="7893" y="3944"/>
                      <a:pt x="7906" y="4168"/>
                    </a:cubicBezTo>
                    <a:cubicBezTo>
                      <a:pt x="7912" y="4393"/>
                      <a:pt x="7912" y="4578"/>
                      <a:pt x="7912" y="4710"/>
                    </a:cubicBezTo>
                    <a:cubicBezTo>
                      <a:pt x="7912" y="4843"/>
                      <a:pt x="7906" y="4922"/>
                      <a:pt x="7906" y="4922"/>
                    </a:cubicBezTo>
                    <a:cubicBezTo>
                      <a:pt x="7899" y="5140"/>
                      <a:pt x="8058" y="5338"/>
                      <a:pt x="8283" y="5371"/>
                    </a:cubicBezTo>
                    <a:cubicBezTo>
                      <a:pt x="8299" y="5373"/>
                      <a:pt x="8316" y="5374"/>
                      <a:pt x="8332" y="5374"/>
                    </a:cubicBezTo>
                    <a:cubicBezTo>
                      <a:pt x="8526" y="5374"/>
                      <a:pt x="8695" y="5248"/>
                      <a:pt x="8750" y="5063"/>
                    </a:cubicBezTo>
                    <a:lnTo>
                      <a:pt x="8750" y="5063"/>
                    </a:lnTo>
                    <a:lnTo>
                      <a:pt x="8236" y="7401"/>
                    </a:lnTo>
                    <a:cubicBezTo>
                      <a:pt x="8223" y="7467"/>
                      <a:pt x="8243" y="7539"/>
                      <a:pt x="8289" y="7592"/>
                    </a:cubicBezTo>
                    <a:cubicBezTo>
                      <a:pt x="8335" y="7652"/>
                      <a:pt x="8401" y="7678"/>
                      <a:pt x="8468" y="7678"/>
                    </a:cubicBezTo>
                    <a:lnTo>
                      <a:pt x="9215" y="7678"/>
                    </a:lnTo>
                    <a:lnTo>
                      <a:pt x="9360" y="10699"/>
                    </a:lnTo>
                    <a:cubicBezTo>
                      <a:pt x="9373" y="10957"/>
                      <a:pt x="9598" y="11175"/>
                      <a:pt x="9856" y="11182"/>
                    </a:cubicBezTo>
                    <a:cubicBezTo>
                      <a:pt x="10120" y="11182"/>
                      <a:pt x="10345" y="10983"/>
                      <a:pt x="10371" y="10732"/>
                    </a:cubicBezTo>
                    <a:cubicBezTo>
                      <a:pt x="10371" y="10719"/>
                      <a:pt x="10378" y="10706"/>
                      <a:pt x="10378" y="10699"/>
                    </a:cubicBezTo>
                    <a:lnTo>
                      <a:pt x="10530" y="7678"/>
                    </a:lnTo>
                    <a:lnTo>
                      <a:pt x="10616" y="7678"/>
                    </a:lnTo>
                    <a:lnTo>
                      <a:pt x="10761" y="10699"/>
                    </a:lnTo>
                    <a:cubicBezTo>
                      <a:pt x="10775" y="10957"/>
                      <a:pt x="10993" y="11175"/>
                      <a:pt x="11257" y="11182"/>
                    </a:cubicBezTo>
                    <a:cubicBezTo>
                      <a:pt x="11515" y="11182"/>
                      <a:pt x="11740" y="10983"/>
                      <a:pt x="11773" y="10732"/>
                    </a:cubicBezTo>
                    <a:cubicBezTo>
                      <a:pt x="11773" y="10719"/>
                      <a:pt x="11773" y="10706"/>
                      <a:pt x="11773" y="10699"/>
                    </a:cubicBezTo>
                    <a:lnTo>
                      <a:pt x="11931" y="7678"/>
                    </a:lnTo>
                    <a:lnTo>
                      <a:pt x="12678" y="7678"/>
                    </a:lnTo>
                    <a:cubicBezTo>
                      <a:pt x="12751" y="7678"/>
                      <a:pt x="12817" y="7652"/>
                      <a:pt x="12857" y="7592"/>
                    </a:cubicBezTo>
                    <a:cubicBezTo>
                      <a:pt x="12903" y="7539"/>
                      <a:pt x="12923" y="7467"/>
                      <a:pt x="12910" y="7401"/>
                    </a:cubicBezTo>
                    <a:lnTo>
                      <a:pt x="12044" y="3316"/>
                    </a:lnTo>
                    <a:lnTo>
                      <a:pt x="12044" y="2985"/>
                    </a:lnTo>
                    <a:cubicBezTo>
                      <a:pt x="12301" y="3606"/>
                      <a:pt x="12407" y="4274"/>
                      <a:pt x="12460" y="4948"/>
                    </a:cubicBezTo>
                    <a:cubicBezTo>
                      <a:pt x="12460" y="4961"/>
                      <a:pt x="12467" y="4975"/>
                      <a:pt x="12467" y="4988"/>
                    </a:cubicBezTo>
                    <a:cubicBezTo>
                      <a:pt x="12480" y="5180"/>
                      <a:pt x="12625" y="5332"/>
                      <a:pt x="12804" y="5378"/>
                    </a:cubicBezTo>
                    <a:cubicBezTo>
                      <a:pt x="12804" y="5404"/>
                      <a:pt x="12817" y="5437"/>
                      <a:pt x="12830" y="5464"/>
                    </a:cubicBezTo>
                    <a:cubicBezTo>
                      <a:pt x="12883" y="5550"/>
                      <a:pt x="12949" y="5629"/>
                      <a:pt x="13035" y="5689"/>
                    </a:cubicBezTo>
                    <a:cubicBezTo>
                      <a:pt x="13141" y="5761"/>
                      <a:pt x="13273" y="5794"/>
                      <a:pt x="13405" y="5801"/>
                    </a:cubicBezTo>
                    <a:cubicBezTo>
                      <a:pt x="13423" y="5802"/>
                      <a:pt x="13441" y="5802"/>
                      <a:pt x="13459" y="5802"/>
                    </a:cubicBezTo>
                    <a:cubicBezTo>
                      <a:pt x="13699" y="5802"/>
                      <a:pt x="13944" y="5721"/>
                      <a:pt x="14172" y="5629"/>
                    </a:cubicBezTo>
                    <a:lnTo>
                      <a:pt x="14185" y="6475"/>
                    </a:lnTo>
                    <a:lnTo>
                      <a:pt x="13723" y="8584"/>
                    </a:lnTo>
                    <a:cubicBezTo>
                      <a:pt x="13709" y="8630"/>
                      <a:pt x="13723" y="8683"/>
                      <a:pt x="13756" y="8723"/>
                    </a:cubicBezTo>
                    <a:cubicBezTo>
                      <a:pt x="13789" y="8756"/>
                      <a:pt x="13835" y="8782"/>
                      <a:pt x="13881" y="8782"/>
                    </a:cubicBezTo>
                    <a:lnTo>
                      <a:pt x="14271" y="8782"/>
                    </a:lnTo>
                    <a:lnTo>
                      <a:pt x="14370" y="10858"/>
                    </a:lnTo>
                    <a:cubicBezTo>
                      <a:pt x="14384" y="11023"/>
                      <a:pt x="14522" y="11155"/>
                      <a:pt x="14694" y="11155"/>
                    </a:cubicBezTo>
                    <a:cubicBezTo>
                      <a:pt x="14698" y="11155"/>
                      <a:pt x="14702" y="11155"/>
                      <a:pt x="14706" y="11155"/>
                    </a:cubicBezTo>
                    <a:cubicBezTo>
                      <a:pt x="14866" y="11155"/>
                      <a:pt x="14999" y="11019"/>
                      <a:pt x="15012" y="10858"/>
                    </a:cubicBezTo>
                    <a:lnTo>
                      <a:pt x="15117" y="8782"/>
                    </a:lnTo>
                    <a:lnTo>
                      <a:pt x="15150" y="8782"/>
                    </a:lnTo>
                    <a:lnTo>
                      <a:pt x="15250" y="10858"/>
                    </a:lnTo>
                    <a:cubicBezTo>
                      <a:pt x="15256" y="11023"/>
                      <a:pt x="15402" y="11155"/>
                      <a:pt x="15567" y="11155"/>
                    </a:cubicBezTo>
                    <a:cubicBezTo>
                      <a:pt x="15571" y="11155"/>
                      <a:pt x="15575" y="11155"/>
                      <a:pt x="15579" y="11155"/>
                    </a:cubicBezTo>
                    <a:cubicBezTo>
                      <a:pt x="15745" y="11155"/>
                      <a:pt x="15878" y="11019"/>
                      <a:pt x="15891" y="10858"/>
                    </a:cubicBezTo>
                    <a:lnTo>
                      <a:pt x="15997" y="8782"/>
                    </a:lnTo>
                    <a:lnTo>
                      <a:pt x="16373" y="8782"/>
                    </a:lnTo>
                    <a:cubicBezTo>
                      <a:pt x="16426" y="8782"/>
                      <a:pt x="16472" y="8756"/>
                      <a:pt x="16499" y="8723"/>
                    </a:cubicBezTo>
                    <a:cubicBezTo>
                      <a:pt x="16532" y="8683"/>
                      <a:pt x="16545" y="8630"/>
                      <a:pt x="16539" y="8584"/>
                    </a:cubicBezTo>
                    <a:lnTo>
                      <a:pt x="16069" y="6475"/>
                    </a:lnTo>
                    <a:lnTo>
                      <a:pt x="16076" y="6158"/>
                    </a:lnTo>
                    <a:cubicBezTo>
                      <a:pt x="16215" y="6515"/>
                      <a:pt x="16261" y="6892"/>
                      <a:pt x="16294" y="7268"/>
                    </a:cubicBezTo>
                    <a:cubicBezTo>
                      <a:pt x="16301" y="7368"/>
                      <a:pt x="16354" y="7447"/>
                      <a:pt x="16433" y="7487"/>
                    </a:cubicBezTo>
                    <a:cubicBezTo>
                      <a:pt x="16433" y="7513"/>
                      <a:pt x="16439" y="7533"/>
                      <a:pt x="16453" y="7553"/>
                    </a:cubicBezTo>
                    <a:cubicBezTo>
                      <a:pt x="16486" y="7612"/>
                      <a:pt x="16525" y="7658"/>
                      <a:pt x="16585" y="7698"/>
                    </a:cubicBezTo>
                    <a:cubicBezTo>
                      <a:pt x="16658" y="7744"/>
                      <a:pt x="16737" y="7764"/>
                      <a:pt x="16823" y="7771"/>
                    </a:cubicBezTo>
                    <a:cubicBezTo>
                      <a:pt x="16833" y="7771"/>
                      <a:pt x="16842" y="7771"/>
                      <a:pt x="16852" y="7771"/>
                    </a:cubicBezTo>
                    <a:cubicBezTo>
                      <a:pt x="17014" y="7771"/>
                      <a:pt x="17176" y="7721"/>
                      <a:pt x="17325" y="7665"/>
                    </a:cubicBezTo>
                    <a:lnTo>
                      <a:pt x="17325" y="7665"/>
                    </a:lnTo>
                    <a:lnTo>
                      <a:pt x="17266" y="8723"/>
                    </a:lnTo>
                    <a:cubicBezTo>
                      <a:pt x="17259" y="8848"/>
                      <a:pt x="17292" y="8967"/>
                      <a:pt x="17345" y="9073"/>
                    </a:cubicBezTo>
                    <a:lnTo>
                      <a:pt x="17444" y="11056"/>
                    </a:lnTo>
                    <a:cubicBezTo>
                      <a:pt x="17451" y="11162"/>
                      <a:pt x="17543" y="11254"/>
                      <a:pt x="17649" y="11254"/>
                    </a:cubicBezTo>
                    <a:cubicBezTo>
                      <a:pt x="17755" y="11254"/>
                      <a:pt x="17847" y="11162"/>
                      <a:pt x="17854" y="11056"/>
                    </a:cubicBezTo>
                    <a:lnTo>
                      <a:pt x="17940" y="9489"/>
                    </a:lnTo>
                    <a:lnTo>
                      <a:pt x="18013" y="11056"/>
                    </a:lnTo>
                    <a:cubicBezTo>
                      <a:pt x="18019" y="11162"/>
                      <a:pt x="18112" y="11254"/>
                      <a:pt x="18218" y="11254"/>
                    </a:cubicBezTo>
                    <a:cubicBezTo>
                      <a:pt x="18330" y="11254"/>
                      <a:pt x="18422" y="11162"/>
                      <a:pt x="18429" y="11056"/>
                    </a:cubicBezTo>
                    <a:lnTo>
                      <a:pt x="18528" y="9066"/>
                    </a:lnTo>
                    <a:cubicBezTo>
                      <a:pt x="18588" y="8961"/>
                      <a:pt x="18608" y="8842"/>
                      <a:pt x="18601" y="8716"/>
                    </a:cubicBezTo>
                    <a:cubicBezTo>
                      <a:pt x="18594" y="8657"/>
                      <a:pt x="18594" y="8604"/>
                      <a:pt x="18594" y="8544"/>
                    </a:cubicBezTo>
                    <a:cubicBezTo>
                      <a:pt x="18581" y="8366"/>
                      <a:pt x="18575" y="8181"/>
                      <a:pt x="18561" y="8002"/>
                    </a:cubicBezTo>
                    <a:lnTo>
                      <a:pt x="18561" y="8002"/>
                    </a:lnTo>
                    <a:cubicBezTo>
                      <a:pt x="18647" y="8233"/>
                      <a:pt x="18680" y="8485"/>
                      <a:pt x="18700" y="8729"/>
                    </a:cubicBezTo>
                    <a:cubicBezTo>
                      <a:pt x="18706" y="8818"/>
                      <a:pt x="18786" y="8888"/>
                      <a:pt x="18873" y="8888"/>
                    </a:cubicBezTo>
                    <a:cubicBezTo>
                      <a:pt x="18877" y="8888"/>
                      <a:pt x="18881" y="8888"/>
                      <a:pt x="18885" y="8888"/>
                    </a:cubicBezTo>
                    <a:cubicBezTo>
                      <a:pt x="18978" y="8881"/>
                      <a:pt x="19057" y="8809"/>
                      <a:pt x="19057" y="8716"/>
                    </a:cubicBezTo>
                    <a:cubicBezTo>
                      <a:pt x="19057" y="8452"/>
                      <a:pt x="19044" y="8194"/>
                      <a:pt x="18984" y="7943"/>
                    </a:cubicBezTo>
                    <a:cubicBezTo>
                      <a:pt x="18885" y="7513"/>
                      <a:pt x="18634" y="7090"/>
                      <a:pt x="18224" y="6898"/>
                    </a:cubicBezTo>
                    <a:cubicBezTo>
                      <a:pt x="18131" y="6853"/>
                      <a:pt x="18033" y="6829"/>
                      <a:pt x="17935" y="6829"/>
                    </a:cubicBezTo>
                    <a:cubicBezTo>
                      <a:pt x="17791" y="6829"/>
                      <a:pt x="17647" y="6881"/>
                      <a:pt x="17517" y="6991"/>
                    </a:cubicBezTo>
                    <a:cubicBezTo>
                      <a:pt x="17405" y="7083"/>
                      <a:pt x="17292" y="7163"/>
                      <a:pt x="17167" y="7235"/>
                    </a:cubicBezTo>
                    <a:cubicBezTo>
                      <a:pt x="17100" y="7275"/>
                      <a:pt x="17034" y="7315"/>
                      <a:pt x="16962" y="7341"/>
                    </a:cubicBezTo>
                    <a:cubicBezTo>
                      <a:pt x="16929" y="7354"/>
                      <a:pt x="16896" y="7368"/>
                      <a:pt x="16862" y="7374"/>
                    </a:cubicBezTo>
                    <a:cubicBezTo>
                      <a:pt x="16843" y="7381"/>
                      <a:pt x="16823" y="7381"/>
                      <a:pt x="16803" y="7381"/>
                    </a:cubicBezTo>
                    <a:cubicBezTo>
                      <a:pt x="16823" y="7341"/>
                      <a:pt x="16836" y="7301"/>
                      <a:pt x="16836" y="7249"/>
                    </a:cubicBezTo>
                    <a:cubicBezTo>
                      <a:pt x="16843" y="6852"/>
                      <a:pt x="16823" y="6455"/>
                      <a:pt x="16730" y="6059"/>
                    </a:cubicBezTo>
                    <a:cubicBezTo>
                      <a:pt x="16578" y="5404"/>
                      <a:pt x="16188" y="4757"/>
                      <a:pt x="15554" y="4453"/>
                    </a:cubicBezTo>
                    <a:cubicBezTo>
                      <a:pt x="15412" y="4384"/>
                      <a:pt x="15265" y="4349"/>
                      <a:pt x="15119" y="4349"/>
                    </a:cubicBezTo>
                    <a:cubicBezTo>
                      <a:pt x="14896" y="4349"/>
                      <a:pt x="14673" y="4430"/>
                      <a:pt x="14470" y="4598"/>
                    </a:cubicBezTo>
                    <a:cubicBezTo>
                      <a:pt x="14298" y="4737"/>
                      <a:pt x="14119" y="4862"/>
                      <a:pt x="13934" y="4975"/>
                    </a:cubicBezTo>
                    <a:cubicBezTo>
                      <a:pt x="13828" y="5034"/>
                      <a:pt x="13729" y="5094"/>
                      <a:pt x="13617" y="5140"/>
                    </a:cubicBezTo>
                    <a:cubicBezTo>
                      <a:pt x="13564" y="5160"/>
                      <a:pt x="13518" y="5180"/>
                      <a:pt x="13465" y="5186"/>
                    </a:cubicBezTo>
                    <a:cubicBezTo>
                      <a:pt x="13444" y="5192"/>
                      <a:pt x="13423" y="5194"/>
                      <a:pt x="13403" y="5194"/>
                    </a:cubicBezTo>
                    <a:cubicBezTo>
                      <a:pt x="13355" y="5194"/>
                      <a:pt x="13311" y="5180"/>
                      <a:pt x="13273" y="5166"/>
                    </a:cubicBezTo>
                    <a:cubicBezTo>
                      <a:pt x="13313" y="5100"/>
                      <a:pt x="13333" y="5034"/>
                      <a:pt x="13333" y="4955"/>
                    </a:cubicBezTo>
                    <a:cubicBezTo>
                      <a:pt x="13333" y="4380"/>
                      <a:pt x="13326" y="4307"/>
                      <a:pt x="13319" y="4201"/>
                    </a:cubicBezTo>
                    <a:cubicBezTo>
                      <a:pt x="13280" y="3487"/>
                      <a:pt x="13154" y="2774"/>
                      <a:pt x="12863" y="2119"/>
                    </a:cubicBezTo>
                    <a:cubicBezTo>
                      <a:pt x="12586" y="1491"/>
                      <a:pt x="12143" y="910"/>
                      <a:pt x="11548" y="559"/>
                    </a:cubicBezTo>
                    <a:cubicBezTo>
                      <a:pt x="11283" y="404"/>
                      <a:pt x="10892" y="268"/>
                      <a:pt x="10609" y="268"/>
                    </a:cubicBezTo>
                    <a:cubicBezTo>
                      <a:pt x="10603" y="268"/>
                      <a:pt x="10596" y="268"/>
                      <a:pt x="10589" y="268"/>
                    </a:cubicBezTo>
                    <a:cubicBezTo>
                      <a:pt x="10299" y="268"/>
                      <a:pt x="10054" y="328"/>
                      <a:pt x="9783" y="473"/>
                    </a:cubicBezTo>
                    <a:cubicBezTo>
                      <a:pt x="9512" y="612"/>
                      <a:pt x="9254" y="771"/>
                      <a:pt x="9003" y="949"/>
                    </a:cubicBezTo>
                    <a:cubicBezTo>
                      <a:pt x="8765" y="1114"/>
                      <a:pt x="8534" y="1306"/>
                      <a:pt x="8342" y="1531"/>
                    </a:cubicBezTo>
                    <a:cubicBezTo>
                      <a:pt x="8302" y="1445"/>
                      <a:pt x="8256" y="1372"/>
                      <a:pt x="8210" y="1293"/>
                    </a:cubicBezTo>
                    <a:cubicBezTo>
                      <a:pt x="8117" y="1141"/>
                      <a:pt x="8011" y="1002"/>
                      <a:pt x="7899" y="870"/>
                    </a:cubicBezTo>
                    <a:cubicBezTo>
                      <a:pt x="7787" y="744"/>
                      <a:pt x="7668" y="632"/>
                      <a:pt x="7549" y="539"/>
                    </a:cubicBezTo>
                    <a:cubicBezTo>
                      <a:pt x="7317" y="348"/>
                      <a:pt x="7086" y="222"/>
                      <a:pt x="6908" y="149"/>
                    </a:cubicBezTo>
                    <a:cubicBezTo>
                      <a:pt x="6822" y="110"/>
                      <a:pt x="6749" y="90"/>
                      <a:pt x="6683" y="70"/>
                    </a:cubicBezTo>
                    <a:cubicBezTo>
                      <a:pt x="6508" y="20"/>
                      <a:pt x="6318" y="1"/>
                      <a:pt x="61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44" name="Google Shape;644;p48"/>
              <p:cNvSpPr/>
              <p:nvPr/>
            </p:nvSpPr>
            <p:spPr>
              <a:xfrm>
                <a:off x="3727297" y="2041315"/>
                <a:ext cx="60520" cy="60499"/>
              </a:xfrm>
              <a:custGeom>
                <a:avLst/>
                <a:gdLst/>
                <a:ahLst/>
                <a:cxnLst/>
                <a:rect l="l" t="t" r="r" b="b"/>
                <a:pathLst>
                  <a:path w="2903" h="2902" extrusionOk="0">
                    <a:moveTo>
                      <a:pt x="1448" y="0"/>
                    </a:moveTo>
                    <a:cubicBezTo>
                      <a:pt x="648" y="0"/>
                      <a:pt x="1" y="655"/>
                      <a:pt x="1" y="1454"/>
                    </a:cubicBezTo>
                    <a:cubicBezTo>
                      <a:pt x="1" y="2254"/>
                      <a:pt x="648" y="2902"/>
                      <a:pt x="1448" y="2902"/>
                    </a:cubicBezTo>
                    <a:cubicBezTo>
                      <a:pt x="2248" y="2902"/>
                      <a:pt x="2902" y="2254"/>
                      <a:pt x="2902" y="1454"/>
                    </a:cubicBezTo>
                    <a:cubicBezTo>
                      <a:pt x="2902" y="655"/>
                      <a:pt x="2248" y="0"/>
                      <a:pt x="14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45" name="Google Shape;645;p48"/>
              <p:cNvSpPr/>
              <p:nvPr/>
            </p:nvSpPr>
            <p:spPr>
              <a:xfrm>
                <a:off x="3925860" y="2154428"/>
                <a:ext cx="39298" cy="38339"/>
              </a:xfrm>
              <a:custGeom>
                <a:avLst/>
                <a:gdLst/>
                <a:ahLst/>
                <a:cxnLst/>
                <a:rect l="l" t="t" r="r" b="b"/>
                <a:pathLst>
                  <a:path w="1885" h="1839" extrusionOk="0">
                    <a:moveTo>
                      <a:pt x="926" y="0"/>
                    </a:moveTo>
                    <a:cubicBezTo>
                      <a:pt x="712" y="0"/>
                      <a:pt x="501" y="79"/>
                      <a:pt x="338" y="219"/>
                    </a:cubicBezTo>
                    <a:cubicBezTo>
                      <a:pt x="146" y="378"/>
                      <a:pt x="27" y="616"/>
                      <a:pt x="14" y="867"/>
                    </a:cubicBezTo>
                    <a:cubicBezTo>
                      <a:pt x="1" y="1118"/>
                      <a:pt x="87" y="1369"/>
                      <a:pt x="265" y="1554"/>
                    </a:cubicBezTo>
                    <a:cubicBezTo>
                      <a:pt x="437" y="1733"/>
                      <a:pt x="682" y="1839"/>
                      <a:pt x="933" y="1839"/>
                    </a:cubicBezTo>
                    <a:cubicBezTo>
                      <a:pt x="1369" y="1839"/>
                      <a:pt x="1759" y="1515"/>
                      <a:pt x="1838" y="1078"/>
                    </a:cubicBezTo>
                    <a:cubicBezTo>
                      <a:pt x="1885" y="834"/>
                      <a:pt x="1819" y="570"/>
                      <a:pt x="1667" y="365"/>
                    </a:cubicBezTo>
                    <a:cubicBezTo>
                      <a:pt x="1514" y="166"/>
                      <a:pt x="1290" y="34"/>
                      <a:pt x="1039" y="8"/>
                    </a:cubicBezTo>
                    <a:cubicBezTo>
                      <a:pt x="1001" y="3"/>
                      <a:pt x="963" y="0"/>
                      <a:pt x="9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46" name="Google Shape;646;p48"/>
              <p:cNvSpPr/>
              <p:nvPr/>
            </p:nvSpPr>
            <p:spPr>
              <a:xfrm>
                <a:off x="3818667" y="2045797"/>
                <a:ext cx="64231" cy="60979"/>
              </a:xfrm>
              <a:custGeom>
                <a:avLst/>
                <a:gdLst/>
                <a:ahLst/>
                <a:cxnLst/>
                <a:rect l="l" t="t" r="r" b="b"/>
                <a:pathLst>
                  <a:path w="3081" h="2925" extrusionOk="0">
                    <a:moveTo>
                      <a:pt x="1547" y="0"/>
                    </a:moveTo>
                    <a:cubicBezTo>
                      <a:pt x="1076" y="0"/>
                      <a:pt x="617" y="234"/>
                      <a:pt x="344" y="625"/>
                    </a:cubicBezTo>
                    <a:cubicBezTo>
                      <a:pt x="53" y="1048"/>
                      <a:pt x="0" y="1603"/>
                      <a:pt x="212" y="2072"/>
                    </a:cubicBezTo>
                    <a:cubicBezTo>
                      <a:pt x="423" y="2528"/>
                      <a:pt x="859" y="2852"/>
                      <a:pt x="1362" y="2918"/>
                    </a:cubicBezTo>
                    <a:cubicBezTo>
                      <a:pt x="1421" y="2925"/>
                      <a:pt x="1487" y="2925"/>
                      <a:pt x="1547" y="2925"/>
                    </a:cubicBezTo>
                    <a:cubicBezTo>
                      <a:pt x="2049" y="2925"/>
                      <a:pt x="2532" y="2661"/>
                      <a:pt x="2796" y="2224"/>
                    </a:cubicBezTo>
                    <a:cubicBezTo>
                      <a:pt x="3067" y="1788"/>
                      <a:pt x="3080" y="1226"/>
                      <a:pt x="2842" y="777"/>
                    </a:cubicBezTo>
                    <a:cubicBezTo>
                      <a:pt x="2604" y="334"/>
                      <a:pt x="2142" y="36"/>
                      <a:pt x="1639" y="3"/>
                    </a:cubicBezTo>
                    <a:cubicBezTo>
                      <a:pt x="1608" y="1"/>
                      <a:pt x="1577" y="0"/>
                      <a:pt x="15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647" name="Google Shape;647;p48"/>
          <p:cNvSpPr txBox="1">
            <a:spLocks noGrp="1"/>
          </p:cNvSpPr>
          <p:nvPr>
            <p:ph type="title"/>
          </p:nvPr>
        </p:nvSpPr>
        <p:spPr>
          <a:xfrm>
            <a:off x="1692025" y="489824"/>
            <a:ext cx="5760000" cy="2022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WORDS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651"/>
        <p:cNvGrpSpPr/>
        <p:nvPr/>
      </p:nvGrpSpPr>
      <p:grpSpPr>
        <a:xfrm>
          <a:off x="0" y="0"/>
          <a:ext cx="0" cy="0"/>
          <a:chOff x="0" y="0"/>
          <a:chExt cx="0" cy="0"/>
        </a:xfrm>
      </p:grpSpPr>
      <p:sp>
        <p:nvSpPr>
          <p:cNvPr id="652" name="Google Shape;652;p49"/>
          <p:cNvSpPr/>
          <p:nvPr/>
        </p:nvSpPr>
        <p:spPr>
          <a:xfrm rot="10800000">
            <a:off x="1386350" y="2193725"/>
            <a:ext cx="6371400" cy="4189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9"/>
          <p:cNvSpPr/>
          <p:nvPr/>
        </p:nvSpPr>
        <p:spPr>
          <a:xfrm rot="10800000">
            <a:off x="1496476" y="2298425"/>
            <a:ext cx="6151200" cy="4143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9"/>
          <p:cNvSpPr txBox="1">
            <a:spLocks noGrp="1"/>
          </p:cNvSpPr>
          <p:nvPr>
            <p:ph type="subTitle" idx="1"/>
          </p:nvPr>
        </p:nvSpPr>
        <p:spPr>
          <a:xfrm>
            <a:off x="2075850" y="2504500"/>
            <a:ext cx="4992300" cy="147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is a quote, words full of wisdom that someone important said and can make the reader get inspired.”</a:t>
            </a:r>
            <a:endParaRPr/>
          </a:p>
        </p:txBody>
      </p:sp>
      <p:cxnSp>
        <p:nvCxnSpPr>
          <p:cNvPr id="655" name="Google Shape;655;p49"/>
          <p:cNvCxnSpPr/>
          <p:nvPr/>
        </p:nvCxnSpPr>
        <p:spPr>
          <a:xfrm>
            <a:off x="3140850" y="3925431"/>
            <a:ext cx="2862300" cy="0"/>
          </a:xfrm>
          <a:prstGeom prst="straightConnector1">
            <a:avLst/>
          </a:prstGeom>
          <a:noFill/>
          <a:ln w="9525" cap="flat" cmpd="sng">
            <a:solidFill>
              <a:schemeClr val="dk1"/>
            </a:solidFill>
            <a:prstDash val="solid"/>
            <a:round/>
            <a:headEnd type="none" w="med" len="med"/>
            <a:tailEnd type="none" w="med" len="med"/>
          </a:ln>
        </p:spPr>
      </p:cxnSp>
      <p:grpSp>
        <p:nvGrpSpPr>
          <p:cNvPr id="656" name="Google Shape;656;p49"/>
          <p:cNvGrpSpPr/>
          <p:nvPr/>
        </p:nvGrpSpPr>
        <p:grpSpPr>
          <a:xfrm>
            <a:off x="835787" y="1833444"/>
            <a:ext cx="777000" cy="738300"/>
            <a:chOff x="1725387" y="552369"/>
            <a:chExt cx="777000" cy="738300"/>
          </a:xfrm>
        </p:grpSpPr>
        <p:sp>
          <p:nvSpPr>
            <p:cNvPr id="657" name="Google Shape;657;p49"/>
            <p:cNvSpPr/>
            <p:nvPr/>
          </p:nvSpPr>
          <p:spPr>
            <a:xfrm>
              <a:off x="1725387" y="552369"/>
              <a:ext cx="777000" cy="738300"/>
            </a:xfrm>
            <a:prstGeom prst="pentagon">
              <a:avLst>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9"/>
            <p:cNvSpPr/>
            <p:nvPr/>
          </p:nvSpPr>
          <p:spPr>
            <a:xfrm>
              <a:off x="1776269" y="600711"/>
              <a:ext cx="675300" cy="641700"/>
            </a:xfrm>
            <a:prstGeom prst="pentagon">
              <a:avLst>
                <a:gd name="hf" fmla="val 105146"/>
                <a:gd name="vf" fmla="val 11055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9" name="Google Shape;659;p49"/>
            <p:cNvGrpSpPr/>
            <p:nvPr/>
          </p:nvGrpSpPr>
          <p:grpSpPr>
            <a:xfrm>
              <a:off x="2017229" y="813997"/>
              <a:ext cx="193290" cy="287952"/>
              <a:chOff x="4806248" y="2040210"/>
              <a:chExt cx="202589" cy="301805"/>
            </a:xfrm>
          </p:grpSpPr>
          <p:sp>
            <p:nvSpPr>
              <p:cNvPr id="660" name="Google Shape;660;p49"/>
              <p:cNvSpPr/>
              <p:nvPr/>
            </p:nvSpPr>
            <p:spPr>
              <a:xfrm>
                <a:off x="4957427" y="2170813"/>
                <a:ext cx="36525" cy="35649"/>
              </a:xfrm>
              <a:custGeom>
                <a:avLst/>
                <a:gdLst/>
                <a:ahLst/>
                <a:cxnLst/>
                <a:rect l="l" t="t" r="r" b="b"/>
                <a:pathLst>
                  <a:path w="1752" h="1710" extrusionOk="0">
                    <a:moveTo>
                      <a:pt x="853" y="1"/>
                    </a:moveTo>
                    <a:cubicBezTo>
                      <a:pt x="840" y="1"/>
                      <a:pt x="827" y="1"/>
                      <a:pt x="813" y="2"/>
                    </a:cubicBezTo>
                    <a:cubicBezTo>
                      <a:pt x="542" y="15"/>
                      <a:pt x="285" y="160"/>
                      <a:pt x="139" y="392"/>
                    </a:cubicBezTo>
                    <a:cubicBezTo>
                      <a:pt x="47" y="530"/>
                      <a:pt x="0" y="689"/>
                      <a:pt x="0" y="854"/>
                    </a:cubicBezTo>
                    <a:cubicBezTo>
                      <a:pt x="0" y="1132"/>
                      <a:pt x="139" y="1390"/>
                      <a:pt x="357" y="1548"/>
                    </a:cubicBezTo>
                    <a:cubicBezTo>
                      <a:pt x="503" y="1655"/>
                      <a:pt x="678" y="1710"/>
                      <a:pt x="856" y="1710"/>
                    </a:cubicBezTo>
                    <a:cubicBezTo>
                      <a:pt x="953" y="1710"/>
                      <a:pt x="1051" y="1693"/>
                      <a:pt x="1144" y="1661"/>
                    </a:cubicBezTo>
                    <a:cubicBezTo>
                      <a:pt x="1395" y="1575"/>
                      <a:pt x="1600" y="1363"/>
                      <a:pt x="1673" y="1106"/>
                    </a:cubicBezTo>
                    <a:cubicBezTo>
                      <a:pt x="1752" y="841"/>
                      <a:pt x="1699" y="544"/>
                      <a:pt x="1527" y="326"/>
                    </a:cubicBezTo>
                    <a:cubicBezTo>
                      <a:pt x="1364" y="124"/>
                      <a:pt x="1116" y="1"/>
                      <a:pt x="8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61" name="Google Shape;661;p49"/>
              <p:cNvSpPr/>
              <p:nvPr/>
            </p:nvSpPr>
            <p:spPr>
              <a:xfrm>
                <a:off x="4832160" y="2063495"/>
                <a:ext cx="61479" cy="58456"/>
              </a:xfrm>
              <a:custGeom>
                <a:avLst/>
                <a:gdLst/>
                <a:ahLst/>
                <a:cxnLst/>
                <a:rect l="l" t="t" r="r" b="b"/>
                <a:pathLst>
                  <a:path w="2949" h="2804" extrusionOk="0">
                    <a:moveTo>
                      <a:pt x="1437" y="0"/>
                    </a:moveTo>
                    <a:cubicBezTo>
                      <a:pt x="1281" y="0"/>
                      <a:pt x="1123" y="26"/>
                      <a:pt x="972" y="80"/>
                    </a:cubicBezTo>
                    <a:cubicBezTo>
                      <a:pt x="457" y="265"/>
                      <a:pt x="87" y="747"/>
                      <a:pt x="47" y="1289"/>
                    </a:cubicBezTo>
                    <a:cubicBezTo>
                      <a:pt x="1" y="1838"/>
                      <a:pt x="298" y="2373"/>
                      <a:pt x="781" y="2638"/>
                    </a:cubicBezTo>
                    <a:cubicBezTo>
                      <a:pt x="986" y="2744"/>
                      <a:pt x="1210" y="2803"/>
                      <a:pt x="1442" y="2803"/>
                    </a:cubicBezTo>
                    <a:cubicBezTo>
                      <a:pt x="1990" y="2803"/>
                      <a:pt x="2499" y="2473"/>
                      <a:pt x="2724" y="1970"/>
                    </a:cubicBezTo>
                    <a:cubicBezTo>
                      <a:pt x="2949" y="1461"/>
                      <a:pt x="2850" y="853"/>
                      <a:pt x="2473" y="443"/>
                    </a:cubicBezTo>
                    <a:cubicBezTo>
                      <a:pt x="2200" y="157"/>
                      <a:pt x="1821" y="0"/>
                      <a:pt x="1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62" name="Google Shape;662;p49"/>
              <p:cNvSpPr/>
              <p:nvPr/>
            </p:nvSpPr>
            <p:spPr>
              <a:xfrm>
                <a:off x="4886736" y="2040210"/>
                <a:ext cx="65065" cy="61062"/>
              </a:xfrm>
              <a:custGeom>
                <a:avLst/>
                <a:gdLst/>
                <a:ahLst/>
                <a:cxnLst/>
                <a:rect l="l" t="t" r="r" b="b"/>
                <a:pathLst>
                  <a:path w="3121" h="2929" extrusionOk="0">
                    <a:moveTo>
                      <a:pt x="1550" y="0"/>
                    </a:moveTo>
                    <a:cubicBezTo>
                      <a:pt x="1459" y="0"/>
                      <a:pt x="1367" y="9"/>
                      <a:pt x="1276" y="27"/>
                    </a:cubicBezTo>
                    <a:cubicBezTo>
                      <a:pt x="747" y="132"/>
                      <a:pt x="304" y="542"/>
                      <a:pt x="152" y="1064"/>
                    </a:cubicBezTo>
                    <a:cubicBezTo>
                      <a:pt x="0" y="1593"/>
                      <a:pt x="172" y="2182"/>
                      <a:pt x="582" y="2552"/>
                    </a:cubicBezTo>
                    <a:cubicBezTo>
                      <a:pt x="846" y="2796"/>
                      <a:pt x="1203" y="2929"/>
                      <a:pt x="1560" y="2929"/>
                    </a:cubicBezTo>
                    <a:cubicBezTo>
                      <a:pt x="2109" y="2929"/>
                      <a:pt x="2618" y="2611"/>
                      <a:pt x="2869" y="2122"/>
                    </a:cubicBezTo>
                    <a:cubicBezTo>
                      <a:pt x="3120" y="1626"/>
                      <a:pt x="3061" y="1018"/>
                      <a:pt x="2724" y="575"/>
                    </a:cubicBezTo>
                    <a:cubicBezTo>
                      <a:pt x="2443" y="212"/>
                      <a:pt x="2002" y="0"/>
                      <a:pt x="15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63" name="Google Shape;663;p49"/>
              <p:cNvSpPr/>
              <p:nvPr/>
            </p:nvSpPr>
            <p:spPr>
              <a:xfrm>
                <a:off x="4941709" y="2208212"/>
                <a:ext cx="67129" cy="133111"/>
              </a:xfrm>
              <a:custGeom>
                <a:avLst/>
                <a:gdLst/>
                <a:ahLst/>
                <a:cxnLst/>
                <a:rect l="l" t="t" r="r" b="b"/>
                <a:pathLst>
                  <a:path w="3220" h="6385" extrusionOk="0">
                    <a:moveTo>
                      <a:pt x="1614" y="1"/>
                    </a:moveTo>
                    <a:cubicBezTo>
                      <a:pt x="1486" y="1"/>
                      <a:pt x="1359" y="29"/>
                      <a:pt x="1243" y="85"/>
                    </a:cubicBezTo>
                    <a:cubicBezTo>
                      <a:pt x="1184" y="105"/>
                      <a:pt x="1124" y="138"/>
                      <a:pt x="1072" y="177"/>
                    </a:cubicBezTo>
                    <a:cubicBezTo>
                      <a:pt x="999" y="224"/>
                      <a:pt x="933" y="270"/>
                      <a:pt x="873" y="323"/>
                    </a:cubicBezTo>
                    <a:cubicBezTo>
                      <a:pt x="721" y="442"/>
                      <a:pt x="589" y="581"/>
                      <a:pt x="477" y="726"/>
                    </a:cubicBezTo>
                    <a:cubicBezTo>
                      <a:pt x="272" y="991"/>
                      <a:pt x="120" y="1301"/>
                      <a:pt x="54" y="1632"/>
                    </a:cubicBezTo>
                    <a:cubicBezTo>
                      <a:pt x="14" y="1823"/>
                      <a:pt x="1" y="2022"/>
                      <a:pt x="1" y="2220"/>
                    </a:cubicBezTo>
                    <a:cubicBezTo>
                      <a:pt x="1" y="2352"/>
                      <a:pt x="113" y="2465"/>
                      <a:pt x="245" y="2471"/>
                    </a:cubicBezTo>
                    <a:cubicBezTo>
                      <a:pt x="250" y="2471"/>
                      <a:pt x="254" y="2471"/>
                      <a:pt x="258" y="2471"/>
                    </a:cubicBezTo>
                    <a:cubicBezTo>
                      <a:pt x="385" y="2471"/>
                      <a:pt x="491" y="2374"/>
                      <a:pt x="510" y="2246"/>
                    </a:cubicBezTo>
                    <a:cubicBezTo>
                      <a:pt x="536" y="1962"/>
                      <a:pt x="602" y="1685"/>
                      <a:pt x="761" y="1447"/>
                    </a:cubicBezTo>
                    <a:lnTo>
                      <a:pt x="761" y="1718"/>
                    </a:lnTo>
                    <a:lnTo>
                      <a:pt x="192" y="3998"/>
                    </a:lnTo>
                    <a:cubicBezTo>
                      <a:pt x="166" y="4097"/>
                      <a:pt x="153" y="4203"/>
                      <a:pt x="344" y="4203"/>
                    </a:cubicBezTo>
                    <a:lnTo>
                      <a:pt x="814" y="4203"/>
                    </a:lnTo>
                    <a:lnTo>
                      <a:pt x="900" y="6107"/>
                    </a:lnTo>
                    <a:cubicBezTo>
                      <a:pt x="906" y="6259"/>
                      <a:pt x="1039" y="6384"/>
                      <a:pt x="1197" y="6384"/>
                    </a:cubicBezTo>
                    <a:cubicBezTo>
                      <a:pt x="1349" y="6384"/>
                      <a:pt x="1481" y="6259"/>
                      <a:pt x="1495" y="6107"/>
                    </a:cubicBezTo>
                    <a:lnTo>
                      <a:pt x="1594" y="4203"/>
                    </a:lnTo>
                    <a:lnTo>
                      <a:pt x="1627" y="4203"/>
                    </a:lnTo>
                    <a:lnTo>
                      <a:pt x="1713" y="6107"/>
                    </a:lnTo>
                    <a:cubicBezTo>
                      <a:pt x="1726" y="6259"/>
                      <a:pt x="1858" y="6384"/>
                      <a:pt x="2010" y="6384"/>
                    </a:cubicBezTo>
                    <a:cubicBezTo>
                      <a:pt x="2169" y="6384"/>
                      <a:pt x="2301" y="6259"/>
                      <a:pt x="2308" y="6107"/>
                    </a:cubicBezTo>
                    <a:lnTo>
                      <a:pt x="2413" y="4203"/>
                    </a:lnTo>
                    <a:lnTo>
                      <a:pt x="2870" y="4203"/>
                    </a:lnTo>
                    <a:cubicBezTo>
                      <a:pt x="2922" y="4203"/>
                      <a:pt x="2969" y="4177"/>
                      <a:pt x="3002" y="4137"/>
                    </a:cubicBezTo>
                    <a:cubicBezTo>
                      <a:pt x="3035" y="4097"/>
                      <a:pt x="3048" y="4051"/>
                      <a:pt x="3035" y="3998"/>
                    </a:cubicBezTo>
                    <a:lnTo>
                      <a:pt x="2460" y="1711"/>
                    </a:lnTo>
                    <a:lnTo>
                      <a:pt x="2460" y="1447"/>
                    </a:lnTo>
                    <a:cubicBezTo>
                      <a:pt x="2618" y="1685"/>
                      <a:pt x="2678" y="1969"/>
                      <a:pt x="2711" y="2246"/>
                    </a:cubicBezTo>
                    <a:cubicBezTo>
                      <a:pt x="2724" y="2374"/>
                      <a:pt x="2836" y="2471"/>
                      <a:pt x="2963" y="2471"/>
                    </a:cubicBezTo>
                    <a:cubicBezTo>
                      <a:pt x="2967" y="2471"/>
                      <a:pt x="2971" y="2471"/>
                      <a:pt x="2975" y="2471"/>
                    </a:cubicBezTo>
                    <a:cubicBezTo>
                      <a:pt x="3108" y="2465"/>
                      <a:pt x="3213" y="2352"/>
                      <a:pt x="3213" y="2220"/>
                    </a:cubicBezTo>
                    <a:cubicBezTo>
                      <a:pt x="3220" y="2141"/>
                      <a:pt x="3213" y="2068"/>
                      <a:pt x="3213" y="1995"/>
                    </a:cubicBezTo>
                    <a:cubicBezTo>
                      <a:pt x="3207" y="1817"/>
                      <a:pt x="3174" y="1632"/>
                      <a:pt x="3121" y="1466"/>
                    </a:cubicBezTo>
                    <a:cubicBezTo>
                      <a:pt x="3074" y="1321"/>
                      <a:pt x="3022" y="1176"/>
                      <a:pt x="2949" y="1043"/>
                    </a:cubicBezTo>
                    <a:cubicBezTo>
                      <a:pt x="2770" y="719"/>
                      <a:pt x="2519" y="435"/>
                      <a:pt x="2215" y="217"/>
                    </a:cubicBezTo>
                    <a:cubicBezTo>
                      <a:pt x="2142" y="171"/>
                      <a:pt x="2063" y="118"/>
                      <a:pt x="1984" y="85"/>
                    </a:cubicBezTo>
                    <a:cubicBezTo>
                      <a:pt x="1868" y="29"/>
                      <a:pt x="1741" y="1"/>
                      <a:pt x="16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64" name="Google Shape;664;p49"/>
              <p:cNvSpPr/>
              <p:nvPr/>
            </p:nvSpPr>
            <p:spPr>
              <a:xfrm>
                <a:off x="4884110" y="2104501"/>
                <a:ext cx="90833" cy="236557"/>
              </a:xfrm>
              <a:custGeom>
                <a:avLst/>
                <a:gdLst/>
                <a:ahLst/>
                <a:cxnLst/>
                <a:rect l="l" t="t" r="r" b="b"/>
                <a:pathLst>
                  <a:path w="4357" h="11347" extrusionOk="0">
                    <a:moveTo>
                      <a:pt x="1722" y="0"/>
                    </a:moveTo>
                    <a:cubicBezTo>
                      <a:pt x="1079" y="0"/>
                      <a:pt x="631" y="437"/>
                      <a:pt x="615" y="453"/>
                    </a:cubicBezTo>
                    <a:cubicBezTo>
                      <a:pt x="411" y="631"/>
                      <a:pt x="206" y="816"/>
                      <a:pt x="1" y="995"/>
                    </a:cubicBezTo>
                    <a:cubicBezTo>
                      <a:pt x="543" y="1378"/>
                      <a:pt x="992" y="1887"/>
                      <a:pt x="1303" y="2469"/>
                    </a:cubicBezTo>
                    <a:cubicBezTo>
                      <a:pt x="1501" y="2839"/>
                      <a:pt x="1640" y="3249"/>
                      <a:pt x="1713" y="3665"/>
                    </a:cubicBezTo>
                    <a:cubicBezTo>
                      <a:pt x="1759" y="3949"/>
                      <a:pt x="1772" y="4234"/>
                      <a:pt x="1766" y="4518"/>
                    </a:cubicBezTo>
                    <a:cubicBezTo>
                      <a:pt x="1766" y="4904"/>
                      <a:pt x="1442" y="5232"/>
                      <a:pt x="1057" y="5232"/>
                    </a:cubicBezTo>
                    <a:cubicBezTo>
                      <a:pt x="1053" y="5232"/>
                      <a:pt x="1049" y="5232"/>
                      <a:pt x="1045" y="5232"/>
                    </a:cubicBezTo>
                    <a:cubicBezTo>
                      <a:pt x="986" y="5232"/>
                      <a:pt x="926" y="5225"/>
                      <a:pt x="873" y="5212"/>
                    </a:cubicBezTo>
                    <a:lnTo>
                      <a:pt x="873" y="5212"/>
                    </a:lnTo>
                    <a:cubicBezTo>
                      <a:pt x="873" y="5212"/>
                      <a:pt x="1409" y="7175"/>
                      <a:pt x="1442" y="7301"/>
                    </a:cubicBezTo>
                    <a:cubicBezTo>
                      <a:pt x="1481" y="7473"/>
                      <a:pt x="1495" y="7823"/>
                      <a:pt x="1105" y="7823"/>
                    </a:cubicBezTo>
                    <a:lnTo>
                      <a:pt x="450" y="7823"/>
                    </a:lnTo>
                    <a:lnTo>
                      <a:pt x="397" y="8709"/>
                    </a:lnTo>
                    <a:lnTo>
                      <a:pt x="490" y="10864"/>
                    </a:lnTo>
                    <a:cubicBezTo>
                      <a:pt x="503" y="11128"/>
                      <a:pt x="728" y="11346"/>
                      <a:pt x="999" y="11346"/>
                    </a:cubicBezTo>
                    <a:cubicBezTo>
                      <a:pt x="1263" y="11346"/>
                      <a:pt x="1488" y="11135"/>
                      <a:pt x="1501" y="10864"/>
                    </a:cubicBezTo>
                    <a:lnTo>
                      <a:pt x="1686" y="7254"/>
                    </a:lnTo>
                    <a:lnTo>
                      <a:pt x="1832" y="10864"/>
                    </a:lnTo>
                    <a:cubicBezTo>
                      <a:pt x="1845" y="11128"/>
                      <a:pt x="2076" y="11346"/>
                      <a:pt x="2341" y="11346"/>
                    </a:cubicBezTo>
                    <a:cubicBezTo>
                      <a:pt x="2605" y="11346"/>
                      <a:pt x="2836" y="11135"/>
                      <a:pt x="2850" y="10864"/>
                    </a:cubicBezTo>
                    <a:lnTo>
                      <a:pt x="2929" y="9297"/>
                    </a:lnTo>
                    <a:cubicBezTo>
                      <a:pt x="2717" y="9284"/>
                      <a:pt x="2784" y="9085"/>
                      <a:pt x="2784" y="9085"/>
                    </a:cubicBezTo>
                    <a:lnTo>
                      <a:pt x="2982" y="8239"/>
                    </a:lnTo>
                    <a:lnTo>
                      <a:pt x="3008" y="7717"/>
                    </a:lnTo>
                    <a:cubicBezTo>
                      <a:pt x="2764" y="7658"/>
                      <a:pt x="2585" y="7440"/>
                      <a:pt x="2585" y="7182"/>
                    </a:cubicBezTo>
                    <a:cubicBezTo>
                      <a:pt x="2585" y="6944"/>
                      <a:pt x="2599" y="6712"/>
                      <a:pt x="2651" y="6488"/>
                    </a:cubicBezTo>
                    <a:cubicBezTo>
                      <a:pt x="2704" y="6256"/>
                      <a:pt x="2790" y="6038"/>
                      <a:pt x="2903" y="5833"/>
                    </a:cubicBezTo>
                    <a:cubicBezTo>
                      <a:pt x="2969" y="5708"/>
                      <a:pt x="3048" y="5595"/>
                      <a:pt x="3134" y="5483"/>
                    </a:cubicBezTo>
                    <a:cubicBezTo>
                      <a:pt x="3147" y="5390"/>
                      <a:pt x="3147" y="5291"/>
                      <a:pt x="3147" y="5199"/>
                    </a:cubicBezTo>
                    <a:lnTo>
                      <a:pt x="3147" y="4789"/>
                    </a:lnTo>
                    <a:lnTo>
                      <a:pt x="3147" y="3632"/>
                    </a:lnTo>
                    <a:lnTo>
                      <a:pt x="3147" y="2799"/>
                    </a:lnTo>
                    <a:lnTo>
                      <a:pt x="3147" y="2753"/>
                    </a:lnTo>
                    <a:cubicBezTo>
                      <a:pt x="3266" y="3017"/>
                      <a:pt x="3352" y="3302"/>
                      <a:pt x="3425" y="3586"/>
                    </a:cubicBezTo>
                    <a:cubicBezTo>
                      <a:pt x="3577" y="3216"/>
                      <a:pt x="3907" y="3024"/>
                      <a:pt x="4357" y="2951"/>
                    </a:cubicBezTo>
                    <a:cubicBezTo>
                      <a:pt x="4284" y="2660"/>
                      <a:pt x="4165" y="2297"/>
                      <a:pt x="4040" y="2026"/>
                    </a:cubicBezTo>
                    <a:cubicBezTo>
                      <a:pt x="3881" y="1676"/>
                      <a:pt x="3683" y="1352"/>
                      <a:pt x="3445" y="1054"/>
                    </a:cubicBezTo>
                    <a:cubicBezTo>
                      <a:pt x="3286" y="856"/>
                      <a:pt x="3107" y="677"/>
                      <a:pt x="2916" y="519"/>
                    </a:cubicBezTo>
                    <a:cubicBezTo>
                      <a:pt x="2823" y="439"/>
                      <a:pt x="2731" y="367"/>
                      <a:pt x="2625" y="301"/>
                    </a:cubicBezTo>
                    <a:cubicBezTo>
                      <a:pt x="2539" y="241"/>
                      <a:pt x="2453" y="195"/>
                      <a:pt x="2361" y="149"/>
                    </a:cubicBezTo>
                    <a:cubicBezTo>
                      <a:pt x="2134" y="42"/>
                      <a:pt x="1919" y="0"/>
                      <a:pt x="1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65" name="Google Shape;665;p49"/>
              <p:cNvSpPr/>
              <p:nvPr/>
            </p:nvSpPr>
            <p:spPr>
              <a:xfrm>
                <a:off x="4806248" y="2123784"/>
                <a:ext cx="109991" cy="218232"/>
              </a:xfrm>
              <a:custGeom>
                <a:avLst/>
                <a:gdLst/>
                <a:ahLst/>
                <a:cxnLst/>
                <a:rect l="l" t="t" r="r" b="b"/>
                <a:pathLst>
                  <a:path w="5276" h="10468" extrusionOk="0">
                    <a:moveTo>
                      <a:pt x="2637" y="0"/>
                    </a:moveTo>
                    <a:cubicBezTo>
                      <a:pt x="2433" y="0"/>
                      <a:pt x="2229" y="45"/>
                      <a:pt x="2044" y="136"/>
                    </a:cubicBezTo>
                    <a:cubicBezTo>
                      <a:pt x="1905" y="182"/>
                      <a:pt x="1779" y="268"/>
                      <a:pt x="1667" y="347"/>
                    </a:cubicBezTo>
                    <a:cubicBezTo>
                      <a:pt x="1515" y="453"/>
                      <a:pt x="1376" y="565"/>
                      <a:pt x="1244" y="684"/>
                    </a:cubicBezTo>
                    <a:cubicBezTo>
                      <a:pt x="959" y="949"/>
                      <a:pt x="721" y="1246"/>
                      <a:pt x="523" y="1577"/>
                    </a:cubicBezTo>
                    <a:cubicBezTo>
                      <a:pt x="424" y="1735"/>
                      <a:pt x="338" y="1914"/>
                      <a:pt x="265" y="2092"/>
                    </a:cubicBezTo>
                    <a:cubicBezTo>
                      <a:pt x="199" y="2264"/>
                      <a:pt x="140" y="2449"/>
                      <a:pt x="100" y="2634"/>
                    </a:cubicBezTo>
                    <a:cubicBezTo>
                      <a:pt x="60" y="2820"/>
                      <a:pt x="34" y="2998"/>
                      <a:pt x="14" y="3190"/>
                    </a:cubicBezTo>
                    <a:cubicBezTo>
                      <a:pt x="1" y="3335"/>
                      <a:pt x="1" y="3481"/>
                      <a:pt x="8" y="3633"/>
                    </a:cubicBezTo>
                    <a:lnTo>
                      <a:pt x="8" y="3639"/>
                    </a:lnTo>
                    <a:cubicBezTo>
                      <a:pt x="8" y="3857"/>
                      <a:pt x="186" y="4036"/>
                      <a:pt x="404" y="4049"/>
                    </a:cubicBezTo>
                    <a:cubicBezTo>
                      <a:pt x="408" y="4049"/>
                      <a:pt x="412" y="4049"/>
                      <a:pt x="416" y="4049"/>
                    </a:cubicBezTo>
                    <a:cubicBezTo>
                      <a:pt x="623" y="4049"/>
                      <a:pt x="814" y="3886"/>
                      <a:pt x="834" y="3679"/>
                    </a:cubicBezTo>
                    <a:cubicBezTo>
                      <a:pt x="854" y="3481"/>
                      <a:pt x="880" y="3282"/>
                      <a:pt x="933" y="3091"/>
                    </a:cubicBezTo>
                    <a:cubicBezTo>
                      <a:pt x="1006" y="2839"/>
                      <a:pt x="1105" y="2588"/>
                      <a:pt x="1244" y="2370"/>
                    </a:cubicBezTo>
                    <a:lnTo>
                      <a:pt x="1244" y="2892"/>
                    </a:lnTo>
                    <a:lnTo>
                      <a:pt x="272" y="6448"/>
                    </a:lnTo>
                    <a:cubicBezTo>
                      <a:pt x="259" y="6521"/>
                      <a:pt x="279" y="6594"/>
                      <a:pt x="325" y="6653"/>
                    </a:cubicBezTo>
                    <a:cubicBezTo>
                      <a:pt x="378" y="6713"/>
                      <a:pt x="444" y="6746"/>
                      <a:pt x="523" y="6746"/>
                    </a:cubicBezTo>
                    <a:lnTo>
                      <a:pt x="1330" y="6746"/>
                    </a:lnTo>
                    <a:lnTo>
                      <a:pt x="1475" y="10005"/>
                    </a:lnTo>
                    <a:cubicBezTo>
                      <a:pt x="1488" y="10256"/>
                      <a:pt x="1706" y="10467"/>
                      <a:pt x="1964" y="10467"/>
                    </a:cubicBezTo>
                    <a:cubicBezTo>
                      <a:pt x="2215" y="10467"/>
                      <a:pt x="2434" y="10262"/>
                      <a:pt x="2447" y="10005"/>
                    </a:cubicBezTo>
                    <a:lnTo>
                      <a:pt x="2625" y="6746"/>
                    </a:lnTo>
                    <a:lnTo>
                      <a:pt x="2665" y="6746"/>
                    </a:lnTo>
                    <a:lnTo>
                      <a:pt x="2817" y="10005"/>
                    </a:lnTo>
                    <a:cubicBezTo>
                      <a:pt x="2824" y="10256"/>
                      <a:pt x="3042" y="10467"/>
                      <a:pt x="3299" y="10467"/>
                    </a:cubicBezTo>
                    <a:cubicBezTo>
                      <a:pt x="3551" y="10467"/>
                      <a:pt x="3769" y="10262"/>
                      <a:pt x="3782" y="10005"/>
                    </a:cubicBezTo>
                    <a:lnTo>
                      <a:pt x="3960" y="6746"/>
                    </a:lnTo>
                    <a:lnTo>
                      <a:pt x="4760" y="6746"/>
                    </a:lnTo>
                    <a:cubicBezTo>
                      <a:pt x="4833" y="6746"/>
                      <a:pt x="4906" y="6713"/>
                      <a:pt x="4952" y="6653"/>
                    </a:cubicBezTo>
                    <a:cubicBezTo>
                      <a:pt x="5005" y="6594"/>
                      <a:pt x="5025" y="6528"/>
                      <a:pt x="5005" y="6442"/>
                    </a:cubicBezTo>
                    <a:lnTo>
                      <a:pt x="4040" y="2932"/>
                    </a:lnTo>
                    <a:lnTo>
                      <a:pt x="4040" y="2377"/>
                    </a:lnTo>
                    <a:cubicBezTo>
                      <a:pt x="4179" y="2595"/>
                      <a:pt x="4278" y="2839"/>
                      <a:pt x="4344" y="3091"/>
                    </a:cubicBezTo>
                    <a:cubicBezTo>
                      <a:pt x="4397" y="3282"/>
                      <a:pt x="4423" y="3481"/>
                      <a:pt x="4443" y="3679"/>
                    </a:cubicBezTo>
                    <a:cubicBezTo>
                      <a:pt x="4468" y="3889"/>
                      <a:pt x="4647" y="4050"/>
                      <a:pt x="4855" y="4050"/>
                    </a:cubicBezTo>
                    <a:cubicBezTo>
                      <a:pt x="4863" y="4050"/>
                      <a:pt x="4871" y="4049"/>
                      <a:pt x="4879" y="4049"/>
                    </a:cubicBezTo>
                    <a:cubicBezTo>
                      <a:pt x="5097" y="4036"/>
                      <a:pt x="5269" y="3851"/>
                      <a:pt x="5276" y="3639"/>
                    </a:cubicBezTo>
                    <a:cubicBezTo>
                      <a:pt x="5276" y="3500"/>
                      <a:pt x="5276" y="3368"/>
                      <a:pt x="5269" y="3236"/>
                    </a:cubicBezTo>
                    <a:cubicBezTo>
                      <a:pt x="5256" y="3051"/>
                      <a:pt x="5230" y="2872"/>
                      <a:pt x="5190" y="2694"/>
                    </a:cubicBezTo>
                    <a:cubicBezTo>
                      <a:pt x="5117" y="2317"/>
                      <a:pt x="4978" y="1954"/>
                      <a:pt x="4787" y="1623"/>
                    </a:cubicBezTo>
                    <a:cubicBezTo>
                      <a:pt x="4595" y="1293"/>
                      <a:pt x="4357" y="989"/>
                      <a:pt x="4079" y="724"/>
                    </a:cubicBezTo>
                    <a:cubicBezTo>
                      <a:pt x="3941" y="599"/>
                      <a:pt x="3802" y="480"/>
                      <a:pt x="3650" y="374"/>
                    </a:cubicBezTo>
                    <a:cubicBezTo>
                      <a:pt x="3537" y="294"/>
                      <a:pt x="3418" y="215"/>
                      <a:pt x="3286" y="156"/>
                    </a:cubicBezTo>
                    <a:cubicBezTo>
                      <a:pt x="3280" y="149"/>
                      <a:pt x="3266" y="142"/>
                      <a:pt x="3253" y="142"/>
                    </a:cubicBezTo>
                    <a:cubicBezTo>
                      <a:pt x="3061" y="48"/>
                      <a:pt x="2849" y="0"/>
                      <a:pt x="26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666" name="Google Shape;666;p49"/>
          <p:cNvGrpSpPr/>
          <p:nvPr/>
        </p:nvGrpSpPr>
        <p:grpSpPr>
          <a:xfrm>
            <a:off x="7647677" y="3035349"/>
            <a:ext cx="735600" cy="717300"/>
            <a:chOff x="4264002" y="539399"/>
            <a:chExt cx="735600" cy="717300"/>
          </a:xfrm>
        </p:grpSpPr>
        <p:sp>
          <p:nvSpPr>
            <p:cNvPr id="667" name="Google Shape;667;p49"/>
            <p:cNvSpPr/>
            <p:nvPr/>
          </p:nvSpPr>
          <p:spPr>
            <a:xfrm>
              <a:off x="4264002" y="539399"/>
              <a:ext cx="735600" cy="717300"/>
            </a:xfrm>
            <a:prstGeom prst="heptagon">
              <a:avLst>
                <a:gd name="hf" fmla="val 102572"/>
                <a:gd name="vf" fmla="val 10521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9"/>
            <p:cNvSpPr/>
            <p:nvPr/>
          </p:nvSpPr>
          <p:spPr>
            <a:xfrm>
              <a:off x="4302781" y="577211"/>
              <a:ext cx="658200" cy="641700"/>
            </a:xfrm>
            <a:prstGeom prst="heptagon">
              <a:avLst>
                <a:gd name="hf" fmla="val 102572"/>
                <a:gd name="vf" fmla="val 10521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9" name="Google Shape;669;p49"/>
            <p:cNvGrpSpPr/>
            <p:nvPr/>
          </p:nvGrpSpPr>
          <p:grpSpPr>
            <a:xfrm>
              <a:off x="4499461" y="755976"/>
              <a:ext cx="264849" cy="284129"/>
              <a:chOff x="5960550" y="2519275"/>
              <a:chExt cx="332850" cy="357125"/>
            </a:xfrm>
          </p:grpSpPr>
          <p:sp>
            <p:nvSpPr>
              <p:cNvPr id="670" name="Google Shape;670;p49"/>
              <p:cNvSpPr/>
              <p:nvPr/>
            </p:nvSpPr>
            <p:spPr>
              <a:xfrm>
                <a:off x="6088300" y="2519275"/>
                <a:ext cx="78525" cy="75050"/>
              </a:xfrm>
              <a:custGeom>
                <a:avLst/>
                <a:gdLst/>
                <a:ahLst/>
                <a:cxnLst/>
                <a:rect l="l" t="t" r="r" b="b"/>
                <a:pathLst>
                  <a:path w="3141" h="3002" extrusionOk="0">
                    <a:moveTo>
                      <a:pt x="1569" y="0"/>
                    </a:moveTo>
                    <a:cubicBezTo>
                      <a:pt x="1047" y="0"/>
                      <a:pt x="553" y="283"/>
                      <a:pt x="285" y="727"/>
                    </a:cubicBezTo>
                    <a:cubicBezTo>
                      <a:pt x="7" y="1183"/>
                      <a:pt x="1" y="1772"/>
                      <a:pt x="265" y="2234"/>
                    </a:cubicBezTo>
                    <a:cubicBezTo>
                      <a:pt x="523" y="2697"/>
                      <a:pt x="1012" y="2995"/>
                      <a:pt x="1541" y="3001"/>
                    </a:cubicBezTo>
                    <a:lnTo>
                      <a:pt x="1574" y="3001"/>
                    </a:lnTo>
                    <a:cubicBezTo>
                      <a:pt x="2096" y="3001"/>
                      <a:pt x="2598" y="2717"/>
                      <a:pt x="2863" y="2268"/>
                    </a:cubicBezTo>
                    <a:cubicBezTo>
                      <a:pt x="3134" y="1805"/>
                      <a:pt x="3140" y="1217"/>
                      <a:pt x="2869" y="754"/>
                    </a:cubicBezTo>
                    <a:cubicBezTo>
                      <a:pt x="2612" y="298"/>
                      <a:pt x="2116"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71" name="Google Shape;671;p49"/>
              <p:cNvSpPr/>
              <p:nvPr/>
            </p:nvSpPr>
            <p:spPr>
              <a:xfrm>
                <a:off x="6223800" y="2648525"/>
                <a:ext cx="49125" cy="48075"/>
              </a:xfrm>
              <a:custGeom>
                <a:avLst/>
                <a:gdLst/>
                <a:ahLst/>
                <a:cxnLst/>
                <a:rect l="l" t="t" r="r" b="b"/>
                <a:pathLst>
                  <a:path w="1965" h="1923" extrusionOk="0">
                    <a:moveTo>
                      <a:pt x="991" y="1"/>
                    </a:moveTo>
                    <a:cubicBezTo>
                      <a:pt x="760" y="1"/>
                      <a:pt x="531" y="81"/>
                      <a:pt x="358" y="231"/>
                    </a:cubicBezTo>
                    <a:cubicBezTo>
                      <a:pt x="160" y="396"/>
                      <a:pt x="34" y="641"/>
                      <a:pt x="21" y="905"/>
                    </a:cubicBezTo>
                    <a:cubicBezTo>
                      <a:pt x="1" y="1169"/>
                      <a:pt x="100" y="1427"/>
                      <a:pt x="279" y="1619"/>
                    </a:cubicBezTo>
                    <a:cubicBezTo>
                      <a:pt x="457" y="1811"/>
                      <a:pt x="715" y="1923"/>
                      <a:pt x="979" y="1923"/>
                    </a:cubicBezTo>
                    <a:cubicBezTo>
                      <a:pt x="1435" y="1923"/>
                      <a:pt x="1839" y="1579"/>
                      <a:pt x="1918" y="1130"/>
                    </a:cubicBezTo>
                    <a:cubicBezTo>
                      <a:pt x="1964" y="872"/>
                      <a:pt x="1905" y="594"/>
                      <a:pt x="1739" y="383"/>
                    </a:cubicBezTo>
                    <a:cubicBezTo>
                      <a:pt x="1587" y="178"/>
                      <a:pt x="1349" y="39"/>
                      <a:pt x="1092" y="6"/>
                    </a:cubicBezTo>
                    <a:cubicBezTo>
                      <a:pt x="1058" y="3"/>
                      <a:pt x="1025" y="1"/>
                      <a:pt x="9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72" name="Google Shape;672;p49"/>
              <p:cNvSpPr/>
              <p:nvPr/>
            </p:nvSpPr>
            <p:spPr>
              <a:xfrm>
                <a:off x="5960550" y="2596675"/>
                <a:ext cx="332850" cy="279725"/>
              </a:xfrm>
              <a:custGeom>
                <a:avLst/>
                <a:gdLst/>
                <a:ahLst/>
                <a:cxnLst/>
                <a:rect l="l" t="t" r="r" b="b"/>
                <a:pathLst>
                  <a:path w="13314" h="11189" extrusionOk="0">
                    <a:moveTo>
                      <a:pt x="6685" y="0"/>
                    </a:moveTo>
                    <a:cubicBezTo>
                      <a:pt x="6414" y="0"/>
                      <a:pt x="6144" y="68"/>
                      <a:pt x="5891" y="203"/>
                    </a:cubicBezTo>
                    <a:cubicBezTo>
                      <a:pt x="5256" y="540"/>
                      <a:pt x="4747" y="1075"/>
                      <a:pt x="4423" y="1697"/>
                    </a:cubicBezTo>
                    <a:cubicBezTo>
                      <a:pt x="4245" y="2034"/>
                      <a:pt x="4119" y="2384"/>
                      <a:pt x="4027" y="2748"/>
                    </a:cubicBezTo>
                    <a:cubicBezTo>
                      <a:pt x="3927" y="3111"/>
                      <a:pt x="3874" y="3481"/>
                      <a:pt x="3841" y="3851"/>
                    </a:cubicBezTo>
                    <a:cubicBezTo>
                      <a:pt x="3808" y="4189"/>
                      <a:pt x="3808" y="4526"/>
                      <a:pt x="3808" y="4863"/>
                    </a:cubicBezTo>
                    <a:cubicBezTo>
                      <a:pt x="3808" y="4863"/>
                      <a:pt x="3802" y="4869"/>
                      <a:pt x="3802" y="4869"/>
                    </a:cubicBezTo>
                    <a:cubicBezTo>
                      <a:pt x="3802" y="4869"/>
                      <a:pt x="3694" y="4947"/>
                      <a:pt x="3573" y="4947"/>
                    </a:cubicBezTo>
                    <a:cubicBezTo>
                      <a:pt x="3557" y="4947"/>
                      <a:pt x="3540" y="4945"/>
                      <a:pt x="3524" y="4942"/>
                    </a:cubicBezTo>
                    <a:cubicBezTo>
                      <a:pt x="3465" y="4929"/>
                      <a:pt x="3412" y="4909"/>
                      <a:pt x="3359" y="4889"/>
                    </a:cubicBezTo>
                    <a:cubicBezTo>
                      <a:pt x="3247" y="4843"/>
                      <a:pt x="3141" y="4784"/>
                      <a:pt x="3035" y="4717"/>
                    </a:cubicBezTo>
                    <a:cubicBezTo>
                      <a:pt x="2837" y="4605"/>
                      <a:pt x="2652" y="4473"/>
                      <a:pt x="2473" y="4327"/>
                    </a:cubicBezTo>
                    <a:cubicBezTo>
                      <a:pt x="2262" y="4148"/>
                      <a:pt x="2029" y="4065"/>
                      <a:pt x="1796" y="4065"/>
                    </a:cubicBezTo>
                    <a:cubicBezTo>
                      <a:pt x="1643" y="4065"/>
                      <a:pt x="1490" y="4101"/>
                      <a:pt x="1343" y="4169"/>
                    </a:cubicBezTo>
                    <a:cubicBezTo>
                      <a:pt x="675" y="4486"/>
                      <a:pt x="272" y="5160"/>
                      <a:pt x="113" y="5848"/>
                    </a:cubicBezTo>
                    <a:cubicBezTo>
                      <a:pt x="21" y="6258"/>
                      <a:pt x="1" y="6674"/>
                      <a:pt x="1" y="7090"/>
                    </a:cubicBezTo>
                    <a:cubicBezTo>
                      <a:pt x="8" y="7236"/>
                      <a:pt x="127" y="7361"/>
                      <a:pt x="272" y="7375"/>
                    </a:cubicBezTo>
                    <a:cubicBezTo>
                      <a:pt x="276" y="7375"/>
                      <a:pt x="280" y="7375"/>
                      <a:pt x="284" y="7375"/>
                    </a:cubicBezTo>
                    <a:cubicBezTo>
                      <a:pt x="431" y="7375"/>
                      <a:pt x="563" y="7258"/>
                      <a:pt x="569" y="7110"/>
                    </a:cubicBezTo>
                    <a:cubicBezTo>
                      <a:pt x="602" y="6720"/>
                      <a:pt x="655" y="6324"/>
                      <a:pt x="794" y="5953"/>
                    </a:cubicBezTo>
                    <a:lnTo>
                      <a:pt x="807" y="6284"/>
                    </a:lnTo>
                    <a:lnTo>
                      <a:pt x="318" y="8479"/>
                    </a:lnTo>
                    <a:cubicBezTo>
                      <a:pt x="305" y="8531"/>
                      <a:pt x="318" y="8584"/>
                      <a:pt x="351" y="8624"/>
                    </a:cubicBezTo>
                    <a:cubicBezTo>
                      <a:pt x="384" y="8664"/>
                      <a:pt x="437" y="8683"/>
                      <a:pt x="483" y="8683"/>
                    </a:cubicBezTo>
                    <a:lnTo>
                      <a:pt x="887" y="8683"/>
                    </a:lnTo>
                    <a:lnTo>
                      <a:pt x="999" y="10852"/>
                    </a:lnTo>
                    <a:cubicBezTo>
                      <a:pt x="1006" y="11023"/>
                      <a:pt x="1158" y="11162"/>
                      <a:pt x="1330" y="11162"/>
                    </a:cubicBezTo>
                    <a:cubicBezTo>
                      <a:pt x="1501" y="11162"/>
                      <a:pt x="1653" y="11023"/>
                      <a:pt x="1660" y="10852"/>
                    </a:cubicBezTo>
                    <a:lnTo>
                      <a:pt x="1766" y="8683"/>
                    </a:lnTo>
                    <a:lnTo>
                      <a:pt x="1799" y="8683"/>
                    </a:lnTo>
                    <a:lnTo>
                      <a:pt x="1911" y="10852"/>
                    </a:lnTo>
                    <a:cubicBezTo>
                      <a:pt x="1924" y="11023"/>
                      <a:pt x="2070" y="11162"/>
                      <a:pt x="2242" y="11162"/>
                    </a:cubicBezTo>
                    <a:cubicBezTo>
                      <a:pt x="2420" y="11162"/>
                      <a:pt x="2566" y="11023"/>
                      <a:pt x="2579" y="10852"/>
                    </a:cubicBezTo>
                    <a:lnTo>
                      <a:pt x="2678" y="8683"/>
                    </a:lnTo>
                    <a:lnTo>
                      <a:pt x="3088" y="8683"/>
                    </a:lnTo>
                    <a:cubicBezTo>
                      <a:pt x="3134" y="8683"/>
                      <a:pt x="3187" y="8664"/>
                      <a:pt x="3220" y="8624"/>
                    </a:cubicBezTo>
                    <a:cubicBezTo>
                      <a:pt x="3253" y="8584"/>
                      <a:pt x="3266" y="8531"/>
                      <a:pt x="3253" y="8479"/>
                    </a:cubicBezTo>
                    <a:lnTo>
                      <a:pt x="2771" y="6284"/>
                    </a:lnTo>
                    <a:lnTo>
                      <a:pt x="2784" y="5405"/>
                    </a:lnTo>
                    <a:cubicBezTo>
                      <a:pt x="3018" y="5497"/>
                      <a:pt x="3275" y="5578"/>
                      <a:pt x="3528" y="5578"/>
                    </a:cubicBezTo>
                    <a:cubicBezTo>
                      <a:pt x="3546" y="5578"/>
                      <a:pt x="3565" y="5578"/>
                      <a:pt x="3584" y="5577"/>
                    </a:cubicBezTo>
                    <a:cubicBezTo>
                      <a:pt x="3722" y="5570"/>
                      <a:pt x="3855" y="5537"/>
                      <a:pt x="3967" y="5458"/>
                    </a:cubicBezTo>
                    <a:cubicBezTo>
                      <a:pt x="4040" y="5411"/>
                      <a:pt x="4093" y="5352"/>
                      <a:pt x="4145" y="5286"/>
                    </a:cubicBezTo>
                    <a:cubicBezTo>
                      <a:pt x="4172" y="5292"/>
                      <a:pt x="4205" y="5299"/>
                      <a:pt x="4238" y="5299"/>
                    </a:cubicBezTo>
                    <a:cubicBezTo>
                      <a:pt x="4246" y="5300"/>
                      <a:pt x="4254" y="5300"/>
                      <a:pt x="4261" y="5300"/>
                    </a:cubicBezTo>
                    <a:cubicBezTo>
                      <a:pt x="4483" y="5300"/>
                      <a:pt x="4682" y="5119"/>
                      <a:pt x="4701" y="4896"/>
                    </a:cubicBezTo>
                    <a:cubicBezTo>
                      <a:pt x="4707" y="4784"/>
                      <a:pt x="4714" y="4671"/>
                      <a:pt x="4727" y="4559"/>
                    </a:cubicBezTo>
                    <a:cubicBezTo>
                      <a:pt x="4747" y="4387"/>
                      <a:pt x="4773" y="4215"/>
                      <a:pt x="4800" y="4043"/>
                    </a:cubicBezTo>
                    <a:cubicBezTo>
                      <a:pt x="4853" y="3680"/>
                      <a:pt x="4952" y="3323"/>
                      <a:pt x="5078" y="2979"/>
                    </a:cubicBezTo>
                    <a:cubicBezTo>
                      <a:pt x="5111" y="2893"/>
                      <a:pt x="5144" y="2807"/>
                      <a:pt x="5183" y="2728"/>
                    </a:cubicBezTo>
                    <a:lnTo>
                      <a:pt x="5203" y="3785"/>
                    </a:lnTo>
                    <a:lnTo>
                      <a:pt x="4344" y="7632"/>
                    </a:lnTo>
                    <a:cubicBezTo>
                      <a:pt x="4331" y="7718"/>
                      <a:pt x="4350" y="7811"/>
                      <a:pt x="4410" y="7877"/>
                    </a:cubicBezTo>
                    <a:cubicBezTo>
                      <a:pt x="4469" y="7950"/>
                      <a:pt x="4549" y="7989"/>
                      <a:pt x="4641" y="7989"/>
                    </a:cubicBezTo>
                    <a:lnTo>
                      <a:pt x="5315" y="7989"/>
                    </a:lnTo>
                    <a:lnTo>
                      <a:pt x="5448" y="10700"/>
                    </a:lnTo>
                    <a:cubicBezTo>
                      <a:pt x="5461" y="10971"/>
                      <a:pt x="5692" y="11189"/>
                      <a:pt x="5970" y="11189"/>
                    </a:cubicBezTo>
                    <a:cubicBezTo>
                      <a:pt x="5974" y="11189"/>
                      <a:pt x="5978" y="11189"/>
                      <a:pt x="5982" y="11189"/>
                    </a:cubicBezTo>
                    <a:cubicBezTo>
                      <a:pt x="6241" y="11189"/>
                      <a:pt x="6472" y="10973"/>
                      <a:pt x="6485" y="10706"/>
                    </a:cubicBezTo>
                    <a:cubicBezTo>
                      <a:pt x="6485" y="10706"/>
                      <a:pt x="6485" y="10700"/>
                      <a:pt x="6485" y="10700"/>
                    </a:cubicBezTo>
                    <a:lnTo>
                      <a:pt x="6631" y="7989"/>
                    </a:lnTo>
                    <a:lnTo>
                      <a:pt x="6750" y="7989"/>
                    </a:lnTo>
                    <a:lnTo>
                      <a:pt x="6882" y="10700"/>
                    </a:lnTo>
                    <a:cubicBezTo>
                      <a:pt x="6895" y="10971"/>
                      <a:pt x="7127" y="11189"/>
                      <a:pt x="7398" y="11189"/>
                    </a:cubicBezTo>
                    <a:cubicBezTo>
                      <a:pt x="7402" y="11189"/>
                      <a:pt x="7406" y="11189"/>
                      <a:pt x="7410" y="11189"/>
                    </a:cubicBezTo>
                    <a:cubicBezTo>
                      <a:pt x="7675" y="11189"/>
                      <a:pt x="7900" y="10973"/>
                      <a:pt x="7920" y="10706"/>
                    </a:cubicBezTo>
                    <a:cubicBezTo>
                      <a:pt x="7920" y="10706"/>
                      <a:pt x="7920" y="10700"/>
                      <a:pt x="7920" y="10700"/>
                    </a:cubicBezTo>
                    <a:lnTo>
                      <a:pt x="8059" y="7989"/>
                    </a:lnTo>
                    <a:lnTo>
                      <a:pt x="8713" y="7989"/>
                    </a:lnTo>
                    <a:cubicBezTo>
                      <a:pt x="8806" y="7989"/>
                      <a:pt x="8892" y="7950"/>
                      <a:pt x="8944" y="7877"/>
                    </a:cubicBezTo>
                    <a:cubicBezTo>
                      <a:pt x="9004" y="7811"/>
                      <a:pt x="9024" y="7718"/>
                      <a:pt x="9011" y="7626"/>
                    </a:cubicBezTo>
                    <a:lnTo>
                      <a:pt x="8164" y="3766"/>
                    </a:lnTo>
                    <a:lnTo>
                      <a:pt x="8178" y="2728"/>
                    </a:lnTo>
                    <a:cubicBezTo>
                      <a:pt x="8323" y="3071"/>
                      <a:pt x="8422" y="3501"/>
                      <a:pt x="8488" y="3865"/>
                    </a:cubicBezTo>
                    <a:cubicBezTo>
                      <a:pt x="8548" y="4182"/>
                      <a:pt x="8581" y="4506"/>
                      <a:pt x="8607" y="4823"/>
                    </a:cubicBezTo>
                    <a:cubicBezTo>
                      <a:pt x="8607" y="4836"/>
                      <a:pt x="8607" y="4843"/>
                      <a:pt x="8614" y="4850"/>
                    </a:cubicBezTo>
                    <a:cubicBezTo>
                      <a:pt x="8633" y="5073"/>
                      <a:pt x="8825" y="5253"/>
                      <a:pt x="9053" y="5253"/>
                    </a:cubicBezTo>
                    <a:cubicBezTo>
                      <a:pt x="9061" y="5253"/>
                      <a:pt x="9069" y="5253"/>
                      <a:pt x="9077" y="5253"/>
                    </a:cubicBezTo>
                    <a:cubicBezTo>
                      <a:pt x="9096" y="5253"/>
                      <a:pt x="9123" y="5253"/>
                      <a:pt x="9143" y="5246"/>
                    </a:cubicBezTo>
                    <a:cubicBezTo>
                      <a:pt x="9196" y="5332"/>
                      <a:pt x="9255" y="5405"/>
                      <a:pt x="9341" y="5458"/>
                    </a:cubicBezTo>
                    <a:cubicBezTo>
                      <a:pt x="9453" y="5537"/>
                      <a:pt x="9592" y="5570"/>
                      <a:pt x="9724" y="5577"/>
                    </a:cubicBezTo>
                    <a:cubicBezTo>
                      <a:pt x="9744" y="5578"/>
                      <a:pt x="9763" y="5578"/>
                      <a:pt x="9782" y="5578"/>
                    </a:cubicBezTo>
                    <a:cubicBezTo>
                      <a:pt x="10039" y="5578"/>
                      <a:pt x="10290" y="5497"/>
                      <a:pt x="10524" y="5405"/>
                    </a:cubicBezTo>
                    <a:lnTo>
                      <a:pt x="10524" y="5405"/>
                    </a:lnTo>
                    <a:lnTo>
                      <a:pt x="10432" y="7097"/>
                    </a:lnTo>
                    <a:cubicBezTo>
                      <a:pt x="10425" y="7309"/>
                      <a:pt x="10471" y="7494"/>
                      <a:pt x="10564" y="7666"/>
                    </a:cubicBezTo>
                    <a:lnTo>
                      <a:pt x="10716" y="10852"/>
                    </a:lnTo>
                    <a:cubicBezTo>
                      <a:pt x="10729" y="11023"/>
                      <a:pt x="10875" y="11162"/>
                      <a:pt x="11053" y="11162"/>
                    </a:cubicBezTo>
                    <a:cubicBezTo>
                      <a:pt x="11225" y="11162"/>
                      <a:pt x="11370" y="11023"/>
                      <a:pt x="11384" y="10852"/>
                    </a:cubicBezTo>
                    <a:lnTo>
                      <a:pt x="11516" y="8340"/>
                    </a:lnTo>
                    <a:lnTo>
                      <a:pt x="11635" y="10852"/>
                    </a:lnTo>
                    <a:cubicBezTo>
                      <a:pt x="11641" y="11023"/>
                      <a:pt x="11793" y="11162"/>
                      <a:pt x="11965" y="11162"/>
                    </a:cubicBezTo>
                    <a:cubicBezTo>
                      <a:pt x="12137" y="11162"/>
                      <a:pt x="12289" y="11023"/>
                      <a:pt x="12296" y="10852"/>
                    </a:cubicBezTo>
                    <a:lnTo>
                      <a:pt x="12461" y="7659"/>
                    </a:lnTo>
                    <a:cubicBezTo>
                      <a:pt x="12554" y="7487"/>
                      <a:pt x="12587" y="7295"/>
                      <a:pt x="12580" y="7097"/>
                    </a:cubicBezTo>
                    <a:cubicBezTo>
                      <a:pt x="12573" y="7005"/>
                      <a:pt x="12567" y="6912"/>
                      <a:pt x="12560" y="6819"/>
                    </a:cubicBezTo>
                    <a:cubicBezTo>
                      <a:pt x="12547" y="6529"/>
                      <a:pt x="12534" y="6238"/>
                      <a:pt x="12514" y="5953"/>
                    </a:cubicBezTo>
                    <a:lnTo>
                      <a:pt x="12514" y="5953"/>
                    </a:lnTo>
                    <a:cubicBezTo>
                      <a:pt x="12653" y="6324"/>
                      <a:pt x="12706" y="6720"/>
                      <a:pt x="12739" y="7110"/>
                    </a:cubicBezTo>
                    <a:cubicBezTo>
                      <a:pt x="12752" y="7258"/>
                      <a:pt x="12877" y="7375"/>
                      <a:pt x="13024" y="7375"/>
                    </a:cubicBezTo>
                    <a:cubicBezTo>
                      <a:pt x="13028" y="7375"/>
                      <a:pt x="13032" y="7375"/>
                      <a:pt x="13036" y="7375"/>
                    </a:cubicBezTo>
                    <a:cubicBezTo>
                      <a:pt x="13188" y="7361"/>
                      <a:pt x="13307" y="7236"/>
                      <a:pt x="13307" y="7090"/>
                    </a:cubicBezTo>
                    <a:cubicBezTo>
                      <a:pt x="13314" y="6674"/>
                      <a:pt x="13287" y="6258"/>
                      <a:pt x="13195" y="5848"/>
                    </a:cubicBezTo>
                    <a:cubicBezTo>
                      <a:pt x="13036" y="5160"/>
                      <a:pt x="12633" y="4486"/>
                      <a:pt x="11972" y="4169"/>
                    </a:cubicBezTo>
                    <a:cubicBezTo>
                      <a:pt x="11825" y="4101"/>
                      <a:pt x="11672" y="4065"/>
                      <a:pt x="11519" y="4065"/>
                    </a:cubicBezTo>
                    <a:cubicBezTo>
                      <a:pt x="11285" y="4065"/>
                      <a:pt x="11050" y="4148"/>
                      <a:pt x="10835" y="4327"/>
                    </a:cubicBezTo>
                    <a:cubicBezTo>
                      <a:pt x="10663" y="4473"/>
                      <a:pt x="10471" y="4605"/>
                      <a:pt x="10280" y="4717"/>
                    </a:cubicBezTo>
                    <a:cubicBezTo>
                      <a:pt x="10174" y="4784"/>
                      <a:pt x="10062" y="4843"/>
                      <a:pt x="9949" y="4889"/>
                    </a:cubicBezTo>
                    <a:cubicBezTo>
                      <a:pt x="9896" y="4909"/>
                      <a:pt x="9843" y="4929"/>
                      <a:pt x="9791" y="4942"/>
                    </a:cubicBezTo>
                    <a:cubicBezTo>
                      <a:pt x="9753" y="4947"/>
                      <a:pt x="9707" y="4957"/>
                      <a:pt x="9666" y="4957"/>
                    </a:cubicBezTo>
                    <a:cubicBezTo>
                      <a:pt x="9657" y="4957"/>
                      <a:pt x="9647" y="4957"/>
                      <a:pt x="9639" y="4955"/>
                    </a:cubicBezTo>
                    <a:cubicBezTo>
                      <a:pt x="9632" y="4949"/>
                      <a:pt x="9513" y="4869"/>
                      <a:pt x="9513" y="4869"/>
                    </a:cubicBezTo>
                    <a:cubicBezTo>
                      <a:pt x="9506" y="4869"/>
                      <a:pt x="9500" y="4863"/>
                      <a:pt x="9500" y="4863"/>
                    </a:cubicBezTo>
                    <a:cubicBezTo>
                      <a:pt x="9500" y="4850"/>
                      <a:pt x="9500" y="4830"/>
                      <a:pt x="9500" y="4817"/>
                    </a:cubicBezTo>
                    <a:cubicBezTo>
                      <a:pt x="9500" y="4665"/>
                      <a:pt x="9506" y="4512"/>
                      <a:pt x="9500" y="4367"/>
                    </a:cubicBezTo>
                    <a:cubicBezTo>
                      <a:pt x="9500" y="4367"/>
                      <a:pt x="9500" y="4367"/>
                      <a:pt x="9500" y="4354"/>
                    </a:cubicBezTo>
                    <a:cubicBezTo>
                      <a:pt x="9500" y="4345"/>
                      <a:pt x="9500" y="4339"/>
                      <a:pt x="9500" y="4334"/>
                    </a:cubicBezTo>
                    <a:cubicBezTo>
                      <a:pt x="9493" y="3984"/>
                      <a:pt x="9467" y="3633"/>
                      <a:pt x="9414" y="3283"/>
                    </a:cubicBezTo>
                    <a:cubicBezTo>
                      <a:pt x="9354" y="2913"/>
                      <a:pt x="9262" y="2543"/>
                      <a:pt x="9130" y="2186"/>
                    </a:cubicBezTo>
                    <a:cubicBezTo>
                      <a:pt x="8885" y="1505"/>
                      <a:pt x="8469" y="857"/>
                      <a:pt x="7874" y="441"/>
                    </a:cubicBezTo>
                    <a:cubicBezTo>
                      <a:pt x="7748" y="355"/>
                      <a:pt x="7616" y="282"/>
                      <a:pt x="7484" y="209"/>
                    </a:cubicBezTo>
                    <a:cubicBezTo>
                      <a:pt x="7231" y="70"/>
                      <a:pt x="6958" y="0"/>
                      <a:pt x="6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73" name="Google Shape;673;p49"/>
              <p:cNvSpPr/>
              <p:nvPr/>
            </p:nvSpPr>
            <p:spPr>
              <a:xfrm>
                <a:off x="5980875" y="2648525"/>
                <a:ext cx="49125" cy="48075"/>
              </a:xfrm>
              <a:custGeom>
                <a:avLst/>
                <a:gdLst/>
                <a:ahLst/>
                <a:cxnLst/>
                <a:rect l="l" t="t" r="r" b="b"/>
                <a:pathLst>
                  <a:path w="1965" h="1923" extrusionOk="0">
                    <a:moveTo>
                      <a:pt x="980" y="1"/>
                    </a:moveTo>
                    <a:cubicBezTo>
                      <a:pt x="947" y="1"/>
                      <a:pt x="913" y="3"/>
                      <a:pt x="880" y="6"/>
                    </a:cubicBezTo>
                    <a:cubicBezTo>
                      <a:pt x="622" y="39"/>
                      <a:pt x="384" y="178"/>
                      <a:pt x="226" y="383"/>
                    </a:cubicBezTo>
                    <a:cubicBezTo>
                      <a:pt x="67" y="594"/>
                      <a:pt x="1" y="872"/>
                      <a:pt x="47" y="1130"/>
                    </a:cubicBezTo>
                    <a:cubicBezTo>
                      <a:pt x="127" y="1579"/>
                      <a:pt x="536" y="1923"/>
                      <a:pt x="992" y="1923"/>
                    </a:cubicBezTo>
                    <a:cubicBezTo>
                      <a:pt x="1257" y="1923"/>
                      <a:pt x="1508" y="1811"/>
                      <a:pt x="1687" y="1619"/>
                    </a:cubicBezTo>
                    <a:cubicBezTo>
                      <a:pt x="1872" y="1427"/>
                      <a:pt x="1964" y="1169"/>
                      <a:pt x="1951" y="905"/>
                    </a:cubicBezTo>
                    <a:cubicBezTo>
                      <a:pt x="1931" y="641"/>
                      <a:pt x="1812" y="396"/>
                      <a:pt x="1614" y="231"/>
                    </a:cubicBezTo>
                    <a:cubicBezTo>
                      <a:pt x="1435" y="81"/>
                      <a:pt x="1210"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674" name="Google Shape;674;p49"/>
          <p:cNvSpPr txBox="1">
            <a:spLocks noGrp="1"/>
          </p:cNvSpPr>
          <p:nvPr>
            <p:ph type="title"/>
          </p:nvPr>
        </p:nvSpPr>
        <p:spPr>
          <a:xfrm>
            <a:off x="2391900" y="4093463"/>
            <a:ext cx="4360200" cy="531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—SOMEONE FAMOUS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678"/>
        <p:cNvGrpSpPr/>
        <p:nvPr/>
      </p:nvGrpSpPr>
      <p:grpSpPr>
        <a:xfrm>
          <a:off x="0" y="0"/>
          <a:ext cx="0" cy="0"/>
          <a:chOff x="0" y="0"/>
          <a:chExt cx="0" cy="0"/>
        </a:xfrm>
      </p:grpSpPr>
      <p:sp>
        <p:nvSpPr>
          <p:cNvPr id="679" name="Google Shape;679;p50"/>
          <p:cNvSpPr/>
          <p:nvPr/>
        </p:nvSpPr>
        <p:spPr>
          <a:xfrm>
            <a:off x="934650" y="3803175"/>
            <a:ext cx="7274700" cy="1436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50"/>
          <p:cNvSpPr/>
          <p:nvPr/>
        </p:nvSpPr>
        <p:spPr>
          <a:xfrm>
            <a:off x="1025850" y="3890781"/>
            <a:ext cx="7092300" cy="13683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1" name="Google Shape;681;p50"/>
          <p:cNvCxnSpPr/>
          <p:nvPr/>
        </p:nvCxnSpPr>
        <p:spPr>
          <a:xfrm>
            <a:off x="2138700" y="4822650"/>
            <a:ext cx="4866600" cy="0"/>
          </a:xfrm>
          <a:prstGeom prst="straightConnector1">
            <a:avLst/>
          </a:prstGeom>
          <a:noFill/>
          <a:ln w="9525" cap="flat" cmpd="sng">
            <a:solidFill>
              <a:schemeClr val="dk1"/>
            </a:solidFill>
            <a:prstDash val="solid"/>
            <a:round/>
            <a:headEnd type="none" w="med" len="med"/>
            <a:tailEnd type="none" w="med" len="med"/>
          </a:ln>
        </p:spPr>
      </p:cxnSp>
      <p:grpSp>
        <p:nvGrpSpPr>
          <p:cNvPr id="682" name="Google Shape;682;p50"/>
          <p:cNvGrpSpPr/>
          <p:nvPr/>
        </p:nvGrpSpPr>
        <p:grpSpPr>
          <a:xfrm>
            <a:off x="713100" y="3376775"/>
            <a:ext cx="777060" cy="642276"/>
            <a:chOff x="2361200" y="1810275"/>
            <a:chExt cx="777060" cy="642276"/>
          </a:xfrm>
        </p:grpSpPr>
        <p:sp>
          <p:nvSpPr>
            <p:cNvPr id="683" name="Google Shape;683;p50"/>
            <p:cNvSpPr/>
            <p:nvPr/>
          </p:nvSpPr>
          <p:spPr>
            <a:xfrm>
              <a:off x="2361200" y="1810275"/>
              <a:ext cx="777060" cy="642276"/>
            </a:xfrm>
            <a:prstGeom prst="cloud">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50"/>
            <p:cNvSpPr/>
            <p:nvPr/>
          </p:nvSpPr>
          <p:spPr>
            <a:xfrm>
              <a:off x="2410044" y="1850613"/>
              <a:ext cx="679428" cy="561600"/>
            </a:xfrm>
            <a:prstGeom prst="clou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5" name="Google Shape;685;p50"/>
            <p:cNvGrpSpPr/>
            <p:nvPr/>
          </p:nvGrpSpPr>
          <p:grpSpPr>
            <a:xfrm>
              <a:off x="2613158" y="1984867"/>
              <a:ext cx="273137" cy="293092"/>
              <a:chOff x="5960550" y="2519275"/>
              <a:chExt cx="332850" cy="357125"/>
            </a:xfrm>
          </p:grpSpPr>
          <p:sp>
            <p:nvSpPr>
              <p:cNvPr id="686" name="Google Shape;686;p50"/>
              <p:cNvSpPr/>
              <p:nvPr/>
            </p:nvSpPr>
            <p:spPr>
              <a:xfrm>
                <a:off x="6088300" y="2519275"/>
                <a:ext cx="78525" cy="75050"/>
              </a:xfrm>
              <a:custGeom>
                <a:avLst/>
                <a:gdLst/>
                <a:ahLst/>
                <a:cxnLst/>
                <a:rect l="l" t="t" r="r" b="b"/>
                <a:pathLst>
                  <a:path w="3141" h="3002" extrusionOk="0">
                    <a:moveTo>
                      <a:pt x="1569" y="0"/>
                    </a:moveTo>
                    <a:cubicBezTo>
                      <a:pt x="1047" y="0"/>
                      <a:pt x="553" y="283"/>
                      <a:pt x="285" y="727"/>
                    </a:cubicBezTo>
                    <a:cubicBezTo>
                      <a:pt x="7" y="1183"/>
                      <a:pt x="1" y="1772"/>
                      <a:pt x="265" y="2234"/>
                    </a:cubicBezTo>
                    <a:cubicBezTo>
                      <a:pt x="523" y="2697"/>
                      <a:pt x="1012" y="2995"/>
                      <a:pt x="1541" y="3001"/>
                    </a:cubicBezTo>
                    <a:lnTo>
                      <a:pt x="1574" y="3001"/>
                    </a:lnTo>
                    <a:cubicBezTo>
                      <a:pt x="2096" y="3001"/>
                      <a:pt x="2598" y="2717"/>
                      <a:pt x="2863" y="2268"/>
                    </a:cubicBezTo>
                    <a:cubicBezTo>
                      <a:pt x="3134" y="1805"/>
                      <a:pt x="3140" y="1217"/>
                      <a:pt x="2869" y="754"/>
                    </a:cubicBezTo>
                    <a:cubicBezTo>
                      <a:pt x="2612" y="298"/>
                      <a:pt x="2116"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87" name="Google Shape;687;p50"/>
              <p:cNvSpPr/>
              <p:nvPr/>
            </p:nvSpPr>
            <p:spPr>
              <a:xfrm>
                <a:off x="6223800" y="2648525"/>
                <a:ext cx="49125" cy="48075"/>
              </a:xfrm>
              <a:custGeom>
                <a:avLst/>
                <a:gdLst/>
                <a:ahLst/>
                <a:cxnLst/>
                <a:rect l="l" t="t" r="r" b="b"/>
                <a:pathLst>
                  <a:path w="1965" h="1923" extrusionOk="0">
                    <a:moveTo>
                      <a:pt x="991" y="1"/>
                    </a:moveTo>
                    <a:cubicBezTo>
                      <a:pt x="760" y="1"/>
                      <a:pt x="531" y="81"/>
                      <a:pt x="358" y="231"/>
                    </a:cubicBezTo>
                    <a:cubicBezTo>
                      <a:pt x="160" y="396"/>
                      <a:pt x="34" y="641"/>
                      <a:pt x="21" y="905"/>
                    </a:cubicBezTo>
                    <a:cubicBezTo>
                      <a:pt x="1" y="1169"/>
                      <a:pt x="100" y="1427"/>
                      <a:pt x="279" y="1619"/>
                    </a:cubicBezTo>
                    <a:cubicBezTo>
                      <a:pt x="457" y="1811"/>
                      <a:pt x="715" y="1923"/>
                      <a:pt x="979" y="1923"/>
                    </a:cubicBezTo>
                    <a:cubicBezTo>
                      <a:pt x="1435" y="1923"/>
                      <a:pt x="1839" y="1579"/>
                      <a:pt x="1918" y="1130"/>
                    </a:cubicBezTo>
                    <a:cubicBezTo>
                      <a:pt x="1964" y="872"/>
                      <a:pt x="1905" y="594"/>
                      <a:pt x="1739" y="383"/>
                    </a:cubicBezTo>
                    <a:cubicBezTo>
                      <a:pt x="1587" y="178"/>
                      <a:pt x="1349" y="39"/>
                      <a:pt x="1092" y="6"/>
                    </a:cubicBezTo>
                    <a:cubicBezTo>
                      <a:pt x="1058" y="3"/>
                      <a:pt x="1025" y="1"/>
                      <a:pt x="9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88" name="Google Shape;688;p50"/>
              <p:cNvSpPr/>
              <p:nvPr/>
            </p:nvSpPr>
            <p:spPr>
              <a:xfrm>
                <a:off x="5960550" y="2596675"/>
                <a:ext cx="332850" cy="279725"/>
              </a:xfrm>
              <a:custGeom>
                <a:avLst/>
                <a:gdLst/>
                <a:ahLst/>
                <a:cxnLst/>
                <a:rect l="l" t="t" r="r" b="b"/>
                <a:pathLst>
                  <a:path w="13314" h="11189" extrusionOk="0">
                    <a:moveTo>
                      <a:pt x="6685" y="0"/>
                    </a:moveTo>
                    <a:cubicBezTo>
                      <a:pt x="6414" y="0"/>
                      <a:pt x="6144" y="68"/>
                      <a:pt x="5891" y="203"/>
                    </a:cubicBezTo>
                    <a:cubicBezTo>
                      <a:pt x="5256" y="540"/>
                      <a:pt x="4747" y="1075"/>
                      <a:pt x="4423" y="1697"/>
                    </a:cubicBezTo>
                    <a:cubicBezTo>
                      <a:pt x="4245" y="2034"/>
                      <a:pt x="4119" y="2384"/>
                      <a:pt x="4027" y="2748"/>
                    </a:cubicBezTo>
                    <a:cubicBezTo>
                      <a:pt x="3927" y="3111"/>
                      <a:pt x="3874" y="3481"/>
                      <a:pt x="3841" y="3851"/>
                    </a:cubicBezTo>
                    <a:cubicBezTo>
                      <a:pt x="3808" y="4189"/>
                      <a:pt x="3808" y="4526"/>
                      <a:pt x="3808" y="4863"/>
                    </a:cubicBezTo>
                    <a:cubicBezTo>
                      <a:pt x="3808" y="4863"/>
                      <a:pt x="3802" y="4869"/>
                      <a:pt x="3802" y="4869"/>
                    </a:cubicBezTo>
                    <a:cubicBezTo>
                      <a:pt x="3802" y="4869"/>
                      <a:pt x="3694" y="4947"/>
                      <a:pt x="3573" y="4947"/>
                    </a:cubicBezTo>
                    <a:cubicBezTo>
                      <a:pt x="3557" y="4947"/>
                      <a:pt x="3540" y="4945"/>
                      <a:pt x="3524" y="4942"/>
                    </a:cubicBezTo>
                    <a:cubicBezTo>
                      <a:pt x="3465" y="4929"/>
                      <a:pt x="3412" y="4909"/>
                      <a:pt x="3359" y="4889"/>
                    </a:cubicBezTo>
                    <a:cubicBezTo>
                      <a:pt x="3247" y="4843"/>
                      <a:pt x="3141" y="4784"/>
                      <a:pt x="3035" y="4717"/>
                    </a:cubicBezTo>
                    <a:cubicBezTo>
                      <a:pt x="2837" y="4605"/>
                      <a:pt x="2652" y="4473"/>
                      <a:pt x="2473" y="4327"/>
                    </a:cubicBezTo>
                    <a:cubicBezTo>
                      <a:pt x="2262" y="4148"/>
                      <a:pt x="2029" y="4065"/>
                      <a:pt x="1796" y="4065"/>
                    </a:cubicBezTo>
                    <a:cubicBezTo>
                      <a:pt x="1643" y="4065"/>
                      <a:pt x="1490" y="4101"/>
                      <a:pt x="1343" y="4169"/>
                    </a:cubicBezTo>
                    <a:cubicBezTo>
                      <a:pt x="675" y="4486"/>
                      <a:pt x="272" y="5160"/>
                      <a:pt x="113" y="5848"/>
                    </a:cubicBezTo>
                    <a:cubicBezTo>
                      <a:pt x="21" y="6258"/>
                      <a:pt x="1" y="6674"/>
                      <a:pt x="1" y="7090"/>
                    </a:cubicBezTo>
                    <a:cubicBezTo>
                      <a:pt x="8" y="7236"/>
                      <a:pt x="127" y="7361"/>
                      <a:pt x="272" y="7375"/>
                    </a:cubicBezTo>
                    <a:cubicBezTo>
                      <a:pt x="276" y="7375"/>
                      <a:pt x="280" y="7375"/>
                      <a:pt x="284" y="7375"/>
                    </a:cubicBezTo>
                    <a:cubicBezTo>
                      <a:pt x="431" y="7375"/>
                      <a:pt x="563" y="7258"/>
                      <a:pt x="569" y="7110"/>
                    </a:cubicBezTo>
                    <a:cubicBezTo>
                      <a:pt x="602" y="6720"/>
                      <a:pt x="655" y="6324"/>
                      <a:pt x="794" y="5953"/>
                    </a:cubicBezTo>
                    <a:lnTo>
                      <a:pt x="807" y="6284"/>
                    </a:lnTo>
                    <a:lnTo>
                      <a:pt x="318" y="8479"/>
                    </a:lnTo>
                    <a:cubicBezTo>
                      <a:pt x="305" y="8531"/>
                      <a:pt x="318" y="8584"/>
                      <a:pt x="351" y="8624"/>
                    </a:cubicBezTo>
                    <a:cubicBezTo>
                      <a:pt x="384" y="8664"/>
                      <a:pt x="437" y="8683"/>
                      <a:pt x="483" y="8683"/>
                    </a:cubicBezTo>
                    <a:lnTo>
                      <a:pt x="887" y="8683"/>
                    </a:lnTo>
                    <a:lnTo>
                      <a:pt x="999" y="10852"/>
                    </a:lnTo>
                    <a:cubicBezTo>
                      <a:pt x="1006" y="11023"/>
                      <a:pt x="1158" y="11162"/>
                      <a:pt x="1330" y="11162"/>
                    </a:cubicBezTo>
                    <a:cubicBezTo>
                      <a:pt x="1501" y="11162"/>
                      <a:pt x="1653" y="11023"/>
                      <a:pt x="1660" y="10852"/>
                    </a:cubicBezTo>
                    <a:lnTo>
                      <a:pt x="1766" y="8683"/>
                    </a:lnTo>
                    <a:lnTo>
                      <a:pt x="1799" y="8683"/>
                    </a:lnTo>
                    <a:lnTo>
                      <a:pt x="1911" y="10852"/>
                    </a:lnTo>
                    <a:cubicBezTo>
                      <a:pt x="1924" y="11023"/>
                      <a:pt x="2070" y="11162"/>
                      <a:pt x="2242" y="11162"/>
                    </a:cubicBezTo>
                    <a:cubicBezTo>
                      <a:pt x="2420" y="11162"/>
                      <a:pt x="2566" y="11023"/>
                      <a:pt x="2579" y="10852"/>
                    </a:cubicBezTo>
                    <a:lnTo>
                      <a:pt x="2678" y="8683"/>
                    </a:lnTo>
                    <a:lnTo>
                      <a:pt x="3088" y="8683"/>
                    </a:lnTo>
                    <a:cubicBezTo>
                      <a:pt x="3134" y="8683"/>
                      <a:pt x="3187" y="8664"/>
                      <a:pt x="3220" y="8624"/>
                    </a:cubicBezTo>
                    <a:cubicBezTo>
                      <a:pt x="3253" y="8584"/>
                      <a:pt x="3266" y="8531"/>
                      <a:pt x="3253" y="8479"/>
                    </a:cubicBezTo>
                    <a:lnTo>
                      <a:pt x="2771" y="6284"/>
                    </a:lnTo>
                    <a:lnTo>
                      <a:pt x="2784" y="5405"/>
                    </a:lnTo>
                    <a:cubicBezTo>
                      <a:pt x="3018" y="5497"/>
                      <a:pt x="3275" y="5578"/>
                      <a:pt x="3528" y="5578"/>
                    </a:cubicBezTo>
                    <a:cubicBezTo>
                      <a:pt x="3546" y="5578"/>
                      <a:pt x="3565" y="5578"/>
                      <a:pt x="3584" y="5577"/>
                    </a:cubicBezTo>
                    <a:cubicBezTo>
                      <a:pt x="3722" y="5570"/>
                      <a:pt x="3855" y="5537"/>
                      <a:pt x="3967" y="5458"/>
                    </a:cubicBezTo>
                    <a:cubicBezTo>
                      <a:pt x="4040" y="5411"/>
                      <a:pt x="4093" y="5352"/>
                      <a:pt x="4145" y="5286"/>
                    </a:cubicBezTo>
                    <a:cubicBezTo>
                      <a:pt x="4172" y="5292"/>
                      <a:pt x="4205" y="5299"/>
                      <a:pt x="4238" y="5299"/>
                    </a:cubicBezTo>
                    <a:cubicBezTo>
                      <a:pt x="4246" y="5300"/>
                      <a:pt x="4254" y="5300"/>
                      <a:pt x="4261" y="5300"/>
                    </a:cubicBezTo>
                    <a:cubicBezTo>
                      <a:pt x="4483" y="5300"/>
                      <a:pt x="4682" y="5119"/>
                      <a:pt x="4701" y="4896"/>
                    </a:cubicBezTo>
                    <a:cubicBezTo>
                      <a:pt x="4707" y="4784"/>
                      <a:pt x="4714" y="4671"/>
                      <a:pt x="4727" y="4559"/>
                    </a:cubicBezTo>
                    <a:cubicBezTo>
                      <a:pt x="4747" y="4387"/>
                      <a:pt x="4773" y="4215"/>
                      <a:pt x="4800" y="4043"/>
                    </a:cubicBezTo>
                    <a:cubicBezTo>
                      <a:pt x="4853" y="3680"/>
                      <a:pt x="4952" y="3323"/>
                      <a:pt x="5078" y="2979"/>
                    </a:cubicBezTo>
                    <a:cubicBezTo>
                      <a:pt x="5111" y="2893"/>
                      <a:pt x="5144" y="2807"/>
                      <a:pt x="5183" y="2728"/>
                    </a:cubicBezTo>
                    <a:lnTo>
                      <a:pt x="5203" y="3785"/>
                    </a:lnTo>
                    <a:lnTo>
                      <a:pt x="4344" y="7632"/>
                    </a:lnTo>
                    <a:cubicBezTo>
                      <a:pt x="4331" y="7718"/>
                      <a:pt x="4350" y="7811"/>
                      <a:pt x="4410" y="7877"/>
                    </a:cubicBezTo>
                    <a:cubicBezTo>
                      <a:pt x="4469" y="7950"/>
                      <a:pt x="4549" y="7989"/>
                      <a:pt x="4641" y="7989"/>
                    </a:cubicBezTo>
                    <a:lnTo>
                      <a:pt x="5315" y="7989"/>
                    </a:lnTo>
                    <a:lnTo>
                      <a:pt x="5448" y="10700"/>
                    </a:lnTo>
                    <a:cubicBezTo>
                      <a:pt x="5461" y="10971"/>
                      <a:pt x="5692" y="11189"/>
                      <a:pt x="5970" y="11189"/>
                    </a:cubicBezTo>
                    <a:cubicBezTo>
                      <a:pt x="5974" y="11189"/>
                      <a:pt x="5978" y="11189"/>
                      <a:pt x="5982" y="11189"/>
                    </a:cubicBezTo>
                    <a:cubicBezTo>
                      <a:pt x="6241" y="11189"/>
                      <a:pt x="6472" y="10973"/>
                      <a:pt x="6485" y="10706"/>
                    </a:cubicBezTo>
                    <a:cubicBezTo>
                      <a:pt x="6485" y="10706"/>
                      <a:pt x="6485" y="10700"/>
                      <a:pt x="6485" y="10700"/>
                    </a:cubicBezTo>
                    <a:lnTo>
                      <a:pt x="6631" y="7989"/>
                    </a:lnTo>
                    <a:lnTo>
                      <a:pt x="6750" y="7989"/>
                    </a:lnTo>
                    <a:lnTo>
                      <a:pt x="6882" y="10700"/>
                    </a:lnTo>
                    <a:cubicBezTo>
                      <a:pt x="6895" y="10971"/>
                      <a:pt x="7127" y="11189"/>
                      <a:pt x="7398" y="11189"/>
                    </a:cubicBezTo>
                    <a:cubicBezTo>
                      <a:pt x="7402" y="11189"/>
                      <a:pt x="7406" y="11189"/>
                      <a:pt x="7410" y="11189"/>
                    </a:cubicBezTo>
                    <a:cubicBezTo>
                      <a:pt x="7675" y="11189"/>
                      <a:pt x="7900" y="10973"/>
                      <a:pt x="7920" y="10706"/>
                    </a:cubicBezTo>
                    <a:cubicBezTo>
                      <a:pt x="7920" y="10706"/>
                      <a:pt x="7920" y="10700"/>
                      <a:pt x="7920" y="10700"/>
                    </a:cubicBezTo>
                    <a:lnTo>
                      <a:pt x="8059" y="7989"/>
                    </a:lnTo>
                    <a:lnTo>
                      <a:pt x="8713" y="7989"/>
                    </a:lnTo>
                    <a:cubicBezTo>
                      <a:pt x="8806" y="7989"/>
                      <a:pt x="8892" y="7950"/>
                      <a:pt x="8944" y="7877"/>
                    </a:cubicBezTo>
                    <a:cubicBezTo>
                      <a:pt x="9004" y="7811"/>
                      <a:pt x="9024" y="7718"/>
                      <a:pt x="9011" y="7626"/>
                    </a:cubicBezTo>
                    <a:lnTo>
                      <a:pt x="8164" y="3766"/>
                    </a:lnTo>
                    <a:lnTo>
                      <a:pt x="8178" y="2728"/>
                    </a:lnTo>
                    <a:cubicBezTo>
                      <a:pt x="8323" y="3071"/>
                      <a:pt x="8422" y="3501"/>
                      <a:pt x="8488" y="3865"/>
                    </a:cubicBezTo>
                    <a:cubicBezTo>
                      <a:pt x="8548" y="4182"/>
                      <a:pt x="8581" y="4506"/>
                      <a:pt x="8607" y="4823"/>
                    </a:cubicBezTo>
                    <a:cubicBezTo>
                      <a:pt x="8607" y="4836"/>
                      <a:pt x="8607" y="4843"/>
                      <a:pt x="8614" y="4850"/>
                    </a:cubicBezTo>
                    <a:cubicBezTo>
                      <a:pt x="8633" y="5073"/>
                      <a:pt x="8825" y="5253"/>
                      <a:pt x="9053" y="5253"/>
                    </a:cubicBezTo>
                    <a:cubicBezTo>
                      <a:pt x="9061" y="5253"/>
                      <a:pt x="9069" y="5253"/>
                      <a:pt x="9077" y="5253"/>
                    </a:cubicBezTo>
                    <a:cubicBezTo>
                      <a:pt x="9096" y="5253"/>
                      <a:pt x="9123" y="5253"/>
                      <a:pt x="9143" y="5246"/>
                    </a:cubicBezTo>
                    <a:cubicBezTo>
                      <a:pt x="9196" y="5332"/>
                      <a:pt x="9255" y="5405"/>
                      <a:pt x="9341" y="5458"/>
                    </a:cubicBezTo>
                    <a:cubicBezTo>
                      <a:pt x="9453" y="5537"/>
                      <a:pt x="9592" y="5570"/>
                      <a:pt x="9724" y="5577"/>
                    </a:cubicBezTo>
                    <a:cubicBezTo>
                      <a:pt x="9744" y="5578"/>
                      <a:pt x="9763" y="5578"/>
                      <a:pt x="9782" y="5578"/>
                    </a:cubicBezTo>
                    <a:cubicBezTo>
                      <a:pt x="10039" y="5578"/>
                      <a:pt x="10290" y="5497"/>
                      <a:pt x="10524" y="5405"/>
                    </a:cubicBezTo>
                    <a:lnTo>
                      <a:pt x="10524" y="5405"/>
                    </a:lnTo>
                    <a:lnTo>
                      <a:pt x="10432" y="7097"/>
                    </a:lnTo>
                    <a:cubicBezTo>
                      <a:pt x="10425" y="7309"/>
                      <a:pt x="10471" y="7494"/>
                      <a:pt x="10564" y="7666"/>
                    </a:cubicBezTo>
                    <a:lnTo>
                      <a:pt x="10716" y="10852"/>
                    </a:lnTo>
                    <a:cubicBezTo>
                      <a:pt x="10729" y="11023"/>
                      <a:pt x="10875" y="11162"/>
                      <a:pt x="11053" y="11162"/>
                    </a:cubicBezTo>
                    <a:cubicBezTo>
                      <a:pt x="11225" y="11162"/>
                      <a:pt x="11370" y="11023"/>
                      <a:pt x="11384" y="10852"/>
                    </a:cubicBezTo>
                    <a:lnTo>
                      <a:pt x="11516" y="8340"/>
                    </a:lnTo>
                    <a:lnTo>
                      <a:pt x="11635" y="10852"/>
                    </a:lnTo>
                    <a:cubicBezTo>
                      <a:pt x="11641" y="11023"/>
                      <a:pt x="11793" y="11162"/>
                      <a:pt x="11965" y="11162"/>
                    </a:cubicBezTo>
                    <a:cubicBezTo>
                      <a:pt x="12137" y="11162"/>
                      <a:pt x="12289" y="11023"/>
                      <a:pt x="12296" y="10852"/>
                    </a:cubicBezTo>
                    <a:lnTo>
                      <a:pt x="12461" y="7659"/>
                    </a:lnTo>
                    <a:cubicBezTo>
                      <a:pt x="12554" y="7487"/>
                      <a:pt x="12587" y="7295"/>
                      <a:pt x="12580" y="7097"/>
                    </a:cubicBezTo>
                    <a:cubicBezTo>
                      <a:pt x="12573" y="7005"/>
                      <a:pt x="12567" y="6912"/>
                      <a:pt x="12560" y="6819"/>
                    </a:cubicBezTo>
                    <a:cubicBezTo>
                      <a:pt x="12547" y="6529"/>
                      <a:pt x="12534" y="6238"/>
                      <a:pt x="12514" y="5953"/>
                    </a:cubicBezTo>
                    <a:lnTo>
                      <a:pt x="12514" y="5953"/>
                    </a:lnTo>
                    <a:cubicBezTo>
                      <a:pt x="12653" y="6324"/>
                      <a:pt x="12706" y="6720"/>
                      <a:pt x="12739" y="7110"/>
                    </a:cubicBezTo>
                    <a:cubicBezTo>
                      <a:pt x="12752" y="7258"/>
                      <a:pt x="12877" y="7375"/>
                      <a:pt x="13024" y="7375"/>
                    </a:cubicBezTo>
                    <a:cubicBezTo>
                      <a:pt x="13028" y="7375"/>
                      <a:pt x="13032" y="7375"/>
                      <a:pt x="13036" y="7375"/>
                    </a:cubicBezTo>
                    <a:cubicBezTo>
                      <a:pt x="13188" y="7361"/>
                      <a:pt x="13307" y="7236"/>
                      <a:pt x="13307" y="7090"/>
                    </a:cubicBezTo>
                    <a:cubicBezTo>
                      <a:pt x="13314" y="6674"/>
                      <a:pt x="13287" y="6258"/>
                      <a:pt x="13195" y="5848"/>
                    </a:cubicBezTo>
                    <a:cubicBezTo>
                      <a:pt x="13036" y="5160"/>
                      <a:pt x="12633" y="4486"/>
                      <a:pt x="11972" y="4169"/>
                    </a:cubicBezTo>
                    <a:cubicBezTo>
                      <a:pt x="11825" y="4101"/>
                      <a:pt x="11672" y="4065"/>
                      <a:pt x="11519" y="4065"/>
                    </a:cubicBezTo>
                    <a:cubicBezTo>
                      <a:pt x="11285" y="4065"/>
                      <a:pt x="11050" y="4148"/>
                      <a:pt x="10835" y="4327"/>
                    </a:cubicBezTo>
                    <a:cubicBezTo>
                      <a:pt x="10663" y="4473"/>
                      <a:pt x="10471" y="4605"/>
                      <a:pt x="10280" y="4717"/>
                    </a:cubicBezTo>
                    <a:cubicBezTo>
                      <a:pt x="10174" y="4784"/>
                      <a:pt x="10062" y="4843"/>
                      <a:pt x="9949" y="4889"/>
                    </a:cubicBezTo>
                    <a:cubicBezTo>
                      <a:pt x="9896" y="4909"/>
                      <a:pt x="9843" y="4929"/>
                      <a:pt x="9791" y="4942"/>
                    </a:cubicBezTo>
                    <a:cubicBezTo>
                      <a:pt x="9753" y="4947"/>
                      <a:pt x="9707" y="4957"/>
                      <a:pt x="9666" y="4957"/>
                    </a:cubicBezTo>
                    <a:cubicBezTo>
                      <a:pt x="9657" y="4957"/>
                      <a:pt x="9647" y="4957"/>
                      <a:pt x="9639" y="4955"/>
                    </a:cubicBezTo>
                    <a:cubicBezTo>
                      <a:pt x="9632" y="4949"/>
                      <a:pt x="9513" y="4869"/>
                      <a:pt x="9513" y="4869"/>
                    </a:cubicBezTo>
                    <a:cubicBezTo>
                      <a:pt x="9506" y="4869"/>
                      <a:pt x="9500" y="4863"/>
                      <a:pt x="9500" y="4863"/>
                    </a:cubicBezTo>
                    <a:cubicBezTo>
                      <a:pt x="9500" y="4850"/>
                      <a:pt x="9500" y="4830"/>
                      <a:pt x="9500" y="4817"/>
                    </a:cubicBezTo>
                    <a:cubicBezTo>
                      <a:pt x="9500" y="4665"/>
                      <a:pt x="9506" y="4512"/>
                      <a:pt x="9500" y="4367"/>
                    </a:cubicBezTo>
                    <a:cubicBezTo>
                      <a:pt x="9500" y="4367"/>
                      <a:pt x="9500" y="4367"/>
                      <a:pt x="9500" y="4354"/>
                    </a:cubicBezTo>
                    <a:cubicBezTo>
                      <a:pt x="9500" y="4345"/>
                      <a:pt x="9500" y="4339"/>
                      <a:pt x="9500" y="4334"/>
                    </a:cubicBezTo>
                    <a:cubicBezTo>
                      <a:pt x="9493" y="3984"/>
                      <a:pt x="9467" y="3633"/>
                      <a:pt x="9414" y="3283"/>
                    </a:cubicBezTo>
                    <a:cubicBezTo>
                      <a:pt x="9354" y="2913"/>
                      <a:pt x="9262" y="2543"/>
                      <a:pt x="9130" y="2186"/>
                    </a:cubicBezTo>
                    <a:cubicBezTo>
                      <a:pt x="8885" y="1505"/>
                      <a:pt x="8469" y="857"/>
                      <a:pt x="7874" y="441"/>
                    </a:cubicBezTo>
                    <a:cubicBezTo>
                      <a:pt x="7748" y="355"/>
                      <a:pt x="7616" y="282"/>
                      <a:pt x="7484" y="209"/>
                    </a:cubicBezTo>
                    <a:cubicBezTo>
                      <a:pt x="7231" y="70"/>
                      <a:pt x="6958" y="0"/>
                      <a:pt x="6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89" name="Google Shape;689;p50"/>
              <p:cNvSpPr/>
              <p:nvPr/>
            </p:nvSpPr>
            <p:spPr>
              <a:xfrm>
                <a:off x="5980875" y="2648525"/>
                <a:ext cx="49125" cy="48075"/>
              </a:xfrm>
              <a:custGeom>
                <a:avLst/>
                <a:gdLst/>
                <a:ahLst/>
                <a:cxnLst/>
                <a:rect l="l" t="t" r="r" b="b"/>
                <a:pathLst>
                  <a:path w="1965" h="1923" extrusionOk="0">
                    <a:moveTo>
                      <a:pt x="980" y="1"/>
                    </a:moveTo>
                    <a:cubicBezTo>
                      <a:pt x="947" y="1"/>
                      <a:pt x="913" y="3"/>
                      <a:pt x="880" y="6"/>
                    </a:cubicBezTo>
                    <a:cubicBezTo>
                      <a:pt x="622" y="39"/>
                      <a:pt x="384" y="178"/>
                      <a:pt x="226" y="383"/>
                    </a:cubicBezTo>
                    <a:cubicBezTo>
                      <a:pt x="67" y="594"/>
                      <a:pt x="1" y="872"/>
                      <a:pt x="47" y="1130"/>
                    </a:cubicBezTo>
                    <a:cubicBezTo>
                      <a:pt x="127" y="1579"/>
                      <a:pt x="536" y="1923"/>
                      <a:pt x="992" y="1923"/>
                    </a:cubicBezTo>
                    <a:cubicBezTo>
                      <a:pt x="1257" y="1923"/>
                      <a:pt x="1508" y="1811"/>
                      <a:pt x="1687" y="1619"/>
                    </a:cubicBezTo>
                    <a:cubicBezTo>
                      <a:pt x="1872" y="1427"/>
                      <a:pt x="1964" y="1169"/>
                      <a:pt x="1951" y="905"/>
                    </a:cubicBezTo>
                    <a:cubicBezTo>
                      <a:pt x="1931" y="641"/>
                      <a:pt x="1812" y="396"/>
                      <a:pt x="1614" y="231"/>
                    </a:cubicBezTo>
                    <a:cubicBezTo>
                      <a:pt x="1435" y="81"/>
                      <a:pt x="1210"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690" name="Google Shape;690;p50"/>
          <p:cNvGrpSpPr/>
          <p:nvPr/>
        </p:nvGrpSpPr>
        <p:grpSpPr>
          <a:xfrm>
            <a:off x="7842826" y="3490112"/>
            <a:ext cx="754200" cy="717300"/>
            <a:chOff x="5187301" y="1772812"/>
            <a:chExt cx="754200" cy="717300"/>
          </a:xfrm>
        </p:grpSpPr>
        <p:sp>
          <p:nvSpPr>
            <p:cNvPr id="691" name="Google Shape;691;p50"/>
            <p:cNvSpPr/>
            <p:nvPr/>
          </p:nvSpPr>
          <p:spPr>
            <a:xfrm>
              <a:off x="5187301" y="1772812"/>
              <a:ext cx="754200" cy="717300"/>
            </a:xfrm>
            <a:prstGeom prst="decagon">
              <a:avLst>
                <a:gd name="vf" fmla="val 105146"/>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50"/>
            <p:cNvSpPr/>
            <p:nvPr/>
          </p:nvSpPr>
          <p:spPr>
            <a:xfrm>
              <a:off x="5226663" y="1810263"/>
              <a:ext cx="675300" cy="642300"/>
            </a:xfrm>
            <a:prstGeom prst="decagon">
              <a:avLst>
                <a:gd name="vf" fmla="val 105146"/>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3" name="Google Shape;693;p50"/>
            <p:cNvGrpSpPr/>
            <p:nvPr/>
          </p:nvGrpSpPr>
          <p:grpSpPr>
            <a:xfrm>
              <a:off x="5426984" y="1986089"/>
              <a:ext cx="274669" cy="290718"/>
              <a:chOff x="3278493" y="2036478"/>
              <a:chExt cx="287883" cy="304704"/>
            </a:xfrm>
          </p:grpSpPr>
          <p:sp>
            <p:nvSpPr>
              <p:cNvPr id="694" name="Google Shape;694;p50"/>
              <p:cNvSpPr/>
              <p:nvPr/>
            </p:nvSpPr>
            <p:spPr>
              <a:xfrm>
                <a:off x="3306178" y="2036478"/>
                <a:ext cx="62042" cy="61896"/>
              </a:xfrm>
              <a:custGeom>
                <a:avLst/>
                <a:gdLst/>
                <a:ahLst/>
                <a:cxnLst/>
                <a:rect l="l" t="t" r="r" b="b"/>
                <a:pathLst>
                  <a:path w="2976" h="2969" extrusionOk="0">
                    <a:moveTo>
                      <a:pt x="1488" y="1"/>
                    </a:moveTo>
                    <a:cubicBezTo>
                      <a:pt x="669" y="1"/>
                      <a:pt x="1" y="662"/>
                      <a:pt x="1" y="1481"/>
                    </a:cubicBezTo>
                    <a:cubicBezTo>
                      <a:pt x="1" y="2301"/>
                      <a:pt x="669" y="2969"/>
                      <a:pt x="1488" y="2969"/>
                    </a:cubicBezTo>
                    <a:cubicBezTo>
                      <a:pt x="2308" y="2969"/>
                      <a:pt x="2976" y="2301"/>
                      <a:pt x="2976" y="1481"/>
                    </a:cubicBezTo>
                    <a:cubicBezTo>
                      <a:pt x="2976" y="662"/>
                      <a:pt x="2308" y="1"/>
                      <a:pt x="1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95" name="Google Shape;695;p50"/>
              <p:cNvSpPr/>
              <p:nvPr/>
            </p:nvSpPr>
            <p:spPr>
              <a:xfrm>
                <a:off x="3509431" y="2152218"/>
                <a:ext cx="40277" cy="39172"/>
              </a:xfrm>
              <a:custGeom>
                <a:avLst/>
                <a:gdLst/>
                <a:ahLst/>
                <a:cxnLst/>
                <a:rect l="l" t="t" r="r" b="b"/>
                <a:pathLst>
                  <a:path w="1932" h="1879" extrusionOk="0">
                    <a:moveTo>
                      <a:pt x="956" y="1"/>
                    </a:moveTo>
                    <a:cubicBezTo>
                      <a:pt x="736" y="1"/>
                      <a:pt x="520" y="79"/>
                      <a:pt x="351" y="219"/>
                    </a:cubicBezTo>
                    <a:cubicBezTo>
                      <a:pt x="153" y="385"/>
                      <a:pt x="34" y="629"/>
                      <a:pt x="21" y="887"/>
                    </a:cubicBezTo>
                    <a:cubicBezTo>
                      <a:pt x="1" y="1145"/>
                      <a:pt x="100" y="1396"/>
                      <a:pt x="272" y="1588"/>
                    </a:cubicBezTo>
                    <a:cubicBezTo>
                      <a:pt x="450" y="1773"/>
                      <a:pt x="702" y="1879"/>
                      <a:pt x="959" y="1879"/>
                    </a:cubicBezTo>
                    <a:cubicBezTo>
                      <a:pt x="1409" y="1879"/>
                      <a:pt x="1805" y="1548"/>
                      <a:pt x="1885" y="1105"/>
                    </a:cubicBezTo>
                    <a:cubicBezTo>
                      <a:pt x="1931" y="847"/>
                      <a:pt x="1865" y="583"/>
                      <a:pt x="1713" y="371"/>
                    </a:cubicBezTo>
                    <a:cubicBezTo>
                      <a:pt x="1554" y="173"/>
                      <a:pt x="1323" y="34"/>
                      <a:pt x="1072" y="8"/>
                    </a:cubicBezTo>
                    <a:cubicBezTo>
                      <a:pt x="1033" y="3"/>
                      <a:pt x="994" y="1"/>
                      <a:pt x="9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96" name="Google Shape;696;p50"/>
              <p:cNvSpPr/>
              <p:nvPr/>
            </p:nvSpPr>
            <p:spPr>
              <a:xfrm>
                <a:off x="3278493" y="2100081"/>
                <a:ext cx="287883" cy="241101"/>
              </a:xfrm>
              <a:custGeom>
                <a:avLst/>
                <a:gdLst/>
                <a:ahLst/>
                <a:cxnLst/>
                <a:rect l="l" t="t" r="r" b="b"/>
                <a:pathLst>
                  <a:path w="13809" h="11565" extrusionOk="0">
                    <a:moveTo>
                      <a:pt x="6164" y="2116"/>
                    </a:moveTo>
                    <a:cubicBezTo>
                      <a:pt x="6185" y="2116"/>
                      <a:pt x="6206" y="2117"/>
                      <a:pt x="6227" y="2119"/>
                    </a:cubicBezTo>
                    <a:cubicBezTo>
                      <a:pt x="6505" y="2145"/>
                      <a:pt x="6743" y="2363"/>
                      <a:pt x="6789" y="2641"/>
                    </a:cubicBezTo>
                    <a:cubicBezTo>
                      <a:pt x="6796" y="2694"/>
                      <a:pt x="6796" y="2753"/>
                      <a:pt x="6789" y="2806"/>
                    </a:cubicBezTo>
                    <a:cubicBezTo>
                      <a:pt x="6880" y="2764"/>
                      <a:pt x="6978" y="2741"/>
                      <a:pt x="7078" y="2741"/>
                    </a:cubicBezTo>
                    <a:cubicBezTo>
                      <a:pt x="7167" y="2741"/>
                      <a:pt x="7257" y="2759"/>
                      <a:pt x="7344" y="2800"/>
                    </a:cubicBezTo>
                    <a:lnTo>
                      <a:pt x="8488" y="3315"/>
                    </a:lnTo>
                    <a:cubicBezTo>
                      <a:pt x="8812" y="3467"/>
                      <a:pt x="8950" y="3844"/>
                      <a:pt x="8805" y="4168"/>
                    </a:cubicBezTo>
                    <a:cubicBezTo>
                      <a:pt x="8824" y="4129"/>
                      <a:pt x="8842" y="4091"/>
                      <a:pt x="8847" y="4080"/>
                    </a:cubicBezTo>
                    <a:lnTo>
                      <a:pt x="8847" y="4080"/>
                    </a:lnTo>
                    <a:cubicBezTo>
                      <a:pt x="8843" y="4089"/>
                      <a:pt x="8831" y="4117"/>
                      <a:pt x="8805" y="4175"/>
                    </a:cubicBezTo>
                    <a:cubicBezTo>
                      <a:pt x="8805" y="4175"/>
                      <a:pt x="8805" y="4175"/>
                      <a:pt x="8805" y="4175"/>
                    </a:cubicBezTo>
                    <a:lnTo>
                      <a:pt x="8805" y="4175"/>
                    </a:lnTo>
                    <a:cubicBezTo>
                      <a:pt x="8804" y="4178"/>
                      <a:pt x="8802" y="4181"/>
                      <a:pt x="8801" y="4183"/>
                    </a:cubicBezTo>
                    <a:lnTo>
                      <a:pt x="8801" y="4183"/>
                    </a:lnTo>
                    <a:cubicBezTo>
                      <a:pt x="8693" y="4415"/>
                      <a:pt x="8462" y="4550"/>
                      <a:pt x="8220" y="4550"/>
                    </a:cubicBezTo>
                    <a:cubicBezTo>
                      <a:pt x="8130" y="4550"/>
                      <a:pt x="8039" y="4531"/>
                      <a:pt x="7952" y="4492"/>
                    </a:cubicBezTo>
                    <a:lnTo>
                      <a:pt x="7000" y="4056"/>
                    </a:lnTo>
                    <a:cubicBezTo>
                      <a:pt x="7139" y="3923"/>
                      <a:pt x="7139" y="3685"/>
                      <a:pt x="7000" y="3547"/>
                    </a:cubicBezTo>
                    <a:cubicBezTo>
                      <a:pt x="6941" y="3487"/>
                      <a:pt x="6862" y="3448"/>
                      <a:pt x="6776" y="3441"/>
                    </a:cubicBezTo>
                    <a:cubicBezTo>
                      <a:pt x="6723" y="3441"/>
                      <a:pt x="6670" y="3448"/>
                      <a:pt x="6624" y="3454"/>
                    </a:cubicBezTo>
                    <a:cubicBezTo>
                      <a:pt x="6558" y="3461"/>
                      <a:pt x="6498" y="3461"/>
                      <a:pt x="6439" y="3461"/>
                    </a:cubicBezTo>
                    <a:cubicBezTo>
                      <a:pt x="6432" y="3421"/>
                      <a:pt x="6432" y="3381"/>
                      <a:pt x="6432" y="3342"/>
                    </a:cubicBezTo>
                    <a:cubicBezTo>
                      <a:pt x="6342" y="3388"/>
                      <a:pt x="6245" y="3410"/>
                      <a:pt x="6148" y="3410"/>
                    </a:cubicBezTo>
                    <a:cubicBezTo>
                      <a:pt x="5966" y="3410"/>
                      <a:pt x="5786" y="3332"/>
                      <a:pt x="5665" y="3190"/>
                    </a:cubicBezTo>
                    <a:cubicBezTo>
                      <a:pt x="5507" y="3005"/>
                      <a:pt x="5473" y="2740"/>
                      <a:pt x="5573" y="2522"/>
                    </a:cubicBezTo>
                    <a:lnTo>
                      <a:pt x="5592" y="2482"/>
                    </a:lnTo>
                    <a:cubicBezTo>
                      <a:pt x="5690" y="2257"/>
                      <a:pt x="5917" y="2116"/>
                      <a:pt x="6164" y="2116"/>
                    </a:cubicBezTo>
                    <a:close/>
                    <a:moveTo>
                      <a:pt x="2845" y="0"/>
                    </a:moveTo>
                    <a:cubicBezTo>
                      <a:pt x="2653" y="0"/>
                      <a:pt x="2463" y="20"/>
                      <a:pt x="2287" y="50"/>
                    </a:cubicBezTo>
                    <a:cubicBezTo>
                      <a:pt x="2261" y="57"/>
                      <a:pt x="2235" y="63"/>
                      <a:pt x="2201" y="70"/>
                    </a:cubicBezTo>
                    <a:cubicBezTo>
                      <a:pt x="2142" y="90"/>
                      <a:pt x="2063" y="116"/>
                      <a:pt x="1977" y="156"/>
                    </a:cubicBezTo>
                    <a:cubicBezTo>
                      <a:pt x="1792" y="228"/>
                      <a:pt x="1560" y="354"/>
                      <a:pt x="1316" y="552"/>
                    </a:cubicBezTo>
                    <a:cubicBezTo>
                      <a:pt x="1197" y="651"/>
                      <a:pt x="1078" y="764"/>
                      <a:pt x="965" y="896"/>
                    </a:cubicBezTo>
                    <a:cubicBezTo>
                      <a:pt x="846" y="1022"/>
                      <a:pt x="741" y="1167"/>
                      <a:pt x="648" y="1326"/>
                    </a:cubicBezTo>
                    <a:cubicBezTo>
                      <a:pt x="450" y="1636"/>
                      <a:pt x="304" y="1987"/>
                      <a:pt x="205" y="2344"/>
                    </a:cubicBezTo>
                    <a:cubicBezTo>
                      <a:pt x="106" y="2694"/>
                      <a:pt x="53" y="3051"/>
                      <a:pt x="27" y="3375"/>
                    </a:cubicBezTo>
                    <a:cubicBezTo>
                      <a:pt x="0" y="3705"/>
                      <a:pt x="0" y="4009"/>
                      <a:pt x="7" y="4261"/>
                    </a:cubicBezTo>
                    <a:cubicBezTo>
                      <a:pt x="20" y="4518"/>
                      <a:pt x="33" y="4730"/>
                      <a:pt x="53" y="4882"/>
                    </a:cubicBezTo>
                    <a:cubicBezTo>
                      <a:pt x="66" y="5027"/>
                      <a:pt x="80" y="5107"/>
                      <a:pt x="80" y="5107"/>
                    </a:cubicBezTo>
                    <a:lnTo>
                      <a:pt x="80" y="5113"/>
                    </a:lnTo>
                    <a:cubicBezTo>
                      <a:pt x="105" y="5330"/>
                      <a:pt x="290" y="5497"/>
                      <a:pt x="511" y="5497"/>
                    </a:cubicBezTo>
                    <a:cubicBezTo>
                      <a:pt x="519" y="5497"/>
                      <a:pt x="527" y="5497"/>
                      <a:pt x="536" y="5497"/>
                    </a:cubicBezTo>
                    <a:cubicBezTo>
                      <a:pt x="780" y="5483"/>
                      <a:pt x="965" y="5279"/>
                      <a:pt x="959" y="5034"/>
                    </a:cubicBezTo>
                    <a:cubicBezTo>
                      <a:pt x="959" y="5034"/>
                      <a:pt x="952" y="4961"/>
                      <a:pt x="952" y="4822"/>
                    </a:cubicBezTo>
                    <a:cubicBezTo>
                      <a:pt x="946" y="4690"/>
                      <a:pt x="946" y="4499"/>
                      <a:pt x="959" y="4267"/>
                    </a:cubicBezTo>
                    <a:cubicBezTo>
                      <a:pt x="965" y="4036"/>
                      <a:pt x="992" y="3771"/>
                      <a:pt x="1038" y="3500"/>
                    </a:cubicBezTo>
                    <a:cubicBezTo>
                      <a:pt x="1084" y="3223"/>
                      <a:pt x="1150" y="2939"/>
                      <a:pt x="1250" y="2674"/>
                    </a:cubicBezTo>
                    <a:cubicBezTo>
                      <a:pt x="1309" y="2529"/>
                      <a:pt x="1375" y="2383"/>
                      <a:pt x="1448" y="2258"/>
                    </a:cubicBezTo>
                    <a:lnTo>
                      <a:pt x="1448" y="2258"/>
                    </a:lnTo>
                    <a:lnTo>
                      <a:pt x="1124" y="4941"/>
                    </a:lnTo>
                    <a:cubicBezTo>
                      <a:pt x="1104" y="5067"/>
                      <a:pt x="1104" y="5212"/>
                      <a:pt x="1124" y="5351"/>
                    </a:cubicBezTo>
                    <a:cubicBezTo>
                      <a:pt x="1157" y="5629"/>
                      <a:pt x="1256" y="5887"/>
                      <a:pt x="1402" y="6105"/>
                    </a:cubicBezTo>
                    <a:lnTo>
                      <a:pt x="1633" y="10924"/>
                    </a:lnTo>
                    <a:cubicBezTo>
                      <a:pt x="1646" y="11188"/>
                      <a:pt x="1858" y="11399"/>
                      <a:pt x="2122" y="11413"/>
                    </a:cubicBezTo>
                    <a:cubicBezTo>
                      <a:pt x="2130" y="11413"/>
                      <a:pt x="2139" y="11413"/>
                      <a:pt x="2147" y="11413"/>
                    </a:cubicBezTo>
                    <a:cubicBezTo>
                      <a:pt x="2420" y="11413"/>
                      <a:pt x="2645" y="11200"/>
                      <a:pt x="2658" y="10924"/>
                    </a:cubicBezTo>
                    <a:lnTo>
                      <a:pt x="2823" y="7281"/>
                    </a:lnTo>
                    <a:lnTo>
                      <a:pt x="2995" y="10924"/>
                    </a:lnTo>
                    <a:cubicBezTo>
                      <a:pt x="3008" y="11188"/>
                      <a:pt x="3213" y="11399"/>
                      <a:pt x="3484" y="11413"/>
                    </a:cubicBezTo>
                    <a:cubicBezTo>
                      <a:pt x="3492" y="11413"/>
                      <a:pt x="3500" y="11413"/>
                      <a:pt x="3508" y="11413"/>
                    </a:cubicBezTo>
                    <a:cubicBezTo>
                      <a:pt x="3782" y="11413"/>
                      <a:pt x="4006" y="11200"/>
                      <a:pt x="4019" y="10924"/>
                    </a:cubicBezTo>
                    <a:lnTo>
                      <a:pt x="4244" y="6085"/>
                    </a:lnTo>
                    <a:cubicBezTo>
                      <a:pt x="4456" y="5761"/>
                      <a:pt x="4561" y="5358"/>
                      <a:pt x="4515" y="4941"/>
                    </a:cubicBezTo>
                    <a:lnTo>
                      <a:pt x="4191" y="2291"/>
                    </a:lnTo>
                    <a:lnTo>
                      <a:pt x="4191" y="2291"/>
                    </a:lnTo>
                    <a:cubicBezTo>
                      <a:pt x="4257" y="2410"/>
                      <a:pt x="4317" y="2542"/>
                      <a:pt x="4370" y="2674"/>
                    </a:cubicBezTo>
                    <a:cubicBezTo>
                      <a:pt x="4469" y="2939"/>
                      <a:pt x="4535" y="3223"/>
                      <a:pt x="4581" y="3500"/>
                    </a:cubicBezTo>
                    <a:cubicBezTo>
                      <a:pt x="4627" y="3771"/>
                      <a:pt x="4654" y="4036"/>
                      <a:pt x="4660" y="4267"/>
                    </a:cubicBezTo>
                    <a:cubicBezTo>
                      <a:pt x="4674" y="4499"/>
                      <a:pt x="4674" y="4690"/>
                      <a:pt x="4667" y="4822"/>
                    </a:cubicBezTo>
                    <a:cubicBezTo>
                      <a:pt x="4667" y="4961"/>
                      <a:pt x="4660" y="5034"/>
                      <a:pt x="4660" y="5034"/>
                    </a:cubicBezTo>
                    <a:cubicBezTo>
                      <a:pt x="4654" y="5265"/>
                      <a:pt x="4819" y="5464"/>
                      <a:pt x="5050" y="5497"/>
                    </a:cubicBezTo>
                    <a:cubicBezTo>
                      <a:pt x="5067" y="5499"/>
                      <a:pt x="5084" y="5499"/>
                      <a:pt x="5100" y="5499"/>
                    </a:cubicBezTo>
                    <a:cubicBezTo>
                      <a:pt x="5319" y="5499"/>
                      <a:pt x="5515" y="5341"/>
                      <a:pt x="5540" y="5113"/>
                    </a:cubicBezTo>
                    <a:lnTo>
                      <a:pt x="5540" y="5107"/>
                    </a:lnTo>
                    <a:cubicBezTo>
                      <a:pt x="5540" y="5107"/>
                      <a:pt x="5553" y="5027"/>
                      <a:pt x="5566" y="4882"/>
                    </a:cubicBezTo>
                    <a:cubicBezTo>
                      <a:pt x="5586" y="4730"/>
                      <a:pt x="5599" y="4518"/>
                      <a:pt x="5612" y="4261"/>
                    </a:cubicBezTo>
                    <a:cubicBezTo>
                      <a:pt x="5612" y="4234"/>
                      <a:pt x="5612" y="4201"/>
                      <a:pt x="5612" y="4175"/>
                    </a:cubicBezTo>
                    <a:cubicBezTo>
                      <a:pt x="5612" y="4148"/>
                      <a:pt x="5612" y="4115"/>
                      <a:pt x="5612" y="4089"/>
                    </a:cubicBezTo>
                    <a:cubicBezTo>
                      <a:pt x="5659" y="4115"/>
                      <a:pt x="5711" y="4148"/>
                      <a:pt x="5764" y="4175"/>
                    </a:cubicBezTo>
                    <a:lnTo>
                      <a:pt x="4991" y="7711"/>
                    </a:lnTo>
                    <a:cubicBezTo>
                      <a:pt x="4978" y="7784"/>
                      <a:pt x="4991" y="7856"/>
                      <a:pt x="5037" y="7916"/>
                    </a:cubicBezTo>
                    <a:cubicBezTo>
                      <a:pt x="5084" y="7975"/>
                      <a:pt x="5156" y="8009"/>
                      <a:pt x="5229" y="8009"/>
                    </a:cubicBezTo>
                    <a:lnTo>
                      <a:pt x="6022" y="8009"/>
                    </a:lnTo>
                    <a:lnTo>
                      <a:pt x="6174" y="11062"/>
                    </a:lnTo>
                    <a:cubicBezTo>
                      <a:pt x="6187" y="11333"/>
                      <a:pt x="6419" y="11558"/>
                      <a:pt x="6690" y="11565"/>
                    </a:cubicBezTo>
                    <a:cubicBezTo>
                      <a:pt x="6694" y="11565"/>
                      <a:pt x="6698" y="11565"/>
                      <a:pt x="6703" y="11565"/>
                    </a:cubicBezTo>
                    <a:cubicBezTo>
                      <a:pt x="6968" y="11565"/>
                      <a:pt x="7199" y="11362"/>
                      <a:pt x="7225" y="11095"/>
                    </a:cubicBezTo>
                    <a:cubicBezTo>
                      <a:pt x="7232" y="11089"/>
                      <a:pt x="7232" y="11076"/>
                      <a:pt x="7232" y="11062"/>
                    </a:cubicBezTo>
                    <a:lnTo>
                      <a:pt x="7390" y="8009"/>
                    </a:lnTo>
                    <a:lnTo>
                      <a:pt x="7476" y="8009"/>
                    </a:lnTo>
                    <a:lnTo>
                      <a:pt x="7628" y="11062"/>
                    </a:lnTo>
                    <a:cubicBezTo>
                      <a:pt x="7642" y="11333"/>
                      <a:pt x="7873" y="11558"/>
                      <a:pt x="8151" y="11565"/>
                    </a:cubicBezTo>
                    <a:cubicBezTo>
                      <a:pt x="8155" y="11565"/>
                      <a:pt x="8159" y="11565"/>
                      <a:pt x="8163" y="11565"/>
                    </a:cubicBezTo>
                    <a:cubicBezTo>
                      <a:pt x="8422" y="11565"/>
                      <a:pt x="8653" y="11362"/>
                      <a:pt x="8686" y="11095"/>
                    </a:cubicBezTo>
                    <a:cubicBezTo>
                      <a:pt x="8686" y="11089"/>
                      <a:pt x="8686" y="11076"/>
                      <a:pt x="8686" y="11062"/>
                    </a:cubicBezTo>
                    <a:lnTo>
                      <a:pt x="8851" y="8009"/>
                    </a:lnTo>
                    <a:lnTo>
                      <a:pt x="9618" y="8009"/>
                    </a:lnTo>
                    <a:cubicBezTo>
                      <a:pt x="9691" y="8009"/>
                      <a:pt x="9757" y="7975"/>
                      <a:pt x="9803" y="7916"/>
                    </a:cubicBezTo>
                    <a:cubicBezTo>
                      <a:pt x="9856" y="7863"/>
                      <a:pt x="9869" y="7784"/>
                      <a:pt x="9856" y="7711"/>
                    </a:cubicBezTo>
                    <a:lnTo>
                      <a:pt x="8957" y="3454"/>
                    </a:lnTo>
                    <a:lnTo>
                      <a:pt x="8957" y="3110"/>
                    </a:lnTo>
                    <a:cubicBezTo>
                      <a:pt x="9228" y="3758"/>
                      <a:pt x="9334" y="4459"/>
                      <a:pt x="9393" y="5153"/>
                    </a:cubicBezTo>
                    <a:cubicBezTo>
                      <a:pt x="9393" y="5173"/>
                      <a:pt x="9393" y="5186"/>
                      <a:pt x="9393" y="5199"/>
                    </a:cubicBezTo>
                    <a:cubicBezTo>
                      <a:pt x="9413" y="5384"/>
                      <a:pt x="9539" y="5536"/>
                      <a:pt x="9704" y="5589"/>
                    </a:cubicBezTo>
                    <a:lnTo>
                      <a:pt x="9704" y="5596"/>
                    </a:lnTo>
                    <a:cubicBezTo>
                      <a:pt x="9757" y="5682"/>
                      <a:pt x="9823" y="5761"/>
                      <a:pt x="9909" y="5821"/>
                    </a:cubicBezTo>
                    <a:cubicBezTo>
                      <a:pt x="10021" y="5893"/>
                      <a:pt x="10153" y="5933"/>
                      <a:pt x="10286" y="5933"/>
                    </a:cubicBezTo>
                    <a:cubicBezTo>
                      <a:pt x="10306" y="5934"/>
                      <a:pt x="10326" y="5934"/>
                      <a:pt x="10345" y="5934"/>
                    </a:cubicBezTo>
                    <a:cubicBezTo>
                      <a:pt x="10596" y="5934"/>
                      <a:pt x="10846" y="5860"/>
                      <a:pt x="11072" y="5768"/>
                    </a:cubicBezTo>
                    <a:lnTo>
                      <a:pt x="11092" y="6627"/>
                    </a:lnTo>
                    <a:lnTo>
                      <a:pt x="10616" y="8788"/>
                    </a:lnTo>
                    <a:cubicBezTo>
                      <a:pt x="10603" y="8835"/>
                      <a:pt x="10616" y="8888"/>
                      <a:pt x="10649" y="8927"/>
                    </a:cubicBezTo>
                    <a:cubicBezTo>
                      <a:pt x="10682" y="8967"/>
                      <a:pt x="10729" y="8987"/>
                      <a:pt x="10781" y="8987"/>
                    </a:cubicBezTo>
                    <a:lnTo>
                      <a:pt x="11165" y="8987"/>
                    </a:lnTo>
                    <a:lnTo>
                      <a:pt x="11264" y="11109"/>
                    </a:lnTo>
                    <a:cubicBezTo>
                      <a:pt x="11271" y="11281"/>
                      <a:pt x="11416" y="11419"/>
                      <a:pt x="11588" y="11419"/>
                    </a:cubicBezTo>
                    <a:cubicBezTo>
                      <a:pt x="11760" y="11419"/>
                      <a:pt x="11905" y="11281"/>
                      <a:pt x="11918" y="11109"/>
                    </a:cubicBezTo>
                    <a:lnTo>
                      <a:pt x="12024" y="8987"/>
                    </a:lnTo>
                    <a:lnTo>
                      <a:pt x="12057" y="8987"/>
                    </a:lnTo>
                    <a:lnTo>
                      <a:pt x="12163" y="11109"/>
                    </a:lnTo>
                    <a:cubicBezTo>
                      <a:pt x="12170" y="11281"/>
                      <a:pt x="12315" y="11419"/>
                      <a:pt x="12487" y="11419"/>
                    </a:cubicBezTo>
                    <a:cubicBezTo>
                      <a:pt x="12659" y="11419"/>
                      <a:pt x="12804" y="11281"/>
                      <a:pt x="12811" y="11109"/>
                    </a:cubicBezTo>
                    <a:lnTo>
                      <a:pt x="12923" y="8987"/>
                    </a:lnTo>
                    <a:lnTo>
                      <a:pt x="13333" y="8987"/>
                    </a:lnTo>
                    <a:cubicBezTo>
                      <a:pt x="13379" y="8987"/>
                      <a:pt x="13432" y="8967"/>
                      <a:pt x="13459" y="8927"/>
                    </a:cubicBezTo>
                    <a:cubicBezTo>
                      <a:pt x="13492" y="8888"/>
                      <a:pt x="13505" y="8835"/>
                      <a:pt x="13498" y="8788"/>
                    </a:cubicBezTo>
                    <a:lnTo>
                      <a:pt x="13016" y="6627"/>
                    </a:lnTo>
                    <a:lnTo>
                      <a:pt x="13029" y="6303"/>
                    </a:lnTo>
                    <a:cubicBezTo>
                      <a:pt x="13168" y="6667"/>
                      <a:pt x="13214" y="7057"/>
                      <a:pt x="13247" y="7440"/>
                    </a:cubicBezTo>
                    <a:cubicBezTo>
                      <a:pt x="13260" y="7588"/>
                      <a:pt x="13385" y="7698"/>
                      <a:pt x="13526" y="7698"/>
                    </a:cubicBezTo>
                    <a:cubicBezTo>
                      <a:pt x="13530" y="7698"/>
                      <a:pt x="13534" y="7698"/>
                      <a:pt x="13538" y="7698"/>
                    </a:cubicBezTo>
                    <a:cubicBezTo>
                      <a:pt x="13683" y="7691"/>
                      <a:pt x="13802" y="7566"/>
                      <a:pt x="13802" y="7420"/>
                    </a:cubicBezTo>
                    <a:cubicBezTo>
                      <a:pt x="13809" y="7010"/>
                      <a:pt x="13789" y="6607"/>
                      <a:pt x="13697" y="6204"/>
                    </a:cubicBezTo>
                    <a:cubicBezTo>
                      <a:pt x="13538" y="5530"/>
                      <a:pt x="13141" y="4869"/>
                      <a:pt x="12493" y="4558"/>
                    </a:cubicBezTo>
                    <a:cubicBezTo>
                      <a:pt x="12349" y="4487"/>
                      <a:pt x="12198" y="4451"/>
                      <a:pt x="12047" y="4451"/>
                    </a:cubicBezTo>
                    <a:cubicBezTo>
                      <a:pt x="11818" y="4451"/>
                      <a:pt x="11588" y="4535"/>
                      <a:pt x="11376" y="4710"/>
                    </a:cubicBezTo>
                    <a:cubicBezTo>
                      <a:pt x="11204" y="4849"/>
                      <a:pt x="11019" y="4981"/>
                      <a:pt x="10828" y="5093"/>
                    </a:cubicBezTo>
                    <a:cubicBezTo>
                      <a:pt x="10729" y="5153"/>
                      <a:pt x="10623" y="5212"/>
                      <a:pt x="10510" y="5259"/>
                    </a:cubicBezTo>
                    <a:cubicBezTo>
                      <a:pt x="10458" y="5279"/>
                      <a:pt x="10405" y="5298"/>
                      <a:pt x="10352" y="5312"/>
                    </a:cubicBezTo>
                    <a:cubicBezTo>
                      <a:pt x="10325" y="5318"/>
                      <a:pt x="10299" y="5318"/>
                      <a:pt x="10272" y="5318"/>
                    </a:cubicBezTo>
                    <a:cubicBezTo>
                      <a:pt x="10292" y="5272"/>
                      <a:pt x="10299" y="5219"/>
                      <a:pt x="10299" y="5166"/>
                    </a:cubicBezTo>
                    <a:cubicBezTo>
                      <a:pt x="10299" y="4558"/>
                      <a:pt x="10299" y="4492"/>
                      <a:pt x="10292" y="4373"/>
                    </a:cubicBezTo>
                    <a:cubicBezTo>
                      <a:pt x="10246" y="3633"/>
                      <a:pt x="10114" y="2892"/>
                      <a:pt x="9810" y="2205"/>
                    </a:cubicBezTo>
                    <a:cubicBezTo>
                      <a:pt x="9526" y="1550"/>
                      <a:pt x="9063" y="949"/>
                      <a:pt x="8435" y="585"/>
                    </a:cubicBezTo>
                    <a:cubicBezTo>
                      <a:pt x="8157" y="420"/>
                      <a:pt x="7734" y="275"/>
                      <a:pt x="7437" y="275"/>
                    </a:cubicBezTo>
                    <a:cubicBezTo>
                      <a:pt x="7139" y="275"/>
                      <a:pt x="6881" y="341"/>
                      <a:pt x="6597" y="493"/>
                    </a:cubicBezTo>
                    <a:cubicBezTo>
                      <a:pt x="6320" y="638"/>
                      <a:pt x="6042" y="803"/>
                      <a:pt x="5784" y="982"/>
                    </a:cubicBezTo>
                    <a:cubicBezTo>
                      <a:pt x="5546" y="1154"/>
                      <a:pt x="5315" y="1346"/>
                      <a:pt x="5123" y="1564"/>
                    </a:cubicBezTo>
                    <a:lnTo>
                      <a:pt x="5110" y="1564"/>
                    </a:lnTo>
                    <a:cubicBezTo>
                      <a:pt x="5110" y="1564"/>
                      <a:pt x="5024" y="1405"/>
                      <a:pt x="4971" y="1326"/>
                    </a:cubicBezTo>
                    <a:cubicBezTo>
                      <a:pt x="4879" y="1167"/>
                      <a:pt x="4766" y="1022"/>
                      <a:pt x="4654" y="896"/>
                    </a:cubicBezTo>
                    <a:cubicBezTo>
                      <a:pt x="4541" y="764"/>
                      <a:pt x="4422" y="651"/>
                      <a:pt x="4304" y="552"/>
                    </a:cubicBezTo>
                    <a:cubicBezTo>
                      <a:pt x="4059" y="354"/>
                      <a:pt x="3828" y="228"/>
                      <a:pt x="3642" y="156"/>
                    </a:cubicBezTo>
                    <a:cubicBezTo>
                      <a:pt x="3550" y="116"/>
                      <a:pt x="3477" y="90"/>
                      <a:pt x="3418" y="70"/>
                    </a:cubicBezTo>
                    <a:cubicBezTo>
                      <a:pt x="3233" y="20"/>
                      <a:pt x="3038" y="0"/>
                      <a:pt x="2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697" name="Google Shape;697;p50"/>
              <p:cNvSpPr/>
              <p:nvPr/>
            </p:nvSpPr>
            <p:spPr>
              <a:xfrm>
                <a:off x="3399882" y="2040689"/>
                <a:ext cx="66858" cy="63752"/>
              </a:xfrm>
              <a:custGeom>
                <a:avLst/>
                <a:gdLst/>
                <a:ahLst/>
                <a:cxnLst/>
                <a:rect l="l" t="t" r="r" b="b"/>
                <a:pathLst>
                  <a:path w="3207" h="3058" extrusionOk="0">
                    <a:moveTo>
                      <a:pt x="1613" y="1"/>
                    </a:moveTo>
                    <a:cubicBezTo>
                      <a:pt x="1118" y="1"/>
                      <a:pt x="644" y="247"/>
                      <a:pt x="358" y="651"/>
                    </a:cubicBezTo>
                    <a:cubicBezTo>
                      <a:pt x="54" y="1094"/>
                      <a:pt x="1" y="1676"/>
                      <a:pt x="219" y="2159"/>
                    </a:cubicBezTo>
                    <a:cubicBezTo>
                      <a:pt x="437" y="2635"/>
                      <a:pt x="893" y="2978"/>
                      <a:pt x="1415" y="3044"/>
                    </a:cubicBezTo>
                    <a:cubicBezTo>
                      <a:pt x="1482" y="3051"/>
                      <a:pt x="1548" y="3058"/>
                      <a:pt x="1607" y="3058"/>
                    </a:cubicBezTo>
                    <a:cubicBezTo>
                      <a:pt x="2136" y="3058"/>
                      <a:pt x="2638" y="2773"/>
                      <a:pt x="2916" y="2324"/>
                    </a:cubicBezTo>
                    <a:cubicBezTo>
                      <a:pt x="3194" y="1868"/>
                      <a:pt x="3207" y="1286"/>
                      <a:pt x="2962" y="810"/>
                    </a:cubicBezTo>
                    <a:cubicBezTo>
                      <a:pt x="2711" y="347"/>
                      <a:pt x="2235" y="37"/>
                      <a:pt x="1706" y="4"/>
                    </a:cubicBezTo>
                    <a:cubicBezTo>
                      <a:pt x="1675" y="2"/>
                      <a:pt x="1644" y="1"/>
                      <a:pt x="16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698" name="Google Shape;698;p50"/>
          <p:cNvSpPr txBox="1">
            <a:spLocks noGrp="1"/>
          </p:cNvSpPr>
          <p:nvPr>
            <p:ph type="title"/>
          </p:nvPr>
        </p:nvSpPr>
        <p:spPr>
          <a:xfrm>
            <a:off x="1025850" y="4148538"/>
            <a:ext cx="70923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IS WORTH A THOUSAND WORDS</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702"/>
        <p:cNvGrpSpPr/>
        <p:nvPr/>
      </p:nvGrpSpPr>
      <p:grpSpPr>
        <a:xfrm>
          <a:off x="0" y="0"/>
          <a:ext cx="0" cy="0"/>
          <a:chOff x="0" y="0"/>
          <a:chExt cx="0" cy="0"/>
        </a:xfrm>
      </p:grpSpPr>
      <p:pic>
        <p:nvPicPr>
          <p:cNvPr id="703" name="Google Shape;703;p51"/>
          <p:cNvPicPr preferRelativeResize="0"/>
          <p:nvPr/>
        </p:nvPicPr>
        <p:blipFill rotWithShape="1">
          <a:blip r:embed="rId3">
            <a:alphaModFix/>
          </a:blip>
          <a:srcRect l="13068" r="18653"/>
          <a:stretch/>
        </p:blipFill>
        <p:spPr>
          <a:xfrm>
            <a:off x="5632200" y="0"/>
            <a:ext cx="3511800" cy="5143500"/>
          </a:xfrm>
          <a:prstGeom prst="rect">
            <a:avLst/>
          </a:prstGeom>
          <a:noFill/>
          <a:ln>
            <a:noFill/>
          </a:ln>
        </p:spPr>
      </p:pic>
      <p:sp>
        <p:nvSpPr>
          <p:cNvPr id="704" name="Google Shape;704;p51"/>
          <p:cNvSpPr txBox="1">
            <a:spLocks noGrp="1"/>
          </p:cNvSpPr>
          <p:nvPr>
            <p:ph type="subTitle" idx="1"/>
          </p:nvPr>
        </p:nvSpPr>
        <p:spPr>
          <a:xfrm>
            <a:off x="713100" y="2985900"/>
            <a:ext cx="3852000" cy="100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Images reveal large amounts of data, so remember: use an image instead of a long text. Your audience will appreciate it</a:t>
            </a:r>
            <a:endParaRPr>
              <a:solidFill>
                <a:schemeClr val="lt1"/>
              </a:solidFill>
            </a:endParaRPr>
          </a:p>
        </p:txBody>
      </p:sp>
      <p:cxnSp>
        <p:nvCxnSpPr>
          <p:cNvPr id="705" name="Google Shape;705;p51"/>
          <p:cNvCxnSpPr/>
          <p:nvPr/>
        </p:nvCxnSpPr>
        <p:spPr>
          <a:xfrm>
            <a:off x="832497" y="3024238"/>
            <a:ext cx="2862300" cy="0"/>
          </a:xfrm>
          <a:prstGeom prst="straightConnector1">
            <a:avLst/>
          </a:prstGeom>
          <a:noFill/>
          <a:ln w="9525" cap="flat" cmpd="sng">
            <a:solidFill>
              <a:schemeClr val="lt1"/>
            </a:solidFill>
            <a:prstDash val="solid"/>
            <a:round/>
            <a:headEnd type="none" w="med" len="med"/>
            <a:tailEnd type="none" w="med" len="med"/>
          </a:ln>
        </p:spPr>
      </p:cxnSp>
      <p:grpSp>
        <p:nvGrpSpPr>
          <p:cNvPr id="706" name="Google Shape;706;p51"/>
          <p:cNvGrpSpPr/>
          <p:nvPr/>
        </p:nvGrpSpPr>
        <p:grpSpPr>
          <a:xfrm>
            <a:off x="2352649" y="355869"/>
            <a:ext cx="777000" cy="738300"/>
            <a:chOff x="4020687" y="439644"/>
            <a:chExt cx="777000" cy="738300"/>
          </a:xfrm>
        </p:grpSpPr>
        <p:sp>
          <p:nvSpPr>
            <p:cNvPr id="707" name="Google Shape;707;p51"/>
            <p:cNvSpPr/>
            <p:nvPr/>
          </p:nvSpPr>
          <p:spPr>
            <a:xfrm rot="10800000">
              <a:off x="4020687" y="439644"/>
              <a:ext cx="777000" cy="738300"/>
            </a:xfrm>
            <a:prstGeom prst="pentagon">
              <a:avLst>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51"/>
            <p:cNvSpPr/>
            <p:nvPr/>
          </p:nvSpPr>
          <p:spPr>
            <a:xfrm rot="10800000">
              <a:off x="4071504" y="487902"/>
              <a:ext cx="675300" cy="641700"/>
            </a:xfrm>
            <a:prstGeom prst="pentagon">
              <a:avLst>
                <a:gd name="hf" fmla="val 105146"/>
                <a:gd name="vf" fmla="val 11055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9" name="Google Shape;709;p51"/>
            <p:cNvGrpSpPr/>
            <p:nvPr/>
          </p:nvGrpSpPr>
          <p:grpSpPr>
            <a:xfrm>
              <a:off x="4271284" y="615814"/>
              <a:ext cx="275770" cy="283890"/>
              <a:chOff x="4363050" y="2520250"/>
              <a:chExt cx="346575" cy="356825"/>
            </a:xfrm>
          </p:grpSpPr>
          <p:sp>
            <p:nvSpPr>
              <p:cNvPr id="710" name="Google Shape;710;p51"/>
              <p:cNvSpPr/>
              <p:nvPr/>
            </p:nvSpPr>
            <p:spPr>
              <a:xfrm>
                <a:off x="4640350" y="2650200"/>
                <a:ext cx="49100" cy="48050"/>
              </a:xfrm>
              <a:custGeom>
                <a:avLst/>
                <a:gdLst/>
                <a:ahLst/>
                <a:cxnLst/>
                <a:rect l="l" t="t" r="r" b="b"/>
                <a:pathLst>
                  <a:path w="1964" h="1922" extrusionOk="0">
                    <a:moveTo>
                      <a:pt x="991" y="0"/>
                    </a:moveTo>
                    <a:cubicBezTo>
                      <a:pt x="760" y="0"/>
                      <a:pt x="531" y="80"/>
                      <a:pt x="357" y="230"/>
                    </a:cubicBezTo>
                    <a:cubicBezTo>
                      <a:pt x="159" y="395"/>
                      <a:pt x="34" y="640"/>
                      <a:pt x="20" y="904"/>
                    </a:cubicBezTo>
                    <a:cubicBezTo>
                      <a:pt x="0" y="1168"/>
                      <a:pt x="100" y="1426"/>
                      <a:pt x="278" y="1618"/>
                    </a:cubicBezTo>
                    <a:cubicBezTo>
                      <a:pt x="457" y="1810"/>
                      <a:pt x="714" y="1922"/>
                      <a:pt x="972" y="1922"/>
                    </a:cubicBezTo>
                    <a:cubicBezTo>
                      <a:pt x="1435" y="1922"/>
                      <a:pt x="1838" y="1578"/>
                      <a:pt x="1917" y="1129"/>
                    </a:cubicBezTo>
                    <a:cubicBezTo>
                      <a:pt x="1964" y="871"/>
                      <a:pt x="1898" y="593"/>
                      <a:pt x="1739" y="382"/>
                    </a:cubicBezTo>
                    <a:cubicBezTo>
                      <a:pt x="1587" y="177"/>
                      <a:pt x="1349" y="38"/>
                      <a:pt x="1091" y="5"/>
                    </a:cubicBezTo>
                    <a:cubicBezTo>
                      <a:pt x="1058" y="2"/>
                      <a:pt x="1024" y="0"/>
                      <a:pt x="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11" name="Google Shape;711;p51"/>
              <p:cNvSpPr/>
              <p:nvPr/>
            </p:nvSpPr>
            <p:spPr>
              <a:xfrm>
                <a:off x="4363050" y="2594650"/>
                <a:ext cx="346575" cy="282425"/>
              </a:xfrm>
              <a:custGeom>
                <a:avLst/>
                <a:gdLst/>
                <a:ahLst/>
                <a:cxnLst/>
                <a:rect l="l" t="t" r="r" b="b"/>
                <a:pathLst>
                  <a:path w="13863" h="11297" extrusionOk="0">
                    <a:moveTo>
                      <a:pt x="10312" y="3272"/>
                    </a:moveTo>
                    <a:cubicBezTo>
                      <a:pt x="10312" y="3275"/>
                      <a:pt x="10312" y="3284"/>
                      <a:pt x="10313" y="3301"/>
                    </a:cubicBezTo>
                    <a:lnTo>
                      <a:pt x="10313" y="3301"/>
                    </a:lnTo>
                    <a:cubicBezTo>
                      <a:pt x="10315" y="3322"/>
                      <a:pt x="10317" y="3343"/>
                      <a:pt x="10319" y="3364"/>
                    </a:cubicBezTo>
                    <a:cubicBezTo>
                      <a:pt x="10319" y="3324"/>
                      <a:pt x="10312" y="3285"/>
                      <a:pt x="10312" y="3272"/>
                    </a:cubicBezTo>
                    <a:close/>
                    <a:moveTo>
                      <a:pt x="2764" y="0"/>
                    </a:moveTo>
                    <a:cubicBezTo>
                      <a:pt x="2525" y="0"/>
                      <a:pt x="2281" y="54"/>
                      <a:pt x="1977" y="178"/>
                    </a:cubicBezTo>
                    <a:cubicBezTo>
                      <a:pt x="1845" y="231"/>
                      <a:pt x="1719" y="297"/>
                      <a:pt x="1594" y="370"/>
                    </a:cubicBezTo>
                    <a:cubicBezTo>
                      <a:pt x="1296" y="555"/>
                      <a:pt x="1038" y="799"/>
                      <a:pt x="827" y="1077"/>
                    </a:cubicBezTo>
                    <a:cubicBezTo>
                      <a:pt x="397" y="1645"/>
                      <a:pt x="166" y="2339"/>
                      <a:pt x="73" y="3040"/>
                    </a:cubicBezTo>
                    <a:cubicBezTo>
                      <a:pt x="1" y="3556"/>
                      <a:pt x="1" y="4085"/>
                      <a:pt x="40" y="4607"/>
                    </a:cubicBezTo>
                    <a:cubicBezTo>
                      <a:pt x="40" y="4607"/>
                      <a:pt x="40" y="4607"/>
                      <a:pt x="40" y="4613"/>
                    </a:cubicBezTo>
                    <a:cubicBezTo>
                      <a:pt x="106" y="5202"/>
                      <a:pt x="106" y="5440"/>
                      <a:pt x="529" y="5453"/>
                    </a:cubicBezTo>
                    <a:cubicBezTo>
                      <a:pt x="556" y="5453"/>
                      <a:pt x="582" y="5453"/>
                      <a:pt x="602" y="5446"/>
                    </a:cubicBezTo>
                    <a:cubicBezTo>
                      <a:pt x="807" y="5400"/>
                      <a:pt x="966" y="5215"/>
                      <a:pt x="953" y="4997"/>
                    </a:cubicBezTo>
                    <a:cubicBezTo>
                      <a:pt x="926" y="4389"/>
                      <a:pt x="959" y="3761"/>
                      <a:pt x="1098" y="3159"/>
                    </a:cubicBezTo>
                    <a:cubicBezTo>
                      <a:pt x="1171" y="2848"/>
                      <a:pt x="1276" y="2538"/>
                      <a:pt x="1435" y="2260"/>
                    </a:cubicBezTo>
                    <a:lnTo>
                      <a:pt x="1435" y="2260"/>
                    </a:lnTo>
                    <a:cubicBezTo>
                      <a:pt x="1415" y="2432"/>
                      <a:pt x="1395" y="2604"/>
                      <a:pt x="1376" y="2782"/>
                    </a:cubicBezTo>
                    <a:cubicBezTo>
                      <a:pt x="1329" y="3139"/>
                      <a:pt x="1290" y="3496"/>
                      <a:pt x="1243" y="3853"/>
                    </a:cubicBezTo>
                    <a:cubicBezTo>
                      <a:pt x="1210" y="4157"/>
                      <a:pt x="1171" y="4455"/>
                      <a:pt x="1138" y="4752"/>
                    </a:cubicBezTo>
                    <a:cubicBezTo>
                      <a:pt x="1131" y="4805"/>
                      <a:pt x="1124" y="4851"/>
                      <a:pt x="1118" y="4904"/>
                    </a:cubicBezTo>
                    <a:cubicBezTo>
                      <a:pt x="1078" y="5228"/>
                      <a:pt x="1138" y="5572"/>
                      <a:pt x="1283" y="5863"/>
                    </a:cubicBezTo>
                    <a:cubicBezTo>
                      <a:pt x="1316" y="5929"/>
                      <a:pt x="1356" y="5995"/>
                      <a:pt x="1395" y="6054"/>
                    </a:cubicBezTo>
                    <a:lnTo>
                      <a:pt x="1620" y="10807"/>
                    </a:lnTo>
                    <a:cubicBezTo>
                      <a:pt x="1633" y="11071"/>
                      <a:pt x="1858" y="11283"/>
                      <a:pt x="2122" y="11290"/>
                    </a:cubicBezTo>
                    <a:cubicBezTo>
                      <a:pt x="2380" y="11290"/>
                      <a:pt x="2605" y="11085"/>
                      <a:pt x="2631" y="10827"/>
                    </a:cubicBezTo>
                    <a:cubicBezTo>
                      <a:pt x="2631" y="10820"/>
                      <a:pt x="2631" y="10814"/>
                      <a:pt x="2631" y="10807"/>
                    </a:cubicBezTo>
                    <a:lnTo>
                      <a:pt x="2797" y="7211"/>
                    </a:lnTo>
                    <a:lnTo>
                      <a:pt x="2962" y="10807"/>
                    </a:lnTo>
                    <a:cubicBezTo>
                      <a:pt x="2975" y="11071"/>
                      <a:pt x="3200" y="11283"/>
                      <a:pt x="3464" y="11290"/>
                    </a:cubicBezTo>
                    <a:cubicBezTo>
                      <a:pt x="3722" y="11290"/>
                      <a:pt x="3947" y="11085"/>
                      <a:pt x="3973" y="10827"/>
                    </a:cubicBezTo>
                    <a:cubicBezTo>
                      <a:pt x="3973" y="10820"/>
                      <a:pt x="3973" y="10814"/>
                      <a:pt x="3973" y="10807"/>
                    </a:cubicBezTo>
                    <a:lnTo>
                      <a:pt x="4191" y="6034"/>
                    </a:lnTo>
                    <a:cubicBezTo>
                      <a:pt x="4403" y="5711"/>
                      <a:pt x="4509" y="5314"/>
                      <a:pt x="4462" y="4904"/>
                    </a:cubicBezTo>
                    <a:lnTo>
                      <a:pt x="4145" y="2260"/>
                    </a:lnTo>
                    <a:lnTo>
                      <a:pt x="4145" y="2260"/>
                    </a:lnTo>
                    <a:cubicBezTo>
                      <a:pt x="4476" y="2881"/>
                      <a:pt x="4588" y="3635"/>
                      <a:pt x="4615" y="4329"/>
                    </a:cubicBezTo>
                    <a:cubicBezTo>
                      <a:pt x="4621" y="4554"/>
                      <a:pt x="4621" y="4779"/>
                      <a:pt x="4608" y="4997"/>
                    </a:cubicBezTo>
                    <a:cubicBezTo>
                      <a:pt x="4601" y="5228"/>
                      <a:pt x="4773" y="5433"/>
                      <a:pt x="5005" y="5453"/>
                    </a:cubicBezTo>
                    <a:cubicBezTo>
                      <a:pt x="5019" y="5454"/>
                      <a:pt x="5034" y="5455"/>
                      <a:pt x="5048" y="5455"/>
                    </a:cubicBezTo>
                    <a:cubicBezTo>
                      <a:pt x="5090" y="5455"/>
                      <a:pt x="5130" y="5448"/>
                      <a:pt x="5170" y="5433"/>
                    </a:cubicBezTo>
                    <a:cubicBezTo>
                      <a:pt x="5216" y="5446"/>
                      <a:pt x="5262" y="5453"/>
                      <a:pt x="5322" y="5453"/>
                    </a:cubicBezTo>
                    <a:cubicBezTo>
                      <a:pt x="5355" y="5453"/>
                      <a:pt x="5375" y="5453"/>
                      <a:pt x="5395" y="5446"/>
                    </a:cubicBezTo>
                    <a:cubicBezTo>
                      <a:pt x="5599" y="5400"/>
                      <a:pt x="5758" y="5215"/>
                      <a:pt x="5745" y="4997"/>
                    </a:cubicBezTo>
                    <a:cubicBezTo>
                      <a:pt x="5718" y="4389"/>
                      <a:pt x="5751" y="3761"/>
                      <a:pt x="5890" y="3159"/>
                    </a:cubicBezTo>
                    <a:cubicBezTo>
                      <a:pt x="5963" y="2848"/>
                      <a:pt x="6069" y="2538"/>
                      <a:pt x="6227" y="2260"/>
                    </a:cubicBezTo>
                    <a:lnTo>
                      <a:pt x="6227" y="2260"/>
                    </a:lnTo>
                    <a:cubicBezTo>
                      <a:pt x="6208" y="2432"/>
                      <a:pt x="6188" y="2604"/>
                      <a:pt x="6168" y="2782"/>
                    </a:cubicBezTo>
                    <a:cubicBezTo>
                      <a:pt x="6122" y="3139"/>
                      <a:pt x="6082" y="3496"/>
                      <a:pt x="6036" y="3853"/>
                    </a:cubicBezTo>
                    <a:cubicBezTo>
                      <a:pt x="6003" y="4157"/>
                      <a:pt x="5963" y="4455"/>
                      <a:pt x="5930" y="4752"/>
                    </a:cubicBezTo>
                    <a:cubicBezTo>
                      <a:pt x="5923" y="4805"/>
                      <a:pt x="5917" y="4851"/>
                      <a:pt x="5910" y="4904"/>
                    </a:cubicBezTo>
                    <a:cubicBezTo>
                      <a:pt x="5870" y="5228"/>
                      <a:pt x="5930" y="5572"/>
                      <a:pt x="6075" y="5863"/>
                    </a:cubicBezTo>
                    <a:cubicBezTo>
                      <a:pt x="6108" y="5929"/>
                      <a:pt x="6148" y="5995"/>
                      <a:pt x="6188" y="6054"/>
                    </a:cubicBezTo>
                    <a:lnTo>
                      <a:pt x="6412" y="10807"/>
                    </a:lnTo>
                    <a:cubicBezTo>
                      <a:pt x="6426" y="11071"/>
                      <a:pt x="6650" y="11283"/>
                      <a:pt x="6915" y="11290"/>
                    </a:cubicBezTo>
                    <a:cubicBezTo>
                      <a:pt x="7173" y="11290"/>
                      <a:pt x="7404" y="11085"/>
                      <a:pt x="7424" y="10827"/>
                    </a:cubicBezTo>
                    <a:cubicBezTo>
                      <a:pt x="7424" y="10820"/>
                      <a:pt x="7424" y="10814"/>
                      <a:pt x="7424" y="10807"/>
                    </a:cubicBezTo>
                    <a:lnTo>
                      <a:pt x="7589" y="7211"/>
                    </a:lnTo>
                    <a:lnTo>
                      <a:pt x="7754" y="10807"/>
                    </a:lnTo>
                    <a:cubicBezTo>
                      <a:pt x="7768" y="11071"/>
                      <a:pt x="7992" y="11283"/>
                      <a:pt x="8257" y="11290"/>
                    </a:cubicBezTo>
                    <a:cubicBezTo>
                      <a:pt x="8515" y="11290"/>
                      <a:pt x="8739" y="11085"/>
                      <a:pt x="8766" y="10827"/>
                    </a:cubicBezTo>
                    <a:cubicBezTo>
                      <a:pt x="8766" y="10820"/>
                      <a:pt x="8766" y="10814"/>
                      <a:pt x="8766" y="10807"/>
                    </a:cubicBezTo>
                    <a:lnTo>
                      <a:pt x="8984" y="6034"/>
                    </a:lnTo>
                    <a:cubicBezTo>
                      <a:pt x="9202" y="5711"/>
                      <a:pt x="9301" y="5314"/>
                      <a:pt x="9255" y="4904"/>
                    </a:cubicBezTo>
                    <a:lnTo>
                      <a:pt x="8938" y="2260"/>
                    </a:lnTo>
                    <a:lnTo>
                      <a:pt x="8938" y="2260"/>
                    </a:lnTo>
                    <a:cubicBezTo>
                      <a:pt x="9275" y="2881"/>
                      <a:pt x="9380" y="3635"/>
                      <a:pt x="9407" y="4329"/>
                    </a:cubicBezTo>
                    <a:cubicBezTo>
                      <a:pt x="9413" y="4554"/>
                      <a:pt x="9413" y="4779"/>
                      <a:pt x="9400" y="4997"/>
                    </a:cubicBezTo>
                    <a:cubicBezTo>
                      <a:pt x="9394" y="5208"/>
                      <a:pt x="9539" y="5393"/>
                      <a:pt x="9737" y="5440"/>
                    </a:cubicBezTo>
                    <a:cubicBezTo>
                      <a:pt x="9744" y="5453"/>
                      <a:pt x="9751" y="5459"/>
                      <a:pt x="9757" y="5459"/>
                    </a:cubicBezTo>
                    <a:cubicBezTo>
                      <a:pt x="9797" y="5512"/>
                      <a:pt x="9843" y="5559"/>
                      <a:pt x="9896" y="5592"/>
                    </a:cubicBezTo>
                    <a:cubicBezTo>
                      <a:pt x="10008" y="5671"/>
                      <a:pt x="10141" y="5704"/>
                      <a:pt x="10279" y="5711"/>
                    </a:cubicBezTo>
                    <a:cubicBezTo>
                      <a:pt x="10298" y="5712"/>
                      <a:pt x="10317" y="5712"/>
                      <a:pt x="10335" y="5712"/>
                    </a:cubicBezTo>
                    <a:cubicBezTo>
                      <a:pt x="10588" y="5712"/>
                      <a:pt x="10845" y="5631"/>
                      <a:pt x="11079" y="5539"/>
                    </a:cubicBezTo>
                    <a:lnTo>
                      <a:pt x="11079" y="5539"/>
                    </a:lnTo>
                    <a:lnTo>
                      <a:pt x="10987" y="7231"/>
                    </a:lnTo>
                    <a:cubicBezTo>
                      <a:pt x="10973" y="7442"/>
                      <a:pt x="11026" y="7628"/>
                      <a:pt x="11119" y="7799"/>
                    </a:cubicBezTo>
                    <a:lnTo>
                      <a:pt x="11271" y="10985"/>
                    </a:lnTo>
                    <a:cubicBezTo>
                      <a:pt x="11278" y="11157"/>
                      <a:pt x="11430" y="11296"/>
                      <a:pt x="11601" y="11296"/>
                    </a:cubicBezTo>
                    <a:cubicBezTo>
                      <a:pt x="11780" y="11296"/>
                      <a:pt x="11925" y="11157"/>
                      <a:pt x="11939" y="10985"/>
                    </a:cubicBezTo>
                    <a:lnTo>
                      <a:pt x="12064" y="8474"/>
                    </a:lnTo>
                    <a:lnTo>
                      <a:pt x="12190" y="10985"/>
                    </a:lnTo>
                    <a:cubicBezTo>
                      <a:pt x="12196" y="11157"/>
                      <a:pt x="12342" y="11296"/>
                      <a:pt x="12520" y="11296"/>
                    </a:cubicBezTo>
                    <a:cubicBezTo>
                      <a:pt x="12692" y="11296"/>
                      <a:pt x="12844" y="11157"/>
                      <a:pt x="12851" y="10985"/>
                    </a:cubicBezTo>
                    <a:lnTo>
                      <a:pt x="13016" y="7793"/>
                    </a:lnTo>
                    <a:cubicBezTo>
                      <a:pt x="13109" y="7621"/>
                      <a:pt x="13142" y="7423"/>
                      <a:pt x="13128" y="7231"/>
                    </a:cubicBezTo>
                    <a:cubicBezTo>
                      <a:pt x="13128" y="7138"/>
                      <a:pt x="13122" y="7046"/>
                      <a:pt x="13115" y="6947"/>
                    </a:cubicBezTo>
                    <a:cubicBezTo>
                      <a:pt x="13102" y="6662"/>
                      <a:pt x="13082" y="6372"/>
                      <a:pt x="13069" y="6087"/>
                    </a:cubicBezTo>
                    <a:lnTo>
                      <a:pt x="13069" y="6087"/>
                    </a:lnTo>
                    <a:cubicBezTo>
                      <a:pt x="13208" y="6458"/>
                      <a:pt x="13261" y="6854"/>
                      <a:pt x="13294" y="7244"/>
                    </a:cubicBezTo>
                    <a:cubicBezTo>
                      <a:pt x="13307" y="7392"/>
                      <a:pt x="13432" y="7509"/>
                      <a:pt x="13579" y="7509"/>
                    </a:cubicBezTo>
                    <a:cubicBezTo>
                      <a:pt x="13583" y="7509"/>
                      <a:pt x="13587" y="7509"/>
                      <a:pt x="13591" y="7509"/>
                    </a:cubicBezTo>
                    <a:cubicBezTo>
                      <a:pt x="13737" y="7495"/>
                      <a:pt x="13856" y="7370"/>
                      <a:pt x="13862" y="7224"/>
                    </a:cubicBezTo>
                    <a:cubicBezTo>
                      <a:pt x="13862" y="6808"/>
                      <a:pt x="13842" y="6391"/>
                      <a:pt x="13750" y="5982"/>
                    </a:cubicBezTo>
                    <a:cubicBezTo>
                      <a:pt x="13591" y="5294"/>
                      <a:pt x="13188" y="4620"/>
                      <a:pt x="12527" y="4303"/>
                    </a:cubicBezTo>
                    <a:cubicBezTo>
                      <a:pt x="12378" y="4232"/>
                      <a:pt x="12224" y="4196"/>
                      <a:pt x="12071" y="4196"/>
                    </a:cubicBezTo>
                    <a:cubicBezTo>
                      <a:pt x="11836" y="4196"/>
                      <a:pt x="11602" y="4281"/>
                      <a:pt x="11390" y="4461"/>
                    </a:cubicBezTo>
                    <a:cubicBezTo>
                      <a:pt x="11211" y="4607"/>
                      <a:pt x="11026" y="4732"/>
                      <a:pt x="10828" y="4851"/>
                    </a:cubicBezTo>
                    <a:cubicBezTo>
                      <a:pt x="10722" y="4917"/>
                      <a:pt x="10617" y="4970"/>
                      <a:pt x="10504" y="5017"/>
                    </a:cubicBezTo>
                    <a:cubicBezTo>
                      <a:pt x="10451" y="5043"/>
                      <a:pt x="10398" y="5063"/>
                      <a:pt x="10339" y="5076"/>
                    </a:cubicBezTo>
                    <a:cubicBezTo>
                      <a:pt x="10319" y="5076"/>
                      <a:pt x="10293" y="5083"/>
                      <a:pt x="10266" y="5089"/>
                    </a:cubicBezTo>
                    <a:cubicBezTo>
                      <a:pt x="10266" y="5083"/>
                      <a:pt x="10266" y="5076"/>
                      <a:pt x="10266" y="5076"/>
                    </a:cubicBezTo>
                    <a:cubicBezTo>
                      <a:pt x="10343" y="4524"/>
                      <a:pt x="10364" y="3965"/>
                      <a:pt x="10323" y="3412"/>
                    </a:cubicBezTo>
                    <a:lnTo>
                      <a:pt x="10323" y="3412"/>
                    </a:lnTo>
                    <a:cubicBezTo>
                      <a:pt x="10324" y="3424"/>
                      <a:pt x="10326" y="3434"/>
                      <a:pt x="10326" y="3443"/>
                    </a:cubicBezTo>
                    <a:cubicBezTo>
                      <a:pt x="10326" y="3430"/>
                      <a:pt x="10326" y="3404"/>
                      <a:pt x="10319" y="3364"/>
                    </a:cubicBezTo>
                    <a:lnTo>
                      <a:pt x="10319" y="3364"/>
                    </a:lnTo>
                    <a:cubicBezTo>
                      <a:pt x="10319" y="3364"/>
                      <a:pt x="10319" y="3364"/>
                      <a:pt x="10319" y="3364"/>
                    </a:cubicBezTo>
                    <a:cubicBezTo>
                      <a:pt x="10316" y="3336"/>
                      <a:pt x="10314" y="3316"/>
                      <a:pt x="10313" y="3301"/>
                    </a:cubicBezTo>
                    <a:lnTo>
                      <a:pt x="10313" y="3301"/>
                    </a:lnTo>
                    <a:cubicBezTo>
                      <a:pt x="10249" y="2615"/>
                      <a:pt x="10077" y="1932"/>
                      <a:pt x="9711" y="1348"/>
                    </a:cubicBezTo>
                    <a:cubicBezTo>
                      <a:pt x="9367" y="793"/>
                      <a:pt x="8845" y="304"/>
                      <a:pt x="8210" y="112"/>
                    </a:cubicBezTo>
                    <a:cubicBezTo>
                      <a:pt x="7974" y="41"/>
                      <a:pt x="7768" y="0"/>
                      <a:pt x="7559" y="0"/>
                    </a:cubicBezTo>
                    <a:cubicBezTo>
                      <a:pt x="7319" y="0"/>
                      <a:pt x="7073" y="54"/>
                      <a:pt x="6769" y="178"/>
                    </a:cubicBezTo>
                    <a:cubicBezTo>
                      <a:pt x="6637" y="231"/>
                      <a:pt x="6512" y="297"/>
                      <a:pt x="6386" y="370"/>
                    </a:cubicBezTo>
                    <a:cubicBezTo>
                      <a:pt x="6089" y="555"/>
                      <a:pt x="5831" y="799"/>
                      <a:pt x="5619" y="1077"/>
                    </a:cubicBezTo>
                    <a:cubicBezTo>
                      <a:pt x="5441" y="1315"/>
                      <a:pt x="5295" y="1579"/>
                      <a:pt x="5176" y="1850"/>
                    </a:cubicBezTo>
                    <a:cubicBezTo>
                      <a:pt x="5104" y="1678"/>
                      <a:pt x="5018" y="1507"/>
                      <a:pt x="4919" y="1348"/>
                    </a:cubicBezTo>
                    <a:cubicBezTo>
                      <a:pt x="4575" y="793"/>
                      <a:pt x="4053" y="304"/>
                      <a:pt x="3418" y="112"/>
                    </a:cubicBezTo>
                    <a:cubicBezTo>
                      <a:pt x="3178" y="41"/>
                      <a:pt x="2973" y="0"/>
                      <a:pt x="27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12" name="Google Shape;712;p51"/>
              <p:cNvSpPr/>
              <p:nvPr/>
            </p:nvSpPr>
            <p:spPr>
              <a:xfrm>
                <a:off x="4394450" y="2520250"/>
                <a:ext cx="76550" cy="73250"/>
              </a:xfrm>
              <a:custGeom>
                <a:avLst/>
                <a:gdLst/>
                <a:ahLst/>
                <a:cxnLst/>
                <a:rect l="l" t="t" r="r" b="b"/>
                <a:pathLst>
                  <a:path w="3062" h="2930" extrusionOk="0">
                    <a:moveTo>
                      <a:pt x="1529" y="1"/>
                    </a:moveTo>
                    <a:cubicBezTo>
                      <a:pt x="1020" y="1"/>
                      <a:pt x="539" y="271"/>
                      <a:pt x="278" y="708"/>
                    </a:cubicBezTo>
                    <a:cubicBezTo>
                      <a:pt x="7" y="1151"/>
                      <a:pt x="1" y="1726"/>
                      <a:pt x="258" y="2182"/>
                    </a:cubicBezTo>
                    <a:cubicBezTo>
                      <a:pt x="510" y="2632"/>
                      <a:pt x="985" y="2916"/>
                      <a:pt x="1501" y="2929"/>
                    </a:cubicBezTo>
                    <a:lnTo>
                      <a:pt x="1534" y="2929"/>
                    </a:lnTo>
                    <a:cubicBezTo>
                      <a:pt x="2050" y="2929"/>
                      <a:pt x="2532" y="2652"/>
                      <a:pt x="2797" y="2209"/>
                    </a:cubicBezTo>
                    <a:cubicBezTo>
                      <a:pt x="3061" y="1759"/>
                      <a:pt x="3061" y="1184"/>
                      <a:pt x="2803" y="735"/>
                    </a:cubicBezTo>
                    <a:cubicBezTo>
                      <a:pt x="2545" y="292"/>
                      <a:pt x="2063"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13" name="Google Shape;713;p51"/>
              <p:cNvSpPr/>
              <p:nvPr/>
            </p:nvSpPr>
            <p:spPr>
              <a:xfrm>
                <a:off x="4514250" y="2520250"/>
                <a:ext cx="76550" cy="73250"/>
              </a:xfrm>
              <a:custGeom>
                <a:avLst/>
                <a:gdLst/>
                <a:ahLst/>
                <a:cxnLst/>
                <a:rect l="l" t="t" r="r" b="b"/>
                <a:pathLst>
                  <a:path w="3062" h="2930" extrusionOk="0">
                    <a:moveTo>
                      <a:pt x="1529" y="1"/>
                    </a:moveTo>
                    <a:cubicBezTo>
                      <a:pt x="1020" y="1"/>
                      <a:pt x="540" y="271"/>
                      <a:pt x="279" y="708"/>
                    </a:cubicBezTo>
                    <a:cubicBezTo>
                      <a:pt x="8" y="1151"/>
                      <a:pt x="1" y="1726"/>
                      <a:pt x="259" y="2182"/>
                    </a:cubicBezTo>
                    <a:cubicBezTo>
                      <a:pt x="510" y="2632"/>
                      <a:pt x="986" y="2916"/>
                      <a:pt x="1501" y="2929"/>
                    </a:cubicBezTo>
                    <a:lnTo>
                      <a:pt x="1534" y="2929"/>
                    </a:lnTo>
                    <a:cubicBezTo>
                      <a:pt x="2050" y="2929"/>
                      <a:pt x="2533" y="2652"/>
                      <a:pt x="2797" y="2209"/>
                    </a:cubicBezTo>
                    <a:cubicBezTo>
                      <a:pt x="3061" y="1759"/>
                      <a:pt x="3061" y="1184"/>
                      <a:pt x="2804" y="735"/>
                    </a:cubicBezTo>
                    <a:cubicBezTo>
                      <a:pt x="2546" y="292"/>
                      <a:pt x="2063" y="8"/>
                      <a:pt x="1548" y="1"/>
                    </a:cubicBezTo>
                    <a:cubicBezTo>
                      <a:pt x="1542"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14" name="Google Shape;714;p51"/>
              <p:cNvSpPr/>
              <p:nvPr/>
            </p:nvSpPr>
            <p:spPr>
              <a:xfrm>
                <a:off x="4621175" y="2680875"/>
                <a:ext cx="25" cy="200"/>
              </a:xfrm>
              <a:custGeom>
                <a:avLst/>
                <a:gdLst/>
                <a:ahLst/>
                <a:cxnLst/>
                <a:rect l="l" t="t" r="r" b="b"/>
                <a:pathLst>
                  <a:path w="1" h="8" extrusionOk="0">
                    <a:moveTo>
                      <a:pt x="1" y="1"/>
                    </a:moveTo>
                    <a:cubicBezTo>
                      <a:pt x="1" y="8"/>
                      <a:pt x="1" y="8"/>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15" name="Google Shape;715;p51"/>
              <p:cNvSpPr/>
              <p:nvPr/>
            </p:nvSpPr>
            <p:spPr>
              <a:xfrm>
                <a:off x="4621175" y="2680725"/>
                <a:ext cx="25" cy="175"/>
              </a:xfrm>
              <a:custGeom>
                <a:avLst/>
                <a:gdLst/>
                <a:ahLst/>
                <a:cxnLst/>
                <a:rect l="l" t="t" r="r" b="b"/>
                <a:pathLst>
                  <a:path w="1" h="7" extrusionOk="0">
                    <a:moveTo>
                      <a:pt x="1" y="0"/>
                    </a:moveTo>
                    <a:cubicBezTo>
                      <a:pt x="1" y="0"/>
                      <a:pt x="1" y="0"/>
                      <a:pt x="1" y="7"/>
                    </a:cubicBezTo>
                    <a:cubicBezTo>
                      <a:pt x="1" y="0"/>
                      <a:pt x="1"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716" name="Google Shape;716;p51"/>
          <p:cNvGrpSpPr/>
          <p:nvPr/>
        </p:nvGrpSpPr>
        <p:grpSpPr>
          <a:xfrm>
            <a:off x="2382499" y="3990588"/>
            <a:ext cx="717300" cy="717300"/>
            <a:chOff x="4572012" y="4085013"/>
            <a:chExt cx="717300" cy="717300"/>
          </a:xfrm>
        </p:grpSpPr>
        <p:sp>
          <p:nvSpPr>
            <p:cNvPr id="717" name="Google Shape;717;p51"/>
            <p:cNvSpPr/>
            <p:nvPr/>
          </p:nvSpPr>
          <p:spPr>
            <a:xfrm>
              <a:off x="4572012" y="4085013"/>
              <a:ext cx="717300" cy="717300"/>
            </a:xfrm>
            <a:prstGeom prst="octagon">
              <a:avLst>
                <a:gd name="adj" fmla="val 29289"/>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51"/>
            <p:cNvSpPr/>
            <p:nvPr/>
          </p:nvSpPr>
          <p:spPr>
            <a:xfrm>
              <a:off x="4609817" y="4122861"/>
              <a:ext cx="641700" cy="641700"/>
            </a:xfrm>
            <a:prstGeom prst="octagon">
              <a:avLst>
                <a:gd name="adj" fmla="val 29289"/>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9" name="Google Shape;719;p51"/>
            <p:cNvGrpSpPr/>
            <p:nvPr/>
          </p:nvGrpSpPr>
          <p:grpSpPr>
            <a:xfrm>
              <a:off x="4839003" y="4301737"/>
              <a:ext cx="183329" cy="283890"/>
              <a:chOff x="3311700" y="2520250"/>
              <a:chExt cx="230400" cy="356825"/>
            </a:xfrm>
          </p:grpSpPr>
          <p:sp>
            <p:nvSpPr>
              <p:cNvPr id="720" name="Google Shape;720;p51"/>
              <p:cNvSpPr/>
              <p:nvPr/>
            </p:nvSpPr>
            <p:spPr>
              <a:xfrm>
                <a:off x="3332375" y="2650200"/>
                <a:ext cx="49100" cy="48050"/>
              </a:xfrm>
              <a:custGeom>
                <a:avLst/>
                <a:gdLst/>
                <a:ahLst/>
                <a:cxnLst/>
                <a:rect l="l" t="t" r="r" b="b"/>
                <a:pathLst>
                  <a:path w="1964" h="1922" extrusionOk="0">
                    <a:moveTo>
                      <a:pt x="977" y="0"/>
                    </a:moveTo>
                    <a:cubicBezTo>
                      <a:pt x="944" y="0"/>
                      <a:pt x="912" y="2"/>
                      <a:pt x="879" y="5"/>
                    </a:cubicBezTo>
                    <a:cubicBezTo>
                      <a:pt x="622" y="38"/>
                      <a:pt x="377" y="177"/>
                      <a:pt x="225" y="382"/>
                    </a:cubicBezTo>
                    <a:cubicBezTo>
                      <a:pt x="66" y="593"/>
                      <a:pt x="0" y="871"/>
                      <a:pt x="46" y="1129"/>
                    </a:cubicBezTo>
                    <a:cubicBezTo>
                      <a:pt x="126" y="1578"/>
                      <a:pt x="529" y="1922"/>
                      <a:pt x="992" y="1922"/>
                    </a:cubicBezTo>
                    <a:cubicBezTo>
                      <a:pt x="1249" y="1922"/>
                      <a:pt x="1507" y="1810"/>
                      <a:pt x="1686" y="1618"/>
                    </a:cubicBezTo>
                    <a:cubicBezTo>
                      <a:pt x="1871" y="1426"/>
                      <a:pt x="1963" y="1168"/>
                      <a:pt x="1944" y="904"/>
                    </a:cubicBezTo>
                    <a:cubicBezTo>
                      <a:pt x="1930" y="640"/>
                      <a:pt x="1805" y="395"/>
                      <a:pt x="1606" y="230"/>
                    </a:cubicBezTo>
                    <a:cubicBezTo>
                      <a:pt x="1433" y="80"/>
                      <a:pt x="1204" y="0"/>
                      <a:pt x="9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21" name="Google Shape;721;p51"/>
              <p:cNvSpPr/>
              <p:nvPr/>
            </p:nvSpPr>
            <p:spPr>
              <a:xfrm>
                <a:off x="3434175" y="2520250"/>
                <a:ext cx="76525" cy="73250"/>
              </a:xfrm>
              <a:custGeom>
                <a:avLst/>
                <a:gdLst/>
                <a:ahLst/>
                <a:cxnLst/>
                <a:rect l="l" t="t" r="r" b="b"/>
                <a:pathLst>
                  <a:path w="3061" h="2930" extrusionOk="0">
                    <a:moveTo>
                      <a:pt x="1529" y="1"/>
                    </a:moveTo>
                    <a:cubicBezTo>
                      <a:pt x="1026" y="1"/>
                      <a:pt x="545" y="271"/>
                      <a:pt x="278" y="708"/>
                    </a:cubicBezTo>
                    <a:cubicBezTo>
                      <a:pt x="13" y="1151"/>
                      <a:pt x="0" y="1726"/>
                      <a:pt x="258" y="2182"/>
                    </a:cubicBezTo>
                    <a:cubicBezTo>
                      <a:pt x="509" y="2632"/>
                      <a:pt x="992" y="2916"/>
                      <a:pt x="1501" y="2929"/>
                    </a:cubicBezTo>
                    <a:lnTo>
                      <a:pt x="1534" y="2929"/>
                    </a:lnTo>
                    <a:cubicBezTo>
                      <a:pt x="2049" y="2929"/>
                      <a:pt x="2532" y="2652"/>
                      <a:pt x="2796" y="2209"/>
                    </a:cubicBezTo>
                    <a:cubicBezTo>
                      <a:pt x="3061" y="1759"/>
                      <a:pt x="3061" y="1184"/>
                      <a:pt x="2803" y="735"/>
                    </a:cubicBezTo>
                    <a:cubicBezTo>
                      <a:pt x="2545" y="292"/>
                      <a:pt x="2062"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22" name="Google Shape;722;p51"/>
              <p:cNvSpPr/>
              <p:nvPr/>
            </p:nvSpPr>
            <p:spPr>
              <a:xfrm>
                <a:off x="3311700" y="2594650"/>
                <a:ext cx="230400" cy="282425"/>
              </a:xfrm>
              <a:custGeom>
                <a:avLst/>
                <a:gdLst/>
                <a:ahLst/>
                <a:cxnLst/>
                <a:rect l="l" t="t" r="r" b="b"/>
                <a:pathLst>
                  <a:path w="9216" h="11297" extrusionOk="0">
                    <a:moveTo>
                      <a:pt x="9163" y="3271"/>
                    </a:moveTo>
                    <a:cubicBezTo>
                      <a:pt x="9163" y="3285"/>
                      <a:pt x="9169" y="3324"/>
                      <a:pt x="9169" y="3364"/>
                    </a:cubicBezTo>
                    <a:cubicBezTo>
                      <a:pt x="9169" y="3305"/>
                      <a:pt x="9163" y="3278"/>
                      <a:pt x="9163" y="3271"/>
                    </a:cubicBezTo>
                    <a:close/>
                    <a:moveTo>
                      <a:pt x="9169" y="3364"/>
                    </a:moveTo>
                    <a:cubicBezTo>
                      <a:pt x="9176" y="3404"/>
                      <a:pt x="9176" y="3430"/>
                      <a:pt x="9176" y="3443"/>
                    </a:cubicBezTo>
                    <a:cubicBezTo>
                      <a:pt x="9176" y="3424"/>
                      <a:pt x="9176" y="3397"/>
                      <a:pt x="9169" y="3364"/>
                    </a:cubicBezTo>
                    <a:close/>
                    <a:moveTo>
                      <a:pt x="6410" y="0"/>
                    </a:moveTo>
                    <a:cubicBezTo>
                      <a:pt x="6170" y="0"/>
                      <a:pt x="5927" y="54"/>
                      <a:pt x="5626" y="178"/>
                    </a:cubicBezTo>
                    <a:cubicBezTo>
                      <a:pt x="5487" y="231"/>
                      <a:pt x="5362" y="297"/>
                      <a:pt x="5236" y="370"/>
                    </a:cubicBezTo>
                    <a:cubicBezTo>
                      <a:pt x="4939" y="555"/>
                      <a:pt x="4681" y="799"/>
                      <a:pt x="4469" y="1077"/>
                    </a:cubicBezTo>
                    <a:cubicBezTo>
                      <a:pt x="4040" y="1645"/>
                      <a:pt x="3808" y="2339"/>
                      <a:pt x="3716" y="3040"/>
                    </a:cubicBezTo>
                    <a:cubicBezTo>
                      <a:pt x="3643" y="3556"/>
                      <a:pt x="3643" y="4085"/>
                      <a:pt x="3683" y="4607"/>
                    </a:cubicBezTo>
                    <a:cubicBezTo>
                      <a:pt x="3683" y="4607"/>
                      <a:pt x="3683" y="4607"/>
                      <a:pt x="3683" y="4613"/>
                    </a:cubicBezTo>
                    <a:cubicBezTo>
                      <a:pt x="3703" y="4785"/>
                      <a:pt x="3716" y="4931"/>
                      <a:pt x="3736" y="5043"/>
                    </a:cubicBezTo>
                    <a:cubicBezTo>
                      <a:pt x="3736" y="5043"/>
                      <a:pt x="3729" y="5050"/>
                      <a:pt x="3722" y="5050"/>
                    </a:cubicBezTo>
                    <a:lnTo>
                      <a:pt x="3716" y="5050"/>
                    </a:lnTo>
                    <a:cubicBezTo>
                      <a:pt x="3680" y="5065"/>
                      <a:pt x="3628" y="5080"/>
                      <a:pt x="3573" y="5080"/>
                    </a:cubicBezTo>
                    <a:cubicBezTo>
                      <a:pt x="3557" y="5080"/>
                      <a:pt x="3540" y="5079"/>
                      <a:pt x="3524" y="5076"/>
                    </a:cubicBezTo>
                    <a:cubicBezTo>
                      <a:pt x="3471" y="5063"/>
                      <a:pt x="3418" y="5043"/>
                      <a:pt x="3365" y="5017"/>
                    </a:cubicBezTo>
                    <a:cubicBezTo>
                      <a:pt x="3253" y="4970"/>
                      <a:pt x="3141" y="4917"/>
                      <a:pt x="3035" y="4851"/>
                    </a:cubicBezTo>
                    <a:cubicBezTo>
                      <a:pt x="2843" y="4732"/>
                      <a:pt x="2652" y="4607"/>
                      <a:pt x="2480" y="4461"/>
                    </a:cubicBezTo>
                    <a:cubicBezTo>
                      <a:pt x="2264" y="4281"/>
                      <a:pt x="2028" y="4196"/>
                      <a:pt x="1794" y="4196"/>
                    </a:cubicBezTo>
                    <a:cubicBezTo>
                      <a:pt x="1641" y="4196"/>
                      <a:pt x="1489" y="4232"/>
                      <a:pt x="1343" y="4303"/>
                    </a:cubicBezTo>
                    <a:cubicBezTo>
                      <a:pt x="682" y="4620"/>
                      <a:pt x="279" y="5294"/>
                      <a:pt x="120" y="5982"/>
                    </a:cubicBezTo>
                    <a:cubicBezTo>
                      <a:pt x="27" y="6391"/>
                      <a:pt x="1" y="6808"/>
                      <a:pt x="8" y="7224"/>
                    </a:cubicBezTo>
                    <a:cubicBezTo>
                      <a:pt x="8" y="7370"/>
                      <a:pt x="126" y="7495"/>
                      <a:pt x="279" y="7509"/>
                    </a:cubicBezTo>
                    <a:cubicBezTo>
                      <a:pt x="283" y="7509"/>
                      <a:pt x="287" y="7509"/>
                      <a:pt x="291" y="7509"/>
                    </a:cubicBezTo>
                    <a:cubicBezTo>
                      <a:pt x="437" y="7509"/>
                      <a:pt x="563" y="7392"/>
                      <a:pt x="576" y="7244"/>
                    </a:cubicBezTo>
                    <a:cubicBezTo>
                      <a:pt x="609" y="6854"/>
                      <a:pt x="662" y="6458"/>
                      <a:pt x="801" y="6087"/>
                    </a:cubicBezTo>
                    <a:lnTo>
                      <a:pt x="807" y="6418"/>
                    </a:lnTo>
                    <a:lnTo>
                      <a:pt x="318" y="8612"/>
                    </a:lnTo>
                    <a:cubicBezTo>
                      <a:pt x="312" y="8665"/>
                      <a:pt x="325" y="8718"/>
                      <a:pt x="358" y="8758"/>
                    </a:cubicBezTo>
                    <a:cubicBezTo>
                      <a:pt x="391" y="8798"/>
                      <a:pt x="437" y="8817"/>
                      <a:pt x="490" y="8817"/>
                    </a:cubicBezTo>
                    <a:lnTo>
                      <a:pt x="887" y="8817"/>
                    </a:lnTo>
                    <a:lnTo>
                      <a:pt x="999" y="10985"/>
                    </a:lnTo>
                    <a:cubicBezTo>
                      <a:pt x="1012" y="11157"/>
                      <a:pt x="1158" y="11296"/>
                      <a:pt x="1336" y="11296"/>
                    </a:cubicBezTo>
                    <a:cubicBezTo>
                      <a:pt x="1508" y="11296"/>
                      <a:pt x="1653" y="11157"/>
                      <a:pt x="1667" y="10985"/>
                    </a:cubicBezTo>
                    <a:lnTo>
                      <a:pt x="1772" y="8817"/>
                    </a:lnTo>
                    <a:lnTo>
                      <a:pt x="1805" y="8817"/>
                    </a:lnTo>
                    <a:lnTo>
                      <a:pt x="1918" y="10985"/>
                    </a:lnTo>
                    <a:cubicBezTo>
                      <a:pt x="1924" y="11157"/>
                      <a:pt x="2076" y="11296"/>
                      <a:pt x="2248" y="11296"/>
                    </a:cubicBezTo>
                    <a:cubicBezTo>
                      <a:pt x="2420" y="11296"/>
                      <a:pt x="2572" y="11157"/>
                      <a:pt x="2579" y="10985"/>
                    </a:cubicBezTo>
                    <a:lnTo>
                      <a:pt x="2685" y="8817"/>
                    </a:lnTo>
                    <a:lnTo>
                      <a:pt x="3088" y="8817"/>
                    </a:lnTo>
                    <a:cubicBezTo>
                      <a:pt x="3141" y="8817"/>
                      <a:pt x="3187" y="8798"/>
                      <a:pt x="3220" y="8758"/>
                    </a:cubicBezTo>
                    <a:cubicBezTo>
                      <a:pt x="3253" y="8718"/>
                      <a:pt x="3266" y="8665"/>
                      <a:pt x="3260" y="8612"/>
                    </a:cubicBezTo>
                    <a:lnTo>
                      <a:pt x="2771" y="6418"/>
                    </a:lnTo>
                    <a:lnTo>
                      <a:pt x="2790" y="5539"/>
                    </a:lnTo>
                    <a:cubicBezTo>
                      <a:pt x="3024" y="5631"/>
                      <a:pt x="3275" y="5712"/>
                      <a:pt x="3533" y="5712"/>
                    </a:cubicBezTo>
                    <a:cubicBezTo>
                      <a:pt x="3552" y="5712"/>
                      <a:pt x="3571" y="5712"/>
                      <a:pt x="3590" y="5711"/>
                    </a:cubicBezTo>
                    <a:cubicBezTo>
                      <a:pt x="3722" y="5704"/>
                      <a:pt x="3861" y="5671"/>
                      <a:pt x="3974" y="5592"/>
                    </a:cubicBezTo>
                    <a:cubicBezTo>
                      <a:pt x="4026" y="5559"/>
                      <a:pt x="4073" y="5512"/>
                      <a:pt x="4112" y="5466"/>
                    </a:cubicBezTo>
                    <a:cubicBezTo>
                      <a:pt x="4112" y="5459"/>
                      <a:pt x="4119" y="5453"/>
                      <a:pt x="4126" y="5453"/>
                    </a:cubicBezTo>
                    <a:lnTo>
                      <a:pt x="4172" y="5453"/>
                    </a:lnTo>
                    <a:cubicBezTo>
                      <a:pt x="4205" y="5453"/>
                      <a:pt x="4225" y="5453"/>
                      <a:pt x="4251" y="5446"/>
                    </a:cubicBezTo>
                    <a:cubicBezTo>
                      <a:pt x="4456" y="5400"/>
                      <a:pt x="4608" y="5215"/>
                      <a:pt x="4595" y="4997"/>
                    </a:cubicBezTo>
                    <a:cubicBezTo>
                      <a:pt x="4569" y="4389"/>
                      <a:pt x="4602" y="3761"/>
                      <a:pt x="4740" y="3159"/>
                    </a:cubicBezTo>
                    <a:cubicBezTo>
                      <a:pt x="4820" y="2848"/>
                      <a:pt x="4925" y="2538"/>
                      <a:pt x="5084" y="2260"/>
                    </a:cubicBezTo>
                    <a:lnTo>
                      <a:pt x="5084" y="2260"/>
                    </a:lnTo>
                    <a:cubicBezTo>
                      <a:pt x="5058" y="2432"/>
                      <a:pt x="5038" y="2604"/>
                      <a:pt x="5018" y="2782"/>
                    </a:cubicBezTo>
                    <a:cubicBezTo>
                      <a:pt x="4972" y="3139"/>
                      <a:pt x="4932" y="3496"/>
                      <a:pt x="4886" y="3853"/>
                    </a:cubicBezTo>
                    <a:cubicBezTo>
                      <a:pt x="4853" y="4157"/>
                      <a:pt x="4813" y="4455"/>
                      <a:pt x="4780" y="4752"/>
                    </a:cubicBezTo>
                    <a:cubicBezTo>
                      <a:pt x="4773" y="4805"/>
                      <a:pt x="4767" y="4851"/>
                      <a:pt x="4760" y="4904"/>
                    </a:cubicBezTo>
                    <a:cubicBezTo>
                      <a:pt x="4721" y="5228"/>
                      <a:pt x="4780" y="5572"/>
                      <a:pt x="4932" y="5863"/>
                    </a:cubicBezTo>
                    <a:cubicBezTo>
                      <a:pt x="4959" y="5929"/>
                      <a:pt x="4998" y="5995"/>
                      <a:pt x="5038" y="6054"/>
                    </a:cubicBezTo>
                    <a:lnTo>
                      <a:pt x="5263" y="10807"/>
                    </a:lnTo>
                    <a:cubicBezTo>
                      <a:pt x="5276" y="11071"/>
                      <a:pt x="5501" y="11283"/>
                      <a:pt x="5765" y="11290"/>
                    </a:cubicBezTo>
                    <a:cubicBezTo>
                      <a:pt x="6023" y="11290"/>
                      <a:pt x="6254" y="11085"/>
                      <a:pt x="6274" y="10827"/>
                    </a:cubicBezTo>
                    <a:cubicBezTo>
                      <a:pt x="6281" y="10820"/>
                      <a:pt x="6281" y="10814"/>
                      <a:pt x="6281" y="10807"/>
                    </a:cubicBezTo>
                    <a:lnTo>
                      <a:pt x="6439" y="7211"/>
                    </a:lnTo>
                    <a:lnTo>
                      <a:pt x="6604" y="10807"/>
                    </a:lnTo>
                    <a:cubicBezTo>
                      <a:pt x="6618" y="11071"/>
                      <a:pt x="6842" y="11283"/>
                      <a:pt x="7107" y="11290"/>
                    </a:cubicBezTo>
                    <a:cubicBezTo>
                      <a:pt x="7365" y="11290"/>
                      <a:pt x="7596" y="11085"/>
                      <a:pt x="7616" y="10827"/>
                    </a:cubicBezTo>
                    <a:cubicBezTo>
                      <a:pt x="7616" y="10820"/>
                      <a:pt x="7622" y="10814"/>
                      <a:pt x="7622" y="10807"/>
                    </a:cubicBezTo>
                    <a:lnTo>
                      <a:pt x="7841" y="6034"/>
                    </a:lnTo>
                    <a:cubicBezTo>
                      <a:pt x="8052" y="5711"/>
                      <a:pt x="8158" y="5314"/>
                      <a:pt x="8105" y="4904"/>
                    </a:cubicBezTo>
                    <a:lnTo>
                      <a:pt x="7788" y="2260"/>
                    </a:lnTo>
                    <a:lnTo>
                      <a:pt x="7788" y="2260"/>
                    </a:lnTo>
                    <a:cubicBezTo>
                      <a:pt x="8125" y="2881"/>
                      <a:pt x="8231" y="3635"/>
                      <a:pt x="8257" y="4329"/>
                    </a:cubicBezTo>
                    <a:cubicBezTo>
                      <a:pt x="8264" y="4554"/>
                      <a:pt x="8264" y="4779"/>
                      <a:pt x="8257" y="4997"/>
                    </a:cubicBezTo>
                    <a:cubicBezTo>
                      <a:pt x="8244" y="5228"/>
                      <a:pt x="8422" y="5433"/>
                      <a:pt x="8647" y="5453"/>
                    </a:cubicBezTo>
                    <a:cubicBezTo>
                      <a:pt x="8659" y="5454"/>
                      <a:pt x="8671" y="5454"/>
                      <a:pt x="8683" y="5454"/>
                    </a:cubicBezTo>
                    <a:cubicBezTo>
                      <a:pt x="8900" y="5454"/>
                      <a:pt x="9092" y="5289"/>
                      <a:pt x="9123" y="5076"/>
                    </a:cubicBezTo>
                    <a:cubicBezTo>
                      <a:pt x="9196" y="4508"/>
                      <a:pt x="9215" y="3932"/>
                      <a:pt x="9169" y="3364"/>
                    </a:cubicBezTo>
                    <a:cubicBezTo>
                      <a:pt x="9116" y="2657"/>
                      <a:pt x="8938" y="1949"/>
                      <a:pt x="8568" y="1348"/>
                    </a:cubicBezTo>
                    <a:cubicBezTo>
                      <a:pt x="8224" y="793"/>
                      <a:pt x="7695" y="304"/>
                      <a:pt x="7061" y="112"/>
                    </a:cubicBezTo>
                    <a:cubicBezTo>
                      <a:pt x="6824" y="41"/>
                      <a:pt x="6618" y="0"/>
                      <a:pt x="6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723" name="Google Shape;723;p51"/>
          <p:cNvSpPr txBox="1">
            <a:spLocks noGrp="1"/>
          </p:cNvSpPr>
          <p:nvPr>
            <p:ph type="title"/>
          </p:nvPr>
        </p:nvSpPr>
        <p:spPr>
          <a:xfrm>
            <a:off x="713100" y="1188325"/>
            <a:ext cx="4641300" cy="179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A PICTURE ALWAYS REINFORCES THE CONCEPT</a:t>
            </a:r>
            <a:endParaRPr>
              <a:solidFill>
                <a:schemeClr val="lt1"/>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27"/>
        <p:cNvGrpSpPr/>
        <p:nvPr/>
      </p:nvGrpSpPr>
      <p:grpSpPr>
        <a:xfrm>
          <a:off x="0" y="0"/>
          <a:ext cx="0" cy="0"/>
          <a:chOff x="0" y="0"/>
          <a:chExt cx="0" cy="0"/>
        </a:xfrm>
      </p:grpSpPr>
      <p:sp>
        <p:nvSpPr>
          <p:cNvPr id="728" name="Google Shape;728;p52"/>
          <p:cNvSpPr/>
          <p:nvPr/>
        </p:nvSpPr>
        <p:spPr>
          <a:xfrm>
            <a:off x="4554070" y="1002400"/>
            <a:ext cx="4182900" cy="4189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52"/>
          <p:cNvSpPr/>
          <p:nvPr/>
        </p:nvSpPr>
        <p:spPr>
          <a:xfrm>
            <a:off x="4682920" y="1096000"/>
            <a:ext cx="3925200" cy="4143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52"/>
          <p:cNvSpPr txBox="1">
            <a:spLocks noGrp="1"/>
          </p:cNvSpPr>
          <p:nvPr>
            <p:ph type="title"/>
          </p:nvPr>
        </p:nvSpPr>
        <p:spPr>
          <a:xfrm>
            <a:off x="4640470" y="2897350"/>
            <a:ext cx="40101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CONCEPTS</a:t>
            </a:r>
            <a:endParaRPr/>
          </a:p>
        </p:txBody>
      </p:sp>
      <p:sp>
        <p:nvSpPr>
          <p:cNvPr id="731" name="Google Shape;731;p52"/>
          <p:cNvSpPr txBox="1">
            <a:spLocks noGrp="1"/>
          </p:cNvSpPr>
          <p:nvPr>
            <p:ph type="subTitle" idx="1"/>
          </p:nvPr>
        </p:nvSpPr>
        <p:spPr>
          <a:xfrm>
            <a:off x="5430370" y="3711150"/>
            <a:ext cx="2430300" cy="5316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You can enter a subtitle here if you need it</a:t>
            </a:r>
            <a:endParaRPr/>
          </a:p>
        </p:txBody>
      </p:sp>
      <p:cxnSp>
        <p:nvCxnSpPr>
          <p:cNvPr id="732" name="Google Shape;732;p52"/>
          <p:cNvCxnSpPr/>
          <p:nvPr/>
        </p:nvCxnSpPr>
        <p:spPr>
          <a:xfrm>
            <a:off x="5300020" y="2833888"/>
            <a:ext cx="2691000" cy="0"/>
          </a:xfrm>
          <a:prstGeom prst="straightConnector1">
            <a:avLst/>
          </a:prstGeom>
          <a:noFill/>
          <a:ln w="9525" cap="flat" cmpd="sng">
            <a:solidFill>
              <a:schemeClr val="dk1"/>
            </a:solidFill>
            <a:prstDash val="solid"/>
            <a:round/>
            <a:headEnd type="none" w="med" len="med"/>
            <a:tailEnd type="none" w="med" len="med"/>
          </a:ln>
        </p:spPr>
      </p:cxnSp>
      <p:grpSp>
        <p:nvGrpSpPr>
          <p:cNvPr id="733" name="Google Shape;733;p52"/>
          <p:cNvGrpSpPr/>
          <p:nvPr/>
        </p:nvGrpSpPr>
        <p:grpSpPr>
          <a:xfrm>
            <a:off x="8211901" y="795062"/>
            <a:ext cx="754200" cy="717300"/>
            <a:chOff x="2816176" y="2738512"/>
            <a:chExt cx="754200" cy="717300"/>
          </a:xfrm>
        </p:grpSpPr>
        <p:sp>
          <p:nvSpPr>
            <p:cNvPr id="734" name="Google Shape;734;p52"/>
            <p:cNvSpPr/>
            <p:nvPr/>
          </p:nvSpPr>
          <p:spPr>
            <a:xfrm>
              <a:off x="2816176" y="2738512"/>
              <a:ext cx="754200" cy="717300"/>
            </a:xfrm>
            <a:prstGeom prst="decagon">
              <a:avLst>
                <a:gd name="vf" fmla="val 105146"/>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52"/>
            <p:cNvSpPr/>
            <p:nvPr/>
          </p:nvSpPr>
          <p:spPr>
            <a:xfrm>
              <a:off x="2855538" y="2775963"/>
              <a:ext cx="675300" cy="642300"/>
            </a:xfrm>
            <a:prstGeom prst="decagon">
              <a:avLst>
                <a:gd name="vf" fmla="val 105146"/>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6" name="Google Shape;736;p52"/>
            <p:cNvGrpSpPr/>
            <p:nvPr/>
          </p:nvGrpSpPr>
          <p:grpSpPr>
            <a:xfrm>
              <a:off x="3006238" y="2951598"/>
              <a:ext cx="374063" cy="291116"/>
              <a:chOff x="5065328" y="2035665"/>
              <a:chExt cx="392058" cy="305121"/>
            </a:xfrm>
          </p:grpSpPr>
          <p:sp>
            <p:nvSpPr>
              <p:cNvPr id="737" name="Google Shape;737;p52"/>
              <p:cNvSpPr/>
              <p:nvPr/>
            </p:nvSpPr>
            <p:spPr>
              <a:xfrm>
                <a:off x="5093429" y="2035665"/>
                <a:ext cx="62584" cy="62584"/>
              </a:xfrm>
              <a:custGeom>
                <a:avLst/>
                <a:gdLst/>
                <a:ahLst/>
                <a:cxnLst/>
                <a:rect l="l" t="t" r="r" b="b"/>
                <a:pathLst>
                  <a:path w="3002" h="3002" extrusionOk="0">
                    <a:moveTo>
                      <a:pt x="1501" y="0"/>
                    </a:moveTo>
                    <a:cubicBezTo>
                      <a:pt x="675" y="0"/>
                      <a:pt x="1" y="674"/>
                      <a:pt x="1" y="1501"/>
                    </a:cubicBezTo>
                    <a:cubicBezTo>
                      <a:pt x="1" y="2334"/>
                      <a:pt x="675" y="3001"/>
                      <a:pt x="1501" y="3001"/>
                    </a:cubicBezTo>
                    <a:cubicBezTo>
                      <a:pt x="2334" y="3001"/>
                      <a:pt x="3002" y="2334"/>
                      <a:pt x="3002" y="1501"/>
                    </a:cubicBezTo>
                    <a:cubicBezTo>
                      <a:pt x="3002" y="674"/>
                      <a:pt x="2334" y="0"/>
                      <a:pt x="15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38" name="Google Shape;738;p52"/>
              <p:cNvSpPr/>
              <p:nvPr/>
            </p:nvSpPr>
            <p:spPr>
              <a:xfrm>
                <a:off x="5366414" y="2045025"/>
                <a:ext cx="65065" cy="62167"/>
              </a:xfrm>
              <a:custGeom>
                <a:avLst/>
                <a:gdLst/>
                <a:ahLst/>
                <a:cxnLst/>
                <a:rect l="l" t="t" r="r" b="b"/>
                <a:pathLst>
                  <a:path w="3121" h="2982" extrusionOk="0">
                    <a:moveTo>
                      <a:pt x="1562" y="1"/>
                    </a:moveTo>
                    <a:cubicBezTo>
                      <a:pt x="1040" y="1"/>
                      <a:pt x="552" y="277"/>
                      <a:pt x="284" y="721"/>
                    </a:cubicBezTo>
                    <a:cubicBezTo>
                      <a:pt x="13" y="1171"/>
                      <a:pt x="0" y="1759"/>
                      <a:pt x="265" y="2222"/>
                    </a:cubicBezTo>
                    <a:cubicBezTo>
                      <a:pt x="516" y="2678"/>
                      <a:pt x="1005" y="2969"/>
                      <a:pt x="1527" y="2982"/>
                    </a:cubicBezTo>
                    <a:lnTo>
                      <a:pt x="1560" y="2982"/>
                    </a:lnTo>
                    <a:cubicBezTo>
                      <a:pt x="2082" y="2982"/>
                      <a:pt x="2578" y="2698"/>
                      <a:pt x="2849" y="2248"/>
                    </a:cubicBezTo>
                    <a:cubicBezTo>
                      <a:pt x="3114" y="1792"/>
                      <a:pt x="3120" y="1204"/>
                      <a:pt x="2856" y="748"/>
                    </a:cubicBezTo>
                    <a:cubicBezTo>
                      <a:pt x="2591" y="291"/>
                      <a:pt x="2102" y="7"/>
                      <a:pt x="1580" y="1"/>
                    </a:cubicBezTo>
                    <a:cubicBezTo>
                      <a:pt x="1574" y="1"/>
                      <a:pt x="1568" y="1"/>
                      <a:pt x="15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39" name="Google Shape;739;p52"/>
              <p:cNvSpPr/>
              <p:nvPr/>
            </p:nvSpPr>
            <p:spPr>
              <a:xfrm>
                <a:off x="5065328" y="2100019"/>
                <a:ext cx="392058" cy="240768"/>
              </a:xfrm>
              <a:custGeom>
                <a:avLst/>
                <a:gdLst/>
                <a:ahLst/>
                <a:cxnLst/>
                <a:rect l="l" t="t" r="r" b="b"/>
                <a:pathLst>
                  <a:path w="18806" h="11549" extrusionOk="0">
                    <a:moveTo>
                      <a:pt x="2866" y="1"/>
                    </a:moveTo>
                    <a:cubicBezTo>
                      <a:pt x="2674" y="1"/>
                      <a:pt x="2485" y="21"/>
                      <a:pt x="2314" y="53"/>
                    </a:cubicBezTo>
                    <a:cubicBezTo>
                      <a:pt x="2287" y="60"/>
                      <a:pt x="2261" y="66"/>
                      <a:pt x="2228" y="73"/>
                    </a:cubicBezTo>
                    <a:cubicBezTo>
                      <a:pt x="2168" y="93"/>
                      <a:pt x="2089" y="119"/>
                      <a:pt x="1996" y="152"/>
                    </a:cubicBezTo>
                    <a:cubicBezTo>
                      <a:pt x="1811" y="231"/>
                      <a:pt x="1573" y="357"/>
                      <a:pt x="1335" y="555"/>
                    </a:cubicBezTo>
                    <a:cubicBezTo>
                      <a:pt x="1210" y="654"/>
                      <a:pt x="1091" y="773"/>
                      <a:pt x="972" y="906"/>
                    </a:cubicBezTo>
                    <a:cubicBezTo>
                      <a:pt x="859" y="1038"/>
                      <a:pt x="747" y="1183"/>
                      <a:pt x="654" y="1342"/>
                    </a:cubicBezTo>
                    <a:cubicBezTo>
                      <a:pt x="456" y="1653"/>
                      <a:pt x="311" y="2010"/>
                      <a:pt x="205" y="2366"/>
                    </a:cubicBezTo>
                    <a:cubicBezTo>
                      <a:pt x="106" y="2723"/>
                      <a:pt x="53" y="3087"/>
                      <a:pt x="27" y="3417"/>
                    </a:cubicBezTo>
                    <a:cubicBezTo>
                      <a:pt x="0" y="3748"/>
                      <a:pt x="0" y="4052"/>
                      <a:pt x="7" y="4316"/>
                    </a:cubicBezTo>
                    <a:cubicBezTo>
                      <a:pt x="13" y="4574"/>
                      <a:pt x="33" y="4786"/>
                      <a:pt x="53" y="4938"/>
                    </a:cubicBezTo>
                    <a:cubicBezTo>
                      <a:pt x="66" y="5090"/>
                      <a:pt x="79" y="5169"/>
                      <a:pt x="79" y="5169"/>
                    </a:cubicBezTo>
                    <a:lnTo>
                      <a:pt x="79" y="5176"/>
                    </a:lnTo>
                    <a:cubicBezTo>
                      <a:pt x="105" y="5396"/>
                      <a:pt x="297" y="5566"/>
                      <a:pt x="529" y="5566"/>
                    </a:cubicBezTo>
                    <a:cubicBezTo>
                      <a:pt x="533" y="5566"/>
                      <a:pt x="538" y="5566"/>
                      <a:pt x="542" y="5566"/>
                    </a:cubicBezTo>
                    <a:cubicBezTo>
                      <a:pt x="787" y="5553"/>
                      <a:pt x="978" y="5341"/>
                      <a:pt x="965" y="5096"/>
                    </a:cubicBezTo>
                    <a:cubicBezTo>
                      <a:pt x="965" y="5096"/>
                      <a:pt x="965" y="5017"/>
                      <a:pt x="959" y="4885"/>
                    </a:cubicBezTo>
                    <a:cubicBezTo>
                      <a:pt x="959" y="4746"/>
                      <a:pt x="959" y="4548"/>
                      <a:pt x="965" y="4316"/>
                    </a:cubicBezTo>
                    <a:cubicBezTo>
                      <a:pt x="978" y="4085"/>
                      <a:pt x="1005" y="3821"/>
                      <a:pt x="1051" y="3543"/>
                    </a:cubicBezTo>
                    <a:cubicBezTo>
                      <a:pt x="1097" y="3265"/>
                      <a:pt x="1163" y="2975"/>
                      <a:pt x="1263" y="2710"/>
                    </a:cubicBezTo>
                    <a:cubicBezTo>
                      <a:pt x="1322" y="2558"/>
                      <a:pt x="1388" y="2413"/>
                      <a:pt x="1461" y="2281"/>
                    </a:cubicBezTo>
                    <a:lnTo>
                      <a:pt x="1461" y="2281"/>
                    </a:lnTo>
                    <a:lnTo>
                      <a:pt x="1130" y="4997"/>
                    </a:lnTo>
                    <a:cubicBezTo>
                      <a:pt x="1117" y="5129"/>
                      <a:pt x="1117" y="5275"/>
                      <a:pt x="1130" y="5414"/>
                    </a:cubicBezTo>
                    <a:cubicBezTo>
                      <a:pt x="1170" y="5698"/>
                      <a:pt x="1269" y="5956"/>
                      <a:pt x="1421" y="6174"/>
                    </a:cubicBezTo>
                    <a:lnTo>
                      <a:pt x="1653" y="11052"/>
                    </a:lnTo>
                    <a:cubicBezTo>
                      <a:pt x="1666" y="11317"/>
                      <a:pt x="1877" y="11541"/>
                      <a:pt x="2148" y="11548"/>
                    </a:cubicBezTo>
                    <a:cubicBezTo>
                      <a:pt x="2157" y="11548"/>
                      <a:pt x="2165" y="11548"/>
                      <a:pt x="2173" y="11548"/>
                    </a:cubicBezTo>
                    <a:cubicBezTo>
                      <a:pt x="2447" y="11548"/>
                      <a:pt x="2678" y="11335"/>
                      <a:pt x="2690" y="11052"/>
                    </a:cubicBezTo>
                    <a:lnTo>
                      <a:pt x="2856" y="7370"/>
                    </a:lnTo>
                    <a:lnTo>
                      <a:pt x="3028" y="11052"/>
                    </a:lnTo>
                    <a:cubicBezTo>
                      <a:pt x="3041" y="11317"/>
                      <a:pt x="3252" y="11535"/>
                      <a:pt x="3523" y="11548"/>
                    </a:cubicBezTo>
                    <a:cubicBezTo>
                      <a:pt x="3532" y="11548"/>
                      <a:pt x="3540" y="11548"/>
                      <a:pt x="3548" y="11548"/>
                    </a:cubicBezTo>
                    <a:cubicBezTo>
                      <a:pt x="3828" y="11548"/>
                      <a:pt x="4052" y="11335"/>
                      <a:pt x="4065" y="11052"/>
                    </a:cubicBezTo>
                    <a:lnTo>
                      <a:pt x="4290" y="6161"/>
                    </a:lnTo>
                    <a:cubicBezTo>
                      <a:pt x="4508" y="5830"/>
                      <a:pt x="4614" y="5420"/>
                      <a:pt x="4568" y="4997"/>
                    </a:cubicBezTo>
                    <a:lnTo>
                      <a:pt x="4237" y="2314"/>
                    </a:lnTo>
                    <a:lnTo>
                      <a:pt x="4237" y="2314"/>
                    </a:lnTo>
                    <a:cubicBezTo>
                      <a:pt x="4310" y="2439"/>
                      <a:pt x="4369" y="2571"/>
                      <a:pt x="4416" y="2710"/>
                    </a:cubicBezTo>
                    <a:cubicBezTo>
                      <a:pt x="4521" y="2975"/>
                      <a:pt x="4588" y="3265"/>
                      <a:pt x="4634" y="3543"/>
                    </a:cubicBezTo>
                    <a:cubicBezTo>
                      <a:pt x="4680" y="3821"/>
                      <a:pt x="4706" y="4085"/>
                      <a:pt x="4720" y="4316"/>
                    </a:cubicBezTo>
                    <a:cubicBezTo>
                      <a:pt x="4726" y="4548"/>
                      <a:pt x="4726" y="4746"/>
                      <a:pt x="4726" y="4885"/>
                    </a:cubicBezTo>
                    <a:cubicBezTo>
                      <a:pt x="4720" y="5017"/>
                      <a:pt x="4720" y="5096"/>
                      <a:pt x="4720" y="5096"/>
                    </a:cubicBezTo>
                    <a:cubicBezTo>
                      <a:pt x="4706" y="5328"/>
                      <a:pt x="4878" y="5533"/>
                      <a:pt x="5110" y="5559"/>
                    </a:cubicBezTo>
                    <a:cubicBezTo>
                      <a:pt x="5126" y="5562"/>
                      <a:pt x="5141" y="5564"/>
                      <a:pt x="5156" y="5564"/>
                    </a:cubicBezTo>
                    <a:cubicBezTo>
                      <a:pt x="5171" y="5564"/>
                      <a:pt x="5186" y="5562"/>
                      <a:pt x="5202" y="5559"/>
                    </a:cubicBezTo>
                    <a:cubicBezTo>
                      <a:pt x="5341" y="5698"/>
                      <a:pt x="5500" y="5817"/>
                      <a:pt x="5678" y="5903"/>
                    </a:cubicBezTo>
                    <a:cubicBezTo>
                      <a:pt x="5858" y="5990"/>
                      <a:pt x="6057" y="6031"/>
                      <a:pt x="6255" y="6031"/>
                    </a:cubicBezTo>
                    <a:cubicBezTo>
                      <a:pt x="6283" y="6031"/>
                      <a:pt x="6311" y="6030"/>
                      <a:pt x="6339" y="6028"/>
                    </a:cubicBezTo>
                    <a:lnTo>
                      <a:pt x="6339" y="6875"/>
                    </a:lnTo>
                    <a:lnTo>
                      <a:pt x="5850" y="9096"/>
                    </a:lnTo>
                    <a:cubicBezTo>
                      <a:pt x="5837" y="9142"/>
                      <a:pt x="5850" y="9201"/>
                      <a:pt x="5883" y="9241"/>
                    </a:cubicBezTo>
                    <a:cubicBezTo>
                      <a:pt x="5916" y="9281"/>
                      <a:pt x="5969" y="9300"/>
                      <a:pt x="6022" y="9300"/>
                    </a:cubicBezTo>
                    <a:lnTo>
                      <a:pt x="6399" y="9300"/>
                    </a:lnTo>
                    <a:lnTo>
                      <a:pt x="6485" y="11178"/>
                    </a:lnTo>
                    <a:cubicBezTo>
                      <a:pt x="6491" y="11336"/>
                      <a:pt x="6623" y="11462"/>
                      <a:pt x="6789" y="11462"/>
                    </a:cubicBezTo>
                    <a:cubicBezTo>
                      <a:pt x="6941" y="11462"/>
                      <a:pt x="7080" y="11336"/>
                      <a:pt x="7086" y="11178"/>
                    </a:cubicBezTo>
                    <a:lnTo>
                      <a:pt x="7185" y="9300"/>
                    </a:lnTo>
                    <a:lnTo>
                      <a:pt x="7232" y="9300"/>
                    </a:lnTo>
                    <a:lnTo>
                      <a:pt x="7311" y="11178"/>
                    </a:lnTo>
                    <a:cubicBezTo>
                      <a:pt x="7324" y="11336"/>
                      <a:pt x="7456" y="11462"/>
                      <a:pt x="7615" y="11462"/>
                    </a:cubicBezTo>
                    <a:cubicBezTo>
                      <a:pt x="7774" y="11462"/>
                      <a:pt x="7906" y="11336"/>
                      <a:pt x="7919" y="11178"/>
                    </a:cubicBezTo>
                    <a:lnTo>
                      <a:pt x="8018" y="9300"/>
                    </a:lnTo>
                    <a:lnTo>
                      <a:pt x="8375" y="9300"/>
                    </a:lnTo>
                    <a:cubicBezTo>
                      <a:pt x="8428" y="9300"/>
                      <a:pt x="8474" y="9281"/>
                      <a:pt x="8507" y="9241"/>
                    </a:cubicBezTo>
                    <a:cubicBezTo>
                      <a:pt x="8547" y="9201"/>
                      <a:pt x="8560" y="9148"/>
                      <a:pt x="8547" y="9096"/>
                    </a:cubicBezTo>
                    <a:lnTo>
                      <a:pt x="8078" y="6914"/>
                    </a:lnTo>
                    <a:lnTo>
                      <a:pt x="8071" y="6028"/>
                    </a:lnTo>
                    <a:lnTo>
                      <a:pt x="8071" y="6028"/>
                    </a:lnTo>
                    <a:cubicBezTo>
                      <a:pt x="8099" y="6030"/>
                      <a:pt x="8127" y="6031"/>
                      <a:pt x="8155" y="6031"/>
                    </a:cubicBezTo>
                    <a:cubicBezTo>
                      <a:pt x="8352" y="6031"/>
                      <a:pt x="8546" y="5990"/>
                      <a:pt x="8725" y="5909"/>
                    </a:cubicBezTo>
                    <a:cubicBezTo>
                      <a:pt x="8864" y="5843"/>
                      <a:pt x="8990" y="5757"/>
                      <a:pt x="9109" y="5658"/>
                    </a:cubicBezTo>
                    <a:cubicBezTo>
                      <a:pt x="9109" y="5658"/>
                      <a:pt x="9115" y="5665"/>
                      <a:pt x="9115" y="5665"/>
                    </a:cubicBezTo>
                    <a:cubicBezTo>
                      <a:pt x="9234" y="5738"/>
                      <a:pt x="9367" y="5777"/>
                      <a:pt x="9505" y="5784"/>
                    </a:cubicBezTo>
                    <a:cubicBezTo>
                      <a:pt x="9523" y="5785"/>
                      <a:pt x="9541" y="5785"/>
                      <a:pt x="9559" y="5785"/>
                    </a:cubicBezTo>
                    <a:cubicBezTo>
                      <a:pt x="9819" y="5785"/>
                      <a:pt x="10077" y="5698"/>
                      <a:pt x="10319" y="5605"/>
                    </a:cubicBezTo>
                    <a:lnTo>
                      <a:pt x="10319" y="5605"/>
                    </a:lnTo>
                    <a:lnTo>
                      <a:pt x="10226" y="7324"/>
                    </a:lnTo>
                    <a:cubicBezTo>
                      <a:pt x="10213" y="7536"/>
                      <a:pt x="10259" y="7721"/>
                      <a:pt x="10358" y="7893"/>
                    </a:cubicBezTo>
                    <a:lnTo>
                      <a:pt x="10510" y="11118"/>
                    </a:lnTo>
                    <a:cubicBezTo>
                      <a:pt x="10523" y="11297"/>
                      <a:pt x="10669" y="11442"/>
                      <a:pt x="10847" y="11442"/>
                    </a:cubicBezTo>
                    <a:cubicBezTo>
                      <a:pt x="11026" y="11442"/>
                      <a:pt x="11178" y="11297"/>
                      <a:pt x="11184" y="11118"/>
                    </a:cubicBezTo>
                    <a:lnTo>
                      <a:pt x="11317" y="8600"/>
                    </a:lnTo>
                    <a:lnTo>
                      <a:pt x="11442" y="11118"/>
                    </a:lnTo>
                    <a:cubicBezTo>
                      <a:pt x="11455" y="11297"/>
                      <a:pt x="11607" y="11442"/>
                      <a:pt x="11779" y="11442"/>
                    </a:cubicBezTo>
                    <a:cubicBezTo>
                      <a:pt x="11958" y="11442"/>
                      <a:pt x="12110" y="11297"/>
                      <a:pt x="12116" y="11118"/>
                    </a:cubicBezTo>
                    <a:lnTo>
                      <a:pt x="12268" y="7893"/>
                    </a:lnTo>
                    <a:cubicBezTo>
                      <a:pt x="12368" y="7721"/>
                      <a:pt x="12421" y="7536"/>
                      <a:pt x="12407" y="7324"/>
                    </a:cubicBezTo>
                    <a:lnTo>
                      <a:pt x="12315" y="5605"/>
                    </a:lnTo>
                    <a:lnTo>
                      <a:pt x="12315" y="5605"/>
                    </a:lnTo>
                    <a:cubicBezTo>
                      <a:pt x="12550" y="5698"/>
                      <a:pt x="12808" y="5785"/>
                      <a:pt x="13068" y="5785"/>
                    </a:cubicBezTo>
                    <a:cubicBezTo>
                      <a:pt x="13085" y="5785"/>
                      <a:pt x="13103" y="5785"/>
                      <a:pt x="13121" y="5784"/>
                    </a:cubicBezTo>
                    <a:cubicBezTo>
                      <a:pt x="13247" y="5777"/>
                      <a:pt x="13372" y="5744"/>
                      <a:pt x="13478" y="5685"/>
                    </a:cubicBezTo>
                    <a:cubicBezTo>
                      <a:pt x="13511" y="5691"/>
                      <a:pt x="13544" y="5698"/>
                      <a:pt x="13577" y="5698"/>
                    </a:cubicBezTo>
                    <a:cubicBezTo>
                      <a:pt x="13585" y="5698"/>
                      <a:pt x="13593" y="5699"/>
                      <a:pt x="13601" y="5699"/>
                    </a:cubicBezTo>
                    <a:cubicBezTo>
                      <a:pt x="13823" y="5699"/>
                      <a:pt x="14021" y="5518"/>
                      <a:pt x="14040" y="5295"/>
                    </a:cubicBezTo>
                    <a:cubicBezTo>
                      <a:pt x="14047" y="5182"/>
                      <a:pt x="14053" y="5070"/>
                      <a:pt x="14066" y="4964"/>
                    </a:cubicBezTo>
                    <a:cubicBezTo>
                      <a:pt x="14086" y="4792"/>
                      <a:pt x="14106" y="4621"/>
                      <a:pt x="14133" y="4449"/>
                    </a:cubicBezTo>
                    <a:cubicBezTo>
                      <a:pt x="14192" y="4092"/>
                      <a:pt x="14285" y="3735"/>
                      <a:pt x="14417" y="3398"/>
                    </a:cubicBezTo>
                    <a:cubicBezTo>
                      <a:pt x="14443" y="3312"/>
                      <a:pt x="14483" y="3226"/>
                      <a:pt x="14523" y="3140"/>
                    </a:cubicBezTo>
                    <a:lnTo>
                      <a:pt x="14536" y="4197"/>
                    </a:lnTo>
                    <a:lnTo>
                      <a:pt x="13683" y="8012"/>
                    </a:lnTo>
                    <a:cubicBezTo>
                      <a:pt x="13670" y="8104"/>
                      <a:pt x="13690" y="8190"/>
                      <a:pt x="13749" y="8256"/>
                    </a:cubicBezTo>
                    <a:cubicBezTo>
                      <a:pt x="13802" y="8329"/>
                      <a:pt x="13888" y="8368"/>
                      <a:pt x="13981" y="8368"/>
                    </a:cubicBezTo>
                    <a:lnTo>
                      <a:pt x="14642" y="8368"/>
                    </a:lnTo>
                    <a:lnTo>
                      <a:pt x="14767" y="11059"/>
                    </a:lnTo>
                    <a:cubicBezTo>
                      <a:pt x="14780" y="11330"/>
                      <a:pt x="15012" y="11548"/>
                      <a:pt x="15283" y="11548"/>
                    </a:cubicBezTo>
                    <a:cubicBezTo>
                      <a:pt x="15287" y="11548"/>
                      <a:pt x="15291" y="11548"/>
                      <a:pt x="15295" y="11548"/>
                    </a:cubicBezTo>
                    <a:cubicBezTo>
                      <a:pt x="15561" y="11548"/>
                      <a:pt x="15785" y="11332"/>
                      <a:pt x="15798" y="11072"/>
                    </a:cubicBezTo>
                    <a:cubicBezTo>
                      <a:pt x="15798" y="11065"/>
                      <a:pt x="15798" y="11065"/>
                      <a:pt x="15798" y="11059"/>
                    </a:cubicBezTo>
                    <a:lnTo>
                      <a:pt x="15944" y="8368"/>
                    </a:lnTo>
                    <a:lnTo>
                      <a:pt x="16063" y="8368"/>
                    </a:lnTo>
                    <a:lnTo>
                      <a:pt x="16195" y="11059"/>
                    </a:lnTo>
                    <a:cubicBezTo>
                      <a:pt x="16208" y="11330"/>
                      <a:pt x="16433" y="11548"/>
                      <a:pt x="16704" y="11548"/>
                    </a:cubicBezTo>
                    <a:cubicBezTo>
                      <a:pt x="16708" y="11548"/>
                      <a:pt x="16712" y="11548"/>
                      <a:pt x="16716" y="11548"/>
                    </a:cubicBezTo>
                    <a:cubicBezTo>
                      <a:pt x="16982" y="11548"/>
                      <a:pt x="17207" y="11332"/>
                      <a:pt x="17226" y="11072"/>
                    </a:cubicBezTo>
                    <a:cubicBezTo>
                      <a:pt x="17226" y="11065"/>
                      <a:pt x="17226" y="11065"/>
                      <a:pt x="17226" y="11059"/>
                    </a:cubicBezTo>
                    <a:lnTo>
                      <a:pt x="17365" y="8368"/>
                    </a:lnTo>
                    <a:lnTo>
                      <a:pt x="18026" y="8368"/>
                    </a:lnTo>
                    <a:cubicBezTo>
                      <a:pt x="18112" y="8368"/>
                      <a:pt x="18198" y="8329"/>
                      <a:pt x="18257" y="8263"/>
                    </a:cubicBezTo>
                    <a:cubicBezTo>
                      <a:pt x="18310" y="8190"/>
                      <a:pt x="18337" y="8104"/>
                      <a:pt x="18317" y="8012"/>
                    </a:cubicBezTo>
                    <a:lnTo>
                      <a:pt x="17477" y="4178"/>
                    </a:lnTo>
                    <a:lnTo>
                      <a:pt x="17491" y="3140"/>
                    </a:lnTo>
                    <a:cubicBezTo>
                      <a:pt x="17636" y="3484"/>
                      <a:pt x="17728" y="3907"/>
                      <a:pt x="17801" y="4277"/>
                    </a:cubicBezTo>
                    <a:cubicBezTo>
                      <a:pt x="17861" y="4587"/>
                      <a:pt x="17894" y="4911"/>
                      <a:pt x="17920" y="5229"/>
                    </a:cubicBezTo>
                    <a:cubicBezTo>
                      <a:pt x="17920" y="5235"/>
                      <a:pt x="17920" y="5242"/>
                      <a:pt x="17920" y="5248"/>
                    </a:cubicBezTo>
                    <a:cubicBezTo>
                      <a:pt x="17939" y="5478"/>
                      <a:pt x="18137" y="5652"/>
                      <a:pt x="18359" y="5652"/>
                    </a:cubicBezTo>
                    <a:cubicBezTo>
                      <a:pt x="18367" y="5652"/>
                      <a:pt x="18375" y="5652"/>
                      <a:pt x="18383" y="5652"/>
                    </a:cubicBezTo>
                    <a:cubicBezTo>
                      <a:pt x="18614" y="5645"/>
                      <a:pt x="18806" y="5447"/>
                      <a:pt x="18806" y="5215"/>
                    </a:cubicBezTo>
                    <a:cubicBezTo>
                      <a:pt x="18806" y="5070"/>
                      <a:pt x="18806" y="4918"/>
                      <a:pt x="18806" y="4773"/>
                    </a:cubicBezTo>
                    <a:lnTo>
                      <a:pt x="18806" y="4759"/>
                    </a:lnTo>
                    <a:cubicBezTo>
                      <a:pt x="18806" y="4751"/>
                      <a:pt x="18806" y="4744"/>
                      <a:pt x="18806" y="4740"/>
                    </a:cubicBezTo>
                    <a:cubicBezTo>
                      <a:pt x="18793" y="4389"/>
                      <a:pt x="18773" y="4045"/>
                      <a:pt x="18720" y="3695"/>
                    </a:cubicBezTo>
                    <a:cubicBezTo>
                      <a:pt x="18661" y="3325"/>
                      <a:pt x="18568" y="2961"/>
                      <a:pt x="18436" y="2604"/>
                    </a:cubicBezTo>
                    <a:cubicBezTo>
                      <a:pt x="18198" y="1930"/>
                      <a:pt x="17781" y="1289"/>
                      <a:pt x="17186" y="873"/>
                    </a:cubicBezTo>
                    <a:cubicBezTo>
                      <a:pt x="17067" y="787"/>
                      <a:pt x="16935" y="721"/>
                      <a:pt x="16803" y="648"/>
                    </a:cubicBezTo>
                    <a:cubicBezTo>
                      <a:pt x="16550" y="508"/>
                      <a:pt x="16279" y="439"/>
                      <a:pt x="16007" y="439"/>
                    </a:cubicBezTo>
                    <a:cubicBezTo>
                      <a:pt x="15739" y="439"/>
                      <a:pt x="15470" y="507"/>
                      <a:pt x="15217" y="641"/>
                    </a:cubicBezTo>
                    <a:cubicBezTo>
                      <a:pt x="14589" y="972"/>
                      <a:pt x="14086" y="1501"/>
                      <a:pt x="13762" y="2122"/>
                    </a:cubicBezTo>
                    <a:cubicBezTo>
                      <a:pt x="13584" y="2452"/>
                      <a:pt x="13465" y="2803"/>
                      <a:pt x="13366" y="3166"/>
                    </a:cubicBezTo>
                    <a:cubicBezTo>
                      <a:pt x="13267" y="3523"/>
                      <a:pt x="13220" y="3893"/>
                      <a:pt x="13181" y="4264"/>
                    </a:cubicBezTo>
                    <a:cubicBezTo>
                      <a:pt x="13154" y="4561"/>
                      <a:pt x="13148" y="4858"/>
                      <a:pt x="13154" y="5156"/>
                    </a:cubicBezTo>
                    <a:cubicBezTo>
                      <a:pt x="13121" y="5149"/>
                      <a:pt x="13088" y="5143"/>
                      <a:pt x="13062" y="5136"/>
                    </a:cubicBezTo>
                    <a:cubicBezTo>
                      <a:pt x="13002" y="5123"/>
                      <a:pt x="12949" y="5103"/>
                      <a:pt x="12896" y="5083"/>
                    </a:cubicBezTo>
                    <a:cubicBezTo>
                      <a:pt x="12777" y="5037"/>
                      <a:pt x="12672" y="4977"/>
                      <a:pt x="12566" y="4911"/>
                    </a:cubicBezTo>
                    <a:cubicBezTo>
                      <a:pt x="12368" y="4792"/>
                      <a:pt x="12176" y="4660"/>
                      <a:pt x="11997" y="4515"/>
                    </a:cubicBezTo>
                    <a:cubicBezTo>
                      <a:pt x="11786" y="4336"/>
                      <a:pt x="11548" y="4257"/>
                      <a:pt x="11317" y="4250"/>
                    </a:cubicBezTo>
                    <a:lnTo>
                      <a:pt x="11310" y="4250"/>
                    </a:lnTo>
                    <a:cubicBezTo>
                      <a:pt x="11079" y="4257"/>
                      <a:pt x="10847" y="4336"/>
                      <a:pt x="10629" y="4515"/>
                    </a:cubicBezTo>
                    <a:cubicBezTo>
                      <a:pt x="10451" y="4660"/>
                      <a:pt x="10266" y="4792"/>
                      <a:pt x="10067" y="4911"/>
                    </a:cubicBezTo>
                    <a:cubicBezTo>
                      <a:pt x="9962" y="4977"/>
                      <a:pt x="9849" y="5037"/>
                      <a:pt x="9737" y="5083"/>
                    </a:cubicBezTo>
                    <a:cubicBezTo>
                      <a:pt x="9684" y="5103"/>
                      <a:pt x="9624" y="5123"/>
                      <a:pt x="9572" y="5136"/>
                    </a:cubicBezTo>
                    <a:cubicBezTo>
                      <a:pt x="9539" y="5145"/>
                      <a:pt x="9500" y="5155"/>
                      <a:pt x="9463" y="5155"/>
                    </a:cubicBezTo>
                    <a:cubicBezTo>
                      <a:pt x="9448" y="5155"/>
                      <a:pt x="9433" y="5153"/>
                      <a:pt x="9420" y="5149"/>
                    </a:cubicBezTo>
                    <a:cubicBezTo>
                      <a:pt x="9413" y="5149"/>
                      <a:pt x="9287" y="5063"/>
                      <a:pt x="9287" y="5063"/>
                    </a:cubicBezTo>
                    <a:cubicBezTo>
                      <a:pt x="9238" y="5036"/>
                      <a:pt x="9188" y="5022"/>
                      <a:pt x="9135" y="5022"/>
                    </a:cubicBezTo>
                    <a:cubicBezTo>
                      <a:pt x="9124" y="5022"/>
                      <a:pt x="9113" y="5023"/>
                      <a:pt x="9102" y="5024"/>
                    </a:cubicBezTo>
                    <a:cubicBezTo>
                      <a:pt x="9049" y="5030"/>
                      <a:pt x="8996" y="5050"/>
                      <a:pt x="8957" y="5083"/>
                    </a:cubicBezTo>
                    <a:cubicBezTo>
                      <a:pt x="8792" y="5222"/>
                      <a:pt x="8613" y="5334"/>
                      <a:pt x="8395" y="5367"/>
                    </a:cubicBezTo>
                    <a:cubicBezTo>
                      <a:pt x="8361" y="5372"/>
                      <a:pt x="8327" y="5374"/>
                      <a:pt x="8292" y="5374"/>
                    </a:cubicBezTo>
                    <a:cubicBezTo>
                      <a:pt x="8118" y="5374"/>
                      <a:pt x="7940" y="5318"/>
                      <a:pt x="7813" y="5202"/>
                    </a:cubicBezTo>
                    <a:cubicBezTo>
                      <a:pt x="7633" y="5048"/>
                      <a:pt x="7430" y="4975"/>
                      <a:pt x="7225" y="4975"/>
                    </a:cubicBezTo>
                    <a:cubicBezTo>
                      <a:pt x="7008" y="4975"/>
                      <a:pt x="6790" y="5056"/>
                      <a:pt x="6597" y="5209"/>
                    </a:cubicBezTo>
                    <a:cubicBezTo>
                      <a:pt x="6463" y="5315"/>
                      <a:pt x="6287" y="5374"/>
                      <a:pt x="6116" y="5374"/>
                    </a:cubicBezTo>
                    <a:cubicBezTo>
                      <a:pt x="6085" y="5374"/>
                      <a:pt x="6053" y="5372"/>
                      <a:pt x="6022" y="5367"/>
                    </a:cubicBezTo>
                    <a:cubicBezTo>
                      <a:pt x="5863" y="5348"/>
                      <a:pt x="5731" y="5282"/>
                      <a:pt x="5605" y="5196"/>
                    </a:cubicBezTo>
                    <a:cubicBezTo>
                      <a:pt x="5605" y="5189"/>
                      <a:pt x="5605" y="5182"/>
                      <a:pt x="5605" y="5176"/>
                    </a:cubicBezTo>
                    <a:lnTo>
                      <a:pt x="5605" y="5169"/>
                    </a:lnTo>
                    <a:cubicBezTo>
                      <a:pt x="5605" y="5169"/>
                      <a:pt x="5619" y="5090"/>
                      <a:pt x="5632" y="4938"/>
                    </a:cubicBezTo>
                    <a:cubicBezTo>
                      <a:pt x="5652" y="4786"/>
                      <a:pt x="5672" y="4574"/>
                      <a:pt x="5678" y="4316"/>
                    </a:cubicBezTo>
                    <a:cubicBezTo>
                      <a:pt x="5685" y="4052"/>
                      <a:pt x="5685" y="3748"/>
                      <a:pt x="5658" y="3417"/>
                    </a:cubicBezTo>
                    <a:cubicBezTo>
                      <a:pt x="5632" y="3087"/>
                      <a:pt x="5579" y="2723"/>
                      <a:pt x="5480" y="2366"/>
                    </a:cubicBezTo>
                    <a:cubicBezTo>
                      <a:pt x="5374" y="2010"/>
                      <a:pt x="5229" y="1653"/>
                      <a:pt x="5030" y="1342"/>
                    </a:cubicBezTo>
                    <a:cubicBezTo>
                      <a:pt x="4931" y="1183"/>
                      <a:pt x="4825" y="1038"/>
                      <a:pt x="4713" y="906"/>
                    </a:cubicBezTo>
                    <a:cubicBezTo>
                      <a:pt x="4594" y="773"/>
                      <a:pt x="4475" y="654"/>
                      <a:pt x="4350" y="555"/>
                    </a:cubicBezTo>
                    <a:cubicBezTo>
                      <a:pt x="4112" y="357"/>
                      <a:pt x="3867" y="231"/>
                      <a:pt x="3689" y="152"/>
                    </a:cubicBezTo>
                    <a:cubicBezTo>
                      <a:pt x="3596" y="119"/>
                      <a:pt x="3517" y="93"/>
                      <a:pt x="3457" y="73"/>
                    </a:cubicBezTo>
                    <a:cubicBezTo>
                      <a:pt x="3268" y="22"/>
                      <a:pt x="3066" y="1"/>
                      <a:pt x="28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40" name="Google Shape;740;p52"/>
              <p:cNvSpPr/>
              <p:nvPr/>
            </p:nvSpPr>
            <p:spPr>
              <a:xfrm>
                <a:off x="5280568" y="2146715"/>
                <a:ext cx="41361" cy="40402"/>
              </a:xfrm>
              <a:custGeom>
                <a:avLst/>
                <a:gdLst/>
                <a:ahLst/>
                <a:cxnLst/>
                <a:rect l="l" t="t" r="r" b="b"/>
                <a:pathLst>
                  <a:path w="1984" h="1938" extrusionOk="0">
                    <a:moveTo>
                      <a:pt x="985" y="1"/>
                    </a:moveTo>
                    <a:cubicBezTo>
                      <a:pt x="760" y="1"/>
                      <a:pt x="536" y="80"/>
                      <a:pt x="357" y="226"/>
                    </a:cubicBezTo>
                    <a:cubicBezTo>
                      <a:pt x="159" y="397"/>
                      <a:pt x="33" y="649"/>
                      <a:pt x="13" y="913"/>
                    </a:cubicBezTo>
                    <a:cubicBezTo>
                      <a:pt x="0" y="1177"/>
                      <a:pt x="93" y="1442"/>
                      <a:pt x="278" y="1634"/>
                    </a:cubicBezTo>
                    <a:cubicBezTo>
                      <a:pt x="463" y="1832"/>
                      <a:pt x="721" y="1938"/>
                      <a:pt x="985" y="1938"/>
                    </a:cubicBezTo>
                    <a:lnTo>
                      <a:pt x="998" y="1938"/>
                    </a:lnTo>
                    <a:cubicBezTo>
                      <a:pt x="1263" y="1938"/>
                      <a:pt x="1520" y="1832"/>
                      <a:pt x="1699" y="1634"/>
                    </a:cubicBezTo>
                    <a:cubicBezTo>
                      <a:pt x="1884" y="1442"/>
                      <a:pt x="1983" y="1177"/>
                      <a:pt x="1963" y="913"/>
                    </a:cubicBezTo>
                    <a:cubicBezTo>
                      <a:pt x="1950" y="649"/>
                      <a:pt x="1825" y="397"/>
                      <a:pt x="1620" y="226"/>
                    </a:cubicBezTo>
                    <a:cubicBezTo>
                      <a:pt x="1448" y="80"/>
                      <a:pt x="1223" y="1"/>
                      <a:pt x="9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41" name="Google Shape;741;p52"/>
              <p:cNvSpPr/>
              <p:nvPr/>
            </p:nvSpPr>
            <p:spPr>
              <a:xfrm>
                <a:off x="5196494" y="2165310"/>
                <a:ext cx="38193" cy="36275"/>
              </a:xfrm>
              <a:custGeom>
                <a:avLst/>
                <a:gdLst/>
                <a:ahLst/>
                <a:cxnLst/>
                <a:rect l="l" t="t" r="r" b="b"/>
                <a:pathLst>
                  <a:path w="1832" h="1740" extrusionOk="0">
                    <a:moveTo>
                      <a:pt x="919" y="0"/>
                    </a:moveTo>
                    <a:cubicBezTo>
                      <a:pt x="683" y="0"/>
                      <a:pt x="448" y="98"/>
                      <a:pt x="285" y="272"/>
                    </a:cubicBezTo>
                    <a:cubicBezTo>
                      <a:pt x="80" y="484"/>
                      <a:pt x="1" y="788"/>
                      <a:pt x="67" y="1072"/>
                    </a:cubicBezTo>
                    <a:cubicBezTo>
                      <a:pt x="133" y="1350"/>
                      <a:pt x="338" y="1588"/>
                      <a:pt x="602" y="1687"/>
                    </a:cubicBezTo>
                    <a:cubicBezTo>
                      <a:pt x="702" y="1726"/>
                      <a:pt x="807" y="1740"/>
                      <a:pt x="913" y="1740"/>
                    </a:cubicBezTo>
                    <a:cubicBezTo>
                      <a:pt x="1204" y="1740"/>
                      <a:pt x="1482" y="1594"/>
                      <a:pt x="1640" y="1356"/>
                    </a:cubicBezTo>
                    <a:cubicBezTo>
                      <a:pt x="1799" y="1112"/>
                      <a:pt x="1832" y="794"/>
                      <a:pt x="1713" y="523"/>
                    </a:cubicBezTo>
                    <a:cubicBezTo>
                      <a:pt x="1601" y="259"/>
                      <a:pt x="1356" y="67"/>
                      <a:pt x="1072" y="14"/>
                    </a:cubicBezTo>
                    <a:cubicBezTo>
                      <a:pt x="1021" y="5"/>
                      <a:pt x="970" y="0"/>
                      <a:pt x="9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742" name="Google Shape;742;p52"/>
          <p:cNvGrpSpPr/>
          <p:nvPr/>
        </p:nvGrpSpPr>
        <p:grpSpPr>
          <a:xfrm>
            <a:off x="4321425" y="1408175"/>
            <a:ext cx="777060" cy="642276"/>
            <a:chOff x="1531875" y="2597725"/>
            <a:chExt cx="777060" cy="642276"/>
          </a:xfrm>
        </p:grpSpPr>
        <p:sp>
          <p:nvSpPr>
            <p:cNvPr id="743" name="Google Shape;743;p52"/>
            <p:cNvSpPr/>
            <p:nvPr/>
          </p:nvSpPr>
          <p:spPr>
            <a:xfrm>
              <a:off x="1531875" y="2597725"/>
              <a:ext cx="777060" cy="642276"/>
            </a:xfrm>
            <a:prstGeom prst="cloud">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52"/>
            <p:cNvSpPr/>
            <p:nvPr/>
          </p:nvSpPr>
          <p:spPr>
            <a:xfrm>
              <a:off x="1580719" y="2638063"/>
              <a:ext cx="679428" cy="561600"/>
            </a:xfrm>
            <a:prstGeom prst="clou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5" name="Google Shape;745;p52"/>
            <p:cNvGrpSpPr/>
            <p:nvPr/>
          </p:nvGrpSpPr>
          <p:grpSpPr>
            <a:xfrm>
              <a:off x="1788024" y="2760035"/>
              <a:ext cx="264849" cy="284129"/>
              <a:chOff x="5960550" y="2519275"/>
              <a:chExt cx="332850" cy="357125"/>
            </a:xfrm>
          </p:grpSpPr>
          <p:sp>
            <p:nvSpPr>
              <p:cNvPr id="746" name="Google Shape;746;p52"/>
              <p:cNvSpPr/>
              <p:nvPr/>
            </p:nvSpPr>
            <p:spPr>
              <a:xfrm>
                <a:off x="6088300" y="2519275"/>
                <a:ext cx="78525" cy="75050"/>
              </a:xfrm>
              <a:custGeom>
                <a:avLst/>
                <a:gdLst/>
                <a:ahLst/>
                <a:cxnLst/>
                <a:rect l="l" t="t" r="r" b="b"/>
                <a:pathLst>
                  <a:path w="3141" h="3002" extrusionOk="0">
                    <a:moveTo>
                      <a:pt x="1569" y="0"/>
                    </a:moveTo>
                    <a:cubicBezTo>
                      <a:pt x="1047" y="0"/>
                      <a:pt x="553" y="283"/>
                      <a:pt x="285" y="727"/>
                    </a:cubicBezTo>
                    <a:cubicBezTo>
                      <a:pt x="7" y="1183"/>
                      <a:pt x="1" y="1772"/>
                      <a:pt x="265" y="2234"/>
                    </a:cubicBezTo>
                    <a:cubicBezTo>
                      <a:pt x="523" y="2697"/>
                      <a:pt x="1012" y="2995"/>
                      <a:pt x="1541" y="3001"/>
                    </a:cubicBezTo>
                    <a:lnTo>
                      <a:pt x="1574" y="3001"/>
                    </a:lnTo>
                    <a:cubicBezTo>
                      <a:pt x="2096" y="3001"/>
                      <a:pt x="2598" y="2717"/>
                      <a:pt x="2863" y="2268"/>
                    </a:cubicBezTo>
                    <a:cubicBezTo>
                      <a:pt x="3134" y="1805"/>
                      <a:pt x="3140" y="1217"/>
                      <a:pt x="2869" y="754"/>
                    </a:cubicBezTo>
                    <a:cubicBezTo>
                      <a:pt x="2612" y="298"/>
                      <a:pt x="2116"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47" name="Google Shape;747;p52"/>
              <p:cNvSpPr/>
              <p:nvPr/>
            </p:nvSpPr>
            <p:spPr>
              <a:xfrm>
                <a:off x="6223800" y="2648525"/>
                <a:ext cx="49125" cy="48075"/>
              </a:xfrm>
              <a:custGeom>
                <a:avLst/>
                <a:gdLst/>
                <a:ahLst/>
                <a:cxnLst/>
                <a:rect l="l" t="t" r="r" b="b"/>
                <a:pathLst>
                  <a:path w="1965" h="1923" extrusionOk="0">
                    <a:moveTo>
                      <a:pt x="991" y="1"/>
                    </a:moveTo>
                    <a:cubicBezTo>
                      <a:pt x="760" y="1"/>
                      <a:pt x="531" y="81"/>
                      <a:pt x="358" y="231"/>
                    </a:cubicBezTo>
                    <a:cubicBezTo>
                      <a:pt x="160" y="396"/>
                      <a:pt x="34" y="641"/>
                      <a:pt x="21" y="905"/>
                    </a:cubicBezTo>
                    <a:cubicBezTo>
                      <a:pt x="1" y="1169"/>
                      <a:pt x="100" y="1427"/>
                      <a:pt x="279" y="1619"/>
                    </a:cubicBezTo>
                    <a:cubicBezTo>
                      <a:pt x="457" y="1811"/>
                      <a:pt x="715" y="1923"/>
                      <a:pt x="979" y="1923"/>
                    </a:cubicBezTo>
                    <a:cubicBezTo>
                      <a:pt x="1435" y="1923"/>
                      <a:pt x="1839" y="1579"/>
                      <a:pt x="1918" y="1130"/>
                    </a:cubicBezTo>
                    <a:cubicBezTo>
                      <a:pt x="1964" y="872"/>
                      <a:pt x="1905" y="594"/>
                      <a:pt x="1739" y="383"/>
                    </a:cubicBezTo>
                    <a:cubicBezTo>
                      <a:pt x="1587" y="178"/>
                      <a:pt x="1349" y="39"/>
                      <a:pt x="1092" y="6"/>
                    </a:cubicBezTo>
                    <a:cubicBezTo>
                      <a:pt x="1058" y="3"/>
                      <a:pt x="1025" y="1"/>
                      <a:pt x="9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48" name="Google Shape;748;p52"/>
              <p:cNvSpPr/>
              <p:nvPr/>
            </p:nvSpPr>
            <p:spPr>
              <a:xfrm>
                <a:off x="5960550" y="2596675"/>
                <a:ext cx="332850" cy="279725"/>
              </a:xfrm>
              <a:custGeom>
                <a:avLst/>
                <a:gdLst/>
                <a:ahLst/>
                <a:cxnLst/>
                <a:rect l="l" t="t" r="r" b="b"/>
                <a:pathLst>
                  <a:path w="13314" h="11189" extrusionOk="0">
                    <a:moveTo>
                      <a:pt x="6685" y="0"/>
                    </a:moveTo>
                    <a:cubicBezTo>
                      <a:pt x="6414" y="0"/>
                      <a:pt x="6144" y="68"/>
                      <a:pt x="5891" y="203"/>
                    </a:cubicBezTo>
                    <a:cubicBezTo>
                      <a:pt x="5256" y="540"/>
                      <a:pt x="4747" y="1075"/>
                      <a:pt x="4423" y="1697"/>
                    </a:cubicBezTo>
                    <a:cubicBezTo>
                      <a:pt x="4245" y="2034"/>
                      <a:pt x="4119" y="2384"/>
                      <a:pt x="4027" y="2748"/>
                    </a:cubicBezTo>
                    <a:cubicBezTo>
                      <a:pt x="3927" y="3111"/>
                      <a:pt x="3874" y="3481"/>
                      <a:pt x="3841" y="3851"/>
                    </a:cubicBezTo>
                    <a:cubicBezTo>
                      <a:pt x="3808" y="4189"/>
                      <a:pt x="3808" y="4526"/>
                      <a:pt x="3808" y="4863"/>
                    </a:cubicBezTo>
                    <a:cubicBezTo>
                      <a:pt x="3808" y="4863"/>
                      <a:pt x="3802" y="4869"/>
                      <a:pt x="3802" y="4869"/>
                    </a:cubicBezTo>
                    <a:cubicBezTo>
                      <a:pt x="3802" y="4869"/>
                      <a:pt x="3694" y="4947"/>
                      <a:pt x="3573" y="4947"/>
                    </a:cubicBezTo>
                    <a:cubicBezTo>
                      <a:pt x="3557" y="4947"/>
                      <a:pt x="3540" y="4945"/>
                      <a:pt x="3524" y="4942"/>
                    </a:cubicBezTo>
                    <a:cubicBezTo>
                      <a:pt x="3465" y="4929"/>
                      <a:pt x="3412" y="4909"/>
                      <a:pt x="3359" y="4889"/>
                    </a:cubicBezTo>
                    <a:cubicBezTo>
                      <a:pt x="3247" y="4843"/>
                      <a:pt x="3141" y="4784"/>
                      <a:pt x="3035" y="4717"/>
                    </a:cubicBezTo>
                    <a:cubicBezTo>
                      <a:pt x="2837" y="4605"/>
                      <a:pt x="2652" y="4473"/>
                      <a:pt x="2473" y="4327"/>
                    </a:cubicBezTo>
                    <a:cubicBezTo>
                      <a:pt x="2262" y="4148"/>
                      <a:pt x="2029" y="4065"/>
                      <a:pt x="1796" y="4065"/>
                    </a:cubicBezTo>
                    <a:cubicBezTo>
                      <a:pt x="1643" y="4065"/>
                      <a:pt x="1490" y="4101"/>
                      <a:pt x="1343" y="4169"/>
                    </a:cubicBezTo>
                    <a:cubicBezTo>
                      <a:pt x="675" y="4486"/>
                      <a:pt x="272" y="5160"/>
                      <a:pt x="113" y="5848"/>
                    </a:cubicBezTo>
                    <a:cubicBezTo>
                      <a:pt x="21" y="6258"/>
                      <a:pt x="1" y="6674"/>
                      <a:pt x="1" y="7090"/>
                    </a:cubicBezTo>
                    <a:cubicBezTo>
                      <a:pt x="8" y="7236"/>
                      <a:pt x="127" y="7361"/>
                      <a:pt x="272" y="7375"/>
                    </a:cubicBezTo>
                    <a:cubicBezTo>
                      <a:pt x="276" y="7375"/>
                      <a:pt x="280" y="7375"/>
                      <a:pt x="284" y="7375"/>
                    </a:cubicBezTo>
                    <a:cubicBezTo>
                      <a:pt x="431" y="7375"/>
                      <a:pt x="563" y="7258"/>
                      <a:pt x="569" y="7110"/>
                    </a:cubicBezTo>
                    <a:cubicBezTo>
                      <a:pt x="602" y="6720"/>
                      <a:pt x="655" y="6324"/>
                      <a:pt x="794" y="5953"/>
                    </a:cubicBezTo>
                    <a:lnTo>
                      <a:pt x="807" y="6284"/>
                    </a:lnTo>
                    <a:lnTo>
                      <a:pt x="318" y="8479"/>
                    </a:lnTo>
                    <a:cubicBezTo>
                      <a:pt x="305" y="8531"/>
                      <a:pt x="318" y="8584"/>
                      <a:pt x="351" y="8624"/>
                    </a:cubicBezTo>
                    <a:cubicBezTo>
                      <a:pt x="384" y="8664"/>
                      <a:pt x="437" y="8683"/>
                      <a:pt x="483" y="8683"/>
                    </a:cubicBezTo>
                    <a:lnTo>
                      <a:pt x="887" y="8683"/>
                    </a:lnTo>
                    <a:lnTo>
                      <a:pt x="999" y="10852"/>
                    </a:lnTo>
                    <a:cubicBezTo>
                      <a:pt x="1006" y="11023"/>
                      <a:pt x="1158" y="11162"/>
                      <a:pt x="1330" y="11162"/>
                    </a:cubicBezTo>
                    <a:cubicBezTo>
                      <a:pt x="1501" y="11162"/>
                      <a:pt x="1653" y="11023"/>
                      <a:pt x="1660" y="10852"/>
                    </a:cubicBezTo>
                    <a:lnTo>
                      <a:pt x="1766" y="8683"/>
                    </a:lnTo>
                    <a:lnTo>
                      <a:pt x="1799" y="8683"/>
                    </a:lnTo>
                    <a:lnTo>
                      <a:pt x="1911" y="10852"/>
                    </a:lnTo>
                    <a:cubicBezTo>
                      <a:pt x="1924" y="11023"/>
                      <a:pt x="2070" y="11162"/>
                      <a:pt x="2242" y="11162"/>
                    </a:cubicBezTo>
                    <a:cubicBezTo>
                      <a:pt x="2420" y="11162"/>
                      <a:pt x="2566" y="11023"/>
                      <a:pt x="2579" y="10852"/>
                    </a:cubicBezTo>
                    <a:lnTo>
                      <a:pt x="2678" y="8683"/>
                    </a:lnTo>
                    <a:lnTo>
                      <a:pt x="3088" y="8683"/>
                    </a:lnTo>
                    <a:cubicBezTo>
                      <a:pt x="3134" y="8683"/>
                      <a:pt x="3187" y="8664"/>
                      <a:pt x="3220" y="8624"/>
                    </a:cubicBezTo>
                    <a:cubicBezTo>
                      <a:pt x="3253" y="8584"/>
                      <a:pt x="3266" y="8531"/>
                      <a:pt x="3253" y="8479"/>
                    </a:cubicBezTo>
                    <a:lnTo>
                      <a:pt x="2771" y="6284"/>
                    </a:lnTo>
                    <a:lnTo>
                      <a:pt x="2784" y="5405"/>
                    </a:lnTo>
                    <a:cubicBezTo>
                      <a:pt x="3018" y="5497"/>
                      <a:pt x="3275" y="5578"/>
                      <a:pt x="3528" y="5578"/>
                    </a:cubicBezTo>
                    <a:cubicBezTo>
                      <a:pt x="3546" y="5578"/>
                      <a:pt x="3565" y="5578"/>
                      <a:pt x="3584" y="5577"/>
                    </a:cubicBezTo>
                    <a:cubicBezTo>
                      <a:pt x="3722" y="5570"/>
                      <a:pt x="3855" y="5537"/>
                      <a:pt x="3967" y="5458"/>
                    </a:cubicBezTo>
                    <a:cubicBezTo>
                      <a:pt x="4040" y="5411"/>
                      <a:pt x="4093" y="5352"/>
                      <a:pt x="4145" y="5286"/>
                    </a:cubicBezTo>
                    <a:cubicBezTo>
                      <a:pt x="4172" y="5292"/>
                      <a:pt x="4205" y="5299"/>
                      <a:pt x="4238" y="5299"/>
                    </a:cubicBezTo>
                    <a:cubicBezTo>
                      <a:pt x="4246" y="5300"/>
                      <a:pt x="4254" y="5300"/>
                      <a:pt x="4261" y="5300"/>
                    </a:cubicBezTo>
                    <a:cubicBezTo>
                      <a:pt x="4483" y="5300"/>
                      <a:pt x="4682" y="5119"/>
                      <a:pt x="4701" y="4896"/>
                    </a:cubicBezTo>
                    <a:cubicBezTo>
                      <a:pt x="4707" y="4784"/>
                      <a:pt x="4714" y="4671"/>
                      <a:pt x="4727" y="4559"/>
                    </a:cubicBezTo>
                    <a:cubicBezTo>
                      <a:pt x="4747" y="4387"/>
                      <a:pt x="4773" y="4215"/>
                      <a:pt x="4800" y="4043"/>
                    </a:cubicBezTo>
                    <a:cubicBezTo>
                      <a:pt x="4853" y="3680"/>
                      <a:pt x="4952" y="3323"/>
                      <a:pt x="5078" y="2979"/>
                    </a:cubicBezTo>
                    <a:cubicBezTo>
                      <a:pt x="5111" y="2893"/>
                      <a:pt x="5144" y="2807"/>
                      <a:pt x="5183" y="2728"/>
                    </a:cubicBezTo>
                    <a:lnTo>
                      <a:pt x="5203" y="3785"/>
                    </a:lnTo>
                    <a:lnTo>
                      <a:pt x="4344" y="7632"/>
                    </a:lnTo>
                    <a:cubicBezTo>
                      <a:pt x="4331" y="7718"/>
                      <a:pt x="4350" y="7811"/>
                      <a:pt x="4410" y="7877"/>
                    </a:cubicBezTo>
                    <a:cubicBezTo>
                      <a:pt x="4469" y="7950"/>
                      <a:pt x="4549" y="7989"/>
                      <a:pt x="4641" y="7989"/>
                    </a:cubicBezTo>
                    <a:lnTo>
                      <a:pt x="5315" y="7989"/>
                    </a:lnTo>
                    <a:lnTo>
                      <a:pt x="5448" y="10700"/>
                    </a:lnTo>
                    <a:cubicBezTo>
                      <a:pt x="5461" y="10971"/>
                      <a:pt x="5692" y="11189"/>
                      <a:pt x="5970" y="11189"/>
                    </a:cubicBezTo>
                    <a:cubicBezTo>
                      <a:pt x="5974" y="11189"/>
                      <a:pt x="5978" y="11189"/>
                      <a:pt x="5982" y="11189"/>
                    </a:cubicBezTo>
                    <a:cubicBezTo>
                      <a:pt x="6241" y="11189"/>
                      <a:pt x="6472" y="10973"/>
                      <a:pt x="6485" y="10706"/>
                    </a:cubicBezTo>
                    <a:cubicBezTo>
                      <a:pt x="6485" y="10706"/>
                      <a:pt x="6485" y="10700"/>
                      <a:pt x="6485" y="10700"/>
                    </a:cubicBezTo>
                    <a:lnTo>
                      <a:pt x="6631" y="7989"/>
                    </a:lnTo>
                    <a:lnTo>
                      <a:pt x="6750" y="7989"/>
                    </a:lnTo>
                    <a:lnTo>
                      <a:pt x="6882" y="10700"/>
                    </a:lnTo>
                    <a:cubicBezTo>
                      <a:pt x="6895" y="10971"/>
                      <a:pt x="7127" y="11189"/>
                      <a:pt x="7398" y="11189"/>
                    </a:cubicBezTo>
                    <a:cubicBezTo>
                      <a:pt x="7402" y="11189"/>
                      <a:pt x="7406" y="11189"/>
                      <a:pt x="7410" y="11189"/>
                    </a:cubicBezTo>
                    <a:cubicBezTo>
                      <a:pt x="7675" y="11189"/>
                      <a:pt x="7900" y="10973"/>
                      <a:pt x="7920" y="10706"/>
                    </a:cubicBezTo>
                    <a:cubicBezTo>
                      <a:pt x="7920" y="10706"/>
                      <a:pt x="7920" y="10700"/>
                      <a:pt x="7920" y="10700"/>
                    </a:cubicBezTo>
                    <a:lnTo>
                      <a:pt x="8059" y="7989"/>
                    </a:lnTo>
                    <a:lnTo>
                      <a:pt x="8713" y="7989"/>
                    </a:lnTo>
                    <a:cubicBezTo>
                      <a:pt x="8806" y="7989"/>
                      <a:pt x="8892" y="7950"/>
                      <a:pt x="8944" y="7877"/>
                    </a:cubicBezTo>
                    <a:cubicBezTo>
                      <a:pt x="9004" y="7811"/>
                      <a:pt x="9024" y="7718"/>
                      <a:pt x="9011" y="7626"/>
                    </a:cubicBezTo>
                    <a:lnTo>
                      <a:pt x="8164" y="3766"/>
                    </a:lnTo>
                    <a:lnTo>
                      <a:pt x="8178" y="2728"/>
                    </a:lnTo>
                    <a:cubicBezTo>
                      <a:pt x="8323" y="3071"/>
                      <a:pt x="8422" y="3501"/>
                      <a:pt x="8488" y="3865"/>
                    </a:cubicBezTo>
                    <a:cubicBezTo>
                      <a:pt x="8548" y="4182"/>
                      <a:pt x="8581" y="4506"/>
                      <a:pt x="8607" y="4823"/>
                    </a:cubicBezTo>
                    <a:cubicBezTo>
                      <a:pt x="8607" y="4836"/>
                      <a:pt x="8607" y="4843"/>
                      <a:pt x="8614" y="4850"/>
                    </a:cubicBezTo>
                    <a:cubicBezTo>
                      <a:pt x="8633" y="5073"/>
                      <a:pt x="8825" y="5253"/>
                      <a:pt x="9053" y="5253"/>
                    </a:cubicBezTo>
                    <a:cubicBezTo>
                      <a:pt x="9061" y="5253"/>
                      <a:pt x="9069" y="5253"/>
                      <a:pt x="9077" y="5253"/>
                    </a:cubicBezTo>
                    <a:cubicBezTo>
                      <a:pt x="9096" y="5253"/>
                      <a:pt x="9123" y="5253"/>
                      <a:pt x="9143" y="5246"/>
                    </a:cubicBezTo>
                    <a:cubicBezTo>
                      <a:pt x="9196" y="5332"/>
                      <a:pt x="9255" y="5405"/>
                      <a:pt x="9341" y="5458"/>
                    </a:cubicBezTo>
                    <a:cubicBezTo>
                      <a:pt x="9453" y="5537"/>
                      <a:pt x="9592" y="5570"/>
                      <a:pt x="9724" y="5577"/>
                    </a:cubicBezTo>
                    <a:cubicBezTo>
                      <a:pt x="9744" y="5578"/>
                      <a:pt x="9763" y="5578"/>
                      <a:pt x="9782" y="5578"/>
                    </a:cubicBezTo>
                    <a:cubicBezTo>
                      <a:pt x="10039" y="5578"/>
                      <a:pt x="10290" y="5497"/>
                      <a:pt x="10524" y="5405"/>
                    </a:cubicBezTo>
                    <a:lnTo>
                      <a:pt x="10524" y="5405"/>
                    </a:lnTo>
                    <a:lnTo>
                      <a:pt x="10432" y="7097"/>
                    </a:lnTo>
                    <a:cubicBezTo>
                      <a:pt x="10425" y="7309"/>
                      <a:pt x="10471" y="7494"/>
                      <a:pt x="10564" y="7666"/>
                    </a:cubicBezTo>
                    <a:lnTo>
                      <a:pt x="10716" y="10852"/>
                    </a:lnTo>
                    <a:cubicBezTo>
                      <a:pt x="10729" y="11023"/>
                      <a:pt x="10875" y="11162"/>
                      <a:pt x="11053" y="11162"/>
                    </a:cubicBezTo>
                    <a:cubicBezTo>
                      <a:pt x="11225" y="11162"/>
                      <a:pt x="11370" y="11023"/>
                      <a:pt x="11384" y="10852"/>
                    </a:cubicBezTo>
                    <a:lnTo>
                      <a:pt x="11516" y="8340"/>
                    </a:lnTo>
                    <a:lnTo>
                      <a:pt x="11635" y="10852"/>
                    </a:lnTo>
                    <a:cubicBezTo>
                      <a:pt x="11641" y="11023"/>
                      <a:pt x="11793" y="11162"/>
                      <a:pt x="11965" y="11162"/>
                    </a:cubicBezTo>
                    <a:cubicBezTo>
                      <a:pt x="12137" y="11162"/>
                      <a:pt x="12289" y="11023"/>
                      <a:pt x="12296" y="10852"/>
                    </a:cubicBezTo>
                    <a:lnTo>
                      <a:pt x="12461" y="7659"/>
                    </a:lnTo>
                    <a:cubicBezTo>
                      <a:pt x="12554" y="7487"/>
                      <a:pt x="12587" y="7295"/>
                      <a:pt x="12580" y="7097"/>
                    </a:cubicBezTo>
                    <a:cubicBezTo>
                      <a:pt x="12573" y="7005"/>
                      <a:pt x="12567" y="6912"/>
                      <a:pt x="12560" y="6819"/>
                    </a:cubicBezTo>
                    <a:cubicBezTo>
                      <a:pt x="12547" y="6529"/>
                      <a:pt x="12534" y="6238"/>
                      <a:pt x="12514" y="5953"/>
                    </a:cubicBezTo>
                    <a:lnTo>
                      <a:pt x="12514" y="5953"/>
                    </a:lnTo>
                    <a:cubicBezTo>
                      <a:pt x="12653" y="6324"/>
                      <a:pt x="12706" y="6720"/>
                      <a:pt x="12739" y="7110"/>
                    </a:cubicBezTo>
                    <a:cubicBezTo>
                      <a:pt x="12752" y="7258"/>
                      <a:pt x="12877" y="7375"/>
                      <a:pt x="13024" y="7375"/>
                    </a:cubicBezTo>
                    <a:cubicBezTo>
                      <a:pt x="13028" y="7375"/>
                      <a:pt x="13032" y="7375"/>
                      <a:pt x="13036" y="7375"/>
                    </a:cubicBezTo>
                    <a:cubicBezTo>
                      <a:pt x="13188" y="7361"/>
                      <a:pt x="13307" y="7236"/>
                      <a:pt x="13307" y="7090"/>
                    </a:cubicBezTo>
                    <a:cubicBezTo>
                      <a:pt x="13314" y="6674"/>
                      <a:pt x="13287" y="6258"/>
                      <a:pt x="13195" y="5848"/>
                    </a:cubicBezTo>
                    <a:cubicBezTo>
                      <a:pt x="13036" y="5160"/>
                      <a:pt x="12633" y="4486"/>
                      <a:pt x="11972" y="4169"/>
                    </a:cubicBezTo>
                    <a:cubicBezTo>
                      <a:pt x="11825" y="4101"/>
                      <a:pt x="11672" y="4065"/>
                      <a:pt x="11519" y="4065"/>
                    </a:cubicBezTo>
                    <a:cubicBezTo>
                      <a:pt x="11285" y="4065"/>
                      <a:pt x="11050" y="4148"/>
                      <a:pt x="10835" y="4327"/>
                    </a:cubicBezTo>
                    <a:cubicBezTo>
                      <a:pt x="10663" y="4473"/>
                      <a:pt x="10471" y="4605"/>
                      <a:pt x="10280" y="4717"/>
                    </a:cubicBezTo>
                    <a:cubicBezTo>
                      <a:pt x="10174" y="4784"/>
                      <a:pt x="10062" y="4843"/>
                      <a:pt x="9949" y="4889"/>
                    </a:cubicBezTo>
                    <a:cubicBezTo>
                      <a:pt x="9896" y="4909"/>
                      <a:pt x="9843" y="4929"/>
                      <a:pt x="9791" y="4942"/>
                    </a:cubicBezTo>
                    <a:cubicBezTo>
                      <a:pt x="9753" y="4947"/>
                      <a:pt x="9707" y="4957"/>
                      <a:pt x="9666" y="4957"/>
                    </a:cubicBezTo>
                    <a:cubicBezTo>
                      <a:pt x="9657" y="4957"/>
                      <a:pt x="9647" y="4957"/>
                      <a:pt x="9639" y="4955"/>
                    </a:cubicBezTo>
                    <a:cubicBezTo>
                      <a:pt x="9632" y="4949"/>
                      <a:pt x="9513" y="4869"/>
                      <a:pt x="9513" y="4869"/>
                    </a:cubicBezTo>
                    <a:cubicBezTo>
                      <a:pt x="9506" y="4869"/>
                      <a:pt x="9500" y="4863"/>
                      <a:pt x="9500" y="4863"/>
                    </a:cubicBezTo>
                    <a:cubicBezTo>
                      <a:pt x="9500" y="4850"/>
                      <a:pt x="9500" y="4830"/>
                      <a:pt x="9500" y="4817"/>
                    </a:cubicBezTo>
                    <a:cubicBezTo>
                      <a:pt x="9500" y="4665"/>
                      <a:pt x="9506" y="4512"/>
                      <a:pt x="9500" y="4367"/>
                    </a:cubicBezTo>
                    <a:cubicBezTo>
                      <a:pt x="9500" y="4367"/>
                      <a:pt x="9500" y="4367"/>
                      <a:pt x="9500" y="4354"/>
                    </a:cubicBezTo>
                    <a:cubicBezTo>
                      <a:pt x="9500" y="4345"/>
                      <a:pt x="9500" y="4339"/>
                      <a:pt x="9500" y="4334"/>
                    </a:cubicBezTo>
                    <a:cubicBezTo>
                      <a:pt x="9493" y="3984"/>
                      <a:pt x="9467" y="3633"/>
                      <a:pt x="9414" y="3283"/>
                    </a:cubicBezTo>
                    <a:cubicBezTo>
                      <a:pt x="9354" y="2913"/>
                      <a:pt x="9262" y="2543"/>
                      <a:pt x="9130" y="2186"/>
                    </a:cubicBezTo>
                    <a:cubicBezTo>
                      <a:pt x="8885" y="1505"/>
                      <a:pt x="8469" y="857"/>
                      <a:pt x="7874" y="441"/>
                    </a:cubicBezTo>
                    <a:cubicBezTo>
                      <a:pt x="7748" y="355"/>
                      <a:pt x="7616" y="282"/>
                      <a:pt x="7484" y="209"/>
                    </a:cubicBezTo>
                    <a:cubicBezTo>
                      <a:pt x="7231" y="70"/>
                      <a:pt x="6958" y="0"/>
                      <a:pt x="6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49" name="Google Shape;749;p52"/>
              <p:cNvSpPr/>
              <p:nvPr/>
            </p:nvSpPr>
            <p:spPr>
              <a:xfrm>
                <a:off x="5980875" y="2648525"/>
                <a:ext cx="49125" cy="48075"/>
              </a:xfrm>
              <a:custGeom>
                <a:avLst/>
                <a:gdLst/>
                <a:ahLst/>
                <a:cxnLst/>
                <a:rect l="l" t="t" r="r" b="b"/>
                <a:pathLst>
                  <a:path w="1965" h="1923" extrusionOk="0">
                    <a:moveTo>
                      <a:pt x="980" y="1"/>
                    </a:moveTo>
                    <a:cubicBezTo>
                      <a:pt x="947" y="1"/>
                      <a:pt x="913" y="3"/>
                      <a:pt x="880" y="6"/>
                    </a:cubicBezTo>
                    <a:cubicBezTo>
                      <a:pt x="622" y="39"/>
                      <a:pt x="384" y="178"/>
                      <a:pt x="226" y="383"/>
                    </a:cubicBezTo>
                    <a:cubicBezTo>
                      <a:pt x="67" y="594"/>
                      <a:pt x="1" y="872"/>
                      <a:pt x="47" y="1130"/>
                    </a:cubicBezTo>
                    <a:cubicBezTo>
                      <a:pt x="127" y="1579"/>
                      <a:pt x="536" y="1923"/>
                      <a:pt x="992" y="1923"/>
                    </a:cubicBezTo>
                    <a:cubicBezTo>
                      <a:pt x="1257" y="1923"/>
                      <a:pt x="1508" y="1811"/>
                      <a:pt x="1687" y="1619"/>
                    </a:cubicBezTo>
                    <a:cubicBezTo>
                      <a:pt x="1872" y="1427"/>
                      <a:pt x="1964" y="1169"/>
                      <a:pt x="1951" y="905"/>
                    </a:cubicBezTo>
                    <a:cubicBezTo>
                      <a:pt x="1931" y="641"/>
                      <a:pt x="1812" y="396"/>
                      <a:pt x="1614" y="231"/>
                    </a:cubicBezTo>
                    <a:cubicBezTo>
                      <a:pt x="1435" y="81"/>
                      <a:pt x="1210"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750" name="Google Shape;750;p52"/>
          <p:cNvSpPr txBox="1">
            <a:spLocks noGrp="1"/>
          </p:cNvSpPr>
          <p:nvPr>
            <p:ph type="title" idx="2"/>
          </p:nvPr>
        </p:nvSpPr>
        <p:spPr>
          <a:xfrm>
            <a:off x="6041170" y="1781750"/>
            <a:ext cx="12087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54"/>
        <p:cNvGrpSpPr/>
        <p:nvPr/>
      </p:nvGrpSpPr>
      <p:grpSpPr>
        <a:xfrm>
          <a:off x="0" y="0"/>
          <a:ext cx="0" cy="0"/>
          <a:chOff x="0" y="0"/>
          <a:chExt cx="0" cy="0"/>
        </a:xfrm>
      </p:grpSpPr>
      <p:sp>
        <p:nvSpPr>
          <p:cNvPr id="755" name="Google Shape;755;p53"/>
          <p:cNvSpPr/>
          <p:nvPr/>
        </p:nvSpPr>
        <p:spPr>
          <a:xfrm>
            <a:off x="-100608" y="1031950"/>
            <a:ext cx="5289600" cy="30906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53"/>
          <p:cNvSpPr/>
          <p:nvPr/>
        </p:nvSpPr>
        <p:spPr>
          <a:xfrm>
            <a:off x="-207975" y="1136800"/>
            <a:ext cx="5289600" cy="2880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53"/>
          <p:cNvSpPr txBox="1">
            <a:spLocks noGrp="1"/>
          </p:cNvSpPr>
          <p:nvPr>
            <p:ph type="subTitle" idx="1"/>
          </p:nvPr>
        </p:nvSpPr>
        <p:spPr>
          <a:xfrm>
            <a:off x="480025" y="3074613"/>
            <a:ext cx="4339200" cy="49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cxnSp>
        <p:nvCxnSpPr>
          <p:cNvPr id="758" name="Google Shape;758;p53"/>
          <p:cNvCxnSpPr/>
          <p:nvPr/>
        </p:nvCxnSpPr>
        <p:spPr>
          <a:xfrm>
            <a:off x="1218522" y="2957190"/>
            <a:ext cx="2862300" cy="0"/>
          </a:xfrm>
          <a:prstGeom prst="straightConnector1">
            <a:avLst/>
          </a:prstGeom>
          <a:noFill/>
          <a:ln w="9525" cap="flat" cmpd="sng">
            <a:solidFill>
              <a:schemeClr val="dk1"/>
            </a:solidFill>
            <a:prstDash val="solid"/>
            <a:round/>
            <a:headEnd type="none" w="med" len="med"/>
            <a:tailEnd type="none" w="med" len="med"/>
          </a:ln>
        </p:spPr>
      </p:cxnSp>
      <p:grpSp>
        <p:nvGrpSpPr>
          <p:cNvPr id="759" name="Google Shape;759;p53"/>
          <p:cNvGrpSpPr/>
          <p:nvPr/>
        </p:nvGrpSpPr>
        <p:grpSpPr>
          <a:xfrm>
            <a:off x="4819219" y="3814938"/>
            <a:ext cx="828000" cy="717300"/>
            <a:chOff x="8184894" y="2526888"/>
            <a:chExt cx="828000" cy="717300"/>
          </a:xfrm>
        </p:grpSpPr>
        <p:sp>
          <p:nvSpPr>
            <p:cNvPr id="760" name="Google Shape;760;p53"/>
            <p:cNvSpPr/>
            <p:nvPr/>
          </p:nvSpPr>
          <p:spPr>
            <a:xfrm>
              <a:off x="8184894" y="2526888"/>
              <a:ext cx="828000" cy="717300"/>
            </a:xfrm>
            <a:prstGeom prst="hexagon">
              <a:avLst>
                <a:gd name="adj" fmla="val 25000"/>
                <a:gd name="vf" fmla="val 11547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53"/>
            <p:cNvSpPr/>
            <p:nvPr/>
          </p:nvSpPr>
          <p:spPr>
            <a:xfrm>
              <a:off x="8227922" y="2564686"/>
              <a:ext cx="740700" cy="641700"/>
            </a:xfrm>
            <a:prstGeom prst="hexagon">
              <a:avLst>
                <a:gd name="adj" fmla="val 25000"/>
                <a:gd name="vf" fmla="val 11547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2" name="Google Shape;762;p53"/>
            <p:cNvGrpSpPr/>
            <p:nvPr/>
          </p:nvGrpSpPr>
          <p:grpSpPr>
            <a:xfrm>
              <a:off x="8460384" y="2743558"/>
              <a:ext cx="275770" cy="283890"/>
              <a:chOff x="4363050" y="2520250"/>
              <a:chExt cx="346575" cy="356825"/>
            </a:xfrm>
          </p:grpSpPr>
          <p:sp>
            <p:nvSpPr>
              <p:cNvPr id="763" name="Google Shape;763;p53"/>
              <p:cNvSpPr/>
              <p:nvPr/>
            </p:nvSpPr>
            <p:spPr>
              <a:xfrm>
                <a:off x="4640350" y="2650200"/>
                <a:ext cx="49100" cy="48050"/>
              </a:xfrm>
              <a:custGeom>
                <a:avLst/>
                <a:gdLst/>
                <a:ahLst/>
                <a:cxnLst/>
                <a:rect l="l" t="t" r="r" b="b"/>
                <a:pathLst>
                  <a:path w="1964" h="1922" extrusionOk="0">
                    <a:moveTo>
                      <a:pt x="991" y="0"/>
                    </a:moveTo>
                    <a:cubicBezTo>
                      <a:pt x="760" y="0"/>
                      <a:pt x="531" y="80"/>
                      <a:pt x="357" y="230"/>
                    </a:cubicBezTo>
                    <a:cubicBezTo>
                      <a:pt x="159" y="395"/>
                      <a:pt x="34" y="640"/>
                      <a:pt x="20" y="904"/>
                    </a:cubicBezTo>
                    <a:cubicBezTo>
                      <a:pt x="0" y="1168"/>
                      <a:pt x="100" y="1426"/>
                      <a:pt x="278" y="1618"/>
                    </a:cubicBezTo>
                    <a:cubicBezTo>
                      <a:pt x="457" y="1810"/>
                      <a:pt x="714" y="1922"/>
                      <a:pt x="972" y="1922"/>
                    </a:cubicBezTo>
                    <a:cubicBezTo>
                      <a:pt x="1435" y="1922"/>
                      <a:pt x="1838" y="1578"/>
                      <a:pt x="1917" y="1129"/>
                    </a:cubicBezTo>
                    <a:cubicBezTo>
                      <a:pt x="1964" y="871"/>
                      <a:pt x="1898" y="593"/>
                      <a:pt x="1739" y="382"/>
                    </a:cubicBezTo>
                    <a:cubicBezTo>
                      <a:pt x="1587" y="177"/>
                      <a:pt x="1349" y="38"/>
                      <a:pt x="1091" y="5"/>
                    </a:cubicBezTo>
                    <a:cubicBezTo>
                      <a:pt x="1058" y="2"/>
                      <a:pt x="1024" y="0"/>
                      <a:pt x="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64" name="Google Shape;764;p53"/>
              <p:cNvSpPr/>
              <p:nvPr/>
            </p:nvSpPr>
            <p:spPr>
              <a:xfrm>
                <a:off x="4363050" y="2594650"/>
                <a:ext cx="346575" cy="282425"/>
              </a:xfrm>
              <a:custGeom>
                <a:avLst/>
                <a:gdLst/>
                <a:ahLst/>
                <a:cxnLst/>
                <a:rect l="l" t="t" r="r" b="b"/>
                <a:pathLst>
                  <a:path w="13863" h="11297" extrusionOk="0">
                    <a:moveTo>
                      <a:pt x="10312" y="3272"/>
                    </a:moveTo>
                    <a:cubicBezTo>
                      <a:pt x="10312" y="3275"/>
                      <a:pt x="10312" y="3284"/>
                      <a:pt x="10313" y="3301"/>
                    </a:cubicBezTo>
                    <a:lnTo>
                      <a:pt x="10313" y="3301"/>
                    </a:lnTo>
                    <a:cubicBezTo>
                      <a:pt x="10315" y="3322"/>
                      <a:pt x="10317" y="3343"/>
                      <a:pt x="10319" y="3364"/>
                    </a:cubicBezTo>
                    <a:cubicBezTo>
                      <a:pt x="10319" y="3324"/>
                      <a:pt x="10312" y="3285"/>
                      <a:pt x="10312" y="3272"/>
                    </a:cubicBezTo>
                    <a:close/>
                    <a:moveTo>
                      <a:pt x="2764" y="0"/>
                    </a:moveTo>
                    <a:cubicBezTo>
                      <a:pt x="2525" y="0"/>
                      <a:pt x="2281" y="54"/>
                      <a:pt x="1977" y="178"/>
                    </a:cubicBezTo>
                    <a:cubicBezTo>
                      <a:pt x="1845" y="231"/>
                      <a:pt x="1719" y="297"/>
                      <a:pt x="1594" y="370"/>
                    </a:cubicBezTo>
                    <a:cubicBezTo>
                      <a:pt x="1296" y="555"/>
                      <a:pt x="1038" y="799"/>
                      <a:pt x="827" y="1077"/>
                    </a:cubicBezTo>
                    <a:cubicBezTo>
                      <a:pt x="397" y="1645"/>
                      <a:pt x="166" y="2339"/>
                      <a:pt x="73" y="3040"/>
                    </a:cubicBezTo>
                    <a:cubicBezTo>
                      <a:pt x="1" y="3556"/>
                      <a:pt x="1" y="4085"/>
                      <a:pt x="40" y="4607"/>
                    </a:cubicBezTo>
                    <a:cubicBezTo>
                      <a:pt x="40" y="4607"/>
                      <a:pt x="40" y="4607"/>
                      <a:pt x="40" y="4613"/>
                    </a:cubicBezTo>
                    <a:cubicBezTo>
                      <a:pt x="106" y="5202"/>
                      <a:pt x="106" y="5440"/>
                      <a:pt x="529" y="5453"/>
                    </a:cubicBezTo>
                    <a:cubicBezTo>
                      <a:pt x="556" y="5453"/>
                      <a:pt x="582" y="5453"/>
                      <a:pt x="602" y="5446"/>
                    </a:cubicBezTo>
                    <a:cubicBezTo>
                      <a:pt x="807" y="5400"/>
                      <a:pt x="966" y="5215"/>
                      <a:pt x="953" y="4997"/>
                    </a:cubicBezTo>
                    <a:cubicBezTo>
                      <a:pt x="926" y="4389"/>
                      <a:pt x="959" y="3761"/>
                      <a:pt x="1098" y="3159"/>
                    </a:cubicBezTo>
                    <a:cubicBezTo>
                      <a:pt x="1171" y="2848"/>
                      <a:pt x="1276" y="2538"/>
                      <a:pt x="1435" y="2260"/>
                    </a:cubicBezTo>
                    <a:lnTo>
                      <a:pt x="1435" y="2260"/>
                    </a:lnTo>
                    <a:cubicBezTo>
                      <a:pt x="1415" y="2432"/>
                      <a:pt x="1395" y="2604"/>
                      <a:pt x="1376" y="2782"/>
                    </a:cubicBezTo>
                    <a:cubicBezTo>
                      <a:pt x="1329" y="3139"/>
                      <a:pt x="1290" y="3496"/>
                      <a:pt x="1243" y="3853"/>
                    </a:cubicBezTo>
                    <a:cubicBezTo>
                      <a:pt x="1210" y="4157"/>
                      <a:pt x="1171" y="4455"/>
                      <a:pt x="1138" y="4752"/>
                    </a:cubicBezTo>
                    <a:cubicBezTo>
                      <a:pt x="1131" y="4805"/>
                      <a:pt x="1124" y="4851"/>
                      <a:pt x="1118" y="4904"/>
                    </a:cubicBezTo>
                    <a:cubicBezTo>
                      <a:pt x="1078" y="5228"/>
                      <a:pt x="1138" y="5572"/>
                      <a:pt x="1283" y="5863"/>
                    </a:cubicBezTo>
                    <a:cubicBezTo>
                      <a:pt x="1316" y="5929"/>
                      <a:pt x="1356" y="5995"/>
                      <a:pt x="1395" y="6054"/>
                    </a:cubicBezTo>
                    <a:lnTo>
                      <a:pt x="1620" y="10807"/>
                    </a:lnTo>
                    <a:cubicBezTo>
                      <a:pt x="1633" y="11071"/>
                      <a:pt x="1858" y="11283"/>
                      <a:pt x="2122" y="11290"/>
                    </a:cubicBezTo>
                    <a:cubicBezTo>
                      <a:pt x="2380" y="11290"/>
                      <a:pt x="2605" y="11085"/>
                      <a:pt x="2631" y="10827"/>
                    </a:cubicBezTo>
                    <a:cubicBezTo>
                      <a:pt x="2631" y="10820"/>
                      <a:pt x="2631" y="10814"/>
                      <a:pt x="2631" y="10807"/>
                    </a:cubicBezTo>
                    <a:lnTo>
                      <a:pt x="2797" y="7211"/>
                    </a:lnTo>
                    <a:lnTo>
                      <a:pt x="2962" y="10807"/>
                    </a:lnTo>
                    <a:cubicBezTo>
                      <a:pt x="2975" y="11071"/>
                      <a:pt x="3200" y="11283"/>
                      <a:pt x="3464" y="11290"/>
                    </a:cubicBezTo>
                    <a:cubicBezTo>
                      <a:pt x="3722" y="11290"/>
                      <a:pt x="3947" y="11085"/>
                      <a:pt x="3973" y="10827"/>
                    </a:cubicBezTo>
                    <a:cubicBezTo>
                      <a:pt x="3973" y="10820"/>
                      <a:pt x="3973" y="10814"/>
                      <a:pt x="3973" y="10807"/>
                    </a:cubicBezTo>
                    <a:lnTo>
                      <a:pt x="4191" y="6034"/>
                    </a:lnTo>
                    <a:cubicBezTo>
                      <a:pt x="4403" y="5711"/>
                      <a:pt x="4509" y="5314"/>
                      <a:pt x="4462" y="4904"/>
                    </a:cubicBezTo>
                    <a:lnTo>
                      <a:pt x="4145" y="2260"/>
                    </a:lnTo>
                    <a:lnTo>
                      <a:pt x="4145" y="2260"/>
                    </a:lnTo>
                    <a:cubicBezTo>
                      <a:pt x="4476" y="2881"/>
                      <a:pt x="4588" y="3635"/>
                      <a:pt x="4615" y="4329"/>
                    </a:cubicBezTo>
                    <a:cubicBezTo>
                      <a:pt x="4621" y="4554"/>
                      <a:pt x="4621" y="4779"/>
                      <a:pt x="4608" y="4997"/>
                    </a:cubicBezTo>
                    <a:cubicBezTo>
                      <a:pt x="4601" y="5228"/>
                      <a:pt x="4773" y="5433"/>
                      <a:pt x="5005" y="5453"/>
                    </a:cubicBezTo>
                    <a:cubicBezTo>
                      <a:pt x="5019" y="5454"/>
                      <a:pt x="5034" y="5455"/>
                      <a:pt x="5048" y="5455"/>
                    </a:cubicBezTo>
                    <a:cubicBezTo>
                      <a:pt x="5090" y="5455"/>
                      <a:pt x="5130" y="5448"/>
                      <a:pt x="5170" y="5433"/>
                    </a:cubicBezTo>
                    <a:cubicBezTo>
                      <a:pt x="5216" y="5446"/>
                      <a:pt x="5262" y="5453"/>
                      <a:pt x="5322" y="5453"/>
                    </a:cubicBezTo>
                    <a:cubicBezTo>
                      <a:pt x="5355" y="5453"/>
                      <a:pt x="5375" y="5453"/>
                      <a:pt x="5395" y="5446"/>
                    </a:cubicBezTo>
                    <a:cubicBezTo>
                      <a:pt x="5599" y="5400"/>
                      <a:pt x="5758" y="5215"/>
                      <a:pt x="5745" y="4997"/>
                    </a:cubicBezTo>
                    <a:cubicBezTo>
                      <a:pt x="5718" y="4389"/>
                      <a:pt x="5751" y="3761"/>
                      <a:pt x="5890" y="3159"/>
                    </a:cubicBezTo>
                    <a:cubicBezTo>
                      <a:pt x="5963" y="2848"/>
                      <a:pt x="6069" y="2538"/>
                      <a:pt x="6227" y="2260"/>
                    </a:cubicBezTo>
                    <a:lnTo>
                      <a:pt x="6227" y="2260"/>
                    </a:lnTo>
                    <a:cubicBezTo>
                      <a:pt x="6208" y="2432"/>
                      <a:pt x="6188" y="2604"/>
                      <a:pt x="6168" y="2782"/>
                    </a:cubicBezTo>
                    <a:cubicBezTo>
                      <a:pt x="6122" y="3139"/>
                      <a:pt x="6082" y="3496"/>
                      <a:pt x="6036" y="3853"/>
                    </a:cubicBezTo>
                    <a:cubicBezTo>
                      <a:pt x="6003" y="4157"/>
                      <a:pt x="5963" y="4455"/>
                      <a:pt x="5930" y="4752"/>
                    </a:cubicBezTo>
                    <a:cubicBezTo>
                      <a:pt x="5923" y="4805"/>
                      <a:pt x="5917" y="4851"/>
                      <a:pt x="5910" y="4904"/>
                    </a:cubicBezTo>
                    <a:cubicBezTo>
                      <a:pt x="5870" y="5228"/>
                      <a:pt x="5930" y="5572"/>
                      <a:pt x="6075" y="5863"/>
                    </a:cubicBezTo>
                    <a:cubicBezTo>
                      <a:pt x="6108" y="5929"/>
                      <a:pt x="6148" y="5995"/>
                      <a:pt x="6188" y="6054"/>
                    </a:cubicBezTo>
                    <a:lnTo>
                      <a:pt x="6412" y="10807"/>
                    </a:lnTo>
                    <a:cubicBezTo>
                      <a:pt x="6426" y="11071"/>
                      <a:pt x="6650" y="11283"/>
                      <a:pt x="6915" y="11290"/>
                    </a:cubicBezTo>
                    <a:cubicBezTo>
                      <a:pt x="7173" y="11290"/>
                      <a:pt x="7404" y="11085"/>
                      <a:pt x="7424" y="10827"/>
                    </a:cubicBezTo>
                    <a:cubicBezTo>
                      <a:pt x="7424" y="10820"/>
                      <a:pt x="7424" y="10814"/>
                      <a:pt x="7424" y="10807"/>
                    </a:cubicBezTo>
                    <a:lnTo>
                      <a:pt x="7589" y="7211"/>
                    </a:lnTo>
                    <a:lnTo>
                      <a:pt x="7754" y="10807"/>
                    </a:lnTo>
                    <a:cubicBezTo>
                      <a:pt x="7768" y="11071"/>
                      <a:pt x="7992" y="11283"/>
                      <a:pt x="8257" y="11290"/>
                    </a:cubicBezTo>
                    <a:cubicBezTo>
                      <a:pt x="8515" y="11290"/>
                      <a:pt x="8739" y="11085"/>
                      <a:pt x="8766" y="10827"/>
                    </a:cubicBezTo>
                    <a:cubicBezTo>
                      <a:pt x="8766" y="10820"/>
                      <a:pt x="8766" y="10814"/>
                      <a:pt x="8766" y="10807"/>
                    </a:cubicBezTo>
                    <a:lnTo>
                      <a:pt x="8984" y="6034"/>
                    </a:lnTo>
                    <a:cubicBezTo>
                      <a:pt x="9202" y="5711"/>
                      <a:pt x="9301" y="5314"/>
                      <a:pt x="9255" y="4904"/>
                    </a:cubicBezTo>
                    <a:lnTo>
                      <a:pt x="8938" y="2260"/>
                    </a:lnTo>
                    <a:lnTo>
                      <a:pt x="8938" y="2260"/>
                    </a:lnTo>
                    <a:cubicBezTo>
                      <a:pt x="9275" y="2881"/>
                      <a:pt x="9380" y="3635"/>
                      <a:pt x="9407" y="4329"/>
                    </a:cubicBezTo>
                    <a:cubicBezTo>
                      <a:pt x="9413" y="4554"/>
                      <a:pt x="9413" y="4779"/>
                      <a:pt x="9400" y="4997"/>
                    </a:cubicBezTo>
                    <a:cubicBezTo>
                      <a:pt x="9394" y="5208"/>
                      <a:pt x="9539" y="5393"/>
                      <a:pt x="9737" y="5440"/>
                    </a:cubicBezTo>
                    <a:cubicBezTo>
                      <a:pt x="9744" y="5453"/>
                      <a:pt x="9751" y="5459"/>
                      <a:pt x="9757" y="5459"/>
                    </a:cubicBezTo>
                    <a:cubicBezTo>
                      <a:pt x="9797" y="5512"/>
                      <a:pt x="9843" y="5559"/>
                      <a:pt x="9896" y="5592"/>
                    </a:cubicBezTo>
                    <a:cubicBezTo>
                      <a:pt x="10008" y="5671"/>
                      <a:pt x="10141" y="5704"/>
                      <a:pt x="10279" y="5711"/>
                    </a:cubicBezTo>
                    <a:cubicBezTo>
                      <a:pt x="10298" y="5712"/>
                      <a:pt x="10317" y="5712"/>
                      <a:pt x="10335" y="5712"/>
                    </a:cubicBezTo>
                    <a:cubicBezTo>
                      <a:pt x="10588" y="5712"/>
                      <a:pt x="10845" y="5631"/>
                      <a:pt x="11079" y="5539"/>
                    </a:cubicBezTo>
                    <a:lnTo>
                      <a:pt x="11079" y="5539"/>
                    </a:lnTo>
                    <a:lnTo>
                      <a:pt x="10987" y="7231"/>
                    </a:lnTo>
                    <a:cubicBezTo>
                      <a:pt x="10973" y="7442"/>
                      <a:pt x="11026" y="7628"/>
                      <a:pt x="11119" y="7799"/>
                    </a:cubicBezTo>
                    <a:lnTo>
                      <a:pt x="11271" y="10985"/>
                    </a:lnTo>
                    <a:cubicBezTo>
                      <a:pt x="11278" y="11157"/>
                      <a:pt x="11430" y="11296"/>
                      <a:pt x="11601" y="11296"/>
                    </a:cubicBezTo>
                    <a:cubicBezTo>
                      <a:pt x="11780" y="11296"/>
                      <a:pt x="11925" y="11157"/>
                      <a:pt x="11939" y="10985"/>
                    </a:cubicBezTo>
                    <a:lnTo>
                      <a:pt x="12064" y="8474"/>
                    </a:lnTo>
                    <a:lnTo>
                      <a:pt x="12190" y="10985"/>
                    </a:lnTo>
                    <a:cubicBezTo>
                      <a:pt x="12196" y="11157"/>
                      <a:pt x="12342" y="11296"/>
                      <a:pt x="12520" y="11296"/>
                    </a:cubicBezTo>
                    <a:cubicBezTo>
                      <a:pt x="12692" y="11296"/>
                      <a:pt x="12844" y="11157"/>
                      <a:pt x="12851" y="10985"/>
                    </a:cubicBezTo>
                    <a:lnTo>
                      <a:pt x="13016" y="7793"/>
                    </a:lnTo>
                    <a:cubicBezTo>
                      <a:pt x="13109" y="7621"/>
                      <a:pt x="13142" y="7423"/>
                      <a:pt x="13128" y="7231"/>
                    </a:cubicBezTo>
                    <a:cubicBezTo>
                      <a:pt x="13128" y="7138"/>
                      <a:pt x="13122" y="7046"/>
                      <a:pt x="13115" y="6947"/>
                    </a:cubicBezTo>
                    <a:cubicBezTo>
                      <a:pt x="13102" y="6662"/>
                      <a:pt x="13082" y="6372"/>
                      <a:pt x="13069" y="6087"/>
                    </a:cubicBezTo>
                    <a:lnTo>
                      <a:pt x="13069" y="6087"/>
                    </a:lnTo>
                    <a:cubicBezTo>
                      <a:pt x="13208" y="6458"/>
                      <a:pt x="13261" y="6854"/>
                      <a:pt x="13294" y="7244"/>
                    </a:cubicBezTo>
                    <a:cubicBezTo>
                      <a:pt x="13307" y="7392"/>
                      <a:pt x="13432" y="7509"/>
                      <a:pt x="13579" y="7509"/>
                    </a:cubicBezTo>
                    <a:cubicBezTo>
                      <a:pt x="13583" y="7509"/>
                      <a:pt x="13587" y="7509"/>
                      <a:pt x="13591" y="7509"/>
                    </a:cubicBezTo>
                    <a:cubicBezTo>
                      <a:pt x="13737" y="7495"/>
                      <a:pt x="13856" y="7370"/>
                      <a:pt x="13862" y="7224"/>
                    </a:cubicBezTo>
                    <a:cubicBezTo>
                      <a:pt x="13862" y="6808"/>
                      <a:pt x="13842" y="6391"/>
                      <a:pt x="13750" y="5982"/>
                    </a:cubicBezTo>
                    <a:cubicBezTo>
                      <a:pt x="13591" y="5294"/>
                      <a:pt x="13188" y="4620"/>
                      <a:pt x="12527" y="4303"/>
                    </a:cubicBezTo>
                    <a:cubicBezTo>
                      <a:pt x="12378" y="4232"/>
                      <a:pt x="12224" y="4196"/>
                      <a:pt x="12071" y="4196"/>
                    </a:cubicBezTo>
                    <a:cubicBezTo>
                      <a:pt x="11836" y="4196"/>
                      <a:pt x="11602" y="4281"/>
                      <a:pt x="11390" y="4461"/>
                    </a:cubicBezTo>
                    <a:cubicBezTo>
                      <a:pt x="11211" y="4607"/>
                      <a:pt x="11026" y="4732"/>
                      <a:pt x="10828" y="4851"/>
                    </a:cubicBezTo>
                    <a:cubicBezTo>
                      <a:pt x="10722" y="4917"/>
                      <a:pt x="10617" y="4970"/>
                      <a:pt x="10504" y="5017"/>
                    </a:cubicBezTo>
                    <a:cubicBezTo>
                      <a:pt x="10451" y="5043"/>
                      <a:pt x="10398" y="5063"/>
                      <a:pt x="10339" y="5076"/>
                    </a:cubicBezTo>
                    <a:cubicBezTo>
                      <a:pt x="10319" y="5076"/>
                      <a:pt x="10293" y="5083"/>
                      <a:pt x="10266" y="5089"/>
                    </a:cubicBezTo>
                    <a:cubicBezTo>
                      <a:pt x="10266" y="5083"/>
                      <a:pt x="10266" y="5076"/>
                      <a:pt x="10266" y="5076"/>
                    </a:cubicBezTo>
                    <a:cubicBezTo>
                      <a:pt x="10343" y="4524"/>
                      <a:pt x="10364" y="3965"/>
                      <a:pt x="10323" y="3412"/>
                    </a:cubicBezTo>
                    <a:lnTo>
                      <a:pt x="10323" y="3412"/>
                    </a:lnTo>
                    <a:cubicBezTo>
                      <a:pt x="10324" y="3424"/>
                      <a:pt x="10326" y="3434"/>
                      <a:pt x="10326" y="3443"/>
                    </a:cubicBezTo>
                    <a:cubicBezTo>
                      <a:pt x="10326" y="3430"/>
                      <a:pt x="10326" y="3404"/>
                      <a:pt x="10319" y="3364"/>
                    </a:cubicBezTo>
                    <a:lnTo>
                      <a:pt x="10319" y="3364"/>
                    </a:lnTo>
                    <a:cubicBezTo>
                      <a:pt x="10319" y="3364"/>
                      <a:pt x="10319" y="3364"/>
                      <a:pt x="10319" y="3364"/>
                    </a:cubicBezTo>
                    <a:cubicBezTo>
                      <a:pt x="10316" y="3336"/>
                      <a:pt x="10314" y="3316"/>
                      <a:pt x="10313" y="3301"/>
                    </a:cubicBezTo>
                    <a:lnTo>
                      <a:pt x="10313" y="3301"/>
                    </a:lnTo>
                    <a:cubicBezTo>
                      <a:pt x="10249" y="2615"/>
                      <a:pt x="10077" y="1932"/>
                      <a:pt x="9711" y="1348"/>
                    </a:cubicBezTo>
                    <a:cubicBezTo>
                      <a:pt x="9367" y="793"/>
                      <a:pt x="8845" y="304"/>
                      <a:pt x="8210" y="112"/>
                    </a:cubicBezTo>
                    <a:cubicBezTo>
                      <a:pt x="7974" y="41"/>
                      <a:pt x="7768" y="0"/>
                      <a:pt x="7559" y="0"/>
                    </a:cubicBezTo>
                    <a:cubicBezTo>
                      <a:pt x="7319" y="0"/>
                      <a:pt x="7073" y="54"/>
                      <a:pt x="6769" y="178"/>
                    </a:cubicBezTo>
                    <a:cubicBezTo>
                      <a:pt x="6637" y="231"/>
                      <a:pt x="6512" y="297"/>
                      <a:pt x="6386" y="370"/>
                    </a:cubicBezTo>
                    <a:cubicBezTo>
                      <a:pt x="6089" y="555"/>
                      <a:pt x="5831" y="799"/>
                      <a:pt x="5619" y="1077"/>
                    </a:cubicBezTo>
                    <a:cubicBezTo>
                      <a:pt x="5441" y="1315"/>
                      <a:pt x="5295" y="1579"/>
                      <a:pt x="5176" y="1850"/>
                    </a:cubicBezTo>
                    <a:cubicBezTo>
                      <a:pt x="5104" y="1678"/>
                      <a:pt x="5018" y="1507"/>
                      <a:pt x="4919" y="1348"/>
                    </a:cubicBezTo>
                    <a:cubicBezTo>
                      <a:pt x="4575" y="793"/>
                      <a:pt x="4053" y="304"/>
                      <a:pt x="3418" y="112"/>
                    </a:cubicBezTo>
                    <a:cubicBezTo>
                      <a:pt x="3178" y="41"/>
                      <a:pt x="2973" y="0"/>
                      <a:pt x="27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65" name="Google Shape;765;p53"/>
              <p:cNvSpPr/>
              <p:nvPr/>
            </p:nvSpPr>
            <p:spPr>
              <a:xfrm>
                <a:off x="4394450" y="2520250"/>
                <a:ext cx="76550" cy="73250"/>
              </a:xfrm>
              <a:custGeom>
                <a:avLst/>
                <a:gdLst/>
                <a:ahLst/>
                <a:cxnLst/>
                <a:rect l="l" t="t" r="r" b="b"/>
                <a:pathLst>
                  <a:path w="3062" h="2930" extrusionOk="0">
                    <a:moveTo>
                      <a:pt x="1529" y="1"/>
                    </a:moveTo>
                    <a:cubicBezTo>
                      <a:pt x="1020" y="1"/>
                      <a:pt x="539" y="271"/>
                      <a:pt x="278" y="708"/>
                    </a:cubicBezTo>
                    <a:cubicBezTo>
                      <a:pt x="7" y="1151"/>
                      <a:pt x="1" y="1726"/>
                      <a:pt x="258" y="2182"/>
                    </a:cubicBezTo>
                    <a:cubicBezTo>
                      <a:pt x="510" y="2632"/>
                      <a:pt x="985" y="2916"/>
                      <a:pt x="1501" y="2929"/>
                    </a:cubicBezTo>
                    <a:lnTo>
                      <a:pt x="1534" y="2929"/>
                    </a:lnTo>
                    <a:cubicBezTo>
                      <a:pt x="2050" y="2929"/>
                      <a:pt x="2532" y="2652"/>
                      <a:pt x="2797" y="2209"/>
                    </a:cubicBezTo>
                    <a:cubicBezTo>
                      <a:pt x="3061" y="1759"/>
                      <a:pt x="3061" y="1184"/>
                      <a:pt x="2803" y="735"/>
                    </a:cubicBezTo>
                    <a:cubicBezTo>
                      <a:pt x="2545" y="292"/>
                      <a:pt x="2063"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66" name="Google Shape;766;p53"/>
              <p:cNvSpPr/>
              <p:nvPr/>
            </p:nvSpPr>
            <p:spPr>
              <a:xfrm>
                <a:off x="4514250" y="2520250"/>
                <a:ext cx="76550" cy="73250"/>
              </a:xfrm>
              <a:custGeom>
                <a:avLst/>
                <a:gdLst/>
                <a:ahLst/>
                <a:cxnLst/>
                <a:rect l="l" t="t" r="r" b="b"/>
                <a:pathLst>
                  <a:path w="3062" h="2930" extrusionOk="0">
                    <a:moveTo>
                      <a:pt x="1529" y="1"/>
                    </a:moveTo>
                    <a:cubicBezTo>
                      <a:pt x="1020" y="1"/>
                      <a:pt x="540" y="271"/>
                      <a:pt x="279" y="708"/>
                    </a:cubicBezTo>
                    <a:cubicBezTo>
                      <a:pt x="8" y="1151"/>
                      <a:pt x="1" y="1726"/>
                      <a:pt x="259" y="2182"/>
                    </a:cubicBezTo>
                    <a:cubicBezTo>
                      <a:pt x="510" y="2632"/>
                      <a:pt x="986" y="2916"/>
                      <a:pt x="1501" y="2929"/>
                    </a:cubicBezTo>
                    <a:lnTo>
                      <a:pt x="1534" y="2929"/>
                    </a:lnTo>
                    <a:cubicBezTo>
                      <a:pt x="2050" y="2929"/>
                      <a:pt x="2533" y="2652"/>
                      <a:pt x="2797" y="2209"/>
                    </a:cubicBezTo>
                    <a:cubicBezTo>
                      <a:pt x="3061" y="1759"/>
                      <a:pt x="3061" y="1184"/>
                      <a:pt x="2804" y="735"/>
                    </a:cubicBezTo>
                    <a:cubicBezTo>
                      <a:pt x="2546" y="292"/>
                      <a:pt x="2063" y="8"/>
                      <a:pt x="1548" y="1"/>
                    </a:cubicBezTo>
                    <a:cubicBezTo>
                      <a:pt x="1542"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67" name="Google Shape;767;p53"/>
              <p:cNvSpPr/>
              <p:nvPr/>
            </p:nvSpPr>
            <p:spPr>
              <a:xfrm>
                <a:off x="4621175" y="2680875"/>
                <a:ext cx="25" cy="200"/>
              </a:xfrm>
              <a:custGeom>
                <a:avLst/>
                <a:gdLst/>
                <a:ahLst/>
                <a:cxnLst/>
                <a:rect l="l" t="t" r="r" b="b"/>
                <a:pathLst>
                  <a:path w="1" h="8" extrusionOk="0">
                    <a:moveTo>
                      <a:pt x="1" y="1"/>
                    </a:moveTo>
                    <a:cubicBezTo>
                      <a:pt x="1" y="8"/>
                      <a:pt x="1" y="8"/>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68" name="Google Shape;768;p53"/>
              <p:cNvSpPr/>
              <p:nvPr/>
            </p:nvSpPr>
            <p:spPr>
              <a:xfrm>
                <a:off x="4621175" y="2680725"/>
                <a:ext cx="25" cy="175"/>
              </a:xfrm>
              <a:custGeom>
                <a:avLst/>
                <a:gdLst/>
                <a:ahLst/>
                <a:cxnLst/>
                <a:rect l="l" t="t" r="r" b="b"/>
                <a:pathLst>
                  <a:path w="1" h="7" extrusionOk="0">
                    <a:moveTo>
                      <a:pt x="1" y="0"/>
                    </a:moveTo>
                    <a:cubicBezTo>
                      <a:pt x="1" y="0"/>
                      <a:pt x="1" y="0"/>
                      <a:pt x="1" y="7"/>
                    </a:cubicBezTo>
                    <a:cubicBezTo>
                      <a:pt x="1" y="0"/>
                      <a:pt x="1"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769" name="Google Shape;769;p53"/>
          <p:cNvGrpSpPr/>
          <p:nvPr/>
        </p:nvGrpSpPr>
        <p:grpSpPr>
          <a:xfrm>
            <a:off x="1662712" y="527844"/>
            <a:ext cx="777000" cy="738300"/>
            <a:chOff x="7606062" y="61869"/>
            <a:chExt cx="777000" cy="738300"/>
          </a:xfrm>
        </p:grpSpPr>
        <p:sp>
          <p:nvSpPr>
            <p:cNvPr id="770" name="Google Shape;770;p53"/>
            <p:cNvSpPr/>
            <p:nvPr/>
          </p:nvSpPr>
          <p:spPr>
            <a:xfrm>
              <a:off x="7606062" y="61869"/>
              <a:ext cx="777000" cy="738300"/>
            </a:xfrm>
            <a:prstGeom prst="pentagon">
              <a:avLst>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53"/>
            <p:cNvSpPr/>
            <p:nvPr/>
          </p:nvSpPr>
          <p:spPr>
            <a:xfrm>
              <a:off x="7656944" y="110211"/>
              <a:ext cx="675300" cy="641700"/>
            </a:xfrm>
            <a:prstGeom prst="pentagon">
              <a:avLst>
                <a:gd name="hf" fmla="val 105146"/>
                <a:gd name="vf" fmla="val 11055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2" name="Google Shape;772;p53"/>
            <p:cNvGrpSpPr/>
            <p:nvPr/>
          </p:nvGrpSpPr>
          <p:grpSpPr>
            <a:xfrm>
              <a:off x="7851217" y="289420"/>
              <a:ext cx="286783" cy="293105"/>
              <a:chOff x="4072473" y="2031100"/>
              <a:chExt cx="300579" cy="307206"/>
            </a:xfrm>
          </p:grpSpPr>
          <p:sp>
            <p:nvSpPr>
              <p:cNvPr id="773" name="Google Shape;773;p53"/>
              <p:cNvSpPr/>
              <p:nvPr/>
            </p:nvSpPr>
            <p:spPr>
              <a:xfrm>
                <a:off x="4100741" y="2031100"/>
                <a:ext cx="63126" cy="63001"/>
              </a:xfrm>
              <a:custGeom>
                <a:avLst/>
                <a:gdLst/>
                <a:ahLst/>
                <a:cxnLst/>
                <a:rect l="l" t="t" r="r" b="b"/>
                <a:pathLst>
                  <a:path w="3028" h="3022" extrusionOk="0">
                    <a:moveTo>
                      <a:pt x="1514" y="1"/>
                    </a:moveTo>
                    <a:cubicBezTo>
                      <a:pt x="681" y="1"/>
                      <a:pt x="0" y="675"/>
                      <a:pt x="0" y="1515"/>
                    </a:cubicBezTo>
                    <a:cubicBezTo>
                      <a:pt x="0" y="2348"/>
                      <a:pt x="681" y="3022"/>
                      <a:pt x="1514" y="3022"/>
                    </a:cubicBezTo>
                    <a:cubicBezTo>
                      <a:pt x="2353" y="3022"/>
                      <a:pt x="3027" y="2348"/>
                      <a:pt x="3027" y="1515"/>
                    </a:cubicBezTo>
                    <a:cubicBezTo>
                      <a:pt x="3027" y="675"/>
                      <a:pt x="2353" y="1"/>
                      <a:pt x="15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74" name="Google Shape;774;p53"/>
              <p:cNvSpPr/>
              <p:nvPr/>
            </p:nvSpPr>
            <p:spPr>
              <a:xfrm>
                <a:off x="4281522" y="2040481"/>
                <a:ext cx="65482" cy="62584"/>
              </a:xfrm>
              <a:custGeom>
                <a:avLst/>
                <a:gdLst/>
                <a:ahLst/>
                <a:cxnLst/>
                <a:rect l="l" t="t" r="r" b="b"/>
                <a:pathLst>
                  <a:path w="3141" h="3002" extrusionOk="0">
                    <a:moveTo>
                      <a:pt x="1569" y="0"/>
                    </a:moveTo>
                    <a:cubicBezTo>
                      <a:pt x="1046" y="0"/>
                      <a:pt x="553" y="277"/>
                      <a:pt x="285" y="728"/>
                    </a:cubicBezTo>
                    <a:cubicBezTo>
                      <a:pt x="7" y="1184"/>
                      <a:pt x="1" y="1772"/>
                      <a:pt x="258" y="2235"/>
                    </a:cubicBezTo>
                    <a:cubicBezTo>
                      <a:pt x="516" y="2697"/>
                      <a:pt x="1012" y="2988"/>
                      <a:pt x="1534" y="3001"/>
                    </a:cubicBezTo>
                    <a:lnTo>
                      <a:pt x="1567" y="3001"/>
                    </a:lnTo>
                    <a:cubicBezTo>
                      <a:pt x="2096" y="3001"/>
                      <a:pt x="2592" y="2717"/>
                      <a:pt x="2863" y="2261"/>
                    </a:cubicBezTo>
                    <a:cubicBezTo>
                      <a:pt x="3134" y="1805"/>
                      <a:pt x="3140" y="1217"/>
                      <a:pt x="2869" y="754"/>
                    </a:cubicBezTo>
                    <a:cubicBezTo>
                      <a:pt x="2605" y="298"/>
                      <a:pt x="2109"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75" name="Google Shape;775;p53"/>
              <p:cNvSpPr/>
              <p:nvPr/>
            </p:nvSpPr>
            <p:spPr>
              <a:xfrm>
                <a:off x="4072473" y="2095891"/>
                <a:ext cx="300579" cy="242415"/>
              </a:xfrm>
              <a:custGeom>
                <a:avLst/>
                <a:gdLst/>
                <a:ahLst/>
                <a:cxnLst/>
                <a:rect l="l" t="t" r="r" b="b"/>
                <a:pathLst>
                  <a:path w="14418" h="11628" extrusionOk="0">
                    <a:moveTo>
                      <a:pt x="2887" y="1"/>
                    </a:moveTo>
                    <a:cubicBezTo>
                      <a:pt x="2695" y="1"/>
                      <a:pt x="2506" y="20"/>
                      <a:pt x="2334" y="53"/>
                    </a:cubicBezTo>
                    <a:cubicBezTo>
                      <a:pt x="2308" y="59"/>
                      <a:pt x="2281" y="66"/>
                      <a:pt x="2248" y="72"/>
                    </a:cubicBezTo>
                    <a:cubicBezTo>
                      <a:pt x="2182" y="92"/>
                      <a:pt x="2103" y="119"/>
                      <a:pt x="2010" y="158"/>
                    </a:cubicBezTo>
                    <a:cubicBezTo>
                      <a:pt x="1832" y="231"/>
                      <a:pt x="1587" y="363"/>
                      <a:pt x="1343" y="562"/>
                    </a:cubicBezTo>
                    <a:cubicBezTo>
                      <a:pt x="1224" y="661"/>
                      <a:pt x="1098" y="780"/>
                      <a:pt x="986" y="912"/>
                    </a:cubicBezTo>
                    <a:cubicBezTo>
                      <a:pt x="867" y="1044"/>
                      <a:pt x="755" y="1190"/>
                      <a:pt x="662" y="1348"/>
                    </a:cubicBezTo>
                    <a:cubicBezTo>
                      <a:pt x="464" y="1665"/>
                      <a:pt x="312" y="2022"/>
                      <a:pt x="212" y="2386"/>
                    </a:cubicBezTo>
                    <a:cubicBezTo>
                      <a:pt x="107" y="2743"/>
                      <a:pt x="54" y="3107"/>
                      <a:pt x="27" y="3437"/>
                    </a:cubicBezTo>
                    <a:cubicBezTo>
                      <a:pt x="1" y="3774"/>
                      <a:pt x="1" y="4085"/>
                      <a:pt x="8" y="4343"/>
                    </a:cubicBezTo>
                    <a:cubicBezTo>
                      <a:pt x="21" y="4607"/>
                      <a:pt x="41" y="4819"/>
                      <a:pt x="54" y="4971"/>
                    </a:cubicBezTo>
                    <a:cubicBezTo>
                      <a:pt x="67" y="5123"/>
                      <a:pt x="80" y="5209"/>
                      <a:pt x="80" y="5209"/>
                    </a:cubicBezTo>
                    <a:cubicBezTo>
                      <a:pt x="112" y="5432"/>
                      <a:pt x="298" y="5599"/>
                      <a:pt x="518" y="5599"/>
                    </a:cubicBezTo>
                    <a:cubicBezTo>
                      <a:pt x="526" y="5599"/>
                      <a:pt x="535" y="5599"/>
                      <a:pt x="543" y="5599"/>
                    </a:cubicBezTo>
                    <a:cubicBezTo>
                      <a:pt x="794" y="5592"/>
                      <a:pt x="986" y="5380"/>
                      <a:pt x="973" y="5129"/>
                    </a:cubicBezTo>
                    <a:cubicBezTo>
                      <a:pt x="973" y="5129"/>
                      <a:pt x="973" y="5050"/>
                      <a:pt x="966" y="4918"/>
                    </a:cubicBezTo>
                    <a:cubicBezTo>
                      <a:pt x="966" y="4779"/>
                      <a:pt x="966" y="4581"/>
                      <a:pt x="979" y="4349"/>
                    </a:cubicBezTo>
                    <a:cubicBezTo>
                      <a:pt x="986" y="4111"/>
                      <a:pt x="1012" y="3847"/>
                      <a:pt x="1059" y="3563"/>
                    </a:cubicBezTo>
                    <a:cubicBezTo>
                      <a:pt x="1105" y="3285"/>
                      <a:pt x="1178" y="2994"/>
                      <a:pt x="1277" y="2730"/>
                    </a:cubicBezTo>
                    <a:cubicBezTo>
                      <a:pt x="1336" y="2578"/>
                      <a:pt x="1402" y="2432"/>
                      <a:pt x="1475" y="2300"/>
                    </a:cubicBezTo>
                    <a:lnTo>
                      <a:pt x="1475" y="2300"/>
                    </a:lnTo>
                    <a:lnTo>
                      <a:pt x="1145" y="5030"/>
                    </a:lnTo>
                    <a:cubicBezTo>
                      <a:pt x="1131" y="5162"/>
                      <a:pt x="1125" y="5314"/>
                      <a:pt x="1145" y="5453"/>
                    </a:cubicBezTo>
                    <a:cubicBezTo>
                      <a:pt x="1178" y="5737"/>
                      <a:pt x="1283" y="5995"/>
                      <a:pt x="1429" y="6220"/>
                    </a:cubicBezTo>
                    <a:lnTo>
                      <a:pt x="1667" y="11131"/>
                    </a:lnTo>
                    <a:cubicBezTo>
                      <a:pt x="1680" y="11396"/>
                      <a:pt x="1891" y="11614"/>
                      <a:pt x="2162" y="11627"/>
                    </a:cubicBezTo>
                    <a:cubicBezTo>
                      <a:pt x="2171" y="11627"/>
                      <a:pt x="2179" y="11627"/>
                      <a:pt x="2187" y="11627"/>
                    </a:cubicBezTo>
                    <a:cubicBezTo>
                      <a:pt x="2467" y="11627"/>
                      <a:pt x="2698" y="11407"/>
                      <a:pt x="2711" y="11131"/>
                    </a:cubicBezTo>
                    <a:lnTo>
                      <a:pt x="2876" y="7416"/>
                    </a:lnTo>
                    <a:lnTo>
                      <a:pt x="3048" y="11131"/>
                    </a:lnTo>
                    <a:cubicBezTo>
                      <a:pt x="3061" y="11396"/>
                      <a:pt x="3280" y="11614"/>
                      <a:pt x="3551" y="11627"/>
                    </a:cubicBezTo>
                    <a:cubicBezTo>
                      <a:pt x="3559" y="11627"/>
                      <a:pt x="3567" y="11627"/>
                      <a:pt x="3575" y="11627"/>
                    </a:cubicBezTo>
                    <a:cubicBezTo>
                      <a:pt x="3855" y="11627"/>
                      <a:pt x="4086" y="11407"/>
                      <a:pt x="4099" y="11131"/>
                    </a:cubicBezTo>
                    <a:lnTo>
                      <a:pt x="4324" y="6200"/>
                    </a:lnTo>
                    <a:cubicBezTo>
                      <a:pt x="4542" y="5870"/>
                      <a:pt x="4648" y="5460"/>
                      <a:pt x="4595" y="5030"/>
                    </a:cubicBezTo>
                    <a:lnTo>
                      <a:pt x="4271" y="2333"/>
                    </a:lnTo>
                    <a:lnTo>
                      <a:pt x="4271" y="2333"/>
                    </a:lnTo>
                    <a:cubicBezTo>
                      <a:pt x="4337" y="2452"/>
                      <a:pt x="4397" y="2584"/>
                      <a:pt x="4450" y="2730"/>
                    </a:cubicBezTo>
                    <a:cubicBezTo>
                      <a:pt x="4555" y="2994"/>
                      <a:pt x="4621" y="3285"/>
                      <a:pt x="4668" y="3563"/>
                    </a:cubicBezTo>
                    <a:cubicBezTo>
                      <a:pt x="4714" y="3847"/>
                      <a:pt x="4740" y="4111"/>
                      <a:pt x="4754" y="4349"/>
                    </a:cubicBezTo>
                    <a:cubicBezTo>
                      <a:pt x="4760" y="4581"/>
                      <a:pt x="4760" y="4779"/>
                      <a:pt x="4760" y="4918"/>
                    </a:cubicBezTo>
                    <a:cubicBezTo>
                      <a:pt x="4754" y="5050"/>
                      <a:pt x="4754" y="5129"/>
                      <a:pt x="4754" y="5129"/>
                    </a:cubicBezTo>
                    <a:cubicBezTo>
                      <a:pt x="4747" y="5341"/>
                      <a:pt x="4886" y="5532"/>
                      <a:pt x="5091" y="5585"/>
                    </a:cubicBezTo>
                    <a:cubicBezTo>
                      <a:pt x="5256" y="5770"/>
                      <a:pt x="5441" y="5922"/>
                      <a:pt x="5666" y="6028"/>
                    </a:cubicBezTo>
                    <a:cubicBezTo>
                      <a:pt x="5845" y="6115"/>
                      <a:pt x="6045" y="6156"/>
                      <a:pt x="6243" y="6156"/>
                    </a:cubicBezTo>
                    <a:cubicBezTo>
                      <a:pt x="6271" y="6156"/>
                      <a:pt x="6299" y="6155"/>
                      <a:pt x="6327" y="6154"/>
                    </a:cubicBezTo>
                    <a:lnTo>
                      <a:pt x="6327" y="6887"/>
                    </a:lnTo>
                    <a:lnTo>
                      <a:pt x="6333" y="7006"/>
                    </a:lnTo>
                    <a:lnTo>
                      <a:pt x="5838" y="9241"/>
                    </a:lnTo>
                    <a:cubicBezTo>
                      <a:pt x="5824" y="9294"/>
                      <a:pt x="5838" y="9346"/>
                      <a:pt x="5871" y="9386"/>
                    </a:cubicBezTo>
                    <a:cubicBezTo>
                      <a:pt x="5904" y="9432"/>
                      <a:pt x="5957" y="9452"/>
                      <a:pt x="6010" y="9452"/>
                    </a:cubicBezTo>
                    <a:lnTo>
                      <a:pt x="6380" y="9452"/>
                    </a:lnTo>
                    <a:lnTo>
                      <a:pt x="6466" y="11336"/>
                    </a:lnTo>
                    <a:cubicBezTo>
                      <a:pt x="6472" y="11501"/>
                      <a:pt x="6611" y="11627"/>
                      <a:pt x="6770" y="11627"/>
                    </a:cubicBezTo>
                    <a:cubicBezTo>
                      <a:pt x="6928" y="11627"/>
                      <a:pt x="7067" y="11501"/>
                      <a:pt x="7074" y="11343"/>
                    </a:cubicBezTo>
                    <a:lnTo>
                      <a:pt x="7180" y="9452"/>
                    </a:lnTo>
                    <a:lnTo>
                      <a:pt x="7219" y="9452"/>
                    </a:lnTo>
                    <a:lnTo>
                      <a:pt x="7305" y="11336"/>
                    </a:lnTo>
                    <a:cubicBezTo>
                      <a:pt x="7312" y="11501"/>
                      <a:pt x="7444" y="11627"/>
                      <a:pt x="7609" y="11627"/>
                    </a:cubicBezTo>
                    <a:cubicBezTo>
                      <a:pt x="7768" y="11627"/>
                      <a:pt x="7900" y="11501"/>
                      <a:pt x="7907" y="11343"/>
                    </a:cubicBezTo>
                    <a:lnTo>
                      <a:pt x="8012" y="9452"/>
                    </a:lnTo>
                    <a:lnTo>
                      <a:pt x="8383" y="9452"/>
                    </a:lnTo>
                    <a:cubicBezTo>
                      <a:pt x="8436" y="9452"/>
                      <a:pt x="8482" y="9432"/>
                      <a:pt x="8515" y="9386"/>
                    </a:cubicBezTo>
                    <a:cubicBezTo>
                      <a:pt x="8548" y="9346"/>
                      <a:pt x="8561" y="9294"/>
                      <a:pt x="8554" y="9241"/>
                    </a:cubicBezTo>
                    <a:lnTo>
                      <a:pt x="8072" y="7046"/>
                    </a:lnTo>
                    <a:lnTo>
                      <a:pt x="8079" y="6914"/>
                    </a:lnTo>
                    <a:lnTo>
                      <a:pt x="8079" y="6154"/>
                    </a:lnTo>
                    <a:cubicBezTo>
                      <a:pt x="8106" y="6155"/>
                      <a:pt x="8133" y="6156"/>
                      <a:pt x="8161" y="6156"/>
                    </a:cubicBezTo>
                    <a:cubicBezTo>
                      <a:pt x="8354" y="6156"/>
                      <a:pt x="8554" y="6116"/>
                      <a:pt x="8733" y="6035"/>
                    </a:cubicBezTo>
                    <a:cubicBezTo>
                      <a:pt x="8898" y="5962"/>
                      <a:pt x="9037" y="5856"/>
                      <a:pt x="9163" y="5737"/>
                    </a:cubicBezTo>
                    <a:cubicBezTo>
                      <a:pt x="9167" y="5737"/>
                      <a:pt x="9171" y="5737"/>
                      <a:pt x="9175" y="5737"/>
                    </a:cubicBezTo>
                    <a:cubicBezTo>
                      <a:pt x="9401" y="5737"/>
                      <a:pt x="9599" y="5555"/>
                      <a:pt x="9619" y="5327"/>
                    </a:cubicBezTo>
                    <a:cubicBezTo>
                      <a:pt x="9625" y="5222"/>
                      <a:pt x="9632" y="5109"/>
                      <a:pt x="9645" y="4997"/>
                    </a:cubicBezTo>
                    <a:cubicBezTo>
                      <a:pt x="9665" y="4825"/>
                      <a:pt x="9685" y="4653"/>
                      <a:pt x="9711" y="4481"/>
                    </a:cubicBezTo>
                    <a:cubicBezTo>
                      <a:pt x="9771" y="4118"/>
                      <a:pt x="9870" y="3761"/>
                      <a:pt x="9996" y="3417"/>
                    </a:cubicBezTo>
                    <a:cubicBezTo>
                      <a:pt x="10029" y="3331"/>
                      <a:pt x="10062" y="3245"/>
                      <a:pt x="10101" y="3166"/>
                    </a:cubicBezTo>
                    <a:lnTo>
                      <a:pt x="10114" y="4224"/>
                    </a:lnTo>
                    <a:lnTo>
                      <a:pt x="9262" y="8064"/>
                    </a:lnTo>
                    <a:cubicBezTo>
                      <a:pt x="9249" y="8157"/>
                      <a:pt x="9268" y="8243"/>
                      <a:pt x="9328" y="8315"/>
                    </a:cubicBezTo>
                    <a:cubicBezTo>
                      <a:pt x="9381" y="8388"/>
                      <a:pt x="9467" y="8428"/>
                      <a:pt x="9559" y="8428"/>
                    </a:cubicBezTo>
                    <a:lnTo>
                      <a:pt x="10233" y="8428"/>
                    </a:lnTo>
                    <a:lnTo>
                      <a:pt x="10366" y="11131"/>
                    </a:lnTo>
                    <a:cubicBezTo>
                      <a:pt x="10379" y="11409"/>
                      <a:pt x="10610" y="11627"/>
                      <a:pt x="10881" y="11627"/>
                    </a:cubicBezTo>
                    <a:cubicBezTo>
                      <a:pt x="11152" y="11627"/>
                      <a:pt x="11384" y="11415"/>
                      <a:pt x="11403" y="11144"/>
                    </a:cubicBezTo>
                    <a:cubicBezTo>
                      <a:pt x="11403" y="11138"/>
                      <a:pt x="11403" y="11138"/>
                      <a:pt x="11403" y="11138"/>
                    </a:cubicBezTo>
                    <a:lnTo>
                      <a:pt x="11542" y="8428"/>
                    </a:lnTo>
                    <a:lnTo>
                      <a:pt x="11668" y="8428"/>
                    </a:lnTo>
                    <a:lnTo>
                      <a:pt x="11800" y="11131"/>
                    </a:lnTo>
                    <a:cubicBezTo>
                      <a:pt x="11813" y="11409"/>
                      <a:pt x="12045" y="11627"/>
                      <a:pt x="12316" y="11627"/>
                    </a:cubicBezTo>
                    <a:cubicBezTo>
                      <a:pt x="12587" y="11627"/>
                      <a:pt x="12818" y="11415"/>
                      <a:pt x="12838" y="11144"/>
                    </a:cubicBezTo>
                    <a:cubicBezTo>
                      <a:pt x="12838" y="11138"/>
                      <a:pt x="12838" y="11138"/>
                      <a:pt x="12838" y="11138"/>
                    </a:cubicBezTo>
                    <a:lnTo>
                      <a:pt x="12977" y="8428"/>
                    </a:lnTo>
                    <a:lnTo>
                      <a:pt x="13631" y="8428"/>
                    </a:lnTo>
                    <a:cubicBezTo>
                      <a:pt x="13717" y="8428"/>
                      <a:pt x="13803" y="8388"/>
                      <a:pt x="13862" y="8315"/>
                    </a:cubicBezTo>
                    <a:cubicBezTo>
                      <a:pt x="13922" y="8249"/>
                      <a:pt x="13942" y="8157"/>
                      <a:pt x="13922" y="8064"/>
                    </a:cubicBezTo>
                    <a:lnTo>
                      <a:pt x="13082" y="4204"/>
                    </a:lnTo>
                    <a:lnTo>
                      <a:pt x="13096" y="3159"/>
                    </a:lnTo>
                    <a:cubicBezTo>
                      <a:pt x="13241" y="3510"/>
                      <a:pt x="13334" y="3933"/>
                      <a:pt x="13406" y="4303"/>
                    </a:cubicBezTo>
                    <a:cubicBezTo>
                      <a:pt x="13466" y="4620"/>
                      <a:pt x="13499" y="4944"/>
                      <a:pt x="13525" y="5261"/>
                    </a:cubicBezTo>
                    <a:cubicBezTo>
                      <a:pt x="13525" y="5268"/>
                      <a:pt x="13525" y="5281"/>
                      <a:pt x="13525" y="5288"/>
                    </a:cubicBezTo>
                    <a:cubicBezTo>
                      <a:pt x="13544" y="5511"/>
                      <a:pt x="13743" y="5692"/>
                      <a:pt x="13965" y="5692"/>
                    </a:cubicBezTo>
                    <a:cubicBezTo>
                      <a:pt x="13972" y="5692"/>
                      <a:pt x="13980" y="5691"/>
                      <a:pt x="13988" y="5691"/>
                    </a:cubicBezTo>
                    <a:cubicBezTo>
                      <a:pt x="14226" y="5684"/>
                      <a:pt x="14411" y="5486"/>
                      <a:pt x="14418" y="5255"/>
                    </a:cubicBezTo>
                    <a:cubicBezTo>
                      <a:pt x="14418" y="5103"/>
                      <a:pt x="14418" y="4951"/>
                      <a:pt x="14418" y="4805"/>
                    </a:cubicBezTo>
                    <a:lnTo>
                      <a:pt x="14418" y="4792"/>
                    </a:lnTo>
                    <a:cubicBezTo>
                      <a:pt x="14418" y="4784"/>
                      <a:pt x="14418" y="4777"/>
                      <a:pt x="14418" y="4772"/>
                    </a:cubicBezTo>
                    <a:cubicBezTo>
                      <a:pt x="14404" y="4422"/>
                      <a:pt x="14385" y="4072"/>
                      <a:pt x="14325" y="3721"/>
                    </a:cubicBezTo>
                    <a:cubicBezTo>
                      <a:pt x="14272" y="3344"/>
                      <a:pt x="14180" y="2981"/>
                      <a:pt x="14048" y="2624"/>
                    </a:cubicBezTo>
                    <a:cubicBezTo>
                      <a:pt x="13803" y="1943"/>
                      <a:pt x="13387" y="1295"/>
                      <a:pt x="12792" y="879"/>
                    </a:cubicBezTo>
                    <a:cubicBezTo>
                      <a:pt x="12666" y="793"/>
                      <a:pt x="12534" y="720"/>
                      <a:pt x="12402" y="648"/>
                    </a:cubicBezTo>
                    <a:cubicBezTo>
                      <a:pt x="12146" y="508"/>
                      <a:pt x="11873" y="438"/>
                      <a:pt x="11599" y="438"/>
                    </a:cubicBezTo>
                    <a:cubicBezTo>
                      <a:pt x="11329" y="438"/>
                      <a:pt x="11058" y="506"/>
                      <a:pt x="10802" y="641"/>
                    </a:cubicBezTo>
                    <a:cubicBezTo>
                      <a:pt x="10174" y="978"/>
                      <a:pt x="9665" y="1513"/>
                      <a:pt x="9334" y="2135"/>
                    </a:cubicBezTo>
                    <a:cubicBezTo>
                      <a:pt x="9163" y="2465"/>
                      <a:pt x="9037" y="2822"/>
                      <a:pt x="8938" y="3186"/>
                    </a:cubicBezTo>
                    <a:cubicBezTo>
                      <a:pt x="8845" y="3549"/>
                      <a:pt x="8792" y="3920"/>
                      <a:pt x="8753" y="4290"/>
                    </a:cubicBezTo>
                    <a:cubicBezTo>
                      <a:pt x="8720" y="4627"/>
                      <a:pt x="8726" y="4964"/>
                      <a:pt x="8726" y="5301"/>
                    </a:cubicBezTo>
                    <a:cubicBezTo>
                      <a:pt x="8726" y="5321"/>
                      <a:pt x="8726" y="5347"/>
                      <a:pt x="8733" y="5367"/>
                    </a:cubicBezTo>
                    <a:cubicBezTo>
                      <a:pt x="8634" y="5427"/>
                      <a:pt x="8521" y="5473"/>
                      <a:pt x="8402" y="5486"/>
                    </a:cubicBezTo>
                    <a:cubicBezTo>
                      <a:pt x="8364" y="5492"/>
                      <a:pt x="8325" y="5495"/>
                      <a:pt x="8286" y="5495"/>
                    </a:cubicBezTo>
                    <a:cubicBezTo>
                      <a:pt x="8111" y="5495"/>
                      <a:pt x="7938" y="5436"/>
                      <a:pt x="7814" y="5327"/>
                    </a:cubicBezTo>
                    <a:cubicBezTo>
                      <a:pt x="7633" y="5169"/>
                      <a:pt x="7427" y="5094"/>
                      <a:pt x="7219" y="5094"/>
                    </a:cubicBezTo>
                    <a:cubicBezTo>
                      <a:pt x="7002" y="5094"/>
                      <a:pt x="6784" y="5176"/>
                      <a:pt x="6591" y="5327"/>
                    </a:cubicBezTo>
                    <a:cubicBezTo>
                      <a:pt x="6460" y="5431"/>
                      <a:pt x="6288" y="5495"/>
                      <a:pt x="6117" y="5495"/>
                    </a:cubicBezTo>
                    <a:cubicBezTo>
                      <a:pt x="6081" y="5495"/>
                      <a:pt x="6045" y="5492"/>
                      <a:pt x="6010" y="5486"/>
                    </a:cubicBezTo>
                    <a:cubicBezTo>
                      <a:pt x="5858" y="5466"/>
                      <a:pt x="5732" y="5413"/>
                      <a:pt x="5613" y="5334"/>
                    </a:cubicBezTo>
                    <a:cubicBezTo>
                      <a:pt x="5633" y="5294"/>
                      <a:pt x="5639" y="5255"/>
                      <a:pt x="5646" y="5209"/>
                    </a:cubicBezTo>
                    <a:cubicBezTo>
                      <a:pt x="5646" y="5209"/>
                      <a:pt x="5659" y="5123"/>
                      <a:pt x="5672" y="4971"/>
                    </a:cubicBezTo>
                    <a:cubicBezTo>
                      <a:pt x="5692" y="4819"/>
                      <a:pt x="5706" y="4607"/>
                      <a:pt x="5719" y="4343"/>
                    </a:cubicBezTo>
                    <a:cubicBezTo>
                      <a:pt x="5725" y="4085"/>
                      <a:pt x="5725" y="3774"/>
                      <a:pt x="5699" y="3437"/>
                    </a:cubicBezTo>
                    <a:cubicBezTo>
                      <a:pt x="5672" y="3107"/>
                      <a:pt x="5620" y="2743"/>
                      <a:pt x="5514" y="2386"/>
                    </a:cubicBezTo>
                    <a:cubicBezTo>
                      <a:pt x="5415" y="2022"/>
                      <a:pt x="5263" y="1665"/>
                      <a:pt x="5071" y="1348"/>
                    </a:cubicBezTo>
                    <a:cubicBezTo>
                      <a:pt x="4972" y="1190"/>
                      <a:pt x="4859" y="1044"/>
                      <a:pt x="4747" y="912"/>
                    </a:cubicBezTo>
                    <a:cubicBezTo>
                      <a:pt x="4628" y="780"/>
                      <a:pt x="4502" y="661"/>
                      <a:pt x="4383" y="562"/>
                    </a:cubicBezTo>
                    <a:cubicBezTo>
                      <a:pt x="4139" y="363"/>
                      <a:pt x="3901" y="231"/>
                      <a:pt x="3716" y="158"/>
                    </a:cubicBezTo>
                    <a:cubicBezTo>
                      <a:pt x="3623" y="119"/>
                      <a:pt x="3544" y="92"/>
                      <a:pt x="3478" y="72"/>
                    </a:cubicBezTo>
                    <a:cubicBezTo>
                      <a:pt x="3289" y="22"/>
                      <a:pt x="3087" y="1"/>
                      <a:pt x="28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76" name="Google Shape;776;p53"/>
              <p:cNvSpPr/>
              <p:nvPr/>
            </p:nvSpPr>
            <p:spPr>
              <a:xfrm>
                <a:off x="4203389" y="2163454"/>
                <a:ext cx="38464" cy="36608"/>
              </a:xfrm>
              <a:custGeom>
                <a:avLst/>
                <a:gdLst/>
                <a:ahLst/>
                <a:cxnLst/>
                <a:rect l="l" t="t" r="r" b="b"/>
                <a:pathLst>
                  <a:path w="1845" h="1756" extrusionOk="0">
                    <a:moveTo>
                      <a:pt x="916" y="0"/>
                    </a:moveTo>
                    <a:cubicBezTo>
                      <a:pt x="680" y="0"/>
                      <a:pt x="451" y="98"/>
                      <a:pt x="291" y="269"/>
                    </a:cubicBezTo>
                    <a:cubicBezTo>
                      <a:pt x="87" y="487"/>
                      <a:pt x="1" y="791"/>
                      <a:pt x="73" y="1082"/>
                    </a:cubicBezTo>
                    <a:cubicBezTo>
                      <a:pt x="139" y="1359"/>
                      <a:pt x="344" y="1597"/>
                      <a:pt x="615" y="1697"/>
                    </a:cubicBezTo>
                    <a:cubicBezTo>
                      <a:pt x="714" y="1736"/>
                      <a:pt x="820" y="1756"/>
                      <a:pt x="926" y="1756"/>
                    </a:cubicBezTo>
                    <a:cubicBezTo>
                      <a:pt x="1217" y="1756"/>
                      <a:pt x="1494" y="1604"/>
                      <a:pt x="1653" y="1359"/>
                    </a:cubicBezTo>
                    <a:cubicBezTo>
                      <a:pt x="1818" y="1115"/>
                      <a:pt x="1845" y="798"/>
                      <a:pt x="1726" y="527"/>
                    </a:cubicBezTo>
                    <a:cubicBezTo>
                      <a:pt x="1613" y="262"/>
                      <a:pt x="1369" y="64"/>
                      <a:pt x="1085" y="18"/>
                    </a:cubicBezTo>
                    <a:cubicBezTo>
                      <a:pt x="1029" y="6"/>
                      <a:pt x="972" y="0"/>
                      <a:pt x="9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777" name="Google Shape;777;p53"/>
          <p:cNvSpPr txBox="1">
            <a:spLocks noGrp="1"/>
          </p:cNvSpPr>
          <p:nvPr>
            <p:ph type="title"/>
          </p:nvPr>
        </p:nvSpPr>
        <p:spPr>
          <a:xfrm>
            <a:off x="359900" y="1571775"/>
            <a:ext cx="4579200" cy="131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150,000</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781"/>
        <p:cNvGrpSpPr/>
        <p:nvPr/>
      </p:nvGrpSpPr>
      <p:grpSpPr>
        <a:xfrm>
          <a:off x="0" y="0"/>
          <a:ext cx="0" cy="0"/>
          <a:chOff x="0" y="0"/>
          <a:chExt cx="0" cy="0"/>
        </a:xfrm>
      </p:grpSpPr>
      <p:pic>
        <p:nvPicPr>
          <p:cNvPr id="782" name="Google Shape;782;p54"/>
          <p:cNvPicPr preferRelativeResize="0"/>
          <p:nvPr/>
        </p:nvPicPr>
        <p:blipFill rotWithShape="1">
          <a:blip r:embed="rId3">
            <a:alphaModFix/>
          </a:blip>
          <a:srcRect t="13224"/>
          <a:stretch/>
        </p:blipFill>
        <p:spPr>
          <a:xfrm>
            <a:off x="0" y="0"/>
            <a:ext cx="3953676" cy="5143500"/>
          </a:xfrm>
          <a:prstGeom prst="rect">
            <a:avLst/>
          </a:prstGeom>
          <a:noFill/>
          <a:ln>
            <a:noFill/>
          </a:ln>
        </p:spPr>
      </p:pic>
      <p:sp>
        <p:nvSpPr>
          <p:cNvPr id="783" name="Google Shape;783;p54"/>
          <p:cNvSpPr/>
          <p:nvPr/>
        </p:nvSpPr>
        <p:spPr>
          <a:xfrm>
            <a:off x="3772475" y="-188300"/>
            <a:ext cx="5629500" cy="5434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54"/>
          <p:cNvSpPr/>
          <p:nvPr/>
        </p:nvSpPr>
        <p:spPr>
          <a:xfrm>
            <a:off x="3846825" y="-188300"/>
            <a:ext cx="5480700" cy="54345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54"/>
          <p:cNvSpPr txBox="1">
            <a:spLocks noGrp="1"/>
          </p:cNvSpPr>
          <p:nvPr>
            <p:ph type="title"/>
          </p:nvPr>
        </p:nvSpPr>
        <p:spPr>
          <a:xfrm>
            <a:off x="4340700" y="747100"/>
            <a:ext cx="4188000" cy="64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9h 55m 23s</a:t>
            </a:r>
            <a:endParaRPr/>
          </a:p>
        </p:txBody>
      </p:sp>
      <p:sp>
        <p:nvSpPr>
          <p:cNvPr id="786" name="Google Shape;786;p54"/>
          <p:cNvSpPr txBox="1">
            <a:spLocks noGrp="1"/>
          </p:cNvSpPr>
          <p:nvPr>
            <p:ph type="subTitle" idx="1"/>
          </p:nvPr>
        </p:nvSpPr>
        <p:spPr>
          <a:xfrm>
            <a:off x="4340700" y="1392601"/>
            <a:ext cx="4188000" cy="40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Jupiter's rotation period</a:t>
            </a:r>
            <a:endParaRPr/>
          </a:p>
        </p:txBody>
      </p:sp>
      <p:sp>
        <p:nvSpPr>
          <p:cNvPr id="787" name="Google Shape;787;p54"/>
          <p:cNvSpPr txBox="1">
            <a:spLocks noGrp="1"/>
          </p:cNvSpPr>
          <p:nvPr>
            <p:ph type="title" idx="2"/>
          </p:nvPr>
        </p:nvSpPr>
        <p:spPr>
          <a:xfrm>
            <a:off x="4340700" y="2058388"/>
            <a:ext cx="4188000" cy="64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a:t>
            </a:r>
            <a:endParaRPr/>
          </a:p>
        </p:txBody>
      </p:sp>
      <p:sp>
        <p:nvSpPr>
          <p:cNvPr id="788" name="Google Shape;788;p54"/>
          <p:cNvSpPr txBox="1">
            <a:spLocks noGrp="1"/>
          </p:cNvSpPr>
          <p:nvPr>
            <p:ph type="subTitle" idx="3"/>
          </p:nvPr>
        </p:nvSpPr>
        <p:spPr>
          <a:xfrm>
            <a:off x="4340700" y="2703075"/>
            <a:ext cx="4188000" cy="40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Sun’s mass compared to Earth’s</a:t>
            </a:r>
            <a:endParaRPr/>
          </a:p>
        </p:txBody>
      </p:sp>
      <p:sp>
        <p:nvSpPr>
          <p:cNvPr id="789" name="Google Shape;789;p54"/>
          <p:cNvSpPr txBox="1">
            <a:spLocks noGrp="1"/>
          </p:cNvSpPr>
          <p:nvPr>
            <p:ph type="title" idx="4"/>
          </p:nvPr>
        </p:nvSpPr>
        <p:spPr>
          <a:xfrm>
            <a:off x="4340700" y="3369725"/>
            <a:ext cx="4188000" cy="64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
        <p:nvSpPr>
          <p:cNvPr id="790" name="Google Shape;790;p54"/>
          <p:cNvSpPr txBox="1">
            <a:spLocks noGrp="1"/>
          </p:cNvSpPr>
          <p:nvPr>
            <p:ph type="subTitle" idx="5"/>
          </p:nvPr>
        </p:nvSpPr>
        <p:spPr>
          <a:xfrm>
            <a:off x="4340700" y="3971075"/>
            <a:ext cx="4188000" cy="40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Distance between Earth and the Moon</a:t>
            </a:r>
            <a:endParaRPr/>
          </a:p>
        </p:txBody>
      </p:sp>
      <p:cxnSp>
        <p:nvCxnSpPr>
          <p:cNvPr id="791" name="Google Shape;791;p54"/>
          <p:cNvCxnSpPr/>
          <p:nvPr/>
        </p:nvCxnSpPr>
        <p:spPr>
          <a:xfrm>
            <a:off x="4969200" y="4009396"/>
            <a:ext cx="2931000" cy="0"/>
          </a:xfrm>
          <a:prstGeom prst="straightConnector1">
            <a:avLst/>
          </a:prstGeom>
          <a:noFill/>
          <a:ln w="9525" cap="flat" cmpd="sng">
            <a:solidFill>
              <a:schemeClr val="dk1"/>
            </a:solidFill>
            <a:prstDash val="solid"/>
            <a:round/>
            <a:headEnd type="none" w="med" len="med"/>
            <a:tailEnd type="none" w="med" len="med"/>
          </a:ln>
        </p:spPr>
      </p:cxnSp>
      <p:cxnSp>
        <p:nvCxnSpPr>
          <p:cNvPr id="792" name="Google Shape;792;p54"/>
          <p:cNvCxnSpPr/>
          <p:nvPr/>
        </p:nvCxnSpPr>
        <p:spPr>
          <a:xfrm>
            <a:off x="4969200" y="2700796"/>
            <a:ext cx="2931000" cy="0"/>
          </a:xfrm>
          <a:prstGeom prst="straightConnector1">
            <a:avLst/>
          </a:prstGeom>
          <a:noFill/>
          <a:ln w="9525" cap="flat" cmpd="sng">
            <a:solidFill>
              <a:schemeClr val="dk1"/>
            </a:solidFill>
            <a:prstDash val="solid"/>
            <a:round/>
            <a:headEnd type="none" w="med" len="med"/>
            <a:tailEnd type="none" w="med" len="med"/>
          </a:ln>
        </p:spPr>
      </p:cxnSp>
      <p:cxnSp>
        <p:nvCxnSpPr>
          <p:cNvPr id="793" name="Google Shape;793;p54"/>
          <p:cNvCxnSpPr/>
          <p:nvPr/>
        </p:nvCxnSpPr>
        <p:spPr>
          <a:xfrm>
            <a:off x="4969200" y="1388771"/>
            <a:ext cx="2931000" cy="0"/>
          </a:xfrm>
          <a:prstGeom prst="straightConnector1">
            <a:avLst/>
          </a:prstGeom>
          <a:noFill/>
          <a:ln w="9525" cap="flat" cmpd="sng">
            <a:solidFill>
              <a:schemeClr val="dk1"/>
            </a:solidFill>
            <a:prstDash val="solid"/>
            <a:round/>
            <a:headEnd type="none" w="med" len="med"/>
            <a:tailEnd type="none" w="med" len="med"/>
          </a:ln>
        </p:spPr>
      </p:cxnSp>
      <p:grpSp>
        <p:nvGrpSpPr>
          <p:cNvPr id="794" name="Google Shape;794;p54"/>
          <p:cNvGrpSpPr/>
          <p:nvPr/>
        </p:nvGrpSpPr>
        <p:grpSpPr>
          <a:xfrm>
            <a:off x="3449625" y="747088"/>
            <a:ext cx="777060" cy="642276"/>
            <a:chOff x="2575450" y="2301625"/>
            <a:chExt cx="777060" cy="642276"/>
          </a:xfrm>
        </p:grpSpPr>
        <p:sp>
          <p:nvSpPr>
            <p:cNvPr id="795" name="Google Shape;795;p54"/>
            <p:cNvSpPr/>
            <p:nvPr/>
          </p:nvSpPr>
          <p:spPr>
            <a:xfrm>
              <a:off x="2575450" y="2301625"/>
              <a:ext cx="777060" cy="642276"/>
            </a:xfrm>
            <a:prstGeom prst="cloud">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54"/>
            <p:cNvSpPr/>
            <p:nvPr/>
          </p:nvSpPr>
          <p:spPr>
            <a:xfrm>
              <a:off x="2624294" y="2341963"/>
              <a:ext cx="679428" cy="561600"/>
            </a:xfrm>
            <a:prstGeom prst="clou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7" name="Google Shape;797;p54"/>
            <p:cNvGrpSpPr/>
            <p:nvPr/>
          </p:nvGrpSpPr>
          <p:grpSpPr>
            <a:xfrm>
              <a:off x="2820046" y="2454805"/>
              <a:ext cx="273137" cy="293092"/>
              <a:chOff x="5960550" y="2519275"/>
              <a:chExt cx="332850" cy="357125"/>
            </a:xfrm>
          </p:grpSpPr>
          <p:sp>
            <p:nvSpPr>
              <p:cNvPr id="798" name="Google Shape;798;p54"/>
              <p:cNvSpPr/>
              <p:nvPr/>
            </p:nvSpPr>
            <p:spPr>
              <a:xfrm>
                <a:off x="6088300" y="2519275"/>
                <a:ext cx="78525" cy="75050"/>
              </a:xfrm>
              <a:custGeom>
                <a:avLst/>
                <a:gdLst/>
                <a:ahLst/>
                <a:cxnLst/>
                <a:rect l="l" t="t" r="r" b="b"/>
                <a:pathLst>
                  <a:path w="3141" h="3002" extrusionOk="0">
                    <a:moveTo>
                      <a:pt x="1569" y="0"/>
                    </a:moveTo>
                    <a:cubicBezTo>
                      <a:pt x="1047" y="0"/>
                      <a:pt x="553" y="283"/>
                      <a:pt x="285" y="727"/>
                    </a:cubicBezTo>
                    <a:cubicBezTo>
                      <a:pt x="7" y="1183"/>
                      <a:pt x="1" y="1772"/>
                      <a:pt x="265" y="2234"/>
                    </a:cubicBezTo>
                    <a:cubicBezTo>
                      <a:pt x="523" y="2697"/>
                      <a:pt x="1012" y="2995"/>
                      <a:pt x="1541" y="3001"/>
                    </a:cubicBezTo>
                    <a:lnTo>
                      <a:pt x="1574" y="3001"/>
                    </a:lnTo>
                    <a:cubicBezTo>
                      <a:pt x="2096" y="3001"/>
                      <a:pt x="2598" y="2717"/>
                      <a:pt x="2863" y="2268"/>
                    </a:cubicBezTo>
                    <a:cubicBezTo>
                      <a:pt x="3134" y="1805"/>
                      <a:pt x="3140" y="1217"/>
                      <a:pt x="2869" y="754"/>
                    </a:cubicBezTo>
                    <a:cubicBezTo>
                      <a:pt x="2612" y="298"/>
                      <a:pt x="2116"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99" name="Google Shape;799;p54"/>
              <p:cNvSpPr/>
              <p:nvPr/>
            </p:nvSpPr>
            <p:spPr>
              <a:xfrm>
                <a:off x="6223800" y="2648525"/>
                <a:ext cx="49125" cy="48075"/>
              </a:xfrm>
              <a:custGeom>
                <a:avLst/>
                <a:gdLst/>
                <a:ahLst/>
                <a:cxnLst/>
                <a:rect l="l" t="t" r="r" b="b"/>
                <a:pathLst>
                  <a:path w="1965" h="1923" extrusionOk="0">
                    <a:moveTo>
                      <a:pt x="991" y="1"/>
                    </a:moveTo>
                    <a:cubicBezTo>
                      <a:pt x="760" y="1"/>
                      <a:pt x="531" y="81"/>
                      <a:pt x="358" y="231"/>
                    </a:cubicBezTo>
                    <a:cubicBezTo>
                      <a:pt x="160" y="396"/>
                      <a:pt x="34" y="641"/>
                      <a:pt x="21" y="905"/>
                    </a:cubicBezTo>
                    <a:cubicBezTo>
                      <a:pt x="1" y="1169"/>
                      <a:pt x="100" y="1427"/>
                      <a:pt x="279" y="1619"/>
                    </a:cubicBezTo>
                    <a:cubicBezTo>
                      <a:pt x="457" y="1811"/>
                      <a:pt x="715" y="1923"/>
                      <a:pt x="979" y="1923"/>
                    </a:cubicBezTo>
                    <a:cubicBezTo>
                      <a:pt x="1435" y="1923"/>
                      <a:pt x="1839" y="1579"/>
                      <a:pt x="1918" y="1130"/>
                    </a:cubicBezTo>
                    <a:cubicBezTo>
                      <a:pt x="1964" y="872"/>
                      <a:pt x="1905" y="594"/>
                      <a:pt x="1739" y="383"/>
                    </a:cubicBezTo>
                    <a:cubicBezTo>
                      <a:pt x="1587" y="178"/>
                      <a:pt x="1349" y="39"/>
                      <a:pt x="1092" y="6"/>
                    </a:cubicBezTo>
                    <a:cubicBezTo>
                      <a:pt x="1058" y="3"/>
                      <a:pt x="1025" y="1"/>
                      <a:pt x="9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0" name="Google Shape;800;p54"/>
              <p:cNvSpPr/>
              <p:nvPr/>
            </p:nvSpPr>
            <p:spPr>
              <a:xfrm>
                <a:off x="5960550" y="2596675"/>
                <a:ext cx="332850" cy="279725"/>
              </a:xfrm>
              <a:custGeom>
                <a:avLst/>
                <a:gdLst/>
                <a:ahLst/>
                <a:cxnLst/>
                <a:rect l="l" t="t" r="r" b="b"/>
                <a:pathLst>
                  <a:path w="13314" h="11189" extrusionOk="0">
                    <a:moveTo>
                      <a:pt x="6685" y="0"/>
                    </a:moveTo>
                    <a:cubicBezTo>
                      <a:pt x="6414" y="0"/>
                      <a:pt x="6144" y="68"/>
                      <a:pt x="5891" y="203"/>
                    </a:cubicBezTo>
                    <a:cubicBezTo>
                      <a:pt x="5256" y="540"/>
                      <a:pt x="4747" y="1075"/>
                      <a:pt x="4423" y="1697"/>
                    </a:cubicBezTo>
                    <a:cubicBezTo>
                      <a:pt x="4245" y="2034"/>
                      <a:pt x="4119" y="2384"/>
                      <a:pt x="4027" y="2748"/>
                    </a:cubicBezTo>
                    <a:cubicBezTo>
                      <a:pt x="3927" y="3111"/>
                      <a:pt x="3874" y="3481"/>
                      <a:pt x="3841" y="3851"/>
                    </a:cubicBezTo>
                    <a:cubicBezTo>
                      <a:pt x="3808" y="4189"/>
                      <a:pt x="3808" y="4526"/>
                      <a:pt x="3808" y="4863"/>
                    </a:cubicBezTo>
                    <a:cubicBezTo>
                      <a:pt x="3808" y="4863"/>
                      <a:pt x="3802" y="4869"/>
                      <a:pt x="3802" y="4869"/>
                    </a:cubicBezTo>
                    <a:cubicBezTo>
                      <a:pt x="3802" y="4869"/>
                      <a:pt x="3694" y="4947"/>
                      <a:pt x="3573" y="4947"/>
                    </a:cubicBezTo>
                    <a:cubicBezTo>
                      <a:pt x="3557" y="4947"/>
                      <a:pt x="3540" y="4945"/>
                      <a:pt x="3524" y="4942"/>
                    </a:cubicBezTo>
                    <a:cubicBezTo>
                      <a:pt x="3465" y="4929"/>
                      <a:pt x="3412" y="4909"/>
                      <a:pt x="3359" y="4889"/>
                    </a:cubicBezTo>
                    <a:cubicBezTo>
                      <a:pt x="3247" y="4843"/>
                      <a:pt x="3141" y="4784"/>
                      <a:pt x="3035" y="4717"/>
                    </a:cubicBezTo>
                    <a:cubicBezTo>
                      <a:pt x="2837" y="4605"/>
                      <a:pt x="2652" y="4473"/>
                      <a:pt x="2473" y="4327"/>
                    </a:cubicBezTo>
                    <a:cubicBezTo>
                      <a:pt x="2262" y="4148"/>
                      <a:pt x="2029" y="4065"/>
                      <a:pt x="1796" y="4065"/>
                    </a:cubicBezTo>
                    <a:cubicBezTo>
                      <a:pt x="1643" y="4065"/>
                      <a:pt x="1490" y="4101"/>
                      <a:pt x="1343" y="4169"/>
                    </a:cubicBezTo>
                    <a:cubicBezTo>
                      <a:pt x="675" y="4486"/>
                      <a:pt x="272" y="5160"/>
                      <a:pt x="113" y="5848"/>
                    </a:cubicBezTo>
                    <a:cubicBezTo>
                      <a:pt x="21" y="6258"/>
                      <a:pt x="1" y="6674"/>
                      <a:pt x="1" y="7090"/>
                    </a:cubicBezTo>
                    <a:cubicBezTo>
                      <a:pt x="8" y="7236"/>
                      <a:pt x="127" y="7361"/>
                      <a:pt x="272" y="7375"/>
                    </a:cubicBezTo>
                    <a:cubicBezTo>
                      <a:pt x="276" y="7375"/>
                      <a:pt x="280" y="7375"/>
                      <a:pt x="284" y="7375"/>
                    </a:cubicBezTo>
                    <a:cubicBezTo>
                      <a:pt x="431" y="7375"/>
                      <a:pt x="563" y="7258"/>
                      <a:pt x="569" y="7110"/>
                    </a:cubicBezTo>
                    <a:cubicBezTo>
                      <a:pt x="602" y="6720"/>
                      <a:pt x="655" y="6324"/>
                      <a:pt x="794" y="5953"/>
                    </a:cubicBezTo>
                    <a:lnTo>
                      <a:pt x="807" y="6284"/>
                    </a:lnTo>
                    <a:lnTo>
                      <a:pt x="318" y="8479"/>
                    </a:lnTo>
                    <a:cubicBezTo>
                      <a:pt x="305" y="8531"/>
                      <a:pt x="318" y="8584"/>
                      <a:pt x="351" y="8624"/>
                    </a:cubicBezTo>
                    <a:cubicBezTo>
                      <a:pt x="384" y="8664"/>
                      <a:pt x="437" y="8683"/>
                      <a:pt x="483" y="8683"/>
                    </a:cubicBezTo>
                    <a:lnTo>
                      <a:pt x="887" y="8683"/>
                    </a:lnTo>
                    <a:lnTo>
                      <a:pt x="999" y="10852"/>
                    </a:lnTo>
                    <a:cubicBezTo>
                      <a:pt x="1006" y="11023"/>
                      <a:pt x="1158" y="11162"/>
                      <a:pt x="1330" y="11162"/>
                    </a:cubicBezTo>
                    <a:cubicBezTo>
                      <a:pt x="1501" y="11162"/>
                      <a:pt x="1653" y="11023"/>
                      <a:pt x="1660" y="10852"/>
                    </a:cubicBezTo>
                    <a:lnTo>
                      <a:pt x="1766" y="8683"/>
                    </a:lnTo>
                    <a:lnTo>
                      <a:pt x="1799" y="8683"/>
                    </a:lnTo>
                    <a:lnTo>
                      <a:pt x="1911" y="10852"/>
                    </a:lnTo>
                    <a:cubicBezTo>
                      <a:pt x="1924" y="11023"/>
                      <a:pt x="2070" y="11162"/>
                      <a:pt x="2242" y="11162"/>
                    </a:cubicBezTo>
                    <a:cubicBezTo>
                      <a:pt x="2420" y="11162"/>
                      <a:pt x="2566" y="11023"/>
                      <a:pt x="2579" y="10852"/>
                    </a:cubicBezTo>
                    <a:lnTo>
                      <a:pt x="2678" y="8683"/>
                    </a:lnTo>
                    <a:lnTo>
                      <a:pt x="3088" y="8683"/>
                    </a:lnTo>
                    <a:cubicBezTo>
                      <a:pt x="3134" y="8683"/>
                      <a:pt x="3187" y="8664"/>
                      <a:pt x="3220" y="8624"/>
                    </a:cubicBezTo>
                    <a:cubicBezTo>
                      <a:pt x="3253" y="8584"/>
                      <a:pt x="3266" y="8531"/>
                      <a:pt x="3253" y="8479"/>
                    </a:cubicBezTo>
                    <a:lnTo>
                      <a:pt x="2771" y="6284"/>
                    </a:lnTo>
                    <a:lnTo>
                      <a:pt x="2784" y="5405"/>
                    </a:lnTo>
                    <a:cubicBezTo>
                      <a:pt x="3018" y="5497"/>
                      <a:pt x="3275" y="5578"/>
                      <a:pt x="3528" y="5578"/>
                    </a:cubicBezTo>
                    <a:cubicBezTo>
                      <a:pt x="3546" y="5578"/>
                      <a:pt x="3565" y="5578"/>
                      <a:pt x="3584" y="5577"/>
                    </a:cubicBezTo>
                    <a:cubicBezTo>
                      <a:pt x="3722" y="5570"/>
                      <a:pt x="3855" y="5537"/>
                      <a:pt x="3967" y="5458"/>
                    </a:cubicBezTo>
                    <a:cubicBezTo>
                      <a:pt x="4040" y="5411"/>
                      <a:pt x="4093" y="5352"/>
                      <a:pt x="4145" y="5286"/>
                    </a:cubicBezTo>
                    <a:cubicBezTo>
                      <a:pt x="4172" y="5292"/>
                      <a:pt x="4205" y="5299"/>
                      <a:pt x="4238" y="5299"/>
                    </a:cubicBezTo>
                    <a:cubicBezTo>
                      <a:pt x="4246" y="5300"/>
                      <a:pt x="4254" y="5300"/>
                      <a:pt x="4261" y="5300"/>
                    </a:cubicBezTo>
                    <a:cubicBezTo>
                      <a:pt x="4483" y="5300"/>
                      <a:pt x="4682" y="5119"/>
                      <a:pt x="4701" y="4896"/>
                    </a:cubicBezTo>
                    <a:cubicBezTo>
                      <a:pt x="4707" y="4784"/>
                      <a:pt x="4714" y="4671"/>
                      <a:pt x="4727" y="4559"/>
                    </a:cubicBezTo>
                    <a:cubicBezTo>
                      <a:pt x="4747" y="4387"/>
                      <a:pt x="4773" y="4215"/>
                      <a:pt x="4800" y="4043"/>
                    </a:cubicBezTo>
                    <a:cubicBezTo>
                      <a:pt x="4853" y="3680"/>
                      <a:pt x="4952" y="3323"/>
                      <a:pt x="5078" y="2979"/>
                    </a:cubicBezTo>
                    <a:cubicBezTo>
                      <a:pt x="5111" y="2893"/>
                      <a:pt x="5144" y="2807"/>
                      <a:pt x="5183" y="2728"/>
                    </a:cubicBezTo>
                    <a:lnTo>
                      <a:pt x="5203" y="3785"/>
                    </a:lnTo>
                    <a:lnTo>
                      <a:pt x="4344" y="7632"/>
                    </a:lnTo>
                    <a:cubicBezTo>
                      <a:pt x="4331" y="7718"/>
                      <a:pt x="4350" y="7811"/>
                      <a:pt x="4410" y="7877"/>
                    </a:cubicBezTo>
                    <a:cubicBezTo>
                      <a:pt x="4469" y="7950"/>
                      <a:pt x="4549" y="7989"/>
                      <a:pt x="4641" y="7989"/>
                    </a:cubicBezTo>
                    <a:lnTo>
                      <a:pt x="5315" y="7989"/>
                    </a:lnTo>
                    <a:lnTo>
                      <a:pt x="5448" y="10700"/>
                    </a:lnTo>
                    <a:cubicBezTo>
                      <a:pt x="5461" y="10971"/>
                      <a:pt x="5692" y="11189"/>
                      <a:pt x="5970" y="11189"/>
                    </a:cubicBezTo>
                    <a:cubicBezTo>
                      <a:pt x="5974" y="11189"/>
                      <a:pt x="5978" y="11189"/>
                      <a:pt x="5982" y="11189"/>
                    </a:cubicBezTo>
                    <a:cubicBezTo>
                      <a:pt x="6241" y="11189"/>
                      <a:pt x="6472" y="10973"/>
                      <a:pt x="6485" y="10706"/>
                    </a:cubicBezTo>
                    <a:cubicBezTo>
                      <a:pt x="6485" y="10706"/>
                      <a:pt x="6485" y="10700"/>
                      <a:pt x="6485" y="10700"/>
                    </a:cubicBezTo>
                    <a:lnTo>
                      <a:pt x="6631" y="7989"/>
                    </a:lnTo>
                    <a:lnTo>
                      <a:pt x="6750" y="7989"/>
                    </a:lnTo>
                    <a:lnTo>
                      <a:pt x="6882" y="10700"/>
                    </a:lnTo>
                    <a:cubicBezTo>
                      <a:pt x="6895" y="10971"/>
                      <a:pt x="7127" y="11189"/>
                      <a:pt x="7398" y="11189"/>
                    </a:cubicBezTo>
                    <a:cubicBezTo>
                      <a:pt x="7402" y="11189"/>
                      <a:pt x="7406" y="11189"/>
                      <a:pt x="7410" y="11189"/>
                    </a:cubicBezTo>
                    <a:cubicBezTo>
                      <a:pt x="7675" y="11189"/>
                      <a:pt x="7900" y="10973"/>
                      <a:pt x="7920" y="10706"/>
                    </a:cubicBezTo>
                    <a:cubicBezTo>
                      <a:pt x="7920" y="10706"/>
                      <a:pt x="7920" y="10700"/>
                      <a:pt x="7920" y="10700"/>
                    </a:cubicBezTo>
                    <a:lnTo>
                      <a:pt x="8059" y="7989"/>
                    </a:lnTo>
                    <a:lnTo>
                      <a:pt x="8713" y="7989"/>
                    </a:lnTo>
                    <a:cubicBezTo>
                      <a:pt x="8806" y="7989"/>
                      <a:pt x="8892" y="7950"/>
                      <a:pt x="8944" y="7877"/>
                    </a:cubicBezTo>
                    <a:cubicBezTo>
                      <a:pt x="9004" y="7811"/>
                      <a:pt x="9024" y="7718"/>
                      <a:pt x="9011" y="7626"/>
                    </a:cubicBezTo>
                    <a:lnTo>
                      <a:pt x="8164" y="3766"/>
                    </a:lnTo>
                    <a:lnTo>
                      <a:pt x="8178" y="2728"/>
                    </a:lnTo>
                    <a:cubicBezTo>
                      <a:pt x="8323" y="3071"/>
                      <a:pt x="8422" y="3501"/>
                      <a:pt x="8488" y="3865"/>
                    </a:cubicBezTo>
                    <a:cubicBezTo>
                      <a:pt x="8548" y="4182"/>
                      <a:pt x="8581" y="4506"/>
                      <a:pt x="8607" y="4823"/>
                    </a:cubicBezTo>
                    <a:cubicBezTo>
                      <a:pt x="8607" y="4836"/>
                      <a:pt x="8607" y="4843"/>
                      <a:pt x="8614" y="4850"/>
                    </a:cubicBezTo>
                    <a:cubicBezTo>
                      <a:pt x="8633" y="5073"/>
                      <a:pt x="8825" y="5253"/>
                      <a:pt x="9053" y="5253"/>
                    </a:cubicBezTo>
                    <a:cubicBezTo>
                      <a:pt x="9061" y="5253"/>
                      <a:pt x="9069" y="5253"/>
                      <a:pt x="9077" y="5253"/>
                    </a:cubicBezTo>
                    <a:cubicBezTo>
                      <a:pt x="9096" y="5253"/>
                      <a:pt x="9123" y="5253"/>
                      <a:pt x="9143" y="5246"/>
                    </a:cubicBezTo>
                    <a:cubicBezTo>
                      <a:pt x="9196" y="5332"/>
                      <a:pt x="9255" y="5405"/>
                      <a:pt x="9341" y="5458"/>
                    </a:cubicBezTo>
                    <a:cubicBezTo>
                      <a:pt x="9453" y="5537"/>
                      <a:pt x="9592" y="5570"/>
                      <a:pt x="9724" y="5577"/>
                    </a:cubicBezTo>
                    <a:cubicBezTo>
                      <a:pt x="9744" y="5578"/>
                      <a:pt x="9763" y="5578"/>
                      <a:pt x="9782" y="5578"/>
                    </a:cubicBezTo>
                    <a:cubicBezTo>
                      <a:pt x="10039" y="5578"/>
                      <a:pt x="10290" y="5497"/>
                      <a:pt x="10524" y="5405"/>
                    </a:cubicBezTo>
                    <a:lnTo>
                      <a:pt x="10524" y="5405"/>
                    </a:lnTo>
                    <a:lnTo>
                      <a:pt x="10432" y="7097"/>
                    </a:lnTo>
                    <a:cubicBezTo>
                      <a:pt x="10425" y="7309"/>
                      <a:pt x="10471" y="7494"/>
                      <a:pt x="10564" y="7666"/>
                    </a:cubicBezTo>
                    <a:lnTo>
                      <a:pt x="10716" y="10852"/>
                    </a:lnTo>
                    <a:cubicBezTo>
                      <a:pt x="10729" y="11023"/>
                      <a:pt x="10875" y="11162"/>
                      <a:pt x="11053" y="11162"/>
                    </a:cubicBezTo>
                    <a:cubicBezTo>
                      <a:pt x="11225" y="11162"/>
                      <a:pt x="11370" y="11023"/>
                      <a:pt x="11384" y="10852"/>
                    </a:cubicBezTo>
                    <a:lnTo>
                      <a:pt x="11516" y="8340"/>
                    </a:lnTo>
                    <a:lnTo>
                      <a:pt x="11635" y="10852"/>
                    </a:lnTo>
                    <a:cubicBezTo>
                      <a:pt x="11641" y="11023"/>
                      <a:pt x="11793" y="11162"/>
                      <a:pt x="11965" y="11162"/>
                    </a:cubicBezTo>
                    <a:cubicBezTo>
                      <a:pt x="12137" y="11162"/>
                      <a:pt x="12289" y="11023"/>
                      <a:pt x="12296" y="10852"/>
                    </a:cubicBezTo>
                    <a:lnTo>
                      <a:pt x="12461" y="7659"/>
                    </a:lnTo>
                    <a:cubicBezTo>
                      <a:pt x="12554" y="7487"/>
                      <a:pt x="12587" y="7295"/>
                      <a:pt x="12580" y="7097"/>
                    </a:cubicBezTo>
                    <a:cubicBezTo>
                      <a:pt x="12573" y="7005"/>
                      <a:pt x="12567" y="6912"/>
                      <a:pt x="12560" y="6819"/>
                    </a:cubicBezTo>
                    <a:cubicBezTo>
                      <a:pt x="12547" y="6529"/>
                      <a:pt x="12534" y="6238"/>
                      <a:pt x="12514" y="5953"/>
                    </a:cubicBezTo>
                    <a:lnTo>
                      <a:pt x="12514" y="5953"/>
                    </a:lnTo>
                    <a:cubicBezTo>
                      <a:pt x="12653" y="6324"/>
                      <a:pt x="12706" y="6720"/>
                      <a:pt x="12739" y="7110"/>
                    </a:cubicBezTo>
                    <a:cubicBezTo>
                      <a:pt x="12752" y="7258"/>
                      <a:pt x="12877" y="7375"/>
                      <a:pt x="13024" y="7375"/>
                    </a:cubicBezTo>
                    <a:cubicBezTo>
                      <a:pt x="13028" y="7375"/>
                      <a:pt x="13032" y="7375"/>
                      <a:pt x="13036" y="7375"/>
                    </a:cubicBezTo>
                    <a:cubicBezTo>
                      <a:pt x="13188" y="7361"/>
                      <a:pt x="13307" y="7236"/>
                      <a:pt x="13307" y="7090"/>
                    </a:cubicBezTo>
                    <a:cubicBezTo>
                      <a:pt x="13314" y="6674"/>
                      <a:pt x="13287" y="6258"/>
                      <a:pt x="13195" y="5848"/>
                    </a:cubicBezTo>
                    <a:cubicBezTo>
                      <a:pt x="13036" y="5160"/>
                      <a:pt x="12633" y="4486"/>
                      <a:pt x="11972" y="4169"/>
                    </a:cubicBezTo>
                    <a:cubicBezTo>
                      <a:pt x="11825" y="4101"/>
                      <a:pt x="11672" y="4065"/>
                      <a:pt x="11519" y="4065"/>
                    </a:cubicBezTo>
                    <a:cubicBezTo>
                      <a:pt x="11285" y="4065"/>
                      <a:pt x="11050" y="4148"/>
                      <a:pt x="10835" y="4327"/>
                    </a:cubicBezTo>
                    <a:cubicBezTo>
                      <a:pt x="10663" y="4473"/>
                      <a:pt x="10471" y="4605"/>
                      <a:pt x="10280" y="4717"/>
                    </a:cubicBezTo>
                    <a:cubicBezTo>
                      <a:pt x="10174" y="4784"/>
                      <a:pt x="10062" y="4843"/>
                      <a:pt x="9949" y="4889"/>
                    </a:cubicBezTo>
                    <a:cubicBezTo>
                      <a:pt x="9896" y="4909"/>
                      <a:pt x="9843" y="4929"/>
                      <a:pt x="9791" y="4942"/>
                    </a:cubicBezTo>
                    <a:cubicBezTo>
                      <a:pt x="9753" y="4947"/>
                      <a:pt x="9707" y="4957"/>
                      <a:pt x="9666" y="4957"/>
                    </a:cubicBezTo>
                    <a:cubicBezTo>
                      <a:pt x="9657" y="4957"/>
                      <a:pt x="9647" y="4957"/>
                      <a:pt x="9639" y="4955"/>
                    </a:cubicBezTo>
                    <a:cubicBezTo>
                      <a:pt x="9632" y="4949"/>
                      <a:pt x="9513" y="4869"/>
                      <a:pt x="9513" y="4869"/>
                    </a:cubicBezTo>
                    <a:cubicBezTo>
                      <a:pt x="9506" y="4869"/>
                      <a:pt x="9500" y="4863"/>
                      <a:pt x="9500" y="4863"/>
                    </a:cubicBezTo>
                    <a:cubicBezTo>
                      <a:pt x="9500" y="4850"/>
                      <a:pt x="9500" y="4830"/>
                      <a:pt x="9500" y="4817"/>
                    </a:cubicBezTo>
                    <a:cubicBezTo>
                      <a:pt x="9500" y="4665"/>
                      <a:pt x="9506" y="4512"/>
                      <a:pt x="9500" y="4367"/>
                    </a:cubicBezTo>
                    <a:cubicBezTo>
                      <a:pt x="9500" y="4367"/>
                      <a:pt x="9500" y="4367"/>
                      <a:pt x="9500" y="4354"/>
                    </a:cubicBezTo>
                    <a:cubicBezTo>
                      <a:pt x="9500" y="4345"/>
                      <a:pt x="9500" y="4339"/>
                      <a:pt x="9500" y="4334"/>
                    </a:cubicBezTo>
                    <a:cubicBezTo>
                      <a:pt x="9493" y="3984"/>
                      <a:pt x="9467" y="3633"/>
                      <a:pt x="9414" y="3283"/>
                    </a:cubicBezTo>
                    <a:cubicBezTo>
                      <a:pt x="9354" y="2913"/>
                      <a:pt x="9262" y="2543"/>
                      <a:pt x="9130" y="2186"/>
                    </a:cubicBezTo>
                    <a:cubicBezTo>
                      <a:pt x="8885" y="1505"/>
                      <a:pt x="8469" y="857"/>
                      <a:pt x="7874" y="441"/>
                    </a:cubicBezTo>
                    <a:cubicBezTo>
                      <a:pt x="7748" y="355"/>
                      <a:pt x="7616" y="282"/>
                      <a:pt x="7484" y="209"/>
                    </a:cubicBezTo>
                    <a:cubicBezTo>
                      <a:pt x="7231" y="70"/>
                      <a:pt x="6958" y="0"/>
                      <a:pt x="6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1" name="Google Shape;801;p54"/>
              <p:cNvSpPr/>
              <p:nvPr/>
            </p:nvSpPr>
            <p:spPr>
              <a:xfrm>
                <a:off x="5980875" y="2648525"/>
                <a:ext cx="49125" cy="48075"/>
              </a:xfrm>
              <a:custGeom>
                <a:avLst/>
                <a:gdLst/>
                <a:ahLst/>
                <a:cxnLst/>
                <a:rect l="l" t="t" r="r" b="b"/>
                <a:pathLst>
                  <a:path w="1965" h="1923" extrusionOk="0">
                    <a:moveTo>
                      <a:pt x="980" y="1"/>
                    </a:moveTo>
                    <a:cubicBezTo>
                      <a:pt x="947" y="1"/>
                      <a:pt x="913" y="3"/>
                      <a:pt x="880" y="6"/>
                    </a:cubicBezTo>
                    <a:cubicBezTo>
                      <a:pt x="622" y="39"/>
                      <a:pt x="384" y="178"/>
                      <a:pt x="226" y="383"/>
                    </a:cubicBezTo>
                    <a:cubicBezTo>
                      <a:pt x="67" y="594"/>
                      <a:pt x="1" y="872"/>
                      <a:pt x="47" y="1130"/>
                    </a:cubicBezTo>
                    <a:cubicBezTo>
                      <a:pt x="127" y="1579"/>
                      <a:pt x="536" y="1923"/>
                      <a:pt x="992" y="1923"/>
                    </a:cubicBezTo>
                    <a:cubicBezTo>
                      <a:pt x="1257" y="1923"/>
                      <a:pt x="1508" y="1811"/>
                      <a:pt x="1687" y="1619"/>
                    </a:cubicBezTo>
                    <a:cubicBezTo>
                      <a:pt x="1872" y="1427"/>
                      <a:pt x="1964" y="1169"/>
                      <a:pt x="1951" y="905"/>
                    </a:cubicBezTo>
                    <a:cubicBezTo>
                      <a:pt x="1931" y="641"/>
                      <a:pt x="1812" y="396"/>
                      <a:pt x="1614" y="231"/>
                    </a:cubicBezTo>
                    <a:cubicBezTo>
                      <a:pt x="1435" y="81"/>
                      <a:pt x="1210"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802" name="Google Shape;802;p54"/>
          <p:cNvGrpSpPr/>
          <p:nvPr/>
        </p:nvGrpSpPr>
        <p:grpSpPr>
          <a:xfrm>
            <a:off x="3449625" y="3066250"/>
            <a:ext cx="673500" cy="673500"/>
            <a:chOff x="6960325" y="2918925"/>
            <a:chExt cx="673500" cy="673500"/>
          </a:xfrm>
        </p:grpSpPr>
        <p:sp>
          <p:nvSpPr>
            <p:cNvPr id="803" name="Google Shape;803;p54"/>
            <p:cNvSpPr/>
            <p:nvPr/>
          </p:nvSpPr>
          <p:spPr>
            <a:xfrm>
              <a:off x="6960325" y="2918925"/>
              <a:ext cx="673500" cy="673500"/>
            </a:xfrm>
            <a:prstGeom prst="dodecagon">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54"/>
            <p:cNvSpPr/>
            <p:nvPr/>
          </p:nvSpPr>
          <p:spPr>
            <a:xfrm>
              <a:off x="7002475" y="2961075"/>
              <a:ext cx="589200" cy="589200"/>
            </a:xfrm>
            <a:prstGeom prst="dodecagon">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5" name="Google Shape;805;p54"/>
            <p:cNvGrpSpPr/>
            <p:nvPr/>
          </p:nvGrpSpPr>
          <p:grpSpPr>
            <a:xfrm>
              <a:off x="7185184" y="3088595"/>
              <a:ext cx="224246" cy="334038"/>
              <a:chOff x="4806248" y="2040210"/>
              <a:chExt cx="202589" cy="301805"/>
            </a:xfrm>
          </p:grpSpPr>
          <p:sp>
            <p:nvSpPr>
              <p:cNvPr id="806" name="Google Shape;806;p54"/>
              <p:cNvSpPr/>
              <p:nvPr/>
            </p:nvSpPr>
            <p:spPr>
              <a:xfrm>
                <a:off x="4957427" y="2170813"/>
                <a:ext cx="36525" cy="35649"/>
              </a:xfrm>
              <a:custGeom>
                <a:avLst/>
                <a:gdLst/>
                <a:ahLst/>
                <a:cxnLst/>
                <a:rect l="l" t="t" r="r" b="b"/>
                <a:pathLst>
                  <a:path w="1752" h="1710" extrusionOk="0">
                    <a:moveTo>
                      <a:pt x="853" y="1"/>
                    </a:moveTo>
                    <a:cubicBezTo>
                      <a:pt x="840" y="1"/>
                      <a:pt x="827" y="1"/>
                      <a:pt x="813" y="2"/>
                    </a:cubicBezTo>
                    <a:cubicBezTo>
                      <a:pt x="542" y="15"/>
                      <a:pt x="285" y="160"/>
                      <a:pt x="139" y="392"/>
                    </a:cubicBezTo>
                    <a:cubicBezTo>
                      <a:pt x="47" y="530"/>
                      <a:pt x="0" y="689"/>
                      <a:pt x="0" y="854"/>
                    </a:cubicBezTo>
                    <a:cubicBezTo>
                      <a:pt x="0" y="1132"/>
                      <a:pt x="139" y="1390"/>
                      <a:pt x="357" y="1548"/>
                    </a:cubicBezTo>
                    <a:cubicBezTo>
                      <a:pt x="503" y="1655"/>
                      <a:pt x="678" y="1710"/>
                      <a:pt x="856" y="1710"/>
                    </a:cubicBezTo>
                    <a:cubicBezTo>
                      <a:pt x="953" y="1710"/>
                      <a:pt x="1051" y="1693"/>
                      <a:pt x="1144" y="1661"/>
                    </a:cubicBezTo>
                    <a:cubicBezTo>
                      <a:pt x="1395" y="1575"/>
                      <a:pt x="1600" y="1363"/>
                      <a:pt x="1673" y="1106"/>
                    </a:cubicBezTo>
                    <a:cubicBezTo>
                      <a:pt x="1752" y="841"/>
                      <a:pt x="1699" y="544"/>
                      <a:pt x="1527" y="326"/>
                    </a:cubicBezTo>
                    <a:cubicBezTo>
                      <a:pt x="1364" y="124"/>
                      <a:pt x="1116" y="1"/>
                      <a:pt x="8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7" name="Google Shape;807;p54"/>
              <p:cNvSpPr/>
              <p:nvPr/>
            </p:nvSpPr>
            <p:spPr>
              <a:xfrm>
                <a:off x="4832160" y="2063495"/>
                <a:ext cx="61479" cy="58456"/>
              </a:xfrm>
              <a:custGeom>
                <a:avLst/>
                <a:gdLst/>
                <a:ahLst/>
                <a:cxnLst/>
                <a:rect l="l" t="t" r="r" b="b"/>
                <a:pathLst>
                  <a:path w="2949" h="2804" extrusionOk="0">
                    <a:moveTo>
                      <a:pt x="1437" y="0"/>
                    </a:moveTo>
                    <a:cubicBezTo>
                      <a:pt x="1281" y="0"/>
                      <a:pt x="1123" y="26"/>
                      <a:pt x="972" y="80"/>
                    </a:cubicBezTo>
                    <a:cubicBezTo>
                      <a:pt x="457" y="265"/>
                      <a:pt x="87" y="747"/>
                      <a:pt x="47" y="1289"/>
                    </a:cubicBezTo>
                    <a:cubicBezTo>
                      <a:pt x="1" y="1838"/>
                      <a:pt x="298" y="2373"/>
                      <a:pt x="781" y="2638"/>
                    </a:cubicBezTo>
                    <a:cubicBezTo>
                      <a:pt x="986" y="2744"/>
                      <a:pt x="1210" y="2803"/>
                      <a:pt x="1442" y="2803"/>
                    </a:cubicBezTo>
                    <a:cubicBezTo>
                      <a:pt x="1990" y="2803"/>
                      <a:pt x="2499" y="2473"/>
                      <a:pt x="2724" y="1970"/>
                    </a:cubicBezTo>
                    <a:cubicBezTo>
                      <a:pt x="2949" y="1461"/>
                      <a:pt x="2850" y="853"/>
                      <a:pt x="2473" y="443"/>
                    </a:cubicBezTo>
                    <a:cubicBezTo>
                      <a:pt x="2200" y="157"/>
                      <a:pt x="1821" y="0"/>
                      <a:pt x="1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8" name="Google Shape;808;p54"/>
              <p:cNvSpPr/>
              <p:nvPr/>
            </p:nvSpPr>
            <p:spPr>
              <a:xfrm>
                <a:off x="4886736" y="2040210"/>
                <a:ext cx="65065" cy="61062"/>
              </a:xfrm>
              <a:custGeom>
                <a:avLst/>
                <a:gdLst/>
                <a:ahLst/>
                <a:cxnLst/>
                <a:rect l="l" t="t" r="r" b="b"/>
                <a:pathLst>
                  <a:path w="3121" h="2929" extrusionOk="0">
                    <a:moveTo>
                      <a:pt x="1550" y="0"/>
                    </a:moveTo>
                    <a:cubicBezTo>
                      <a:pt x="1459" y="0"/>
                      <a:pt x="1367" y="9"/>
                      <a:pt x="1276" y="27"/>
                    </a:cubicBezTo>
                    <a:cubicBezTo>
                      <a:pt x="747" y="132"/>
                      <a:pt x="304" y="542"/>
                      <a:pt x="152" y="1064"/>
                    </a:cubicBezTo>
                    <a:cubicBezTo>
                      <a:pt x="0" y="1593"/>
                      <a:pt x="172" y="2182"/>
                      <a:pt x="582" y="2552"/>
                    </a:cubicBezTo>
                    <a:cubicBezTo>
                      <a:pt x="846" y="2796"/>
                      <a:pt x="1203" y="2929"/>
                      <a:pt x="1560" y="2929"/>
                    </a:cubicBezTo>
                    <a:cubicBezTo>
                      <a:pt x="2109" y="2929"/>
                      <a:pt x="2618" y="2611"/>
                      <a:pt x="2869" y="2122"/>
                    </a:cubicBezTo>
                    <a:cubicBezTo>
                      <a:pt x="3120" y="1626"/>
                      <a:pt x="3061" y="1018"/>
                      <a:pt x="2724" y="575"/>
                    </a:cubicBezTo>
                    <a:cubicBezTo>
                      <a:pt x="2443" y="212"/>
                      <a:pt x="2002" y="0"/>
                      <a:pt x="15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9" name="Google Shape;809;p54"/>
              <p:cNvSpPr/>
              <p:nvPr/>
            </p:nvSpPr>
            <p:spPr>
              <a:xfrm>
                <a:off x="4941709" y="2208212"/>
                <a:ext cx="67129" cy="133111"/>
              </a:xfrm>
              <a:custGeom>
                <a:avLst/>
                <a:gdLst/>
                <a:ahLst/>
                <a:cxnLst/>
                <a:rect l="l" t="t" r="r" b="b"/>
                <a:pathLst>
                  <a:path w="3220" h="6385" extrusionOk="0">
                    <a:moveTo>
                      <a:pt x="1614" y="1"/>
                    </a:moveTo>
                    <a:cubicBezTo>
                      <a:pt x="1486" y="1"/>
                      <a:pt x="1359" y="29"/>
                      <a:pt x="1243" y="85"/>
                    </a:cubicBezTo>
                    <a:cubicBezTo>
                      <a:pt x="1184" y="105"/>
                      <a:pt x="1124" y="138"/>
                      <a:pt x="1072" y="177"/>
                    </a:cubicBezTo>
                    <a:cubicBezTo>
                      <a:pt x="999" y="224"/>
                      <a:pt x="933" y="270"/>
                      <a:pt x="873" y="323"/>
                    </a:cubicBezTo>
                    <a:cubicBezTo>
                      <a:pt x="721" y="442"/>
                      <a:pt x="589" y="581"/>
                      <a:pt x="477" y="726"/>
                    </a:cubicBezTo>
                    <a:cubicBezTo>
                      <a:pt x="272" y="991"/>
                      <a:pt x="120" y="1301"/>
                      <a:pt x="54" y="1632"/>
                    </a:cubicBezTo>
                    <a:cubicBezTo>
                      <a:pt x="14" y="1823"/>
                      <a:pt x="1" y="2022"/>
                      <a:pt x="1" y="2220"/>
                    </a:cubicBezTo>
                    <a:cubicBezTo>
                      <a:pt x="1" y="2352"/>
                      <a:pt x="113" y="2465"/>
                      <a:pt x="245" y="2471"/>
                    </a:cubicBezTo>
                    <a:cubicBezTo>
                      <a:pt x="250" y="2471"/>
                      <a:pt x="254" y="2471"/>
                      <a:pt x="258" y="2471"/>
                    </a:cubicBezTo>
                    <a:cubicBezTo>
                      <a:pt x="385" y="2471"/>
                      <a:pt x="491" y="2374"/>
                      <a:pt x="510" y="2246"/>
                    </a:cubicBezTo>
                    <a:cubicBezTo>
                      <a:pt x="536" y="1962"/>
                      <a:pt x="602" y="1685"/>
                      <a:pt x="761" y="1447"/>
                    </a:cubicBezTo>
                    <a:lnTo>
                      <a:pt x="761" y="1718"/>
                    </a:lnTo>
                    <a:lnTo>
                      <a:pt x="192" y="3998"/>
                    </a:lnTo>
                    <a:cubicBezTo>
                      <a:pt x="166" y="4097"/>
                      <a:pt x="153" y="4203"/>
                      <a:pt x="344" y="4203"/>
                    </a:cubicBezTo>
                    <a:lnTo>
                      <a:pt x="814" y="4203"/>
                    </a:lnTo>
                    <a:lnTo>
                      <a:pt x="900" y="6107"/>
                    </a:lnTo>
                    <a:cubicBezTo>
                      <a:pt x="906" y="6259"/>
                      <a:pt x="1039" y="6384"/>
                      <a:pt x="1197" y="6384"/>
                    </a:cubicBezTo>
                    <a:cubicBezTo>
                      <a:pt x="1349" y="6384"/>
                      <a:pt x="1481" y="6259"/>
                      <a:pt x="1495" y="6107"/>
                    </a:cubicBezTo>
                    <a:lnTo>
                      <a:pt x="1594" y="4203"/>
                    </a:lnTo>
                    <a:lnTo>
                      <a:pt x="1627" y="4203"/>
                    </a:lnTo>
                    <a:lnTo>
                      <a:pt x="1713" y="6107"/>
                    </a:lnTo>
                    <a:cubicBezTo>
                      <a:pt x="1726" y="6259"/>
                      <a:pt x="1858" y="6384"/>
                      <a:pt x="2010" y="6384"/>
                    </a:cubicBezTo>
                    <a:cubicBezTo>
                      <a:pt x="2169" y="6384"/>
                      <a:pt x="2301" y="6259"/>
                      <a:pt x="2308" y="6107"/>
                    </a:cubicBezTo>
                    <a:lnTo>
                      <a:pt x="2413" y="4203"/>
                    </a:lnTo>
                    <a:lnTo>
                      <a:pt x="2870" y="4203"/>
                    </a:lnTo>
                    <a:cubicBezTo>
                      <a:pt x="2922" y="4203"/>
                      <a:pt x="2969" y="4177"/>
                      <a:pt x="3002" y="4137"/>
                    </a:cubicBezTo>
                    <a:cubicBezTo>
                      <a:pt x="3035" y="4097"/>
                      <a:pt x="3048" y="4051"/>
                      <a:pt x="3035" y="3998"/>
                    </a:cubicBezTo>
                    <a:lnTo>
                      <a:pt x="2460" y="1711"/>
                    </a:lnTo>
                    <a:lnTo>
                      <a:pt x="2460" y="1447"/>
                    </a:lnTo>
                    <a:cubicBezTo>
                      <a:pt x="2618" y="1685"/>
                      <a:pt x="2678" y="1969"/>
                      <a:pt x="2711" y="2246"/>
                    </a:cubicBezTo>
                    <a:cubicBezTo>
                      <a:pt x="2724" y="2374"/>
                      <a:pt x="2836" y="2471"/>
                      <a:pt x="2963" y="2471"/>
                    </a:cubicBezTo>
                    <a:cubicBezTo>
                      <a:pt x="2967" y="2471"/>
                      <a:pt x="2971" y="2471"/>
                      <a:pt x="2975" y="2471"/>
                    </a:cubicBezTo>
                    <a:cubicBezTo>
                      <a:pt x="3108" y="2465"/>
                      <a:pt x="3213" y="2352"/>
                      <a:pt x="3213" y="2220"/>
                    </a:cubicBezTo>
                    <a:cubicBezTo>
                      <a:pt x="3220" y="2141"/>
                      <a:pt x="3213" y="2068"/>
                      <a:pt x="3213" y="1995"/>
                    </a:cubicBezTo>
                    <a:cubicBezTo>
                      <a:pt x="3207" y="1817"/>
                      <a:pt x="3174" y="1632"/>
                      <a:pt x="3121" y="1466"/>
                    </a:cubicBezTo>
                    <a:cubicBezTo>
                      <a:pt x="3074" y="1321"/>
                      <a:pt x="3022" y="1176"/>
                      <a:pt x="2949" y="1043"/>
                    </a:cubicBezTo>
                    <a:cubicBezTo>
                      <a:pt x="2770" y="719"/>
                      <a:pt x="2519" y="435"/>
                      <a:pt x="2215" y="217"/>
                    </a:cubicBezTo>
                    <a:cubicBezTo>
                      <a:pt x="2142" y="171"/>
                      <a:pt x="2063" y="118"/>
                      <a:pt x="1984" y="85"/>
                    </a:cubicBezTo>
                    <a:cubicBezTo>
                      <a:pt x="1868" y="29"/>
                      <a:pt x="1741" y="1"/>
                      <a:pt x="16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0" name="Google Shape;810;p54"/>
              <p:cNvSpPr/>
              <p:nvPr/>
            </p:nvSpPr>
            <p:spPr>
              <a:xfrm>
                <a:off x="4884110" y="2104501"/>
                <a:ext cx="90833" cy="236557"/>
              </a:xfrm>
              <a:custGeom>
                <a:avLst/>
                <a:gdLst/>
                <a:ahLst/>
                <a:cxnLst/>
                <a:rect l="l" t="t" r="r" b="b"/>
                <a:pathLst>
                  <a:path w="4357" h="11347" extrusionOk="0">
                    <a:moveTo>
                      <a:pt x="1722" y="0"/>
                    </a:moveTo>
                    <a:cubicBezTo>
                      <a:pt x="1079" y="0"/>
                      <a:pt x="631" y="437"/>
                      <a:pt x="615" y="453"/>
                    </a:cubicBezTo>
                    <a:cubicBezTo>
                      <a:pt x="411" y="631"/>
                      <a:pt x="206" y="816"/>
                      <a:pt x="1" y="995"/>
                    </a:cubicBezTo>
                    <a:cubicBezTo>
                      <a:pt x="543" y="1378"/>
                      <a:pt x="992" y="1887"/>
                      <a:pt x="1303" y="2469"/>
                    </a:cubicBezTo>
                    <a:cubicBezTo>
                      <a:pt x="1501" y="2839"/>
                      <a:pt x="1640" y="3249"/>
                      <a:pt x="1713" y="3665"/>
                    </a:cubicBezTo>
                    <a:cubicBezTo>
                      <a:pt x="1759" y="3949"/>
                      <a:pt x="1772" y="4234"/>
                      <a:pt x="1766" y="4518"/>
                    </a:cubicBezTo>
                    <a:cubicBezTo>
                      <a:pt x="1766" y="4904"/>
                      <a:pt x="1442" y="5232"/>
                      <a:pt x="1057" y="5232"/>
                    </a:cubicBezTo>
                    <a:cubicBezTo>
                      <a:pt x="1053" y="5232"/>
                      <a:pt x="1049" y="5232"/>
                      <a:pt x="1045" y="5232"/>
                    </a:cubicBezTo>
                    <a:cubicBezTo>
                      <a:pt x="986" y="5232"/>
                      <a:pt x="926" y="5225"/>
                      <a:pt x="873" y="5212"/>
                    </a:cubicBezTo>
                    <a:lnTo>
                      <a:pt x="873" y="5212"/>
                    </a:lnTo>
                    <a:cubicBezTo>
                      <a:pt x="873" y="5212"/>
                      <a:pt x="1409" y="7175"/>
                      <a:pt x="1442" y="7301"/>
                    </a:cubicBezTo>
                    <a:cubicBezTo>
                      <a:pt x="1481" y="7473"/>
                      <a:pt x="1495" y="7823"/>
                      <a:pt x="1105" y="7823"/>
                    </a:cubicBezTo>
                    <a:lnTo>
                      <a:pt x="450" y="7823"/>
                    </a:lnTo>
                    <a:lnTo>
                      <a:pt x="397" y="8709"/>
                    </a:lnTo>
                    <a:lnTo>
                      <a:pt x="490" y="10864"/>
                    </a:lnTo>
                    <a:cubicBezTo>
                      <a:pt x="503" y="11128"/>
                      <a:pt x="728" y="11346"/>
                      <a:pt x="999" y="11346"/>
                    </a:cubicBezTo>
                    <a:cubicBezTo>
                      <a:pt x="1263" y="11346"/>
                      <a:pt x="1488" y="11135"/>
                      <a:pt x="1501" y="10864"/>
                    </a:cubicBezTo>
                    <a:lnTo>
                      <a:pt x="1686" y="7254"/>
                    </a:lnTo>
                    <a:lnTo>
                      <a:pt x="1832" y="10864"/>
                    </a:lnTo>
                    <a:cubicBezTo>
                      <a:pt x="1845" y="11128"/>
                      <a:pt x="2076" y="11346"/>
                      <a:pt x="2341" y="11346"/>
                    </a:cubicBezTo>
                    <a:cubicBezTo>
                      <a:pt x="2605" y="11346"/>
                      <a:pt x="2836" y="11135"/>
                      <a:pt x="2850" y="10864"/>
                    </a:cubicBezTo>
                    <a:lnTo>
                      <a:pt x="2929" y="9297"/>
                    </a:lnTo>
                    <a:cubicBezTo>
                      <a:pt x="2717" y="9284"/>
                      <a:pt x="2784" y="9085"/>
                      <a:pt x="2784" y="9085"/>
                    </a:cubicBezTo>
                    <a:lnTo>
                      <a:pt x="2982" y="8239"/>
                    </a:lnTo>
                    <a:lnTo>
                      <a:pt x="3008" y="7717"/>
                    </a:lnTo>
                    <a:cubicBezTo>
                      <a:pt x="2764" y="7658"/>
                      <a:pt x="2585" y="7440"/>
                      <a:pt x="2585" y="7182"/>
                    </a:cubicBezTo>
                    <a:cubicBezTo>
                      <a:pt x="2585" y="6944"/>
                      <a:pt x="2599" y="6712"/>
                      <a:pt x="2651" y="6488"/>
                    </a:cubicBezTo>
                    <a:cubicBezTo>
                      <a:pt x="2704" y="6256"/>
                      <a:pt x="2790" y="6038"/>
                      <a:pt x="2903" y="5833"/>
                    </a:cubicBezTo>
                    <a:cubicBezTo>
                      <a:pt x="2969" y="5708"/>
                      <a:pt x="3048" y="5595"/>
                      <a:pt x="3134" y="5483"/>
                    </a:cubicBezTo>
                    <a:cubicBezTo>
                      <a:pt x="3147" y="5390"/>
                      <a:pt x="3147" y="5291"/>
                      <a:pt x="3147" y="5199"/>
                    </a:cubicBezTo>
                    <a:lnTo>
                      <a:pt x="3147" y="4789"/>
                    </a:lnTo>
                    <a:lnTo>
                      <a:pt x="3147" y="3632"/>
                    </a:lnTo>
                    <a:lnTo>
                      <a:pt x="3147" y="2799"/>
                    </a:lnTo>
                    <a:lnTo>
                      <a:pt x="3147" y="2753"/>
                    </a:lnTo>
                    <a:cubicBezTo>
                      <a:pt x="3266" y="3017"/>
                      <a:pt x="3352" y="3302"/>
                      <a:pt x="3425" y="3586"/>
                    </a:cubicBezTo>
                    <a:cubicBezTo>
                      <a:pt x="3577" y="3216"/>
                      <a:pt x="3907" y="3024"/>
                      <a:pt x="4357" y="2951"/>
                    </a:cubicBezTo>
                    <a:cubicBezTo>
                      <a:pt x="4284" y="2660"/>
                      <a:pt x="4165" y="2297"/>
                      <a:pt x="4040" y="2026"/>
                    </a:cubicBezTo>
                    <a:cubicBezTo>
                      <a:pt x="3881" y="1676"/>
                      <a:pt x="3683" y="1352"/>
                      <a:pt x="3445" y="1054"/>
                    </a:cubicBezTo>
                    <a:cubicBezTo>
                      <a:pt x="3286" y="856"/>
                      <a:pt x="3107" y="677"/>
                      <a:pt x="2916" y="519"/>
                    </a:cubicBezTo>
                    <a:cubicBezTo>
                      <a:pt x="2823" y="439"/>
                      <a:pt x="2731" y="367"/>
                      <a:pt x="2625" y="301"/>
                    </a:cubicBezTo>
                    <a:cubicBezTo>
                      <a:pt x="2539" y="241"/>
                      <a:pt x="2453" y="195"/>
                      <a:pt x="2361" y="149"/>
                    </a:cubicBezTo>
                    <a:cubicBezTo>
                      <a:pt x="2134" y="42"/>
                      <a:pt x="1919" y="0"/>
                      <a:pt x="1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1" name="Google Shape;811;p54"/>
              <p:cNvSpPr/>
              <p:nvPr/>
            </p:nvSpPr>
            <p:spPr>
              <a:xfrm>
                <a:off x="4806248" y="2123784"/>
                <a:ext cx="109991" cy="218232"/>
              </a:xfrm>
              <a:custGeom>
                <a:avLst/>
                <a:gdLst/>
                <a:ahLst/>
                <a:cxnLst/>
                <a:rect l="l" t="t" r="r" b="b"/>
                <a:pathLst>
                  <a:path w="5276" h="10468" extrusionOk="0">
                    <a:moveTo>
                      <a:pt x="2637" y="0"/>
                    </a:moveTo>
                    <a:cubicBezTo>
                      <a:pt x="2433" y="0"/>
                      <a:pt x="2229" y="45"/>
                      <a:pt x="2044" y="136"/>
                    </a:cubicBezTo>
                    <a:cubicBezTo>
                      <a:pt x="1905" y="182"/>
                      <a:pt x="1779" y="268"/>
                      <a:pt x="1667" y="347"/>
                    </a:cubicBezTo>
                    <a:cubicBezTo>
                      <a:pt x="1515" y="453"/>
                      <a:pt x="1376" y="565"/>
                      <a:pt x="1244" y="684"/>
                    </a:cubicBezTo>
                    <a:cubicBezTo>
                      <a:pt x="959" y="949"/>
                      <a:pt x="721" y="1246"/>
                      <a:pt x="523" y="1577"/>
                    </a:cubicBezTo>
                    <a:cubicBezTo>
                      <a:pt x="424" y="1735"/>
                      <a:pt x="338" y="1914"/>
                      <a:pt x="265" y="2092"/>
                    </a:cubicBezTo>
                    <a:cubicBezTo>
                      <a:pt x="199" y="2264"/>
                      <a:pt x="140" y="2449"/>
                      <a:pt x="100" y="2634"/>
                    </a:cubicBezTo>
                    <a:cubicBezTo>
                      <a:pt x="60" y="2820"/>
                      <a:pt x="34" y="2998"/>
                      <a:pt x="14" y="3190"/>
                    </a:cubicBezTo>
                    <a:cubicBezTo>
                      <a:pt x="1" y="3335"/>
                      <a:pt x="1" y="3481"/>
                      <a:pt x="8" y="3633"/>
                    </a:cubicBezTo>
                    <a:lnTo>
                      <a:pt x="8" y="3639"/>
                    </a:lnTo>
                    <a:cubicBezTo>
                      <a:pt x="8" y="3857"/>
                      <a:pt x="186" y="4036"/>
                      <a:pt x="404" y="4049"/>
                    </a:cubicBezTo>
                    <a:cubicBezTo>
                      <a:pt x="408" y="4049"/>
                      <a:pt x="412" y="4049"/>
                      <a:pt x="416" y="4049"/>
                    </a:cubicBezTo>
                    <a:cubicBezTo>
                      <a:pt x="623" y="4049"/>
                      <a:pt x="814" y="3886"/>
                      <a:pt x="834" y="3679"/>
                    </a:cubicBezTo>
                    <a:cubicBezTo>
                      <a:pt x="854" y="3481"/>
                      <a:pt x="880" y="3282"/>
                      <a:pt x="933" y="3091"/>
                    </a:cubicBezTo>
                    <a:cubicBezTo>
                      <a:pt x="1006" y="2839"/>
                      <a:pt x="1105" y="2588"/>
                      <a:pt x="1244" y="2370"/>
                    </a:cubicBezTo>
                    <a:lnTo>
                      <a:pt x="1244" y="2892"/>
                    </a:lnTo>
                    <a:lnTo>
                      <a:pt x="272" y="6448"/>
                    </a:lnTo>
                    <a:cubicBezTo>
                      <a:pt x="259" y="6521"/>
                      <a:pt x="279" y="6594"/>
                      <a:pt x="325" y="6653"/>
                    </a:cubicBezTo>
                    <a:cubicBezTo>
                      <a:pt x="378" y="6713"/>
                      <a:pt x="444" y="6746"/>
                      <a:pt x="523" y="6746"/>
                    </a:cubicBezTo>
                    <a:lnTo>
                      <a:pt x="1330" y="6746"/>
                    </a:lnTo>
                    <a:lnTo>
                      <a:pt x="1475" y="10005"/>
                    </a:lnTo>
                    <a:cubicBezTo>
                      <a:pt x="1488" y="10256"/>
                      <a:pt x="1706" y="10467"/>
                      <a:pt x="1964" y="10467"/>
                    </a:cubicBezTo>
                    <a:cubicBezTo>
                      <a:pt x="2215" y="10467"/>
                      <a:pt x="2434" y="10262"/>
                      <a:pt x="2447" y="10005"/>
                    </a:cubicBezTo>
                    <a:lnTo>
                      <a:pt x="2625" y="6746"/>
                    </a:lnTo>
                    <a:lnTo>
                      <a:pt x="2665" y="6746"/>
                    </a:lnTo>
                    <a:lnTo>
                      <a:pt x="2817" y="10005"/>
                    </a:lnTo>
                    <a:cubicBezTo>
                      <a:pt x="2824" y="10256"/>
                      <a:pt x="3042" y="10467"/>
                      <a:pt x="3299" y="10467"/>
                    </a:cubicBezTo>
                    <a:cubicBezTo>
                      <a:pt x="3551" y="10467"/>
                      <a:pt x="3769" y="10262"/>
                      <a:pt x="3782" y="10005"/>
                    </a:cubicBezTo>
                    <a:lnTo>
                      <a:pt x="3960" y="6746"/>
                    </a:lnTo>
                    <a:lnTo>
                      <a:pt x="4760" y="6746"/>
                    </a:lnTo>
                    <a:cubicBezTo>
                      <a:pt x="4833" y="6746"/>
                      <a:pt x="4906" y="6713"/>
                      <a:pt x="4952" y="6653"/>
                    </a:cubicBezTo>
                    <a:cubicBezTo>
                      <a:pt x="5005" y="6594"/>
                      <a:pt x="5025" y="6528"/>
                      <a:pt x="5005" y="6442"/>
                    </a:cubicBezTo>
                    <a:lnTo>
                      <a:pt x="4040" y="2932"/>
                    </a:lnTo>
                    <a:lnTo>
                      <a:pt x="4040" y="2377"/>
                    </a:lnTo>
                    <a:cubicBezTo>
                      <a:pt x="4179" y="2595"/>
                      <a:pt x="4278" y="2839"/>
                      <a:pt x="4344" y="3091"/>
                    </a:cubicBezTo>
                    <a:cubicBezTo>
                      <a:pt x="4397" y="3282"/>
                      <a:pt x="4423" y="3481"/>
                      <a:pt x="4443" y="3679"/>
                    </a:cubicBezTo>
                    <a:cubicBezTo>
                      <a:pt x="4468" y="3889"/>
                      <a:pt x="4647" y="4050"/>
                      <a:pt x="4855" y="4050"/>
                    </a:cubicBezTo>
                    <a:cubicBezTo>
                      <a:pt x="4863" y="4050"/>
                      <a:pt x="4871" y="4049"/>
                      <a:pt x="4879" y="4049"/>
                    </a:cubicBezTo>
                    <a:cubicBezTo>
                      <a:pt x="5097" y="4036"/>
                      <a:pt x="5269" y="3851"/>
                      <a:pt x="5276" y="3639"/>
                    </a:cubicBezTo>
                    <a:cubicBezTo>
                      <a:pt x="5276" y="3500"/>
                      <a:pt x="5276" y="3368"/>
                      <a:pt x="5269" y="3236"/>
                    </a:cubicBezTo>
                    <a:cubicBezTo>
                      <a:pt x="5256" y="3051"/>
                      <a:pt x="5230" y="2872"/>
                      <a:pt x="5190" y="2694"/>
                    </a:cubicBezTo>
                    <a:cubicBezTo>
                      <a:pt x="5117" y="2317"/>
                      <a:pt x="4978" y="1954"/>
                      <a:pt x="4787" y="1623"/>
                    </a:cubicBezTo>
                    <a:cubicBezTo>
                      <a:pt x="4595" y="1293"/>
                      <a:pt x="4357" y="989"/>
                      <a:pt x="4079" y="724"/>
                    </a:cubicBezTo>
                    <a:cubicBezTo>
                      <a:pt x="3941" y="599"/>
                      <a:pt x="3802" y="480"/>
                      <a:pt x="3650" y="374"/>
                    </a:cubicBezTo>
                    <a:cubicBezTo>
                      <a:pt x="3537" y="294"/>
                      <a:pt x="3418" y="215"/>
                      <a:pt x="3286" y="156"/>
                    </a:cubicBezTo>
                    <a:cubicBezTo>
                      <a:pt x="3280" y="149"/>
                      <a:pt x="3266" y="142"/>
                      <a:pt x="3253" y="142"/>
                    </a:cubicBezTo>
                    <a:cubicBezTo>
                      <a:pt x="3061" y="48"/>
                      <a:pt x="2849" y="0"/>
                      <a:pt x="26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815"/>
        <p:cNvGrpSpPr/>
        <p:nvPr/>
      </p:nvGrpSpPr>
      <p:grpSpPr>
        <a:xfrm>
          <a:off x="0" y="0"/>
          <a:ext cx="0" cy="0"/>
          <a:chOff x="0" y="0"/>
          <a:chExt cx="0" cy="0"/>
        </a:xfrm>
      </p:grpSpPr>
      <p:grpSp>
        <p:nvGrpSpPr>
          <p:cNvPr id="816" name="Google Shape;816;p55"/>
          <p:cNvGrpSpPr/>
          <p:nvPr/>
        </p:nvGrpSpPr>
        <p:grpSpPr>
          <a:xfrm>
            <a:off x="6697661" y="1636892"/>
            <a:ext cx="910771" cy="910771"/>
            <a:chOff x="762200" y="1561800"/>
            <a:chExt cx="708000" cy="708000"/>
          </a:xfrm>
        </p:grpSpPr>
        <p:sp>
          <p:nvSpPr>
            <p:cNvPr id="817" name="Google Shape;817;p55"/>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55"/>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55"/>
          <p:cNvGrpSpPr/>
          <p:nvPr/>
        </p:nvGrpSpPr>
        <p:grpSpPr>
          <a:xfrm>
            <a:off x="4116711" y="1636892"/>
            <a:ext cx="910771" cy="910771"/>
            <a:chOff x="762200" y="1561800"/>
            <a:chExt cx="708000" cy="708000"/>
          </a:xfrm>
        </p:grpSpPr>
        <p:sp>
          <p:nvSpPr>
            <p:cNvPr id="820" name="Google Shape;820;p55"/>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55"/>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 name="Google Shape;822;p55"/>
          <p:cNvGrpSpPr/>
          <p:nvPr/>
        </p:nvGrpSpPr>
        <p:grpSpPr>
          <a:xfrm>
            <a:off x="1532224" y="1636892"/>
            <a:ext cx="910771" cy="910771"/>
            <a:chOff x="762200" y="1561800"/>
            <a:chExt cx="708000" cy="708000"/>
          </a:xfrm>
        </p:grpSpPr>
        <p:sp>
          <p:nvSpPr>
            <p:cNvPr id="823" name="Google Shape;823;p55"/>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55"/>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5" name="Google Shape;825;p55"/>
          <p:cNvSpPr txBox="1">
            <a:spLocks noGrp="1"/>
          </p:cNvSpPr>
          <p:nvPr>
            <p:ph type="title" idx="5"/>
          </p:nvPr>
        </p:nvSpPr>
        <p:spPr>
          <a:xfrm>
            <a:off x="6031150" y="3364800"/>
            <a:ext cx="2250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826" name="Google Shape;826;p55"/>
          <p:cNvSpPr txBox="1">
            <a:spLocks noGrp="1"/>
          </p:cNvSpPr>
          <p:nvPr>
            <p:ph type="subTitle" idx="6"/>
          </p:nvPr>
        </p:nvSpPr>
        <p:spPr>
          <a:xfrm>
            <a:off x="6031155" y="3816300"/>
            <a:ext cx="2250900" cy="650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827" name="Google Shape;827;p55"/>
          <p:cNvSpPr txBox="1">
            <a:spLocks noGrp="1"/>
          </p:cNvSpPr>
          <p:nvPr>
            <p:ph type="title" idx="2"/>
          </p:nvPr>
        </p:nvSpPr>
        <p:spPr>
          <a:xfrm>
            <a:off x="862125" y="3364800"/>
            <a:ext cx="2250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828" name="Google Shape;828;p55"/>
          <p:cNvSpPr txBox="1">
            <a:spLocks noGrp="1"/>
          </p:cNvSpPr>
          <p:nvPr>
            <p:ph type="subTitle" idx="1"/>
          </p:nvPr>
        </p:nvSpPr>
        <p:spPr>
          <a:xfrm>
            <a:off x="862125" y="3816300"/>
            <a:ext cx="2250900" cy="650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cold</a:t>
            </a:r>
            <a:endParaRPr/>
          </a:p>
        </p:txBody>
      </p:sp>
      <p:sp>
        <p:nvSpPr>
          <p:cNvPr id="829" name="Google Shape;829;p55"/>
          <p:cNvSpPr txBox="1">
            <a:spLocks noGrp="1"/>
          </p:cNvSpPr>
          <p:nvPr>
            <p:ph type="title" idx="3"/>
          </p:nvPr>
        </p:nvSpPr>
        <p:spPr>
          <a:xfrm>
            <a:off x="3446625" y="3364800"/>
            <a:ext cx="2250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a:t>
            </a:r>
            <a:endParaRPr/>
          </a:p>
        </p:txBody>
      </p:sp>
      <p:sp>
        <p:nvSpPr>
          <p:cNvPr id="830" name="Google Shape;830;p55"/>
          <p:cNvSpPr txBox="1">
            <a:spLocks noGrp="1"/>
          </p:cNvSpPr>
          <p:nvPr>
            <p:ph type="subTitle" idx="4"/>
          </p:nvPr>
        </p:nvSpPr>
        <p:spPr>
          <a:xfrm>
            <a:off x="3446627" y="3816300"/>
            <a:ext cx="2250900" cy="650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a:t>
            </a:r>
            <a:endParaRPr/>
          </a:p>
        </p:txBody>
      </p:sp>
      <p:sp>
        <p:nvSpPr>
          <p:cNvPr id="831" name="Google Shape;831;p55"/>
          <p:cNvSpPr txBox="1">
            <a:spLocks noGrp="1"/>
          </p:cNvSpPr>
          <p:nvPr>
            <p:ph type="title" idx="7"/>
          </p:nvPr>
        </p:nvSpPr>
        <p:spPr>
          <a:xfrm>
            <a:off x="1464225" y="1871388"/>
            <a:ext cx="1046700" cy="441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lt1"/>
                </a:solidFill>
              </a:rPr>
              <a:t>50%</a:t>
            </a:r>
            <a:endParaRPr sz="2200">
              <a:solidFill>
                <a:schemeClr val="lt1"/>
              </a:solidFill>
            </a:endParaRPr>
          </a:p>
        </p:txBody>
      </p:sp>
      <p:sp>
        <p:nvSpPr>
          <p:cNvPr id="832" name="Google Shape;832;p55"/>
          <p:cNvSpPr txBox="1">
            <a:spLocks noGrp="1"/>
          </p:cNvSpPr>
          <p:nvPr>
            <p:ph type="title" idx="8"/>
          </p:nvPr>
        </p:nvSpPr>
        <p:spPr>
          <a:xfrm>
            <a:off x="4046975" y="1871463"/>
            <a:ext cx="1046700" cy="441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lt1"/>
                </a:solidFill>
              </a:rPr>
              <a:t>60%</a:t>
            </a:r>
            <a:endParaRPr sz="2200">
              <a:solidFill>
                <a:schemeClr val="lt1"/>
              </a:solidFill>
            </a:endParaRPr>
          </a:p>
        </p:txBody>
      </p:sp>
      <p:sp>
        <p:nvSpPr>
          <p:cNvPr id="833" name="Google Shape;833;p55"/>
          <p:cNvSpPr txBox="1">
            <a:spLocks noGrp="1"/>
          </p:cNvSpPr>
          <p:nvPr>
            <p:ph type="title" idx="9"/>
          </p:nvPr>
        </p:nvSpPr>
        <p:spPr>
          <a:xfrm>
            <a:off x="6633250" y="1871463"/>
            <a:ext cx="1046700" cy="441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lt1"/>
                </a:solidFill>
              </a:rPr>
              <a:t>75%</a:t>
            </a:r>
            <a:endParaRPr sz="2200">
              <a:solidFill>
                <a:schemeClr val="lt1"/>
              </a:solidFill>
            </a:endParaRPr>
          </a:p>
        </p:txBody>
      </p:sp>
      <p:sp>
        <p:nvSpPr>
          <p:cNvPr id="834" name="Google Shape;834;p55"/>
          <p:cNvSpPr/>
          <p:nvPr/>
        </p:nvSpPr>
        <p:spPr>
          <a:xfrm>
            <a:off x="1077675" y="2701973"/>
            <a:ext cx="1819800" cy="527700"/>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55"/>
          <p:cNvSpPr/>
          <p:nvPr/>
        </p:nvSpPr>
        <p:spPr>
          <a:xfrm>
            <a:off x="1077675" y="2701973"/>
            <a:ext cx="1046700" cy="527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55"/>
          <p:cNvSpPr/>
          <p:nvPr/>
        </p:nvSpPr>
        <p:spPr>
          <a:xfrm>
            <a:off x="3662175" y="2701973"/>
            <a:ext cx="1819800" cy="527700"/>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55"/>
          <p:cNvSpPr/>
          <p:nvPr/>
        </p:nvSpPr>
        <p:spPr>
          <a:xfrm>
            <a:off x="3662175" y="2701973"/>
            <a:ext cx="1046700" cy="527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55"/>
          <p:cNvSpPr/>
          <p:nvPr/>
        </p:nvSpPr>
        <p:spPr>
          <a:xfrm>
            <a:off x="6246675" y="2701973"/>
            <a:ext cx="1819800" cy="527700"/>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55"/>
          <p:cNvSpPr/>
          <p:nvPr/>
        </p:nvSpPr>
        <p:spPr>
          <a:xfrm>
            <a:off x="6246675" y="2701973"/>
            <a:ext cx="1046700" cy="527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0" name="Google Shape;840;p55"/>
          <p:cNvCxnSpPr/>
          <p:nvPr/>
        </p:nvCxnSpPr>
        <p:spPr>
          <a:xfrm>
            <a:off x="2387675" y="1123950"/>
            <a:ext cx="4368600" cy="0"/>
          </a:xfrm>
          <a:prstGeom prst="straightConnector1">
            <a:avLst/>
          </a:prstGeom>
          <a:noFill/>
          <a:ln w="9525" cap="flat" cmpd="sng">
            <a:solidFill>
              <a:schemeClr val="dk1"/>
            </a:solidFill>
            <a:prstDash val="solid"/>
            <a:round/>
            <a:headEnd type="none" w="med" len="med"/>
            <a:tailEnd type="none" w="med" len="med"/>
          </a:ln>
        </p:spPr>
      </p:cxnSp>
      <p:grpSp>
        <p:nvGrpSpPr>
          <p:cNvPr id="841" name="Google Shape;841;p55"/>
          <p:cNvGrpSpPr/>
          <p:nvPr/>
        </p:nvGrpSpPr>
        <p:grpSpPr>
          <a:xfrm>
            <a:off x="8282062" y="838013"/>
            <a:ext cx="717300" cy="717300"/>
            <a:chOff x="8230562" y="117588"/>
            <a:chExt cx="717300" cy="717300"/>
          </a:xfrm>
        </p:grpSpPr>
        <p:sp>
          <p:nvSpPr>
            <p:cNvPr id="842" name="Google Shape;842;p55"/>
            <p:cNvSpPr/>
            <p:nvPr/>
          </p:nvSpPr>
          <p:spPr>
            <a:xfrm>
              <a:off x="8230562" y="117588"/>
              <a:ext cx="717300" cy="717300"/>
            </a:xfrm>
            <a:prstGeom prst="octagon">
              <a:avLst>
                <a:gd name="adj" fmla="val 29289"/>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55"/>
            <p:cNvSpPr/>
            <p:nvPr/>
          </p:nvSpPr>
          <p:spPr>
            <a:xfrm>
              <a:off x="8268367" y="155436"/>
              <a:ext cx="641700" cy="641700"/>
            </a:xfrm>
            <a:prstGeom prst="octagon">
              <a:avLst>
                <a:gd name="adj" fmla="val 29289"/>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4" name="Google Shape;844;p55"/>
            <p:cNvGrpSpPr/>
            <p:nvPr/>
          </p:nvGrpSpPr>
          <p:grpSpPr>
            <a:xfrm>
              <a:off x="8456811" y="334176"/>
              <a:ext cx="264849" cy="284129"/>
              <a:chOff x="5960550" y="2519275"/>
              <a:chExt cx="332850" cy="357125"/>
            </a:xfrm>
          </p:grpSpPr>
          <p:sp>
            <p:nvSpPr>
              <p:cNvPr id="845" name="Google Shape;845;p55"/>
              <p:cNvSpPr/>
              <p:nvPr/>
            </p:nvSpPr>
            <p:spPr>
              <a:xfrm>
                <a:off x="6088300" y="2519275"/>
                <a:ext cx="78525" cy="75050"/>
              </a:xfrm>
              <a:custGeom>
                <a:avLst/>
                <a:gdLst/>
                <a:ahLst/>
                <a:cxnLst/>
                <a:rect l="l" t="t" r="r" b="b"/>
                <a:pathLst>
                  <a:path w="3141" h="3002" extrusionOk="0">
                    <a:moveTo>
                      <a:pt x="1569" y="0"/>
                    </a:moveTo>
                    <a:cubicBezTo>
                      <a:pt x="1047" y="0"/>
                      <a:pt x="553" y="283"/>
                      <a:pt x="285" y="727"/>
                    </a:cubicBezTo>
                    <a:cubicBezTo>
                      <a:pt x="7" y="1183"/>
                      <a:pt x="1" y="1772"/>
                      <a:pt x="265" y="2234"/>
                    </a:cubicBezTo>
                    <a:cubicBezTo>
                      <a:pt x="523" y="2697"/>
                      <a:pt x="1012" y="2995"/>
                      <a:pt x="1541" y="3001"/>
                    </a:cubicBezTo>
                    <a:lnTo>
                      <a:pt x="1574" y="3001"/>
                    </a:lnTo>
                    <a:cubicBezTo>
                      <a:pt x="2096" y="3001"/>
                      <a:pt x="2598" y="2717"/>
                      <a:pt x="2863" y="2268"/>
                    </a:cubicBezTo>
                    <a:cubicBezTo>
                      <a:pt x="3134" y="1805"/>
                      <a:pt x="3140" y="1217"/>
                      <a:pt x="2869" y="754"/>
                    </a:cubicBezTo>
                    <a:cubicBezTo>
                      <a:pt x="2612" y="298"/>
                      <a:pt x="2116"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46" name="Google Shape;846;p55"/>
              <p:cNvSpPr/>
              <p:nvPr/>
            </p:nvSpPr>
            <p:spPr>
              <a:xfrm>
                <a:off x="6223800" y="2648525"/>
                <a:ext cx="49125" cy="48075"/>
              </a:xfrm>
              <a:custGeom>
                <a:avLst/>
                <a:gdLst/>
                <a:ahLst/>
                <a:cxnLst/>
                <a:rect l="l" t="t" r="r" b="b"/>
                <a:pathLst>
                  <a:path w="1965" h="1923" extrusionOk="0">
                    <a:moveTo>
                      <a:pt x="991" y="1"/>
                    </a:moveTo>
                    <a:cubicBezTo>
                      <a:pt x="760" y="1"/>
                      <a:pt x="531" y="81"/>
                      <a:pt x="358" y="231"/>
                    </a:cubicBezTo>
                    <a:cubicBezTo>
                      <a:pt x="160" y="396"/>
                      <a:pt x="34" y="641"/>
                      <a:pt x="21" y="905"/>
                    </a:cubicBezTo>
                    <a:cubicBezTo>
                      <a:pt x="1" y="1169"/>
                      <a:pt x="100" y="1427"/>
                      <a:pt x="279" y="1619"/>
                    </a:cubicBezTo>
                    <a:cubicBezTo>
                      <a:pt x="457" y="1811"/>
                      <a:pt x="715" y="1923"/>
                      <a:pt x="979" y="1923"/>
                    </a:cubicBezTo>
                    <a:cubicBezTo>
                      <a:pt x="1435" y="1923"/>
                      <a:pt x="1839" y="1579"/>
                      <a:pt x="1918" y="1130"/>
                    </a:cubicBezTo>
                    <a:cubicBezTo>
                      <a:pt x="1964" y="872"/>
                      <a:pt x="1905" y="594"/>
                      <a:pt x="1739" y="383"/>
                    </a:cubicBezTo>
                    <a:cubicBezTo>
                      <a:pt x="1587" y="178"/>
                      <a:pt x="1349" y="39"/>
                      <a:pt x="1092" y="6"/>
                    </a:cubicBezTo>
                    <a:cubicBezTo>
                      <a:pt x="1058" y="3"/>
                      <a:pt x="1025" y="1"/>
                      <a:pt x="9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47" name="Google Shape;847;p55"/>
              <p:cNvSpPr/>
              <p:nvPr/>
            </p:nvSpPr>
            <p:spPr>
              <a:xfrm>
                <a:off x="5960550" y="2596675"/>
                <a:ext cx="332850" cy="279725"/>
              </a:xfrm>
              <a:custGeom>
                <a:avLst/>
                <a:gdLst/>
                <a:ahLst/>
                <a:cxnLst/>
                <a:rect l="l" t="t" r="r" b="b"/>
                <a:pathLst>
                  <a:path w="13314" h="11189" extrusionOk="0">
                    <a:moveTo>
                      <a:pt x="6685" y="0"/>
                    </a:moveTo>
                    <a:cubicBezTo>
                      <a:pt x="6414" y="0"/>
                      <a:pt x="6144" y="68"/>
                      <a:pt x="5891" y="203"/>
                    </a:cubicBezTo>
                    <a:cubicBezTo>
                      <a:pt x="5256" y="540"/>
                      <a:pt x="4747" y="1075"/>
                      <a:pt x="4423" y="1697"/>
                    </a:cubicBezTo>
                    <a:cubicBezTo>
                      <a:pt x="4245" y="2034"/>
                      <a:pt x="4119" y="2384"/>
                      <a:pt x="4027" y="2748"/>
                    </a:cubicBezTo>
                    <a:cubicBezTo>
                      <a:pt x="3927" y="3111"/>
                      <a:pt x="3874" y="3481"/>
                      <a:pt x="3841" y="3851"/>
                    </a:cubicBezTo>
                    <a:cubicBezTo>
                      <a:pt x="3808" y="4189"/>
                      <a:pt x="3808" y="4526"/>
                      <a:pt x="3808" y="4863"/>
                    </a:cubicBezTo>
                    <a:cubicBezTo>
                      <a:pt x="3808" y="4863"/>
                      <a:pt x="3802" y="4869"/>
                      <a:pt x="3802" y="4869"/>
                    </a:cubicBezTo>
                    <a:cubicBezTo>
                      <a:pt x="3802" y="4869"/>
                      <a:pt x="3694" y="4947"/>
                      <a:pt x="3573" y="4947"/>
                    </a:cubicBezTo>
                    <a:cubicBezTo>
                      <a:pt x="3557" y="4947"/>
                      <a:pt x="3540" y="4945"/>
                      <a:pt x="3524" y="4942"/>
                    </a:cubicBezTo>
                    <a:cubicBezTo>
                      <a:pt x="3465" y="4929"/>
                      <a:pt x="3412" y="4909"/>
                      <a:pt x="3359" y="4889"/>
                    </a:cubicBezTo>
                    <a:cubicBezTo>
                      <a:pt x="3247" y="4843"/>
                      <a:pt x="3141" y="4784"/>
                      <a:pt x="3035" y="4717"/>
                    </a:cubicBezTo>
                    <a:cubicBezTo>
                      <a:pt x="2837" y="4605"/>
                      <a:pt x="2652" y="4473"/>
                      <a:pt x="2473" y="4327"/>
                    </a:cubicBezTo>
                    <a:cubicBezTo>
                      <a:pt x="2262" y="4148"/>
                      <a:pt x="2029" y="4065"/>
                      <a:pt x="1796" y="4065"/>
                    </a:cubicBezTo>
                    <a:cubicBezTo>
                      <a:pt x="1643" y="4065"/>
                      <a:pt x="1490" y="4101"/>
                      <a:pt x="1343" y="4169"/>
                    </a:cubicBezTo>
                    <a:cubicBezTo>
                      <a:pt x="675" y="4486"/>
                      <a:pt x="272" y="5160"/>
                      <a:pt x="113" y="5848"/>
                    </a:cubicBezTo>
                    <a:cubicBezTo>
                      <a:pt x="21" y="6258"/>
                      <a:pt x="1" y="6674"/>
                      <a:pt x="1" y="7090"/>
                    </a:cubicBezTo>
                    <a:cubicBezTo>
                      <a:pt x="8" y="7236"/>
                      <a:pt x="127" y="7361"/>
                      <a:pt x="272" y="7375"/>
                    </a:cubicBezTo>
                    <a:cubicBezTo>
                      <a:pt x="276" y="7375"/>
                      <a:pt x="280" y="7375"/>
                      <a:pt x="284" y="7375"/>
                    </a:cubicBezTo>
                    <a:cubicBezTo>
                      <a:pt x="431" y="7375"/>
                      <a:pt x="563" y="7258"/>
                      <a:pt x="569" y="7110"/>
                    </a:cubicBezTo>
                    <a:cubicBezTo>
                      <a:pt x="602" y="6720"/>
                      <a:pt x="655" y="6324"/>
                      <a:pt x="794" y="5953"/>
                    </a:cubicBezTo>
                    <a:lnTo>
                      <a:pt x="807" y="6284"/>
                    </a:lnTo>
                    <a:lnTo>
                      <a:pt x="318" y="8479"/>
                    </a:lnTo>
                    <a:cubicBezTo>
                      <a:pt x="305" y="8531"/>
                      <a:pt x="318" y="8584"/>
                      <a:pt x="351" y="8624"/>
                    </a:cubicBezTo>
                    <a:cubicBezTo>
                      <a:pt x="384" y="8664"/>
                      <a:pt x="437" y="8683"/>
                      <a:pt x="483" y="8683"/>
                    </a:cubicBezTo>
                    <a:lnTo>
                      <a:pt x="887" y="8683"/>
                    </a:lnTo>
                    <a:lnTo>
                      <a:pt x="999" y="10852"/>
                    </a:lnTo>
                    <a:cubicBezTo>
                      <a:pt x="1006" y="11023"/>
                      <a:pt x="1158" y="11162"/>
                      <a:pt x="1330" y="11162"/>
                    </a:cubicBezTo>
                    <a:cubicBezTo>
                      <a:pt x="1501" y="11162"/>
                      <a:pt x="1653" y="11023"/>
                      <a:pt x="1660" y="10852"/>
                    </a:cubicBezTo>
                    <a:lnTo>
                      <a:pt x="1766" y="8683"/>
                    </a:lnTo>
                    <a:lnTo>
                      <a:pt x="1799" y="8683"/>
                    </a:lnTo>
                    <a:lnTo>
                      <a:pt x="1911" y="10852"/>
                    </a:lnTo>
                    <a:cubicBezTo>
                      <a:pt x="1924" y="11023"/>
                      <a:pt x="2070" y="11162"/>
                      <a:pt x="2242" y="11162"/>
                    </a:cubicBezTo>
                    <a:cubicBezTo>
                      <a:pt x="2420" y="11162"/>
                      <a:pt x="2566" y="11023"/>
                      <a:pt x="2579" y="10852"/>
                    </a:cubicBezTo>
                    <a:lnTo>
                      <a:pt x="2678" y="8683"/>
                    </a:lnTo>
                    <a:lnTo>
                      <a:pt x="3088" y="8683"/>
                    </a:lnTo>
                    <a:cubicBezTo>
                      <a:pt x="3134" y="8683"/>
                      <a:pt x="3187" y="8664"/>
                      <a:pt x="3220" y="8624"/>
                    </a:cubicBezTo>
                    <a:cubicBezTo>
                      <a:pt x="3253" y="8584"/>
                      <a:pt x="3266" y="8531"/>
                      <a:pt x="3253" y="8479"/>
                    </a:cubicBezTo>
                    <a:lnTo>
                      <a:pt x="2771" y="6284"/>
                    </a:lnTo>
                    <a:lnTo>
                      <a:pt x="2784" y="5405"/>
                    </a:lnTo>
                    <a:cubicBezTo>
                      <a:pt x="3018" y="5497"/>
                      <a:pt x="3275" y="5578"/>
                      <a:pt x="3528" y="5578"/>
                    </a:cubicBezTo>
                    <a:cubicBezTo>
                      <a:pt x="3546" y="5578"/>
                      <a:pt x="3565" y="5578"/>
                      <a:pt x="3584" y="5577"/>
                    </a:cubicBezTo>
                    <a:cubicBezTo>
                      <a:pt x="3722" y="5570"/>
                      <a:pt x="3855" y="5537"/>
                      <a:pt x="3967" y="5458"/>
                    </a:cubicBezTo>
                    <a:cubicBezTo>
                      <a:pt x="4040" y="5411"/>
                      <a:pt x="4093" y="5352"/>
                      <a:pt x="4145" y="5286"/>
                    </a:cubicBezTo>
                    <a:cubicBezTo>
                      <a:pt x="4172" y="5292"/>
                      <a:pt x="4205" y="5299"/>
                      <a:pt x="4238" y="5299"/>
                    </a:cubicBezTo>
                    <a:cubicBezTo>
                      <a:pt x="4246" y="5300"/>
                      <a:pt x="4254" y="5300"/>
                      <a:pt x="4261" y="5300"/>
                    </a:cubicBezTo>
                    <a:cubicBezTo>
                      <a:pt x="4483" y="5300"/>
                      <a:pt x="4682" y="5119"/>
                      <a:pt x="4701" y="4896"/>
                    </a:cubicBezTo>
                    <a:cubicBezTo>
                      <a:pt x="4707" y="4784"/>
                      <a:pt x="4714" y="4671"/>
                      <a:pt x="4727" y="4559"/>
                    </a:cubicBezTo>
                    <a:cubicBezTo>
                      <a:pt x="4747" y="4387"/>
                      <a:pt x="4773" y="4215"/>
                      <a:pt x="4800" y="4043"/>
                    </a:cubicBezTo>
                    <a:cubicBezTo>
                      <a:pt x="4853" y="3680"/>
                      <a:pt x="4952" y="3323"/>
                      <a:pt x="5078" y="2979"/>
                    </a:cubicBezTo>
                    <a:cubicBezTo>
                      <a:pt x="5111" y="2893"/>
                      <a:pt x="5144" y="2807"/>
                      <a:pt x="5183" y="2728"/>
                    </a:cubicBezTo>
                    <a:lnTo>
                      <a:pt x="5203" y="3785"/>
                    </a:lnTo>
                    <a:lnTo>
                      <a:pt x="4344" y="7632"/>
                    </a:lnTo>
                    <a:cubicBezTo>
                      <a:pt x="4331" y="7718"/>
                      <a:pt x="4350" y="7811"/>
                      <a:pt x="4410" y="7877"/>
                    </a:cubicBezTo>
                    <a:cubicBezTo>
                      <a:pt x="4469" y="7950"/>
                      <a:pt x="4549" y="7989"/>
                      <a:pt x="4641" y="7989"/>
                    </a:cubicBezTo>
                    <a:lnTo>
                      <a:pt x="5315" y="7989"/>
                    </a:lnTo>
                    <a:lnTo>
                      <a:pt x="5448" y="10700"/>
                    </a:lnTo>
                    <a:cubicBezTo>
                      <a:pt x="5461" y="10971"/>
                      <a:pt x="5692" y="11189"/>
                      <a:pt x="5970" y="11189"/>
                    </a:cubicBezTo>
                    <a:cubicBezTo>
                      <a:pt x="5974" y="11189"/>
                      <a:pt x="5978" y="11189"/>
                      <a:pt x="5982" y="11189"/>
                    </a:cubicBezTo>
                    <a:cubicBezTo>
                      <a:pt x="6241" y="11189"/>
                      <a:pt x="6472" y="10973"/>
                      <a:pt x="6485" y="10706"/>
                    </a:cubicBezTo>
                    <a:cubicBezTo>
                      <a:pt x="6485" y="10706"/>
                      <a:pt x="6485" y="10700"/>
                      <a:pt x="6485" y="10700"/>
                    </a:cubicBezTo>
                    <a:lnTo>
                      <a:pt x="6631" y="7989"/>
                    </a:lnTo>
                    <a:lnTo>
                      <a:pt x="6750" y="7989"/>
                    </a:lnTo>
                    <a:lnTo>
                      <a:pt x="6882" y="10700"/>
                    </a:lnTo>
                    <a:cubicBezTo>
                      <a:pt x="6895" y="10971"/>
                      <a:pt x="7127" y="11189"/>
                      <a:pt x="7398" y="11189"/>
                    </a:cubicBezTo>
                    <a:cubicBezTo>
                      <a:pt x="7402" y="11189"/>
                      <a:pt x="7406" y="11189"/>
                      <a:pt x="7410" y="11189"/>
                    </a:cubicBezTo>
                    <a:cubicBezTo>
                      <a:pt x="7675" y="11189"/>
                      <a:pt x="7900" y="10973"/>
                      <a:pt x="7920" y="10706"/>
                    </a:cubicBezTo>
                    <a:cubicBezTo>
                      <a:pt x="7920" y="10706"/>
                      <a:pt x="7920" y="10700"/>
                      <a:pt x="7920" y="10700"/>
                    </a:cubicBezTo>
                    <a:lnTo>
                      <a:pt x="8059" y="7989"/>
                    </a:lnTo>
                    <a:lnTo>
                      <a:pt x="8713" y="7989"/>
                    </a:lnTo>
                    <a:cubicBezTo>
                      <a:pt x="8806" y="7989"/>
                      <a:pt x="8892" y="7950"/>
                      <a:pt x="8944" y="7877"/>
                    </a:cubicBezTo>
                    <a:cubicBezTo>
                      <a:pt x="9004" y="7811"/>
                      <a:pt x="9024" y="7718"/>
                      <a:pt x="9011" y="7626"/>
                    </a:cubicBezTo>
                    <a:lnTo>
                      <a:pt x="8164" y="3766"/>
                    </a:lnTo>
                    <a:lnTo>
                      <a:pt x="8178" y="2728"/>
                    </a:lnTo>
                    <a:cubicBezTo>
                      <a:pt x="8323" y="3071"/>
                      <a:pt x="8422" y="3501"/>
                      <a:pt x="8488" y="3865"/>
                    </a:cubicBezTo>
                    <a:cubicBezTo>
                      <a:pt x="8548" y="4182"/>
                      <a:pt x="8581" y="4506"/>
                      <a:pt x="8607" y="4823"/>
                    </a:cubicBezTo>
                    <a:cubicBezTo>
                      <a:pt x="8607" y="4836"/>
                      <a:pt x="8607" y="4843"/>
                      <a:pt x="8614" y="4850"/>
                    </a:cubicBezTo>
                    <a:cubicBezTo>
                      <a:pt x="8633" y="5073"/>
                      <a:pt x="8825" y="5253"/>
                      <a:pt x="9053" y="5253"/>
                    </a:cubicBezTo>
                    <a:cubicBezTo>
                      <a:pt x="9061" y="5253"/>
                      <a:pt x="9069" y="5253"/>
                      <a:pt x="9077" y="5253"/>
                    </a:cubicBezTo>
                    <a:cubicBezTo>
                      <a:pt x="9096" y="5253"/>
                      <a:pt x="9123" y="5253"/>
                      <a:pt x="9143" y="5246"/>
                    </a:cubicBezTo>
                    <a:cubicBezTo>
                      <a:pt x="9196" y="5332"/>
                      <a:pt x="9255" y="5405"/>
                      <a:pt x="9341" y="5458"/>
                    </a:cubicBezTo>
                    <a:cubicBezTo>
                      <a:pt x="9453" y="5537"/>
                      <a:pt x="9592" y="5570"/>
                      <a:pt x="9724" y="5577"/>
                    </a:cubicBezTo>
                    <a:cubicBezTo>
                      <a:pt x="9744" y="5578"/>
                      <a:pt x="9763" y="5578"/>
                      <a:pt x="9782" y="5578"/>
                    </a:cubicBezTo>
                    <a:cubicBezTo>
                      <a:pt x="10039" y="5578"/>
                      <a:pt x="10290" y="5497"/>
                      <a:pt x="10524" y="5405"/>
                    </a:cubicBezTo>
                    <a:lnTo>
                      <a:pt x="10524" y="5405"/>
                    </a:lnTo>
                    <a:lnTo>
                      <a:pt x="10432" y="7097"/>
                    </a:lnTo>
                    <a:cubicBezTo>
                      <a:pt x="10425" y="7309"/>
                      <a:pt x="10471" y="7494"/>
                      <a:pt x="10564" y="7666"/>
                    </a:cubicBezTo>
                    <a:lnTo>
                      <a:pt x="10716" y="10852"/>
                    </a:lnTo>
                    <a:cubicBezTo>
                      <a:pt x="10729" y="11023"/>
                      <a:pt x="10875" y="11162"/>
                      <a:pt x="11053" y="11162"/>
                    </a:cubicBezTo>
                    <a:cubicBezTo>
                      <a:pt x="11225" y="11162"/>
                      <a:pt x="11370" y="11023"/>
                      <a:pt x="11384" y="10852"/>
                    </a:cubicBezTo>
                    <a:lnTo>
                      <a:pt x="11516" y="8340"/>
                    </a:lnTo>
                    <a:lnTo>
                      <a:pt x="11635" y="10852"/>
                    </a:lnTo>
                    <a:cubicBezTo>
                      <a:pt x="11641" y="11023"/>
                      <a:pt x="11793" y="11162"/>
                      <a:pt x="11965" y="11162"/>
                    </a:cubicBezTo>
                    <a:cubicBezTo>
                      <a:pt x="12137" y="11162"/>
                      <a:pt x="12289" y="11023"/>
                      <a:pt x="12296" y="10852"/>
                    </a:cubicBezTo>
                    <a:lnTo>
                      <a:pt x="12461" y="7659"/>
                    </a:lnTo>
                    <a:cubicBezTo>
                      <a:pt x="12554" y="7487"/>
                      <a:pt x="12587" y="7295"/>
                      <a:pt x="12580" y="7097"/>
                    </a:cubicBezTo>
                    <a:cubicBezTo>
                      <a:pt x="12573" y="7005"/>
                      <a:pt x="12567" y="6912"/>
                      <a:pt x="12560" y="6819"/>
                    </a:cubicBezTo>
                    <a:cubicBezTo>
                      <a:pt x="12547" y="6529"/>
                      <a:pt x="12534" y="6238"/>
                      <a:pt x="12514" y="5953"/>
                    </a:cubicBezTo>
                    <a:lnTo>
                      <a:pt x="12514" y="5953"/>
                    </a:lnTo>
                    <a:cubicBezTo>
                      <a:pt x="12653" y="6324"/>
                      <a:pt x="12706" y="6720"/>
                      <a:pt x="12739" y="7110"/>
                    </a:cubicBezTo>
                    <a:cubicBezTo>
                      <a:pt x="12752" y="7258"/>
                      <a:pt x="12877" y="7375"/>
                      <a:pt x="13024" y="7375"/>
                    </a:cubicBezTo>
                    <a:cubicBezTo>
                      <a:pt x="13028" y="7375"/>
                      <a:pt x="13032" y="7375"/>
                      <a:pt x="13036" y="7375"/>
                    </a:cubicBezTo>
                    <a:cubicBezTo>
                      <a:pt x="13188" y="7361"/>
                      <a:pt x="13307" y="7236"/>
                      <a:pt x="13307" y="7090"/>
                    </a:cubicBezTo>
                    <a:cubicBezTo>
                      <a:pt x="13314" y="6674"/>
                      <a:pt x="13287" y="6258"/>
                      <a:pt x="13195" y="5848"/>
                    </a:cubicBezTo>
                    <a:cubicBezTo>
                      <a:pt x="13036" y="5160"/>
                      <a:pt x="12633" y="4486"/>
                      <a:pt x="11972" y="4169"/>
                    </a:cubicBezTo>
                    <a:cubicBezTo>
                      <a:pt x="11825" y="4101"/>
                      <a:pt x="11672" y="4065"/>
                      <a:pt x="11519" y="4065"/>
                    </a:cubicBezTo>
                    <a:cubicBezTo>
                      <a:pt x="11285" y="4065"/>
                      <a:pt x="11050" y="4148"/>
                      <a:pt x="10835" y="4327"/>
                    </a:cubicBezTo>
                    <a:cubicBezTo>
                      <a:pt x="10663" y="4473"/>
                      <a:pt x="10471" y="4605"/>
                      <a:pt x="10280" y="4717"/>
                    </a:cubicBezTo>
                    <a:cubicBezTo>
                      <a:pt x="10174" y="4784"/>
                      <a:pt x="10062" y="4843"/>
                      <a:pt x="9949" y="4889"/>
                    </a:cubicBezTo>
                    <a:cubicBezTo>
                      <a:pt x="9896" y="4909"/>
                      <a:pt x="9843" y="4929"/>
                      <a:pt x="9791" y="4942"/>
                    </a:cubicBezTo>
                    <a:cubicBezTo>
                      <a:pt x="9753" y="4947"/>
                      <a:pt x="9707" y="4957"/>
                      <a:pt x="9666" y="4957"/>
                    </a:cubicBezTo>
                    <a:cubicBezTo>
                      <a:pt x="9657" y="4957"/>
                      <a:pt x="9647" y="4957"/>
                      <a:pt x="9639" y="4955"/>
                    </a:cubicBezTo>
                    <a:cubicBezTo>
                      <a:pt x="9632" y="4949"/>
                      <a:pt x="9513" y="4869"/>
                      <a:pt x="9513" y="4869"/>
                    </a:cubicBezTo>
                    <a:cubicBezTo>
                      <a:pt x="9506" y="4869"/>
                      <a:pt x="9500" y="4863"/>
                      <a:pt x="9500" y="4863"/>
                    </a:cubicBezTo>
                    <a:cubicBezTo>
                      <a:pt x="9500" y="4850"/>
                      <a:pt x="9500" y="4830"/>
                      <a:pt x="9500" y="4817"/>
                    </a:cubicBezTo>
                    <a:cubicBezTo>
                      <a:pt x="9500" y="4665"/>
                      <a:pt x="9506" y="4512"/>
                      <a:pt x="9500" y="4367"/>
                    </a:cubicBezTo>
                    <a:cubicBezTo>
                      <a:pt x="9500" y="4367"/>
                      <a:pt x="9500" y="4367"/>
                      <a:pt x="9500" y="4354"/>
                    </a:cubicBezTo>
                    <a:cubicBezTo>
                      <a:pt x="9500" y="4345"/>
                      <a:pt x="9500" y="4339"/>
                      <a:pt x="9500" y="4334"/>
                    </a:cubicBezTo>
                    <a:cubicBezTo>
                      <a:pt x="9493" y="3984"/>
                      <a:pt x="9467" y="3633"/>
                      <a:pt x="9414" y="3283"/>
                    </a:cubicBezTo>
                    <a:cubicBezTo>
                      <a:pt x="9354" y="2913"/>
                      <a:pt x="9262" y="2543"/>
                      <a:pt x="9130" y="2186"/>
                    </a:cubicBezTo>
                    <a:cubicBezTo>
                      <a:pt x="8885" y="1505"/>
                      <a:pt x="8469" y="857"/>
                      <a:pt x="7874" y="441"/>
                    </a:cubicBezTo>
                    <a:cubicBezTo>
                      <a:pt x="7748" y="355"/>
                      <a:pt x="7616" y="282"/>
                      <a:pt x="7484" y="209"/>
                    </a:cubicBezTo>
                    <a:cubicBezTo>
                      <a:pt x="7231" y="70"/>
                      <a:pt x="6958" y="0"/>
                      <a:pt x="6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48" name="Google Shape;848;p55"/>
              <p:cNvSpPr/>
              <p:nvPr/>
            </p:nvSpPr>
            <p:spPr>
              <a:xfrm>
                <a:off x="5980875" y="2648525"/>
                <a:ext cx="49125" cy="48075"/>
              </a:xfrm>
              <a:custGeom>
                <a:avLst/>
                <a:gdLst/>
                <a:ahLst/>
                <a:cxnLst/>
                <a:rect l="l" t="t" r="r" b="b"/>
                <a:pathLst>
                  <a:path w="1965" h="1923" extrusionOk="0">
                    <a:moveTo>
                      <a:pt x="980" y="1"/>
                    </a:moveTo>
                    <a:cubicBezTo>
                      <a:pt x="947" y="1"/>
                      <a:pt x="913" y="3"/>
                      <a:pt x="880" y="6"/>
                    </a:cubicBezTo>
                    <a:cubicBezTo>
                      <a:pt x="622" y="39"/>
                      <a:pt x="384" y="178"/>
                      <a:pt x="226" y="383"/>
                    </a:cubicBezTo>
                    <a:cubicBezTo>
                      <a:pt x="67" y="594"/>
                      <a:pt x="1" y="872"/>
                      <a:pt x="47" y="1130"/>
                    </a:cubicBezTo>
                    <a:cubicBezTo>
                      <a:pt x="127" y="1579"/>
                      <a:pt x="536" y="1923"/>
                      <a:pt x="992" y="1923"/>
                    </a:cubicBezTo>
                    <a:cubicBezTo>
                      <a:pt x="1257" y="1923"/>
                      <a:pt x="1508" y="1811"/>
                      <a:pt x="1687" y="1619"/>
                    </a:cubicBezTo>
                    <a:cubicBezTo>
                      <a:pt x="1872" y="1427"/>
                      <a:pt x="1964" y="1169"/>
                      <a:pt x="1951" y="905"/>
                    </a:cubicBezTo>
                    <a:cubicBezTo>
                      <a:pt x="1931" y="641"/>
                      <a:pt x="1812" y="396"/>
                      <a:pt x="1614" y="231"/>
                    </a:cubicBezTo>
                    <a:cubicBezTo>
                      <a:pt x="1435" y="81"/>
                      <a:pt x="1210"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849" name="Google Shape;849;p55"/>
          <p:cNvGrpSpPr/>
          <p:nvPr/>
        </p:nvGrpSpPr>
        <p:grpSpPr>
          <a:xfrm>
            <a:off x="176163" y="1347762"/>
            <a:ext cx="805800" cy="805800"/>
            <a:chOff x="310188" y="183362"/>
            <a:chExt cx="805800" cy="805800"/>
          </a:xfrm>
        </p:grpSpPr>
        <p:sp>
          <p:nvSpPr>
            <p:cNvPr id="850" name="Google Shape;850;p55"/>
            <p:cNvSpPr/>
            <p:nvPr/>
          </p:nvSpPr>
          <p:spPr>
            <a:xfrm>
              <a:off x="310188" y="183362"/>
              <a:ext cx="805800" cy="805800"/>
            </a:xfrm>
            <a:prstGeom prst="diamond">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55"/>
            <p:cNvSpPr/>
            <p:nvPr/>
          </p:nvSpPr>
          <p:spPr>
            <a:xfrm>
              <a:off x="378022" y="251212"/>
              <a:ext cx="670200" cy="670200"/>
            </a:xfrm>
            <a:prstGeom prst="diamon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2" name="Google Shape;852;p55"/>
            <p:cNvGrpSpPr/>
            <p:nvPr/>
          </p:nvGrpSpPr>
          <p:grpSpPr>
            <a:xfrm>
              <a:off x="575759" y="440939"/>
              <a:ext cx="274669" cy="290718"/>
              <a:chOff x="3278493" y="2036478"/>
              <a:chExt cx="287883" cy="304704"/>
            </a:xfrm>
          </p:grpSpPr>
          <p:sp>
            <p:nvSpPr>
              <p:cNvPr id="853" name="Google Shape;853;p55"/>
              <p:cNvSpPr/>
              <p:nvPr/>
            </p:nvSpPr>
            <p:spPr>
              <a:xfrm>
                <a:off x="3306178" y="2036478"/>
                <a:ext cx="62042" cy="61896"/>
              </a:xfrm>
              <a:custGeom>
                <a:avLst/>
                <a:gdLst/>
                <a:ahLst/>
                <a:cxnLst/>
                <a:rect l="l" t="t" r="r" b="b"/>
                <a:pathLst>
                  <a:path w="2976" h="2969" extrusionOk="0">
                    <a:moveTo>
                      <a:pt x="1488" y="1"/>
                    </a:moveTo>
                    <a:cubicBezTo>
                      <a:pt x="669" y="1"/>
                      <a:pt x="1" y="662"/>
                      <a:pt x="1" y="1481"/>
                    </a:cubicBezTo>
                    <a:cubicBezTo>
                      <a:pt x="1" y="2301"/>
                      <a:pt x="669" y="2969"/>
                      <a:pt x="1488" y="2969"/>
                    </a:cubicBezTo>
                    <a:cubicBezTo>
                      <a:pt x="2308" y="2969"/>
                      <a:pt x="2976" y="2301"/>
                      <a:pt x="2976" y="1481"/>
                    </a:cubicBezTo>
                    <a:cubicBezTo>
                      <a:pt x="2976" y="662"/>
                      <a:pt x="2308" y="1"/>
                      <a:pt x="1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4" name="Google Shape;854;p55"/>
              <p:cNvSpPr/>
              <p:nvPr/>
            </p:nvSpPr>
            <p:spPr>
              <a:xfrm>
                <a:off x="3509431" y="2152218"/>
                <a:ext cx="40277" cy="39172"/>
              </a:xfrm>
              <a:custGeom>
                <a:avLst/>
                <a:gdLst/>
                <a:ahLst/>
                <a:cxnLst/>
                <a:rect l="l" t="t" r="r" b="b"/>
                <a:pathLst>
                  <a:path w="1932" h="1879" extrusionOk="0">
                    <a:moveTo>
                      <a:pt x="956" y="1"/>
                    </a:moveTo>
                    <a:cubicBezTo>
                      <a:pt x="736" y="1"/>
                      <a:pt x="520" y="79"/>
                      <a:pt x="351" y="219"/>
                    </a:cubicBezTo>
                    <a:cubicBezTo>
                      <a:pt x="153" y="385"/>
                      <a:pt x="34" y="629"/>
                      <a:pt x="21" y="887"/>
                    </a:cubicBezTo>
                    <a:cubicBezTo>
                      <a:pt x="1" y="1145"/>
                      <a:pt x="100" y="1396"/>
                      <a:pt x="272" y="1588"/>
                    </a:cubicBezTo>
                    <a:cubicBezTo>
                      <a:pt x="450" y="1773"/>
                      <a:pt x="702" y="1879"/>
                      <a:pt x="959" y="1879"/>
                    </a:cubicBezTo>
                    <a:cubicBezTo>
                      <a:pt x="1409" y="1879"/>
                      <a:pt x="1805" y="1548"/>
                      <a:pt x="1885" y="1105"/>
                    </a:cubicBezTo>
                    <a:cubicBezTo>
                      <a:pt x="1931" y="847"/>
                      <a:pt x="1865" y="583"/>
                      <a:pt x="1713" y="371"/>
                    </a:cubicBezTo>
                    <a:cubicBezTo>
                      <a:pt x="1554" y="173"/>
                      <a:pt x="1323" y="34"/>
                      <a:pt x="1072" y="8"/>
                    </a:cubicBezTo>
                    <a:cubicBezTo>
                      <a:pt x="1033" y="3"/>
                      <a:pt x="994" y="1"/>
                      <a:pt x="9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5" name="Google Shape;855;p55"/>
              <p:cNvSpPr/>
              <p:nvPr/>
            </p:nvSpPr>
            <p:spPr>
              <a:xfrm>
                <a:off x="3278493" y="2100081"/>
                <a:ext cx="287883" cy="241101"/>
              </a:xfrm>
              <a:custGeom>
                <a:avLst/>
                <a:gdLst/>
                <a:ahLst/>
                <a:cxnLst/>
                <a:rect l="l" t="t" r="r" b="b"/>
                <a:pathLst>
                  <a:path w="13809" h="11565" extrusionOk="0">
                    <a:moveTo>
                      <a:pt x="6164" y="2116"/>
                    </a:moveTo>
                    <a:cubicBezTo>
                      <a:pt x="6185" y="2116"/>
                      <a:pt x="6206" y="2117"/>
                      <a:pt x="6227" y="2119"/>
                    </a:cubicBezTo>
                    <a:cubicBezTo>
                      <a:pt x="6505" y="2145"/>
                      <a:pt x="6743" y="2363"/>
                      <a:pt x="6789" y="2641"/>
                    </a:cubicBezTo>
                    <a:cubicBezTo>
                      <a:pt x="6796" y="2694"/>
                      <a:pt x="6796" y="2753"/>
                      <a:pt x="6789" y="2806"/>
                    </a:cubicBezTo>
                    <a:cubicBezTo>
                      <a:pt x="6880" y="2764"/>
                      <a:pt x="6978" y="2741"/>
                      <a:pt x="7078" y="2741"/>
                    </a:cubicBezTo>
                    <a:cubicBezTo>
                      <a:pt x="7167" y="2741"/>
                      <a:pt x="7257" y="2759"/>
                      <a:pt x="7344" y="2800"/>
                    </a:cubicBezTo>
                    <a:lnTo>
                      <a:pt x="8488" y="3315"/>
                    </a:lnTo>
                    <a:cubicBezTo>
                      <a:pt x="8812" y="3467"/>
                      <a:pt x="8950" y="3844"/>
                      <a:pt x="8805" y="4168"/>
                    </a:cubicBezTo>
                    <a:cubicBezTo>
                      <a:pt x="8824" y="4129"/>
                      <a:pt x="8842" y="4091"/>
                      <a:pt x="8847" y="4080"/>
                    </a:cubicBezTo>
                    <a:lnTo>
                      <a:pt x="8847" y="4080"/>
                    </a:lnTo>
                    <a:cubicBezTo>
                      <a:pt x="8843" y="4089"/>
                      <a:pt x="8831" y="4117"/>
                      <a:pt x="8805" y="4175"/>
                    </a:cubicBezTo>
                    <a:cubicBezTo>
                      <a:pt x="8805" y="4175"/>
                      <a:pt x="8805" y="4175"/>
                      <a:pt x="8805" y="4175"/>
                    </a:cubicBezTo>
                    <a:lnTo>
                      <a:pt x="8805" y="4175"/>
                    </a:lnTo>
                    <a:cubicBezTo>
                      <a:pt x="8804" y="4178"/>
                      <a:pt x="8802" y="4181"/>
                      <a:pt x="8801" y="4183"/>
                    </a:cubicBezTo>
                    <a:lnTo>
                      <a:pt x="8801" y="4183"/>
                    </a:lnTo>
                    <a:cubicBezTo>
                      <a:pt x="8693" y="4415"/>
                      <a:pt x="8462" y="4550"/>
                      <a:pt x="8220" y="4550"/>
                    </a:cubicBezTo>
                    <a:cubicBezTo>
                      <a:pt x="8130" y="4550"/>
                      <a:pt x="8039" y="4531"/>
                      <a:pt x="7952" y="4492"/>
                    </a:cubicBezTo>
                    <a:lnTo>
                      <a:pt x="7000" y="4056"/>
                    </a:lnTo>
                    <a:cubicBezTo>
                      <a:pt x="7139" y="3923"/>
                      <a:pt x="7139" y="3685"/>
                      <a:pt x="7000" y="3547"/>
                    </a:cubicBezTo>
                    <a:cubicBezTo>
                      <a:pt x="6941" y="3487"/>
                      <a:pt x="6862" y="3448"/>
                      <a:pt x="6776" y="3441"/>
                    </a:cubicBezTo>
                    <a:cubicBezTo>
                      <a:pt x="6723" y="3441"/>
                      <a:pt x="6670" y="3448"/>
                      <a:pt x="6624" y="3454"/>
                    </a:cubicBezTo>
                    <a:cubicBezTo>
                      <a:pt x="6558" y="3461"/>
                      <a:pt x="6498" y="3461"/>
                      <a:pt x="6439" y="3461"/>
                    </a:cubicBezTo>
                    <a:cubicBezTo>
                      <a:pt x="6432" y="3421"/>
                      <a:pt x="6432" y="3381"/>
                      <a:pt x="6432" y="3342"/>
                    </a:cubicBezTo>
                    <a:cubicBezTo>
                      <a:pt x="6342" y="3388"/>
                      <a:pt x="6245" y="3410"/>
                      <a:pt x="6148" y="3410"/>
                    </a:cubicBezTo>
                    <a:cubicBezTo>
                      <a:pt x="5966" y="3410"/>
                      <a:pt x="5786" y="3332"/>
                      <a:pt x="5665" y="3190"/>
                    </a:cubicBezTo>
                    <a:cubicBezTo>
                      <a:pt x="5507" y="3005"/>
                      <a:pt x="5473" y="2740"/>
                      <a:pt x="5573" y="2522"/>
                    </a:cubicBezTo>
                    <a:lnTo>
                      <a:pt x="5592" y="2482"/>
                    </a:lnTo>
                    <a:cubicBezTo>
                      <a:pt x="5690" y="2257"/>
                      <a:pt x="5917" y="2116"/>
                      <a:pt x="6164" y="2116"/>
                    </a:cubicBezTo>
                    <a:close/>
                    <a:moveTo>
                      <a:pt x="2845" y="0"/>
                    </a:moveTo>
                    <a:cubicBezTo>
                      <a:pt x="2653" y="0"/>
                      <a:pt x="2463" y="20"/>
                      <a:pt x="2287" y="50"/>
                    </a:cubicBezTo>
                    <a:cubicBezTo>
                      <a:pt x="2261" y="57"/>
                      <a:pt x="2235" y="63"/>
                      <a:pt x="2201" y="70"/>
                    </a:cubicBezTo>
                    <a:cubicBezTo>
                      <a:pt x="2142" y="90"/>
                      <a:pt x="2063" y="116"/>
                      <a:pt x="1977" y="156"/>
                    </a:cubicBezTo>
                    <a:cubicBezTo>
                      <a:pt x="1792" y="228"/>
                      <a:pt x="1560" y="354"/>
                      <a:pt x="1316" y="552"/>
                    </a:cubicBezTo>
                    <a:cubicBezTo>
                      <a:pt x="1197" y="651"/>
                      <a:pt x="1078" y="764"/>
                      <a:pt x="965" y="896"/>
                    </a:cubicBezTo>
                    <a:cubicBezTo>
                      <a:pt x="846" y="1022"/>
                      <a:pt x="741" y="1167"/>
                      <a:pt x="648" y="1326"/>
                    </a:cubicBezTo>
                    <a:cubicBezTo>
                      <a:pt x="450" y="1636"/>
                      <a:pt x="304" y="1987"/>
                      <a:pt x="205" y="2344"/>
                    </a:cubicBezTo>
                    <a:cubicBezTo>
                      <a:pt x="106" y="2694"/>
                      <a:pt x="53" y="3051"/>
                      <a:pt x="27" y="3375"/>
                    </a:cubicBezTo>
                    <a:cubicBezTo>
                      <a:pt x="0" y="3705"/>
                      <a:pt x="0" y="4009"/>
                      <a:pt x="7" y="4261"/>
                    </a:cubicBezTo>
                    <a:cubicBezTo>
                      <a:pt x="20" y="4518"/>
                      <a:pt x="33" y="4730"/>
                      <a:pt x="53" y="4882"/>
                    </a:cubicBezTo>
                    <a:cubicBezTo>
                      <a:pt x="66" y="5027"/>
                      <a:pt x="80" y="5107"/>
                      <a:pt x="80" y="5107"/>
                    </a:cubicBezTo>
                    <a:lnTo>
                      <a:pt x="80" y="5113"/>
                    </a:lnTo>
                    <a:cubicBezTo>
                      <a:pt x="105" y="5330"/>
                      <a:pt x="290" y="5497"/>
                      <a:pt x="511" y="5497"/>
                    </a:cubicBezTo>
                    <a:cubicBezTo>
                      <a:pt x="519" y="5497"/>
                      <a:pt x="527" y="5497"/>
                      <a:pt x="536" y="5497"/>
                    </a:cubicBezTo>
                    <a:cubicBezTo>
                      <a:pt x="780" y="5483"/>
                      <a:pt x="965" y="5279"/>
                      <a:pt x="959" y="5034"/>
                    </a:cubicBezTo>
                    <a:cubicBezTo>
                      <a:pt x="959" y="5034"/>
                      <a:pt x="952" y="4961"/>
                      <a:pt x="952" y="4822"/>
                    </a:cubicBezTo>
                    <a:cubicBezTo>
                      <a:pt x="946" y="4690"/>
                      <a:pt x="946" y="4499"/>
                      <a:pt x="959" y="4267"/>
                    </a:cubicBezTo>
                    <a:cubicBezTo>
                      <a:pt x="965" y="4036"/>
                      <a:pt x="992" y="3771"/>
                      <a:pt x="1038" y="3500"/>
                    </a:cubicBezTo>
                    <a:cubicBezTo>
                      <a:pt x="1084" y="3223"/>
                      <a:pt x="1150" y="2939"/>
                      <a:pt x="1250" y="2674"/>
                    </a:cubicBezTo>
                    <a:cubicBezTo>
                      <a:pt x="1309" y="2529"/>
                      <a:pt x="1375" y="2383"/>
                      <a:pt x="1448" y="2258"/>
                    </a:cubicBezTo>
                    <a:lnTo>
                      <a:pt x="1448" y="2258"/>
                    </a:lnTo>
                    <a:lnTo>
                      <a:pt x="1124" y="4941"/>
                    </a:lnTo>
                    <a:cubicBezTo>
                      <a:pt x="1104" y="5067"/>
                      <a:pt x="1104" y="5212"/>
                      <a:pt x="1124" y="5351"/>
                    </a:cubicBezTo>
                    <a:cubicBezTo>
                      <a:pt x="1157" y="5629"/>
                      <a:pt x="1256" y="5887"/>
                      <a:pt x="1402" y="6105"/>
                    </a:cubicBezTo>
                    <a:lnTo>
                      <a:pt x="1633" y="10924"/>
                    </a:lnTo>
                    <a:cubicBezTo>
                      <a:pt x="1646" y="11188"/>
                      <a:pt x="1858" y="11399"/>
                      <a:pt x="2122" y="11413"/>
                    </a:cubicBezTo>
                    <a:cubicBezTo>
                      <a:pt x="2130" y="11413"/>
                      <a:pt x="2139" y="11413"/>
                      <a:pt x="2147" y="11413"/>
                    </a:cubicBezTo>
                    <a:cubicBezTo>
                      <a:pt x="2420" y="11413"/>
                      <a:pt x="2645" y="11200"/>
                      <a:pt x="2658" y="10924"/>
                    </a:cubicBezTo>
                    <a:lnTo>
                      <a:pt x="2823" y="7281"/>
                    </a:lnTo>
                    <a:lnTo>
                      <a:pt x="2995" y="10924"/>
                    </a:lnTo>
                    <a:cubicBezTo>
                      <a:pt x="3008" y="11188"/>
                      <a:pt x="3213" y="11399"/>
                      <a:pt x="3484" y="11413"/>
                    </a:cubicBezTo>
                    <a:cubicBezTo>
                      <a:pt x="3492" y="11413"/>
                      <a:pt x="3500" y="11413"/>
                      <a:pt x="3508" y="11413"/>
                    </a:cubicBezTo>
                    <a:cubicBezTo>
                      <a:pt x="3782" y="11413"/>
                      <a:pt x="4006" y="11200"/>
                      <a:pt x="4019" y="10924"/>
                    </a:cubicBezTo>
                    <a:lnTo>
                      <a:pt x="4244" y="6085"/>
                    </a:lnTo>
                    <a:cubicBezTo>
                      <a:pt x="4456" y="5761"/>
                      <a:pt x="4561" y="5358"/>
                      <a:pt x="4515" y="4941"/>
                    </a:cubicBezTo>
                    <a:lnTo>
                      <a:pt x="4191" y="2291"/>
                    </a:lnTo>
                    <a:lnTo>
                      <a:pt x="4191" y="2291"/>
                    </a:lnTo>
                    <a:cubicBezTo>
                      <a:pt x="4257" y="2410"/>
                      <a:pt x="4317" y="2542"/>
                      <a:pt x="4370" y="2674"/>
                    </a:cubicBezTo>
                    <a:cubicBezTo>
                      <a:pt x="4469" y="2939"/>
                      <a:pt x="4535" y="3223"/>
                      <a:pt x="4581" y="3500"/>
                    </a:cubicBezTo>
                    <a:cubicBezTo>
                      <a:pt x="4627" y="3771"/>
                      <a:pt x="4654" y="4036"/>
                      <a:pt x="4660" y="4267"/>
                    </a:cubicBezTo>
                    <a:cubicBezTo>
                      <a:pt x="4674" y="4499"/>
                      <a:pt x="4674" y="4690"/>
                      <a:pt x="4667" y="4822"/>
                    </a:cubicBezTo>
                    <a:cubicBezTo>
                      <a:pt x="4667" y="4961"/>
                      <a:pt x="4660" y="5034"/>
                      <a:pt x="4660" y="5034"/>
                    </a:cubicBezTo>
                    <a:cubicBezTo>
                      <a:pt x="4654" y="5265"/>
                      <a:pt x="4819" y="5464"/>
                      <a:pt x="5050" y="5497"/>
                    </a:cubicBezTo>
                    <a:cubicBezTo>
                      <a:pt x="5067" y="5499"/>
                      <a:pt x="5084" y="5499"/>
                      <a:pt x="5100" y="5499"/>
                    </a:cubicBezTo>
                    <a:cubicBezTo>
                      <a:pt x="5319" y="5499"/>
                      <a:pt x="5515" y="5341"/>
                      <a:pt x="5540" y="5113"/>
                    </a:cubicBezTo>
                    <a:lnTo>
                      <a:pt x="5540" y="5107"/>
                    </a:lnTo>
                    <a:cubicBezTo>
                      <a:pt x="5540" y="5107"/>
                      <a:pt x="5553" y="5027"/>
                      <a:pt x="5566" y="4882"/>
                    </a:cubicBezTo>
                    <a:cubicBezTo>
                      <a:pt x="5586" y="4730"/>
                      <a:pt x="5599" y="4518"/>
                      <a:pt x="5612" y="4261"/>
                    </a:cubicBezTo>
                    <a:cubicBezTo>
                      <a:pt x="5612" y="4234"/>
                      <a:pt x="5612" y="4201"/>
                      <a:pt x="5612" y="4175"/>
                    </a:cubicBezTo>
                    <a:cubicBezTo>
                      <a:pt x="5612" y="4148"/>
                      <a:pt x="5612" y="4115"/>
                      <a:pt x="5612" y="4089"/>
                    </a:cubicBezTo>
                    <a:cubicBezTo>
                      <a:pt x="5659" y="4115"/>
                      <a:pt x="5711" y="4148"/>
                      <a:pt x="5764" y="4175"/>
                    </a:cubicBezTo>
                    <a:lnTo>
                      <a:pt x="4991" y="7711"/>
                    </a:lnTo>
                    <a:cubicBezTo>
                      <a:pt x="4978" y="7784"/>
                      <a:pt x="4991" y="7856"/>
                      <a:pt x="5037" y="7916"/>
                    </a:cubicBezTo>
                    <a:cubicBezTo>
                      <a:pt x="5084" y="7975"/>
                      <a:pt x="5156" y="8009"/>
                      <a:pt x="5229" y="8009"/>
                    </a:cubicBezTo>
                    <a:lnTo>
                      <a:pt x="6022" y="8009"/>
                    </a:lnTo>
                    <a:lnTo>
                      <a:pt x="6174" y="11062"/>
                    </a:lnTo>
                    <a:cubicBezTo>
                      <a:pt x="6187" y="11333"/>
                      <a:pt x="6419" y="11558"/>
                      <a:pt x="6690" y="11565"/>
                    </a:cubicBezTo>
                    <a:cubicBezTo>
                      <a:pt x="6694" y="11565"/>
                      <a:pt x="6698" y="11565"/>
                      <a:pt x="6703" y="11565"/>
                    </a:cubicBezTo>
                    <a:cubicBezTo>
                      <a:pt x="6968" y="11565"/>
                      <a:pt x="7199" y="11362"/>
                      <a:pt x="7225" y="11095"/>
                    </a:cubicBezTo>
                    <a:cubicBezTo>
                      <a:pt x="7232" y="11089"/>
                      <a:pt x="7232" y="11076"/>
                      <a:pt x="7232" y="11062"/>
                    </a:cubicBezTo>
                    <a:lnTo>
                      <a:pt x="7390" y="8009"/>
                    </a:lnTo>
                    <a:lnTo>
                      <a:pt x="7476" y="8009"/>
                    </a:lnTo>
                    <a:lnTo>
                      <a:pt x="7628" y="11062"/>
                    </a:lnTo>
                    <a:cubicBezTo>
                      <a:pt x="7642" y="11333"/>
                      <a:pt x="7873" y="11558"/>
                      <a:pt x="8151" y="11565"/>
                    </a:cubicBezTo>
                    <a:cubicBezTo>
                      <a:pt x="8155" y="11565"/>
                      <a:pt x="8159" y="11565"/>
                      <a:pt x="8163" y="11565"/>
                    </a:cubicBezTo>
                    <a:cubicBezTo>
                      <a:pt x="8422" y="11565"/>
                      <a:pt x="8653" y="11362"/>
                      <a:pt x="8686" y="11095"/>
                    </a:cubicBezTo>
                    <a:cubicBezTo>
                      <a:pt x="8686" y="11089"/>
                      <a:pt x="8686" y="11076"/>
                      <a:pt x="8686" y="11062"/>
                    </a:cubicBezTo>
                    <a:lnTo>
                      <a:pt x="8851" y="8009"/>
                    </a:lnTo>
                    <a:lnTo>
                      <a:pt x="9618" y="8009"/>
                    </a:lnTo>
                    <a:cubicBezTo>
                      <a:pt x="9691" y="8009"/>
                      <a:pt x="9757" y="7975"/>
                      <a:pt x="9803" y="7916"/>
                    </a:cubicBezTo>
                    <a:cubicBezTo>
                      <a:pt x="9856" y="7863"/>
                      <a:pt x="9869" y="7784"/>
                      <a:pt x="9856" y="7711"/>
                    </a:cubicBezTo>
                    <a:lnTo>
                      <a:pt x="8957" y="3454"/>
                    </a:lnTo>
                    <a:lnTo>
                      <a:pt x="8957" y="3110"/>
                    </a:lnTo>
                    <a:cubicBezTo>
                      <a:pt x="9228" y="3758"/>
                      <a:pt x="9334" y="4459"/>
                      <a:pt x="9393" y="5153"/>
                    </a:cubicBezTo>
                    <a:cubicBezTo>
                      <a:pt x="9393" y="5173"/>
                      <a:pt x="9393" y="5186"/>
                      <a:pt x="9393" y="5199"/>
                    </a:cubicBezTo>
                    <a:cubicBezTo>
                      <a:pt x="9413" y="5384"/>
                      <a:pt x="9539" y="5536"/>
                      <a:pt x="9704" y="5589"/>
                    </a:cubicBezTo>
                    <a:lnTo>
                      <a:pt x="9704" y="5596"/>
                    </a:lnTo>
                    <a:cubicBezTo>
                      <a:pt x="9757" y="5682"/>
                      <a:pt x="9823" y="5761"/>
                      <a:pt x="9909" y="5821"/>
                    </a:cubicBezTo>
                    <a:cubicBezTo>
                      <a:pt x="10021" y="5893"/>
                      <a:pt x="10153" y="5933"/>
                      <a:pt x="10286" y="5933"/>
                    </a:cubicBezTo>
                    <a:cubicBezTo>
                      <a:pt x="10306" y="5934"/>
                      <a:pt x="10326" y="5934"/>
                      <a:pt x="10345" y="5934"/>
                    </a:cubicBezTo>
                    <a:cubicBezTo>
                      <a:pt x="10596" y="5934"/>
                      <a:pt x="10846" y="5860"/>
                      <a:pt x="11072" y="5768"/>
                    </a:cubicBezTo>
                    <a:lnTo>
                      <a:pt x="11092" y="6627"/>
                    </a:lnTo>
                    <a:lnTo>
                      <a:pt x="10616" y="8788"/>
                    </a:lnTo>
                    <a:cubicBezTo>
                      <a:pt x="10603" y="8835"/>
                      <a:pt x="10616" y="8888"/>
                      <a:pt x="10649" y="8927"/>
                    </a:cubicBezTo>
                    <a:cubicBezTo>
                      <a:pt x="10682" y="8967"/>
                      <a:pt x="10729" y="8987"/>
                      <a:pt x="10781" y="8987"/>
                    </a:cubicBezTo>
                    <a:lnTo>
                      <a:pt x="11165" y="8987"/>
                    </a:lnTo>
                    <a:lnTo>
                      <a:pt x="11264" y="11109"/>
                    </a:lnTo>
                    <a:cubicBezTo>
                      <a:pt x="11271" y="11281"/>
                      <a:pt x="11416" y="11419"/>
                      <a:pt x="11588" y="11419"/>
                    </a:cubicBezTo>
                    <a:cubicBezTo>
                      <a:pt x="11760" y="11419"/>
                      <a:pt x="11905" y="11281"/>
                      <a:pt x="11918" y="11109"/>
                    </a:cubicBezTo>
                    <a:lnTo>
                      <a:pt x="12024" y="8987"/>
                    </a:lnTo>
                    <a:lnTo>
                      <a:pt x="12057" y="8987"/>
                    </a:lnTo>
                    <a:lnTo>
                      <a:pt x="12163" y="11109"/>
                    </a:lnTo>
                    <a:cubicBezTo>
                      <a:pt x="12170" y="11281"/>
                      <a:pt x="12315" y="11419"/>
                      <a:pt x="12487" y="11419"/>
                    </a:cubicBezTo>
                    <a:cubicBezTo>
                      <a:pt x="12659" y="11419"/>
                      <a:pt x="12804" y="11281"/>
                      <a:pt x="12811" y="11109"/>
                    </a:cubicBezTo>
                    <a:lnTo>
                      <a:pt x="12923" y="8987"/>
                    </a:lnTo>
                    <a:lnTo>
                      <a:pt x="13333" y="8987"/>
                    </a:lnTo>
                    <a:cubicBezTo>
                      <a:pt x="13379" y="8987"/>
                      <a:pt x="13432" y="8967"/>
                      <a:pt x="13459" y="8927"/>
                    </a:cubicBezTo>
                    <a:cubicBezTo>
                      <a:pt x="13492" y="8888"/>
                      <a:pt x="13505" y="8835"/>
                      <a:pt x="13498" y="8788"/>
                    </a:cubicBezTo>
                    <a:lnTo>
                      <a:pt x="13016" y="6627"/>
                    </a:lnTo>
                    <a:lnTo>
                      <a:pt x="13029" y="6303"/>
                    </a:lnTo>
                    <a:cubicBezTo>
                      <a:pt x="13168" y="6667"/>
                      <a:pt x="13214" y="7057"/>
                      <a:pt x="13247" y="7440"/>
                    </a:cubicBezTo>
                    <a:cubicBezTo>
                      <a:pt x="13260" y="7588"/>
                      <a:pt x="13385" y="7698"/>
                      <a:pt x="13526" y="7698"/>
                    </a:cubicBezTo>
                    <a:cubicBezTo>
                      <a:pt x="13530" y="7698"/>
                      <a:pt x="13534" y="7698"/>
                      <a:pt x="13538" y="7698"/>
                    </a:cubicBezTo>
                    <a:cubicBezTo>
                      <a:pt x="13683" y="7691"/>
                      <a:pt x="13802" y="7566"/>
                      <a:pt x="13802" y="7420"/>
                    </a:cubicBezTo>
                    <a:cubicBezTo>
                      <a:pt x="13809" y="7010"/>
                      <a:pt x="13789" y="6607"/>
                      <a:pt x="13697" y="6204"/>
                    </a:cubicBezTo>
                    <a:cubicBezTo>
                      <a:pt x="13538" y="5530"/>
                      <a:pt x="13141" y="4869"/>
                      <a:pt x="12493" y="4558"/>
                    </a:cubicBezTo>
                    <a:cubicBezTo>
                      <a:pt x="12349" y="4487"/>
                      <a:pt x="12198" y="4451"/>
                      <a:pt x="12047" y="4451"/>
                    </a:cubicBezTo>
                    <a:cubicBezTo>
                      <a:pt x="11818" y="4451"/>
                      <a:pt x="11588" y="4535"/>
                      <a:pt x="11376" y="4710"/>
                    </a:cubicBezTo>
                    <a:cubicBezTo>
                      <a:pt x="11204" y="4849"/>
                      <a:pt x="11019" y="4981"/>
                      <a:pt x="10828" y="5093"/>
                    </a:cubicBezTo>
                    <a:cubicBezTo>
                      <a:pt x="10729" y="5153"/>
                      <a:pt x="10623" y="5212"/>
                      <a:pt x="10510" y="5259"/>
                    </a:cubicBezTo>
                    <a:cubicBezTo>
                      <a:pt x="10458" y="5279"/>
                      <a:pt x="10405" y="5298"/>
                      <a:pt x="10352" y="5312"/>
                    </a:cubicBezTo>
                    <a:cubicBezTo>
                      <a:pt x="10325" y="5318"/>
                      <a:pt x="10299" y="5318"/>
                      <a:pt x="10272" y="5318"/>
                    </a:cubicBezTo>
                    <a:cubicBezTo>
                      <a:pt x="10292" y="5272"/>
                      <a:pt x="10299" y="5219"/>
                      <a:pt x="10299" y="5166"/>
                    </a:cubicBezTo>
                    <a:cubicBezTo>
                      <a:pt x="10299" y="4558"/>
                      <a:pt x="10299" y="4492"/>
                      <a:pt x="10292" y="4373"/>
                    </a:cubicBezTo>
                    <a:cubicBezTo>
                      <a:pt x="10246" y="3633"/>
                      <a:pt x="10114" y="2892"/>
                      <a:pt x="9810" y="2205"/>
                    </a:cubicBezTo>
                    <a:cubicBezTo>
                      <a:pt x="9526" y="1550"/>
                      <a:pt x="9063" y="949"/>
                      <a:pt x="8435" y="585"/>
                    </a:cubicBezTo>
                    <a:cubicBezTo>
                      <a:pt x="8157" y="420"/>
                      <a:pt x="7734" y="275"/>
                      <a:pt x="7437" y="275"/>
                    </a:cubicBezTo>
                    <a:cubicBezTo>
                      <a:pt x="7139" y="275"/>
                      <a:pt x="6881" y="341"/>
                      <a:pt x="6597" y="493"/>
                    </a:cubicBezTo>
                    <a:cubicBezTo>
                      <a:pt x="6320" y="638"/>
                      <a:pt x="6042" y="803"/>
                      <a:pt x="5784" y="982"/>
                    </a:cubicBezTo>
                    <a:cubicBezTo>
                      <a:pt x="5546" y="1154"/>
                      <a:pt x="5315" y="1346"/>
                      <a:pt x="5123" y="1564"/>
                    </a:cubicBezTo>
                    <a:lnTo>
                      <a:pt x="5110" y="1564"/>
                    </a:lnTo>
                    <a:cubicBezTo>
                      <a:pt x="5110" y="1564"/>
                      <a:pt x="5024" y="1405"/>
                      <a:pt x="4971" y="1326"/>
                    </a:cubicBezTo>
                    <a:cubicBezTo>
                      <a:pt x="4879" y="1167"/>
                      <a:pt x="4766" y="1022"/>
                      <a:pt x="4654" y="896"/>
                    </a:cubicBezTo>
                    <a:cubicBezTo>
                      <a:pt x="4541" y="764"/>
                      <a:pt x="4422" y="651"/>
                      <a:pt x="4304" y="552"/>
                    </a:cubicBezTo>
                    <a:cubicBezTo>
                      <a:pt x="4059" y="354"/>
                      <a:pt x="3828" y="228"/>
                      <a:pt x="3642" y="156"/>
                    </a:cubicBezTo>
                    <a:cubicBezTo>
                      <a:pt x="3550" y="116"/>
                      <a:pt x="3477" y="90"/>
                      <a:pt x="3418" y="70"/>
                    </a:cubicBezTo>
                    <a:cubicBezTo>
                      <a:pt x="3233" y="20"/>
                      <a:pt x="3038" y="0"/>
                      <a:pt x="2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6" name="Google Shape;856;p55"/>
              <p:cNvSpPr/>
              <p:nvPr/>
            </p:nvSpPr>
            <p:spPr>
              <a:xfrm>
                <a:off x="3399882" y="2040689"/>
                <a:ext cx="66858" cy="63752"/>
              </a:xfrm>
              <a:custGeom>
                <a:avLst/>
                <a:gdLst/>
                <a:ahLst/>
                <a:cxnLst/>
                <a:rect l="l" t="t" r="r" b="b"/>
                <a:pathLst>
                  <a:path w="3207" h="3058" extrusionOk="0">
                    <a:moveTo>
                      <a:pt x="1613" y="1"/>
                    </a:moveTo>
                    <a:cubicBezTo>
                      <a:pt x="1118" y="1"/>
                      <a:pt x="644" y="247"/>
                      <a:pt x="358" y="651"/>
                    </a:cubicBezTo>
                    <a:cubicBezTo>
                      <a:pt x="54" y="1094"/>
                      <a:pt x="1" y="1676"/>
                      <a:pt x="219" y="2159"/>
                    </a:cubicBezTo>
                    <a:cubicBezTo>
                      <a:pt x="437" y="2635"/>
                      <a:pt x="893" y="2978"/>
                      <a:pt x="1415" y="3044"/>
                    </a:cubicBezTo>
                    <a:cubicBezTo>
                      <a:pt x="1482" y="3051"/>
                      <a:pt x="1548" y="3058"/>
                      <a:pt x="1607" y="3058"/>
                    </a:cubicBezTo>
                    <a:cubicBezTo>
                      <a:pt x="2136" y="3058"/>
                      <a:pt x="2638" y="2773"/>
                      <a:pt x="2916" y="2324"/>
                    </a:cubicBezTo>
                    <a:cubicBezTo>
                      <a:pt x="3194" y="1868"/>
                      <a:pt x="3207" y="1286"/>
                      <a:pt x="2962" y="810"/>
                    </a:cubicBezTo>
                    <a:cubicBezTo>
                      <a:pt x="2711" y="347"/>
                      <a:pt x="2235" y="37"/>
                      <a:pt x="1706" y="4"/>
                    </a:cubicBezTo>
                    <a:cubicBezTo>
                      <a:pt x="1675" y="2"/>
                      <a:pt x="1644" y="1"/>
                      <a:pt x="16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857" name="Google Shape;857;p55"/>
          <p:cNvSpPr txBox="1">
            <a:spLocks noGrp="1"/>
          </p:cNvSpPr>
          <p:nvPr>
            <p:ph type="title"/>
          </p:nvPr>
        </p:nvSpPr>
        <p:spPr>
          <a:xfrm>
            <a:off x="720075"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LET’S USE SOME PERCENTAGES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861"/>
        <p:cNvGrpSpPr/>
        <p:nvPr/>
      </p:nvGrpSpPr>
      <p:grpSpPr>
        <a:xfrm>
          <a:off x="0" y="0"/>
          <a:ext cx="0" cy="0"/>
          <a:chOff x="0" y="0"/>
          <a:chExt cx="0" cy="0"/>
        </a:xfrm>
      </p:grpSpPr>
      <p:sp>
        <p:nvSpPr>
          <p:cNvPr id="862" name="Google Shape;862;p56"/>
          <p:cNvSpPr txBox="1">
            <a:spLocks noGrp="1"/>
          </p:cNvSpPr>
          <p:nvPr>
            <p:ph type="subTitle" idx="1"/>
          </p:nvPr>
        </p:nvSpPr>
        <p:spPr>
          <a:xfrm>
            <a:off x="5102975" y="2523450"/>
            <a:ext cx="3235800" cy="105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image on the screen with your own work. Just right-click on it and select “Replace image”</a:t>
            </a:r>
            <a:endParaRPr/>
          </a:p>
        </p:txBody>
      </p:sp>
      <p:grpSp>
        <p:nvGrpSpPr>
          <p:cNvPr id="863" name="Google Shape;863;p56"/>
          <p:cNvGrpSpPr/>
          <p:nvPr/>
        </p:nvGrpSpPr>
        <p:grpSpPr>
          <a:xfrm>
            <a:off x="990225" y="1260651"/>
            <a:ext cx="3410334" cy="2774597"/>
            <a:chOff x="990225" y="1260651"/>
            <a:chExt cx="3410334" cy="2774597"/>
          </a:xfrm>
        </p:grpSpPr>
        <p:sp>
          <p:nvSpPr>
            <p:cNvPr id="864" name="Google Shape;864;p56"/>
            <p:cNvSpPr/>
            <p:nvPr/>
          </p:nvSpPr>
          <p:spPr>
            <a:xfrm>
              <a:off x="2123801" y="3622106"/>
              <a:ext cx="1143193" cy="413142"/>
            </a:xfrm>
            <a:custGeom>
              <a:avLst/>
              <a:gdLst/>
              <a:ahLst/>
              <a:cxnLst/>
              <a:rect l="l" t="t" r="r" b="b"/>
              <a:pathLst>
                <a:path w="55441" h="20036" extrusionOk="0">
                  <a:moveTo>
                    <a:pt x="0" y="20035"/>
                  </a:moveTo>
                  <a:lnTo>
                    <a:pt x="0" y="17982"/>
                  </a:lnTo>
                  <a:lnTo>
                    <a:pt x="6526" y="17184"/>
                  </a:lnTo>
                  <a:lnTo>
                    <a:pt x="11030" y="1"/>
                  </a:lnTo>
                  <a:lnTo>
                    <a:pt x="44410" y="1"/>
                  </a:lnTo>
                  <a:lnTo>
                    <a:pt x="48911" y="17184"/>
                  </a:lnTo>
                  <a:lnTo>
                    <a:pt x="55441" y="17982"/>
                  </a:lnTo>
                  <a:lnTo>
                    <a:pt x="55441" y="20035"/>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56"/>
            <p:cNvSpPr/>
            <p:nvPr/>
          </p:nvSpPr>
          <p:spPr>
            <a:xfrm>
              <a:off x="990237" y="1260651"/>
              <a:ext cx="3410321" cy="2065402"/>
            </a:xfrm>
            <a:custGeom>
              <a:avLst/>
              <a:gdLst/>
              <a:ahLst/>
              <a:cxnLst/>
              <a:rect l="l" t="t" r="r" b="b"/>
              <a:pathLst>
                <a:path w="165389" h="100165" extrusionOk="0">
                  <a:moveTo>
                    <a:pt x="1" y="100165"/>
                  </a:moveTo>
                  <a:lnTo>
                    <a:pt x="1" y="3726"/>
                  </a:lnTo>
                  <a:cubicBezTo>
                    <a:pt x="1" y="1669"/>
                    <a:pt x="1670" y="0"/>
                    <a:pt x="3728" y="0"/>
                  </a:cubicBezTo>
                  <a:lnTo>
                    <a:pt x="161661" y="0"/>
                  </a:lnTo>
                  <a:cubicBezTo>
                    <a:pt x="163721" y="0"/>
                    <a:pt x="165388" y="1669"/>
                    <a:pt x="165388" y="3726"/>
                  </a:cubicBezTo>
                  <a:lnTo>
                    <a:pt x="165388" y="10016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56"/>
            <p:cNvSpPr/>
            <p:nvPr/>
          </p:nvSpPr>
          <p:spPr>
            <a:xfrm>
              <a:off x="990225" y="3250054"/>
              <a:ext cx="3410321" cy="383348"/>
            </a:xfrm>
            <a:custGeom>
              <a:avLst/>
              <a:gdLst/>
              <a:ahLst/>
              <a:cxnLst/>
              <a:rect l="l" t="t" r="r" b="b"/>
              <a:pathLst>
                <a:path w="165389" h="14909" extrusionOk="0">
                  <a:moveTo>
                    <a:pt x="161661" y="14908"/>
                  </a:moveTo>
                  <a:lnTo>
                    <a:pt x="3728" y="14908"/>
                  </a:lnTo>
                  <a:cubicBezTo>
                    <a:pt x="1670" y="14908"/>
                    <a:pt x="1" y="13241"/>
                    <a:pt x="1" y="11182"/>
                  </a:cubicBezTo>
                  <a:lnTo>
                    <a:pt x="1" y="1"/>
                  </a:lnTo>
                  <a:lnTo>
                    <a:pt x="165388" y="1"/>
                  </a:lnTo>
                  <a:lnTo>
                    <a:pt x="165388" y="11182"/>
                  </a:lnTo>
                  <a:cubicBezTo>
                    <a:pt x="165388" y="13241"/>
                    <a:pt x="163719" y="14908"/>
                    <a:pt x="161661" y="1490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67" name="Google Shape;867;p56"/>
          <p:cNvPicPr preferRelativeResize="0"/>
          <p:nvPr/>
        </p:nvPicPr>
        <p:blipFill rotWithShape="1">
          <a:blip r:embed="rId3">
            <a:alphaModFix/>
          </a:blip>
          <a:srcRect/>
          <a:stretch/>
        </p:blipFill>
        <p:spPr>
          <a:xfrm>
            <a:off x="1108750" y="1476353"/>
            <a:ext cx="3173275" cy="1784957"/>
          </a:xfrm>
          <a:prstGeom prst="rect">
            <a:avLst/>
          </a:prstGeom>
          <a:noFill/>
          <a:ln>
            <a:noFill/>
          </a:ln>
        </p:spPr>
      </p:pic>
      <p:cxnSp>
        <p:nvCxnSpPr>
          <p:cNvPr id="868" name="Google Shape;868;p56"/>
          <p:cNvCxnSpPr/>
          <p:nvPr/>
        </p:nvCxnSpPr>
        <p:spPr>
          <a:xfrm>
            <a:off x="5729675" y="2455325"/>
            <a:ext cx="1982400" cy="0"/>
          </a:xfrm>
          <a:prstGeom prst="straightConnector1">
            <a:avLst/>
          </a:prstGeom>
          <a:noFill/>
          <a:ln w="9525" cap="flat" cmpd="sng">
            <a:solidFill>
              <a:schemeClr val="dk1"/>
            </a:solidFill>
            <a:prstDash val="solid"/>
            <a:round/>
            <a:headEnd type="none" w="med" len="med"/>
            <a:tailEnd type="none" w="med" len="med"/>
          </a:ln>
        </p:spPr>
      </p:cxnSp>
      <p:grpSp>
        <p:nvGrpSpPr>
          <p:cNvPr id="869" name="Google Shape;869;p56"/>
          <p:cNvGrpSpPr/>
          <p:nvPr/>
        </p:nvGrpSpPr>
        <p:grpSpPr>
          <a:xfrm>
            <a:off x="6253075" y="603650"/>
            <a:ext cx="690900" cy="657000"/>
            <a:chOff x="1049150" y="3578900"/>
            <a:chExt cx="690900" cy="657000"/>
          </a:xfrm>
        </p:grpSpPr>
        <p:sp>
          <p:nvSpPr>
            <p:cNvPr id="870" name="Google Shape;870;p56"/>
            <p:cNvSpPr/>
            <p:nvPr/>
          </p:nvSpPr>
          <p:spPr>
            <a:xfrm>
              <a:off x="1049150" y="3578900"/>
              <a:ext cx="690900" cy="657000"/>
            </a:xfrm>
            <a:prstGeom prst="decagon">
              <a:avLst>
                <a:gd name="vf" fmla="val 105146"/>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56"/>
            <p:cNvSpPr/>
            <p:nvPr/>
          </p:nvSpPr>
          <p:spPr>
            <a:xfrm>
              <a:off x="1085204" y="3613204"/>
              <a:ext cx="618600" cy="588300"/>
            </a:xfrm>
            <a:prstGeom prst="decagon">
              <a:avLst>
                <a:gd name="vf" fmla="val 105146"/>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 name="Google Shape;872;p56"/>
            <p:cNvGrpSpPr/>
            <p:nvPr/>
          </p:nvGrpSpPr>
          <p:grpSpPr>
            <a:xfrm>
              <a:off x="1302841" y="3765437"/>
              <a:ext cx="183329" cy="283890"/>
              <a:chOff x="3311700" y="2520250"/>
              <a:chExt cx="230400" cy="356825"/>
            </a:xfrm>
          </p:grpSpPr>
          <p:sp>
            <p:nvSpPr>
              <p:cNvPr id="873" name="Google Shape;873;p56"/>
              <p:cNvSpPr/>
              <p:nvPr/>
            </p:nvSpPr>
            <p:spPr>
              <a:xfrm>
                <a:off x="3332375" y="2650200"/>
                <a:ext cx="49100" cy="48050"/>
              </a:xfrm>
              <a:custGeom>
                <a:avLst/>
                <a:gdLst/>
                <a:ahLst/>
                <a:cxnLst/>
                <a:rect l="l" t="t" r="r" b="b"/>
                <a:pathLst>
                  <a:path w="1964" h="1922" extrusionOk="0">
                    <a:moveTo>
                      <a:pt x="977" y="0"/>
                    </a:moveTo>
                    <a:cubicBezTo>
                      <a:pt x="944" y="0"/>
                      <a:pt x="912" y="2"/>
                      <a:pt x="879" y="5"/>
                    </a:cubicBezTo>
                    <a:cubicBezTo>
                      <a:pt x="622" y="38"/>
                      <a:pt x="377" y="177"/>
                      <a:pt x="225" y="382"/>
                    </a:cubicBezTo>
                    <a:cubicBezTo>
                      <a:pt x="66" y="593"/>
                      <a:pt x="0" y="871"/>
                      <a:pt x="46" y="1129"/>
                    </a:cubicBezTo>
                    <a:cubicBezTo>
                      <a:pt x="126" y="1578"/>
                      <a:pt x="529" y="1922"/>
                      <a:pt x="992" y="1922"/>
                    </a:cubicBezTo>
                    <a:cubicBezTo>
                      <a:pt x="1249" y="1922"/>
                      <a:pt x="1507" y="1810"/>
                      <a:pt x="1686" y="1618"/>
                    </a:cubicBezTo>
                    <a:cubicBezTo>
                      <a:pt x="1871" y="1426"/>
                      <a:pt x="1963" y="1168"/>
                      <a:pt x="1944" y="904"/>
                    </a:cubicBezTo>
                    <a:cubicBezTo>
                      <a:pt x="1930" y="640"/>
                      <a:pt x="1805" y="395"/>
                      <a:pt x="1606" y="230"/>
                    </a:cubicBezTo>
                    <a:cubicBezTo>
                      <a:pt x="1433" y="80"/>
                      <a:pt x="1204" y="0"/>
                      <a:pt x="9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74" name="Google Shape;874;p56"/>
              <p:cNvSpPr/>
              <p:nvPr/>
            </p:nvSpPr>
            <p:spPr>
              <a:xfrm>
                <a:off x="3434175" y="2520250"/>
                <a:ext cx="76525" cy="73250"/>
              </a:xfrm>
              <a:custGeom>
                <a:avLst/>
                <a:gdLst/>
                <a:ahLst/>
                <a:cxnLst/>
                <a:rect l="l" t="t" r="r" b="b"/>
                <a:pathLst>
                  <a:path w="3061" h="2930" extrusionOk="0">
                    <a:moveTo>
                      <a:pt x="1529" y="1"/>
                    </a:moveTo>
                    <a:cubicBezTo>
                      <a:pt x="1026" y="1"/>
                      <a:pt x="545" y="271"/>
                      <a:pt x="278" y="708"/>
                    </a:cubicBezTo>
                    <a:cubicBezTo>
                      <a:pt x="13" y="1151"/>
                      <a:pt x="0" y="1726"/>
                      <a:pt x="258" y="2182"/>
                    </a:cubicBezTo>
                    <a:cubicBezTo>
                      <a:pt x="509" y="2632"/>
                      <a:pt x="992" y="2916"/>
                      <a:pt x="1501" y="2929"/>
                    </a:cubicBezTo>
                    <a:lnTo>
                      <a:pt x="1534" y="2929"/>
                    </a:lnTo>
                    <a:cubicBezTo>
                      <a:pt x="2049" y="2929"/>
                      <a:pt x="2532" y="2652"/>
                      <a:pt x="2796" y="2209"/>
                    </a:cubicBezTo>
                    <a:cubicBezTo>
                      <a:pt x="3061" y="1759"/>
                      <a:pt x="3061" y="1184"/>
                      <a:pt x="2803" y="735"/>
                    </a:cubicBezTo>
                    <a:cubicBezTo>
                      <a:pt x="2545" y="292"/>
                      <a:pt x="2062"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75" name="Google Shape;875;p56"/>
              <p:cNvSpPr/>
              <p:nvPr/>
            </p:nvSpPr>
            <p:spPr>
              <a:xfrm>
                <a:off x="3311700" y="2594650"/>
                <a:ext cx="230400" cy="282425"/>
              </a:xfrm>
              <a:custGeom>
                <a:avLst/>
                <a:gdLst/>
                <a:ahLst/>
                <a:cxnLst/>
                <a:rect l="l" t="t" r="r" b="b"/>
                <a:pathLst>
                  <a:path w="9216" h="11297" extrusionOk="0">
                    <a:moveTo>
                      <a:pt x="9163" y="3271"/>
                    </a:moveTo>
                    <a:cubicBezTo>
                      <a:pt x="9163" y="3285"/>
                      <a:pt x="9169" y="3324"/>
                      <a:pt x="9169" y="3364"/>
                    </a:cubicBezTo>
                    <a:cubicBezTo>
                      <a:pt x="9169" y="3305"/>
                      <a:pt x="9163" y="3278"/>
                      <a:pt x="9163" y="3271"/>
                    </a:cubicBezTo>
                    <a:close/>
                    <a:moveTo>
                      <a:pt x="9169" y="3364"/>
                    </a:moveTo>
                    <a:cubicBezTo>
                      <a:pt x="9176" y="3404"/>
                      <a:pt x="9176" y="3430"/>
                      <a:pt x="9176" y="3443"/>
                    </a:cubicBezTo>
                    <a:cubicBezTo>
                      <a:pt x="9176" y="3424"/>
                      <a:pt x="9176" y="3397"/>
                      <a:pt x="9169" y="3364"/>
                    </a:cubicBezTo>
                    <a:close/>
                    <a:moveTo>
                      <a:pt x="6410" y="0"/>
                    </a:moveTo>
                    <a:cubicBezTo>
                      <a:pt x="6170" y="0"/>
                      <a:pt x="5927" y="54"/>
                      <a:pt x="5626" y="178"/>
                    </a:cubicBezTo>
                    <a:cubicBezTo>
                      <a:pt x="5487" y="231"/>
                      <a:pt x="5362" y="297"/>
                      <a:pt x="5236" y="370"/>
                    </a:cubicBezTo>
                    <a:cubicBezTo>
                      <a:pt x="4939" y="555"/>
                      <a:pt x="4681" y="799"/>
                      <a:pt x="4469" y="1077"/>
                    </a:cubicBezTo>
                    <a:cubicBezTo>
                      <a:pt x="4040" y="1645"/>
                      <a:pt x="3808" y="2339"/>
                      <a:pt x="3716" y="3040"/>
                    </a:cubicBezTo>
                    <a:cubicBezTo>
                      <a:pt x="3643" y="3556"/>
                      <a:pt x="3643" y="4085"/>
                      <a:pt x="3683" y="4607"/>
                    </a:cubicBezTo>
                    <a:cubicBezTo>
                      <a:pt x="3683" y="4607"/>
                      <a:pt x="3683" y="4607"/>
                      <a:pt x="3683" y="4613"/>
                    </a:cubicBezTo>
                    <a:cubicBezTo>
                      <a:pt x="3703" y="4785"/>
                      <a:pt x="3716" y="4931"/>
                      <a:pt x="3736" y="5043"/>
                    </a:cubicBezTo>
                    <a:cubicBezTo>
                      <a:pt x="3736" y="5043"/>
                      <a:pt x="3729" y="5050"/>
                      <a:pt x="3722" y="5050"/>
                    </a:cubicBezTo>
                    <a:lnTo>
                      <a:pt x="3716" y="5050"/>
                    </a:lnTo>
                    <a:cubicBezTo>
                      <a:pt x="3680" y="5065"/>
                      <a:pt x="3628" y="5080"/>
                      <a:pt x="3573" y="5080"/>
                    </a:cubicBezTo>
                    <a:cubicBezTo>
                      <a:pt x="3557" y="5080"/>
                      <a:pt x="3540" y="5079"/>
                      <a:pt x="3524" y="5076"/>
                    </a:cubicBezTo>
                    <a:cubicBezTo>
                      <a:pt x="3471" y="5063"/>
                      <a:pt x="3418" y="5043"/>
                      <a:pt x="3365" y="5017"/>
                    </a:cubicBezTo>
                    <a:cubicBezTo>
                      <a:pt x="3253" y="4970"/>
                      <a:pt x="3141" y="4917"/>
                      <a:pt x="3035" y="4851"/>
                    </a:cubicBezTo>
                    <a:cubicBezTo>
                      <a:pt x="2843" y="4732"/>
                      <a:pt x="2652" y="4607"/>
                      <a:pt x="2480" y="4461"/>
                    </a:cubicBezTo>
                    <a:cubicBezTo>
                      <a:pt x="2264" y="4281"/>
                      <a:pt x="2028" y="4196"/>
                      <a:pt x="1794" y="4196"/>
                    </a:cubicBezTo>
                    <a:cubicBezTo>
                      <a:pt x="1641" y="4196"/>
                      <a:pt x="1489" y="4232"/>
                      <a:pt x="1343" y="4303"/>
                    </a:cubicBezTo>
                    <a:cubicBezTo>
                      <a:pt x="682" y="4620"/>
                      <a:pt x="279" y="5294"/>
                      <a:pt x="120" y="5982"/>
                    </a:cubicBezTo>
                    <a:cubicBezTo>
                      <a:pt x="27" y="6391"/>
                      <a:pt x="1" y="6808"/>
                      <a:pt x="8" y="7224"/>
                    </a:cubicBezTo>
                    <a:cubicBezTo>
                      <a:pt x="8" y="7370"/>
                      <a:pt x="126" y="7495"/>
                      <a:pt x="279" y="7509"/>
                    </a:cubicBezTo>
                    <a:cubicBezTo>
                      <a:pt x="283" y="7509"/>
                      <a:pt x="287" y="7509"/>
                      <a:pt x="291" y="7509"/>
                    </a:cubicBezTo>
                    <a:cubicBezTo>
                      <a:pt x="437" y="7509"/>
                      <a:pt x="563" y="7392"/>
                      <a:pt x="576" y="7244"/>
                    </a:cubicBezTo>
                    <a:cubicBezTo>
                      <a:pt x="609" y="6854"/>
                      <a:pt x="662" y="6458"/>
                      <a:pt x="801" y="6087"/>
                    </a:cubicBezTo>
                    <a:lnTo>
                      <a:pt x="807" y="6418"/>
                    </a:lnTo>
                    <a:lnTo>
                      <a:pt x="318" y="8612"/>
                    </a:lnTo>
                    <a:cubicBezTo>
                      <a:pt x="312" y="8665"/>
                      <a:pt x="325" y="8718"/>
                      <a:pt x="358" y="8758"/>
                    </a:cubicBezTo>
                    <a:cubicBezTo>
                      <a:pt x="391" y="8798"/>
                      <a:pt x="437" y="8817"/>
                      <a:pt x="490" y="8817"/>
                    </a:cubicBezTo>
                    <a:lnTo>
                      <a:pt x="887" y="8817"/>
                    </a:lnTo>
                    <a:lnTo>
                      <a:pt x="999" y="10985"/>
                    </a:lnTo>
                    <a:cubicBezTo>
                      <a:pt x="1012" y="11157"/>
                      <a:pt x="1158" y="11296"/>
                      <a:pt x="1336" y="11296"/>
                    </a:cubicBezTo>
                    <a:cubicBezTo>
                      <a:pt x="1508" y="11296"/>
                      <a:pt x="1653" y="11157"/>
                      <a:pt x="1667" y="10985"/>
                    </a:cubicBezTo>
                    <a:lnTo>
                      <a:pt x="1772" y="8817"/>
                    </a:lnTo>
                    <a:lnTo>
                      <a:pt x="1805" y="8817"/>
                    </a:lnTo>
                    <a:lnTo>
                      <a:pt x="1918" y="10985"/>
                    </a:lnTo>
                    <a:cubicBezTo>
                      <a:pt x="1924" y="11157"/>
                      <a:pt x="2076" y="11296"/>
                      <a:pt x="2248" y="11296"/>
                    </a:cubicBezTo>
                    <a:cubicBezTo>
                      <a:pt x="2420" y="11296"/>
                      <a:pt x="2572" y="11157"/>
                      <a:pt x="2579" y="10985"/>
                    </a:cubicBezTo>
                    <a:lnTo>
                      <a:pt x="2685" y="8817"/>
                    </a:lnTo>
                    <a:lnTo>
                      <a:pt x="3088" y="8817"/>
                    </a:lnTo>
                    <a:cubicBezTo>
                      <a:pt x="3141" y="8817"/>
                      <a:pt x="3187" y="8798"/>
                      <a:pt x="3220" y="8758"/>
                    </a:cubicBezTo>
                    <a:cubicBezTo>
                      <a:pt x="3253" y="8718"/>
                      <a:pt x="3266" y="8665"/>
                      <a:pt x="3260" y="8612"/>
                    </a:cubicBezTo>
                    <a:lnTo>
                      <a:pt x="2771" y="6418"/>
                    </a:lnTo>
                    <a:lnTo>
                      <a:pt x="2790" y="5539"/>
                    </a:lnTo>
                    <a:cubicBezTo>
                      <a:pt x="3024" y="5631"/>
                      <a:pt x="3275" y="5712"/>
                      <a:pt x="3533" y="5712"/>
                    </a:cubicBezTo>
                    <a:cubicBezTo>
                      <a:pt x="3552" y="5712"/>
                      <a:pt x="3571" y="5712"/>
                      <a:pt x="3590" y="5711"/>
                    </a:cubicBezTo>
                    <a:cubicBezTo>
                      <a:pt x="3722" y="5704"/>
                      <a:pt x="3861" y="5671"/>
                      <a:pt x="3974" y="5592"/>
                    </a:cubicBezTo>
                    <a:cubicBezTo>
                      <a:pt x="4026" y="5559"/>
                      <a:pt x="4073" y="5512"/>
                      <a:pt x="4112" y="5466"/>
                    </a:cubicBezTo>
                    <a:cubicBezTo>
                      <a:pt x="4112" y="5459"/>
                      <a:pt x="4119" y="5453"/>
                      <a:pt x="4126" y="5453"/>
                    </a:cubicBezTo>
                    <a:lnTo>
                      <a:pt x="4172" y="5453"/>
                    </a:lnTo>
                    <a:cubicBezTo>
                      <a:pt x="4205" y="5453"/>
                      <a:pt x="4225" y="5453"/>
                      <a:pt x="4251" y="5446"/>
                    </a:cubicBezTo>
                    <a:cubicBezTo>
                      <a:pt x="4456" y="5400"/>
                      <a:pt x="4608" y="5215"/>
                      <a:pt x="4595" y="4997"/>
                    </a:cubicBezTo>
                    <a:cubicBezTo>
                      <a:pt x="4569" y="4389"/>
                      <a:pt x="4602" y="3761"/>
                      <a:pt x="4740" y="3159"/>
                    </a:cubicBezTo>
                    <a:cubicBezTo>
                      <a:pt x="4820" y="2848"/>
                      <a:pt x="4925" y="2538"/>
                      <a:pt x="5084" y="2260"/>
                    </a:cubicBezTo>
                    <a:lnTo>
                      <a:pt x="5084" y="2260"/>
                    </a:lnTo>
                    <a:cubicBezTo>
                      <a:pt x="5058" y="2432"/>
                      <a:pt x="5038" y="2604"/>
                      <a:pt x="5018" y="2782"/>
                    </a:cubicBezTo>
                    <a:cubicBezTo>
                      <a:pt x="4972" y="3139"/>
                      <a:pt x="4932" y="3496"/>
                      <a:pt x="4886" y="3853"/>
                    </a:cubicBezTo>
                    <a:cubicBezTo>
                      <a:pt x="4853" y="4157"/>
                      <a:pt x="4813" y="4455"/>
                      <a:pt x="4780" y="4752"/>
                    </a:cubicBezTo>
                    <a:cubicBezTo>
                      <a:pt x="4773" y="4805"/>
                      <a:pt x="4767" y="4851"/>
                      <a:pt x="4760" y="4904"/>
                    </a:cubicBezTo>
                    <a:cubicBezTo>
                      <a:pt x="4721" y="5228"/>
                      <a:pt x="4780" y="5572"/>
                      <a:pt x="4932" y="5863"/>
                    </a:cubicBezTo>
                    <a:cubicBezTo>
                      <a:pt x="4959" y="5929"/>
                      <a:pt x="4998" y="5995"/>
                      <a:pt x="5038" y="6054"/>
                    </a:cubicBezTo>
                    <a:lnTo>
                      <a:pt x="5263" y="10807"/>
                    </a:lnTo>
                    <a:cubicBezTo>
                      <a:pt x="5276" y="11071"/>
                      <a:pt x="5501" y="11283"/>
                      <a:pt x="5765" y="11290"/>
                    </a:cubicBezTo>
                    <a:cubicBezTo>
                      <a:pt x="6023" y="11290"/>
                      <a:pt x="6254" y="11085"/>
                      <a:pt x="6274" y="10827"/>
                    </a:cubicBezTo>
                    <a:cubicBezTo>
                      <a:pt x="6281" y="10820"/>
                      <a:pt x="6281" y="10814"/>
                      <a:pt x="6281" y="10807"/>
                    </a:cubicBezTo>
                    <a:lnTo>
                      <a:pt x="6439" y="7211"/>
                    </a:lnTo>
                    <a:lnTo>
                      <a:pt x="6604" y="10807"/>
                    </a:lnTo>
                    <a:cubicBezTo>
                      <a:pt x="6618" y="11071"/>
                      <a:pt x="6842" y="11283"/>
                      <a:pt x="7107" y="11290"/>
                    </a:cubicBezTo>
                    <a:cubicBezTo>
                      <a:pt x="7365" y="11290"/>
                      <a:pt x="7596" y="11085"/>
                      <a:pt x="7616" y="10827"/>
                    </a:cubicBezTo>
                    <a:cubicBezTo>
                      <a:pt x="7616" y="10820"/>
                      <a:pt x="7622" y="10814"/>
                      <a:pt x="7622" y="10807"/>
                    </a:cubicBezTo>
                    <a:lnTo>
                      <a:pt x="7841" y="6034"/>
                    </a:lnTo>
                    <a:cubicBezTo>
                      <a:pt x="8052" y="5711"/>
                      <a:pt x="8158" y="5314"/>
                      <a:pt x="8105" y="4904"/>
                    </a:cubicBezTo>
                    <a:lnTo>
                      <a:pt x="7788" y="2260"/>
                    </a:lnTo>
                    <a:lnTo>
                      <a:pt x="7788" y="2260"/>
                    </a:lnTo>
                    <a:cubicBezTo>
                      <a:pt x="8125" y="2881"/>
                      <a:pt x="8231" y="3635"/>
                      <a:pt x="8257" y="4329"/>
                    </a:cubicBezTo>
                    <a:cubicBezTo>
                      <a:pt x="8264" y="4554"/>
                      <a:pt x="8264" y="4779"/>
                      <a:pt x="8257" y="4997"/>
                    </a:cubicBezTo>
                    <a:cubicBezTo>
                      <a:pt x="8244" y="5228"/>
                      <a:pt x="8422" y="5433"/>
                      <a:pt x="8647" y="5453"/>
                    </a:cubicBezTo>
                    <a:cubicBezTo>
                      <a:pt x="8659" y="5454"/>
                      <a:pt x="8671" y="5454"/>
                      <a:pt x="8683" y="5454"/>
                    </a:cubicBezTo>
                    <a:cubicBezTo>
                      <a:pt x="8900" y="5454"/>
                      <a:pt x="9092" y="5289"/>
                      <a:pt x="9123" y="5076"/>
                    </a:cubicBezTo>
                    <a:cubicBezTo>
                      <a:pt x="9196" y="4508"/>
                      <a:pt x="9215" y="3932"/>
                      <a:pt x="9169" y="3364"/>
                    </a:cubicBezTo>
                    <a:cubicBezTo>
                      <a:pt x="9116" y="2657"/>
                      <a:pt x="8938" y="1949"/>
                      <a:pt x="8568" y="1348"/>
                    </a:cubicBezTo>
                    <a:cubicBezTo>
                      <a:pt x="8224" y="793"/>
                      <a:pt x="7695" y="304"/>
                      <a:pt x="7061" y="112"/>
                    </a:cubicBezTo>
                    <a:cubicBezTo>
                      <a:pt x="6824" y="41"/>
                      <a:pt x="6618" y="0"/>
                      <a:pt x="6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876" name="Google Shape;876;p56"/>
          <p:cNvGrpSpPr/>
          <p:nvPr/>
        </p:nvGrpSpPr>
        <p:grpSpPr>
          <a:xfrm>
            <a:off x="4971263" y="4035241"/>
            <a:ext cx="758400" cy="657000"/>
            <a:chOff x="1753788" y="3579016"/>
            <a:chExt cx="758400" cy="657000"/>
          </a:xfrm>
        </p:grpSpPr>
        <p:sp>
          <p:nvSpPr>
            <p:cNvPr id="877" name="Google Shape;877;p56"/>
            <p:cNvSpPr/>
            <p:nvPr/>
          </p:nvSpPr>
          <p:spPr>
            <a:xfrm>
              <a:off x="1753788" y="3579016"/>
              <a:ext cx="758400" cy="657000"/>
            </a:xfrm>
            <a:prstGeom prst="hexagon">
              <a:avLst>
                <a:gd name="adj" fmla="val 25000"/>
                <a:gd name="vf" fmla="val 11547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56"/>
            <p:cNvSpPr/>
            <p:nvPr/>
          </p:nvSpPr>
          <p:spPr>
            <a:xfrm>
              <a:off x="1793200" y="3613638"/>
              <a:ext cx="678300" cy="587700"/>
            </a:xfrm>
            <a:prstGeom prst="hexagon">
              <a:avLst>
                <a:gd name="adj" fmla="val 25000"/>
                <a:gd name="vf" fmla="val 11547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9" name="Google Shape;879;p56"/>
            <p:cNvGrpSpPr/>
            <p:nvPr/>
          </p:nvGrpSpPr>
          <p:grpSpPr>
            <a:xfrm>
              <a:off x="2039245" y="3767811"/>
              <a:ext cx="186214" cy="279116"/>
              <a:chOff x="2582950" y="2526250"/>
              <a:chExt cx="234025" cy="350825"/>
            </a:xfrm>
          </p:grpSpPr>
          <p:sp>
            <p:nvSpPr>
              <p:cNvPr id="880" name="Google Shape;880;p56"/>
              <p:cNvSpPr/>
              <p:nvPr/>
            </p:nvSpPr>
            <p:spPr>
              <a:xfrm>
                <a:off x="2709025" y="2526250"/>
                <a:ext cx="78025" cy="73200"/>
              </a:xfrm>
              <a:custGeom>
                <a:avLst/>
                <a:gdLst/>
                <a:ahLst/>
                <a:cxnLst/>
                <a:rect l="l" t="t" r="r" b="b"/>
                <a:pathLst>
                  <a:path w="3121" h="2928" extrusionOk="0">
                    <a:moveTo>
                      <a:pt x="1559" y="1"/>
                    </a:moveTo>
                    <a:cubicBezTo>
                      <a:pt x="1485" y="1"/>
                      <a:pt x="1410" y="7"/>
                      <a:pt x="1336" y="19"/>
                    </a:cubicBezTo>
                    <a:cubicBezTo>
                      <a:pt x="801" y="105"/>
                      <a:pt x="351" y="488"/>
                      <a:pt x="179" y="997"/>
                    </a:cubicBezTo>
                    <a:cubicBezTo>
                      <a:pt x="1" y="1513"/>
                      <a:pt x="140" y="2108"/>
                      <a:pt x="523" y="2491"/>
                    </a:cubicBezTo>
                    <a:cubicBezTo>
                      <a:pt x="801" y="2769"/>
                      <a:pt x="1177" y="2927"/>
                      <a:pt x="1567" y="2927"/>
                    </a:cubicBezTo>
                    <a:cubicBezTo>
                      <a:pt x="2109" y="2927"/>
                      <a:pt x="2618" y="2616"/>
                      <a:pt x="2863" y="2141"/>
                    </a:cubicBezTo>
                    <a:cubicBezTo>
                      <a:pt x="3121" y="1651"/>
                      <a:pt x="3074" y="1043"/>
                      <a:pt x="2751" y="600"/>
                    </a:cubicBezTo>
                    <a:cubicBezTo>
                      <a:pt x="2472" y="225"/>
                      <a:pt x="2021" y="1"/>
                      <a:pt x="15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81" name="Google Shape;881;p56"/>
              <p:cNvSpPr/>
              <p:nvPr/>
            </p:nvSpPr>
            <p:spPr>
              <a:xfrm>
                <a:off x="2816950" y="2707500"/>
                <a:ext cx="25" cy="850"/>
              </a:xfrm>
              <a:custGeom>
                <a:avLst/>
                <a:gdLst/>
                <a:ahLst/>
                <a:cxnLst/>
                <a:rect l="l" t="t" r="r" b="b"/>
                <a:pathLst>
                  <a:path w="1" h="34" extrusionOk="0">
                    <a:moveTo>
                      <a:pt x="0" y="33"/>
                    </a:moveTo>
                    <a:lnTo>
                      <a:pt x="0" y="33"/>
                    </a:lnTo>
                    <a:cubicBezTo>
                      <a:pt x="0" y="20"/>
                      <a:pt x="0" y="0"/>
                      <a:pt x="0" y="3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82" name="Google Shape;882;p56"/>
              <p:cNvSpPr/>
              <p:nvPr/>
            </p:nvSpPr>
            <p:spPr>
              <a:xfrm>
                <a:off x="2582950" y="2603975"/>
                <a:ext cx="234025" cy="273100"/>
              </a:xfrm>
              <a:custGeom>
                <a:avLst/>
                <a:gdLst/>
                <a:ahLst/>
                <a:cxnLst/>
                <a:rect l="l" t="t" r="r" b="b"/>
                <a:pathLst>
                  <a:path w="9361" h="10924" extrusionOk="0">
                    <a:moveTo>
                      <a:pt x="6575" y="0"/>
                    </a:moveTo>
                    <a:cubicBezTo>
                      <a:pt x="6334" y="0"/>
                      <a:pt x="6080" y="50"/>
                      <a:pt x="5837" y="182"/>
                    </a:cubicBezTo>
                    <a:cubicBezTo>
                      <a:pt x="5559" y="334"/>
                      <a:pt x="5308" y="519"/>
                      <a:pt x="5083" y="737"/>
                    </a:cubicBezTo>
                    <a:cubicBezTo>
                      <a:pt x="5070" y="750"/>
                      <a:pt x="5057" y="763"/>
                      <a:pt x="5044" y="777"/>
                    </a:cubicBezTo>
                    <a:cubicBezTo>
                      <a:pt x="5011" y="803"/>
                      <a:pt x="4984" y="836"/>
                      <a:pt x="4951" y="869"/>
                    </a:cubicBezTo>
                    <a:cubicBezTo>
                      <a:pt x="4925" y="902"/>
                      <a:pt x="4898" y="929"/>
                      <a:pt x="4865" y="962"/>
                    </a:cubicBezTo>
                    <a:cubicBezTo>
                      <a:pt x="4839" y="995"/>
                      <a:pt x="4812" y="1028"/>
                      <a:pt x="4793" y="1054"/>
                    </a:cubicBezTo>
                    <a:cubicBezTo>
                      <a:pt x="4753" y="1101"/>
                      <a:pt x="4720" y="1147"/>
                      <a:pt x="4687" y="1193"/>
                    </a:cubicBezTo>
                    <a:cubicBezTo>
                      <a:pt x="4674" y="1206"/>
                      <a:pt x="4667" y="1220"/>
                      <a:pt x="4654" y="1233"/>
                    </a:cubicBezTo>
                    <a:cubicBezTo>
                      <a:pt x="4561" y="1365"/>
                      <a:pt x="4475" y="1504"/>
                      <a:pt x="4389" y="1649"/>
                    </a:cubicBezTo>
                    <a:cubicBezTo>
                      <a:pt x="4059" y="2244"/>
                      <a:pt x="3841" y="2951"/>
                      <a:pt x="3788" y="3692"/>
                    </a:cubicBezTo>
                    <a:cubicBezTo>
                      <a:pt x="3761" y="4002"/>
                      <a:pt x="3768" y="4326"/>
                      <a:pt x="3808" y="4650"/>
                    </a:cubicBezTo>
                    <a:cubicBezTo>
                      <a:pt x="3775" y="4657"/>
                      <a:pt x="3748" y="4663"/>
                      <a:pt x="3715" y="4677"/>
                    </a:cubicBezTo>
                    <a:cubicBezTo>
                      <a:pt x="3674" y="4692"/>
                      <a:pt x="3621" y="4707"/>
                      <a:pt x="3569" y="4707"/>
                    </a:cubicBezTo>
                    <a:cubicBezTo>
                      <a:pt x="3553" y="4707"/>
                      <a:pt x="3538" y="4706"/>
                      <a:pt x="3523" y="4703"/>
                    </a:cubicBezTo>
                    <a:cubicBezTo>
                      <a:pt x="3464" y="4690"/>
                      <a:pt x="3411" y="4670"/>
                      <a:pt x="3358" y="4644"/>
                    </a:cubicBezTo>
                    <a:cubicBezTo>
                      <a:pt x="3246" y="4597"/>
                      <a:pt x="3133" y="4544"/>
                      <a:pt x="3034" y="4478"/>
                    </a:cubicBezTo>
                    <a:cubicBezTo>
                      <a:pt x="2836" y="4359"/>
                      <a:pt x="2651" y="4234"/>
                      <a:pt x="2472" y="4088"/>
                    </a:cubicBezTo>
                    <a:cubicBezTo>
                      <a:pt x="2256" y="3908"/>
                      <a:pt x="2021" y="3823"/>
                      <a:pt x="1787" y="3823"/>
                    </a:cubicBezTo>
                    <a:cubicBezTo>
                      <a:pt x="1634" y="3823"/>
                      <a:pt x="1482" y="3859"/>
                      <a:pt x="1335" y="3930"/>
                    </a:cubicBezTo>
                    <a:cubicBezTo>
                      <a:pt x="674" y="4247"/>
                      <a:pt x="271" y="4921"/>
                      <a:pt x="113" y="5609"/>
                    </a:cubicBezTo>
                    <a:cubicBezTo>
                      <a:pt x="20" y="6018"/>
                      <a:pt x="0" y="6435"/>
                      <a:pt x="0" y="6851"/>
                    </a:cubicBezTo>
                    <a:cubicBezTo>
                      <a:pt x="0" y="6997"/>
                      <a:pt x="126" y="7122"/>
                      <a:pt x="271" y="7136"/>
                    </a:cubicBezTo>
                    <a:cubicBezTo>
                      <a:pt x="275" y="7136"/>
                      <a:pt x="279" y="7136"/>
                      <a:pt x="283" y="7136"/>
                    </a:cubicBezTo>
                    <a:cubicBezTo>
                      <a:pt x="430" y="7136"/>
                      <a:pt x="556" y="7019"/>
                      <a:pt x="569" y="6871"/>
                    </a:cubicBezTo>
                    <a:cubicBezTo>
                      <a:pt x="602" y="6481"/>
                      <a:pt x="655" y="6085"/>
                      <a:pt x="793" y="5714"/>
                    </a:cubicBezTo>
                    <a:lnTo>
                      <a:pt x="800" y="6045"/>
                    </a:lnTo>
                    <a:lnTo>
                      <a:pt x="317" y="8239"/>
                    </a:lnTo>
                    <a:cubicBezTo>
                      <a:pt x="304" y="8292"/>
                      <a:pt x="317" y="8345"/>
                      <a:pt x="350" y="8385"/>
                    </a:cubicBezTo>
                    <a:cubicBezTo>
                      <a:pt x="384" y="8425"/>
                      <a:pt x="430" y="8444"/>
                      <a:pt x="483" y="8444"/>
                    </a:cubicBezTo>
                    <a:lnTo>
                      <a:pt x="886" y="8444"/>
                    </a:lnTo>
                    <a:lnTo>
                      <a:pt x="992" y="10612"/>
                    </a:lnTo>
                    <a:cubicBezTo>
                      <a:pt x="1005" y="10784"/>
                      <a:pt x="1150" y="10923"/>
                      <a:pt x="1329" y="10923"/>
                    </a:cubicBezTo>
                    <a:cubicBezTo>
                      <a:pt x="1501" y="10923"/>
                      <a:pt x="1653" y="10784"/>
                      <a:pt x="1659" y="10612"/>
                    </a:cubicBezTo>
                    <a:lnTo>
                      <a:pt x="1765" y="8444"/>
                    </a:lnTo>
                    <a:lnTo>
                      <a:pt x="1798" y="8444"/>
                    </a:lnTo>
                    <a:lnTo>
                      <a:pt x="1910" y="10612"/>
                    </a:lnTo>
                    <a:cubicBezTo>
                      <a:pt x="1917" y="10784"/>
                      <a:pt x="2069" y="10923"/>
                      <a:pt x="2241" y="10923"/>
                    </a:cubicBezTo>
                    <a:cubicBezTo>
                      <a:pt x="2419" y="10923"/>
                      <a:pt x="2565" y="10784"/>
                      <a:pt x="2571" y="10612"/>
                    </a:cubicBezTo>
                    <a:lnTo>
                      <a:pt x="2677" y="8444"/>
                    </a:lnTo>
                    <a:lnTo>
                      <a:pt x="3080" y="8444"/>
                    </a:lnTo>
                    <a:cubicBezTo>
                      <a:pt x="3133" y="8444"/>
                      <a:pt x="3180" y="8425"/>
                      <a:pt x="3213" y="8385"/>
                    </a:cubicBezTo>
                    <a:cubicBezTo>
                      <a:pt x="3246" y="8345"/>
                      <a:pt x="3259" y="8292"/>
                      <a:pt x="3252" y="8239"/>
                    </a:cubicBezTo>
                    <a:lnTo>
                      <a:pt x="2770" y="6045"/>
                    </a:lnTo>
                    <a:lnTo>
                      <a:pt x="2783" y="5166"/>
                    </a:lnTo>
                    <a:cubicBezTo>
                      <a:pt x="3017" y="5258"/>
                      <a:pt x="3268" y="5339"/>
                      <a:pt x="3526" y="5339"/>
                    </a:cubicBezTo>
                    <a:cubicBezTo>
                      <a:pt x="3545" y="5339"/>
                      <a:pt x="3564" y="5339"/>
                      <a:pt x="3583" y="5338"/>
                    </a:cubicBezTo>
                    <a:cubicBezTo>
                      <a:pt x="3715" y="5331"/>
                      <a:pt x="3854" y="5298"/>
                      <a:pt x="3966" y="5219"/>
                    </a:cubicBezTo>
                    <a:cubicBezTo>
                      <a:pt x="4013" y="5192"/>
                      <a:pt x="4046" y="5159"/>
                      <a:pt x="4079" y="5126"/>
                    </a:cubicBezTo>
                    <a:cubicBezTo>
                      <a:pt x="4112" y="5139"/>
                      <a:pt x="4151" y="5146"/>
                      <a:pt x="4191" y="5153"/>
                    </a:cubicBezTo>
                    <a:cubicBezTo>
                      <a:pt x="4207" y="5154"/>
                      <a:pt x="4222" y="5155"/>
                      <a:pt x="4238" y="5155"/>
                    </a:cubicBezTo>
                    <a:cubicBezTo>
                      <a:pt x="4463" y="5155"/>
                      <a:pt x="4655" y="4979"/>
                      <a:pt x="4680" y="4756"/>
                    </a:cubicBezTo>
                    <a:lnTo>
                      <a:pt x="4680" y="4736"/>
                    </a:lnTo>
                    <a:cubicBezTo>
                      <a:pt x="4687" y="4644"/>
                      <a:pt x="4693" y="4544"/>
                      <a:pt x="4700" y="4445"/>
                    </a:cubicBezTo>
                    <a:cubicBezTo>
                      <a:pt x="4726" y="4260"/>
                      <a:pt x="4746" y="4075"/>
                      <a:pt x="4779" y="3890"/>
                    </a:cubicBezTo>
                    <a:cubicBezTo>
                      <a:pt x="4852" y="3526"/>
                      <a:pt x="4938" y="3163"/>
                      <a:pt x="5077" y="2819"/>
                    </a:cubicBezTo>
                    <a:cubicBezTo>
                      <a:pt x="5103" y="2760"/>
                      <a:pt x="5123" y="2700"/>
                      <a:pt x="5149" y="2641"/>
                    </a:cubicBezTo>
                    <a:lnTo>
                      <a:pt x="5149" y="3051"/>
                    </a:lnTo>
                    <a:lnTo>
                      <a:pt x="4376" y="6904"/>
                    </a:lnTo>
                    <a:cubicBezTo>
                      <a:pt x="4363" y="6984"/>
                      <a:pt x="4383" y="7063"/>
                      <a:pt x="4436" y="7122"/>
                    </a:cubicBezTo>
                    <a:cubicBezTo>
                      <a:pt x="4482" y="7188"/>
                      <a:pt x="4561" y="7221"/>
                      <a:pt x="4640" y="7221"/>
                    </a:cubicBezTo>
                    <a:lnTo>
                      <a:pt x="5249" y="7221"/>
                    </a:lnTo>
                    <a:lnTo>
                      <a:pt x="5401" y="10414"/>
                    </a:lnTo>
                    <a:cubicBezTo>
                      <a:pt x="5414" y="10679"/>
                      <a:pt x="5639" y="10897"/>
                      <a:pt x="5910" y="10897"/>
                    </a:cubicBezTo>
                    <a:cubicBezTo>
                      <a:pt x="6174" y="10897"/>
                      <a:pt x="6399" y="10679"/>
                      <a:pt x="6412" y="10414"/>
                    </a:cubicBezTo>
                    <a:lnTo>
                      <a:pt x="6577" y="7221"/>
                    </a:lnTo>
                    <a:lnTo>
                      <a:pt x="6643" y="7221"/>
                    </a:lnTo>
                    <a:lnTo>
                      <a:pt x="6795" y="10414"/>
                    </a:lnTo>
                    <a:cubicBezTo>
                      <a:pt x="6815" y="10679"/>
                      <a:pt x="7040" y="10897"/>
                      <a:pt x="7304" y="10897"/>
                    </a:cubicBezTo>
                    <a:cubicBezTo>
                      <a:pt x="7569" y="10897"/>
                      <a:pt x="7800" y="10685"/>
                      <a:pt x="7813" y="10414"/>
                    </a:cubicBezTo>
                    <a:lnTo>
                      <a:pt x="7979" y="7221"/>
                    </a:lnTo>
                    <a:lnTo>
                      <a:pt x="8580" y="7221"/>
                    </a:lnTo>
                    <a:cubicBezTo>
                      <a:pt x="8659" y="7221"/>
                      <a:pt x="8732" y="7188"/>
                      <a:pt x="8785" y="7122"/>
                    </a:cubicBezTo>
                    <a:cubicBezTo>
                      <a:pt x="8831" y="7063"/>
                      <a:pt x="8851" y="6984"/>
                      <a:pt x="8838" y="6904"/>
                    </a:cubicBezTo>
                    <a:lnTo>
                      <a:pt x="8065" y="2991"/>
                    </a:lnTo>
                    <a:lnTo>
                      <a:pt x="8065" y="2661"/>
                    </a:lnTo>
                    <a:cubicBezTo>
                      <a:pt x="8078" y="2687"/>
                      <a:pt x="8091" y="2720"/>
                      <a:pt x="8104" y="2746"/>
                    </a:cubicBezTo>
                    <a:cubicBezTo>
                      <a:pt x="8131" y="2813"/>
                      <a:pt x="8150" y="2872"/>
                      <a:pt x="8170" y="2932"/>
                    </a:cubicBezTo>
                    <a:cubicBezTo>
                      <a:pt x="8236" y="3136"/>
                      <a:pt x="8296" y="3348"/>
                      <a:pt x="8342" y="3559"/>
                    </a:cubicBezTo>
                    <a:cubicBezTo>
                      <a:pt x="8362" y="3645"/>
                      <a:pt x="8375" y="3725"/>
                      <a:pt x="8395" y="3811"/>
                    </a:cubicBezTo>
                    <a:cubicBezTo>
                      <a:pt x="8435" y="4088"/>
                      <a:pt x="8468" y="4366"/>
                      <a:pt x="8488" y="4650"/>
                    </a:cubicBezTo>
                    <a:lnTo>
                      <a:pt x="8494" y="4670"/>
                    </a:lnTo>
                    <a:cubicBezTo>
                      <a:pt x="8514" y="4891"/>
                      <a:pt x="8705" y="5067"/>
                      <a:pt x="8931" y="5067"/>
                    </a:cubicBezTo>
                    <a:cubicBezTo>
                      <a:pt x="8935" y="5067"/>
                      <a:pt x="8940" y="5067"/>
                      <a:pt x="8944" y="5067"/>
                    </a:cubicBezTo>
                    <a:cubicBezTo>
                      <a:pt x="9175" y="5053"/>
                      <a:pt x="9354" y="4862"/>
                      <a:pt x="9360" y="4637"/>
                    </a:cubicBezTo>
                    <a:cubicBezTo>
                      <a:pt x="9360" y="4486"/>
                      <a:pt x="9360" y="4341"/>
                      <a:pt x="9360" y="4197"/>
                    </a:cubicBezTo>
                    <a:cubicBezTo>
                      <a:pt x="9360" y="4197"/>
                      <a:pt x="9360" y="4192"/>
                      <a:pt x="9360" y="4187"/>
                    </a:cubicBezTo>
                    <a:cubicBezTo>
                      <a:pt x="9360" y="4181"/>
                      <a:pt x="9360" y="4181"/>
                      <a:pt x="9360" y="4174"/>
                    </a:cubicBezTo>
                    <a:cubicBezTo>
                      <a:pt x="9354" y="4016"/>
                      <a:pt x="9347" y="3857"/>
                      <a:pt x="9340" y="3698"/>
                    </a:cubicBezTo>
                    <a:cubicBezTo>
                      <a:pt x="9327" y="3599"/>
                      <a:pt x="9320" y="3500"/>
                      <a:pt x="9307" y="3401"/>
                    </a:cubicBezTo>
                    <a:cubicBezTo>
                      <a:pt x="9274" y="3150"/>
                      <a:pt x="9228" y="2892"/>
                      <a:pt x="9175" y="2641"/>
                    </a:cubicBezTo>
                    <a:cubicBezTo>
                      <a:pt x="9155" y="2568"/>
                      <a:pt x="9135" y="2489"/>
                      <a:pt x="9116" y="2409"/>
                    </a:cubicBezTo>
                    <a:cubicBezTo>
                      <a:pt x="9089" y="2337"/>
                      <a:pt x="9069" y="2257"/>
                      <a:pt x="9043" y="2185"/>
                    </a:cubicBezTo>
                    <a:cubicBezTo>
                      <a:pt x="8970" y="1993"/>
                      <a:pt x="8891" y="1847"/>
                      <a:pt x="8805" y="1662"/>
                    </a:cubicBezTo>
                    <a:cubicBezTo>
                      <a:pt x="8752" y="1557"/>
                      <a:pt x="8692" y="1451"/>
                      <a:pt x="8626" y="1345"/>
                    </a:cubicBezTo>
                    <a:cubicBezTo>
                      <a:pt x="8322" y="863"/>
                      <a:pt x="7912" y="446"/>
                      <a:pt x="7390" y="188"/>
                    </a:cubicBezTo>
                    <a:cubicBezTo>
                      <a:pt x="7184" y="87"/>
                      <a:pt x="6892" y="0"/>
                      <a:pt x="65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83" name="Google Shape;883;p56"/>
              <p:cNvSpPr/>
              <p:nvPr/>
            </p:nvSpPr>
            <p:spPr>
              <a:xfrm>
                <a:off x="2603425" y="2650200"/>
                <a:ext cx="49125" cy="48050"/>
              </a:xfrm>
              <a:custGeom>
                <a:avLst/>
                <a:gdLst/>
                <a:ahLst/>
                <a:cxnLst/>
                <a:rect l="l" t="t" r="r" b="b"/>
                <a:pathLst>
                  <a:path w="1965" h="1922" extrusionOk="0">
                    <a:moveTo>
                      <a:pt x="978" y="0"/>
                    </a:moveTo>
                    <a:cubicBezTo>
                      <a:pt x="945" y="0"/>
                      <a:pt x="912" y="2"/>
                      <a:pt x="880" y="5"/>
                    </a:cubicBezTo>
                    <a:cubicBezTo>
                      <a:pt x="622" y="38"/>
                      <a:pt x="384" y="177"/>
                      <a:pt x="226" y="382"/>
                    </a:cubicBezTo>
                    <a:cubicBezTo>
                      <a:pt x="67" y="593"/>
                      <a:pt x="1" y="871"/>
                      <a:pt x="47" y="1129"/>
                    </a:cubicBezTo>
                    <a:cubicBezTo>
                      <a:pt x="126" y="1578"/>
                      <a:pt x="530" y="1922"/>
                      <a:pt x="992" y="1922"/>
                    </a:cubicBezTo>
                    <a:cubicBezTo>
                      <a:pt x="1250" y="1922"/>
                      <a:pt x="1508" y="1810"/>
                      <a:pt x="1686" y="1618"/>
                    </a:cubicBezTo>
                    <a:cubicBezTo>
                      <a:pt x="1871" y="1426"/>
                      <a:pt x="1964" y="1168"/>
                      <a:pt x="1951" y="904"/>
                    </a:cubicBezTo>
                    <a:cubicBezTo>
                      <a:pt x="1931" y="640"/>
                      <a:pt x="1812" y="395"/>
                      <a:pt x="1607" y="230"/>
                    </a:cubicBezTo>
                    <a:cubicBezTo>
                      <a:pt x="1434" y="80"/>
                      <a:pt x="1205" y="0"/>
                      <a:pt x="9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884" name="Google Shape;884;p56"/>
          <p:cNvSpPr txBox="1">
            <a:spLocks noGrp="1"/>
          </p:cNvSpPr>
          <p:nvPr>
            <p:ph type="title"/>
          </p:nvPr>
        </p:nvSpPr>
        <p:spPr>
          <a:xfrm>
            <a:off x="5102975" y="1798350"/>
            <a:ext cx="323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DESKTOP</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888"/>
        <p:cNvGrpSpPr/>
        <p:nvPr/>
      </p:nvGrpSpPr>
      <p:grpSpPr>
        <a:xfrm>
          <a:off x="0" y="0"/>
          <a:ext cx="0" cy="0"/>
          <a:chOff x="0" y="0"/>
          <a:chExt cx="0" cy="0"/>
        </a:xfrm>
      </p:grpSpPr>
      <p:grpSp>
        <p:nvGrpSpPr>
          <p:cNvPr id="889" name="Google Shape;889;p57"/>
          <p:cNvGrpSpPr/>
          <p:nvPr/>
        </p:nvGrpSpPr>
        <p:grpSpPr>
          <a:xfrm>
            <a:off x="5219550" y="768788"/>
            <a:ext cx="2780700" cy="3606000"/>
            <a:chOff x="5219550" y="768788"/>
            <a:chExt cx="2780700" cy="3606000"/>
          </a:xfrm>
        </p:grpSpPr>
        <p:sp>
          <p:nvSpPr>
            <p:cNvPr id="890" name="Google Shape;890;p57"/>
            <p:cNvSpPr/>
            <p:nvPr/>
          </p:nvSpPr>
          <p:spPr>
            <a:xfrm flipH="1">
              <a:off x="5219550" y="768788"/>
              <a:ext cx="2780700" cy="3606000"/>
            </a:xfrm>
            <a:prstGeom prst="roundRect">
              <a:avLst>
                <a:gd name="adj" fmla="val 4846"/>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891" name="Google Shape;891;p57"/>
            <p:cNvGrpSpPr/>
            <p:nvPr/>
          </p:nvGrpSpPr>
          <p:grpSpPr>
            <a:xfrm>
              <a:off x="6436439" y="887540"/>
              <a:ext cx="347155" cy="3387348"/>
              <a:chOff x="6665039" y="887540"/>
              <a:chExt cx="347155" cy="3387348"/>
            </a:xfrm>
          </p:grpSpPr>
          <p:sp>
            <p:nvSpPr>
              <p:cNvPr id="892" name="Google Shape;892;p57"/>
              <p:cNvSpPr/>
              <p:nvPr/>
            </p:nvSpPr>
            <p:spPr>
              <a:xfrm>
                <a:off x="6707560" y="4010263"/>
                <a:ext cx="261900" cy="264624"/>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3" name="Google Shape;893;p57"/>
              <p:cNvGrpSpPr/>
              <p:nvPr/>
            </p:nvGrpSpPr>
            <p:grpSpPr>
              <a:xfrm>
                <a:off x="6665039" y="887540"/>
                <a:ext cx="347155" cy="42632"/>
                <a:chOff x="6665039" y="847396"/>
                <a:chExt cx="347155" cy="42632"/>
              </a:xfrm>
            </p:grpSpPr>
            <p:sp>
              <p:nvSpPr>
                <p:cNvPr id="894" name="Google Shape;894;p57"/>
                <p:cNvSpPr/>
                <p:nvPr/>
              </p:nvSpPr>
              <p:spPr>
                <a:xfrm rot="-5400000">
                  <a:off x="6665057" y="847592"/>
                  <a:ext cx="42418" cy="42453"/>
                </a:xfrm>
                <a:custGeom>
                  <a:avLst/>
                  <a:gdLst/>
                  <a:ahLst/>
                  <a:cxnLst/>
                  <a:rect l="l" t="t" r="r" b="b"/>
                  <a:pathLst>
                    <a:path w="1189" h="1190" extrusionOk="0">
                      <a:moveTo>
                        <a:pt x="1189" y="573"/>
                      </a:moveTo>
                      <a:cubicBezTo>
                        <a:pt x="1189" y="804"/>
                        <a:pt x="1050" y="1012"/>
                        <a:pt x="836" y="1100"/>
                      </a:cubicBezTo>
                      <a:cubicBezTo>
                        <a:pt x="622" y="1189"/>
                        <a:pt x="376" y="1140"/>
                        <a:pt x="212" y="977"/>
                      </a:cubicBezTo>
                      <a:cubicBezTo>
                        <a:pt x="49" y="812"/>
                        <a:pt x="1" y="566"/>
                        <a:pt x="89" y="352"/>
                      </a:cubicBezTo>
                      <a:cubicBezTo>
                        <a:pt x="178" y="140"/>
                        <a:pt x="387" y="0"/>
                        <a:pt x="619" y="0"/>
                      </a:cubicBezTo>
                      <a:cubicBezTo>
                        <a:pt x="934" y="2"/>
                        <a:pt x="1189" y="256"/>
                        <a:pt x="1189" y="57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57"/>
                <p:cNvSpPr/>
                <p:nvPr/>
              </p:nvSpPr>
              <p:spPr>
                <a:xfrm rot="-5400000">
                  <a:off x="6868852" y="745258"/>
                  <a:ext cx="41205" cy="245480"/>
                </a:xfrm>
                <a:custGeom>
                  <a:avLst/>
                  <a:gdLst/>
                  <a:ahLst/>
                  <a:cxnLst/>
                  <a:rect l="l" t="t" r="r" b="b"/>
                  <a:pathLst>
                    <a:path w="1155" h="6881" extrusionOk="0">
                      <a:moveTo>
                        <a:pt x="1149" y="582"/>
                      </a:moveTo>
                      <a:lnTo>
                        <a:pt x="1149" y="6300"/>
                      </a:lnTo>
                      <a:cubicBezTo>
                        <a:pt x="1154" y="6619"/>
                        <a:pt x="896" y="6881"/>
                        <a:pt x="578" y="6881"/>
                      </a:cubicBezTo>
                      <a:cubicBezTo>
                        <a:pt x="258" y="6881"/>
                        <a:pt x="1" y="6619"/>
                        <a:pt x="5" y="6300"/>
                      </a:cubicBezTo>
                      <a:lnTo>
                        <a:pt x="5" y="582"/>
                      </a:lnTo>
                      <a:cubicBezTo>
                        <a:pt x="1" y="262"/>
                        <a:pt x="258" y="1"/>
                        <a:pt x="578" y="1"/>
                      </a:cubicBezTo>
                      <a:cubicBezTo>
                        <a:pt x="896" y="1"/>
                        <a:pt x="1154" y="262"/>
                        <a:pt x="1149" y="58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896" name="Google Shape;896;p57"/>
          <p:cNvSpPr txBox="1">
            <a:spLocks noGrp="1"/>
          </p:cNvSpPr>
          <p:nvPr>
            <p:ph type="subTitle" idx="1"/>
          </p:nvPr>
        </p:nvSpPr>
        <p:spPr>
          <a:xfrm>
            <a:off x="1107600" y="2523450"/>
            <a:ext cx="3235800" cy="105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image on the screen with your own work. Just right-click on it and select “Replace image”</a:t>
            </a:r>
            <a:endParaRPr/>
          </a:p>
        </p:txBody>
      </p:sp>
      <p:pic>
        <p:nvPicPr>
          <p:cNvPr id="897" name="Google Shape;897;p57"/>
          <p:cNvPicPr preferRelativeResize="0"/>
          <p:nvPr/>
        </p:nvPicPr>
        <p:blipFill rotWithShape="1">
          <a:blip r:embed="rId3">
            <a:alphaModFix/>
          </a:blip>
          <a:srcRect l="464" r="53526"/>
          <a:stretch/>
        </p:blipFill>
        <p:spPr>
          <a:xfrm>
            <a:off x="5449625" y="1036709"/>
            <a:ext cx="2320800" cy="2837400"/>
          </a:xfrm>
          <a:prstGeom prst="roundRect">
            <a:avLst>
              <a:gd name="adj" fmla="val 1278"/>
            </a:avLst>
          </a:prstGeom>
          <a:noFill/>
          <a:ln>
            <a:noFill/>
          </a:ln>
        </p:spPr>
      </p:pic>
      <p:cxnSp>
        <p:nvCxnSpPr>
          <p:cNvPr id="898" name="Google Shape;898;p57"/>
          <p:cNvCxnSpPr/>
          <p:nvPr/>
        </p:nvCxnSpPr>
        <p:spPr>
          <a:xfrm>
            <a:off x="1734300" y="2455325"/>
            <a:ext cx="1982400" cy="0"/>
          </a:xfrm>
          <a:prstGeom prst="straightConnector1">
            <a:avLst/>
          </a:prstGeom>
          <a:noFill/>
          <a:ln w="9525" cap="flat" cmpd="sng">
            <a:solidFill>
              <a:schemeClr val="dk1"/>
            </a:solidFill>
            <a:prstDash val="solid"/>
            <a:round/>
            <a:headEnd type="none" w="med" len="med"/>
            <a:tailEnd type="none" w="med" len="med"/>
          </a:ln>
        </p:spPr>
      </p:cxnSp>
      <p:grpSp>
        <p:nvGrpSpPr>
          <p:cNvPr id="899" name="Google Shape;899;p57"/>
          <p:cNvGrpSpPr/>
          <p:nvPr/>
        </p:nvGrpSpPr>
        <p:grpSpPr>
          <a:xfrm>
            <a:off x="4194901" y="3968612"/>
            <a:ext cx="754200" cy="717300"/>
            <a:chOff x="5942501" y="2582162"/>
            <a:chExt cx="754200" cy="717300"/>
          </a:xfrm>
        </p:grpSpPr>
        <p:sp>
          <p:nvSpPr>
            <p:cNvPr id="900" name="Google Shape;900;p57"/>
            <p:cNvSpPr/>
            <p:nvPr/>
          </p:nvSpPr>
          <p:spPr>
            <a:xfrm>
              <a:off x="5942501" y="2582162"/>
              <a:ext cx="754200" cy="717300"/>
            </a:xfrm>
            <a:prstGeom prst="decagon">
              <a:avLst>
                <a:gd name="vf" fmla="val 105146"/>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7"/>
            <p:cNvSpPr/>
            <p:nvPr/>
          </p:nvSpPr>
          <p:spPr>
            <a:xfrm>
              <a:off x="5981863" y="2619613"/>
              <a:ext cx="675300" cy="642300"/>
            </a:xfrm>
            <a:prstGeom prst="decagon">
              <a:avLst>
                <a:gd name="vf" fmla="val 105146"/>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2" name="Google Shape;902;p57"/>
            <p:cNvGrpSpPr/>
            <p:nvPr/>
          </p:nvGrpSpPr>
          <p:grpSpPr>
            <a:xfrm>
              <a:off x="6144425" y="2801220"/>
              <a:ext cx="350188" cy="279116"/>
              <a:chOff x="5469425" y="2526250"/>
              <a:chExt cx="440100" cy="350825"/>
            </a:xfrm>
          </p:grpSpPr>
          <p:sp>
            <p:nvSpPr>
              <p:cNvPr id="903" name="Google Shape;903;p57"/>
              <p:cNvSpPr/>
              <p:nvPr/>
            </p:nvSpPr>
            <p:spPr>
              <a:xfrm>
                <a:off x="5489925" y="2650200"/>
                <a:ext cx="49100" cy="48050"/>
              </a:xfrm>
              <a:custGeom>
                <a:avLst/>
                <a:gdLst/>
                <a:ahLst/>
                <a:cxnLst/>
                <a:rect l="l" t="t" r="r" b="b"/>
                <a:pathLst>
                  <a:path w="1964" h="1922" extrusionOk="0">
                    <a:moveTo>
                      <a:pt x="979" y="0"/>
                    </a:moveTo>
                    <a:cubicBezTo>
                      <a:pt x="946" y="0"/>
                      <a:pt x="913" y="2"/>
                      <a:pt x="879" y="5"/>
                    </a:cubicBezTo>
                    <a:cubicBezTo>
                      <a:pt x="622" y="38"/>
                      <a:pt x="384" y="177"/>
                      <a:pt x="225" y="382"/>
                    </a:cubicBezTo>
                    <a:cubicBezTo>
                      <a:pt x="66" y="593"/>
                      <a:pt x="0" y="871"/>
                      <a:pt x="46" y="1129"/>
                    </a:cubicBezTo>
                    <a:cubicBezTo>
                      <a:pt x="126" y="1578"/>
                      <a:pt x="536" y="1922"/>
                      <a:pt x="992" y="1922"/>
                    </a:cubicBezTo>
                    <a:cubicBezTo>
                      <a:pt x="1256" y="1922"/>
                      <a:pt x="1507" y="1810"/>
                      <a:pt x="1692" y="1618"/>
                    </a:cubicBezTo>
                    <a:cubicBezTo>
                      <a:pt x="1871" y="1426"/>
                      <a:pt x="1963" y="1168"/>
                      <a:pt x="1950" y="904"/>
                    </a:cubicBezTo>
                    <a:cubicBezTo>
                      <a:pt x="1937" y="640"/>
                      <a:pt x="1811" y="395"/>
                      <a:pt x="1613" y="230"/>
                    </a:cubicBezTo>
                    <a:cubicBezTo>
                      <a:pt x="1434" y="80"/>
                      <a:pt x="1209" y="0"/>
                      <a:pt x="9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04" name="Google Shape;904;p57"/>
              <p:cNvSpPr/>
              <p:nvPr/>
            </p:nvSpPr>
            <p:spPr>
              <a:xfrm>
                <a:off x="5589725" y="2526250"/>
                <a:ext cx="78025" cy="73200"/>
              </a:xfrm>
              <a:custGeom>
                <a:avLst/>
                <a:gdLst/>
                <a:ahLst/>
                <a:cxnLst/>
                <a:rect l="l" t="t" r="r" b="b"/>
                <a:pathLst>
                  <a:path w="3121" h="2928" extrusionOk="0">
                    <a:moveTo>
                      <a:pt x="1559" y="1"/>
                    </a:moveTo>
                    <a:cubicBezTo>
                      <a:pt x="1485" y="1"/>
                      <a:pt x="1410" y="7"/>
                      <a:pt x="1336" y="19"/>
                    </a:cubicBezTo>
                    <a:cubicBezTo>
                      <a:pt x="801" y="105"/>
                      <a:pt x="351" y="488"/>
                      <a:pt x="179" y="997"/>
                    </a:cubicBezTo>
                    <a:cubicBezTo>
                      <a:pt x="1" y="1513"/>
                      <a:pt x="140" y="2108"/>
                      <a:pt x="530" y="2491"/>
                    </a:cubicBezTo>
                    <a:cubicBezTo>
                      <a:pt x="801" y="2769"/>
                      <a:pt x="1177" y="2927"/>
                      <a:pt x="1567" y="2927"/>
                    </a:cubicBezTo>
                    <a:cubicBezTo>
                      <a:pt x="2109" y="2927"/>
                      <a:pt x="2618" y="2616"/>
                      <a:pt x="2870" y="2141"/>
                    </a:cubicBezTo>
                    <a:cubicBezTo>
                      <a:pt x="3121" y="1651"/>
                      <a:pt x="3074" y="1043"/>
                      <a:pt x="2751" y="600"/>
                    </a:cubicBezTo>
                    <a:cubicBezTo>
                      <a:pt x="2472" y="225"/>
                      <a:pt x="2021" y="1"/>
                      <a:pt x="15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05" name="Google Shape;905;p57"/>
              <p:cNvSpPr/>
              <p:nvPr/>
            </p:nvSpPr>
            <p:spPr>
              <a:xfrm>
                <a:off x="5708875" y="2526250"/>
                <a:ext cx="77875" cy="73200"/>
              </a:xfrm>
              <a:custGeom>
                <a:avLst/>
                <a:gdLst/>
                <a:ahLst/>
                <a:cxnLst/>
                <a:rect l="l" t="t" r="r" b="b"/>
                <a:pathLst>
                  <a:path w="3115" h="2928" extrusionOk="0">
                    <a:moveTo>
                      <a:pt x="1553" y="1"/>
                    </a:moveTo>
                    <a:cubicBezTo>
                      <a:pt x="1478" y="1"/>
                      <a:pt x="1404" y="7"/>
                      <a:pt x="1329" y="19"/>
                    </a:cubicBezTo>
                    <a:cubicBezTo>
                      <a:pt x="800" y="105"/>
                      <a:pt x="344" y="488"/>
                      <a:pt x="173" y="997"/>
                    </a:cubicBezTo>
                    <a:cubicBezTo>
                      <a:pt x="1" y="1513"/>
                      <a:pt x="133" y="2108"/>
                      <a:pt x="523" y="2491"/>
                    </a:cubicBezTo>
                    <a:cubicBezTo>
                      <a:pt x="794" y="2769"/>
                      <a:pt x="1171" y="2927"/>
                      <a:pt x="1561" y="2927"/>
                    </a:cubicBezTo>
                    <a:cubicBezTo>
                      <a:pt x="2103" y="2927"/>
                      <a:pt x="2612" y="2616"/>
                      <a:pt x="2863" y="2141"/>
                    </a:cubicBezTo>
                    <a:cubicBezTo>
                      <a:pt x="3114" y="1651"/>
                      <a:pt x="3068" y="1043"/>
                      <a:pt x="2744" y="600"/>
                    </a:cubicBezTo>
                    <a:cubicBezTo>
                      <a:pt x="2465" y="225"/>
                      <a:pt x="2014" y="1"/>
                      <a:pt x="15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06" name="Google Shape;906;p57"/>
              <p:cNvSpPr/>
              <p:nvPr/>
            </p:nvSpPr>
            <p:spPr>
              <a:xfrm>
                <a:off x="5816625" y="2707500"/>
                <a:ext cx="25" cy="850"/>
              </a:xfrm>
              <a:custGeom>
                <a:avLst/>
                <a:gdLst/>
                <a:ahLst/>
                <a:cxnLst/>
                <a:rect l="l" t="t" r="r" b="b"/>
                <a:pathLst>
                  <a:path w="1" h="34" extrusionOk="0">
                    <a:moveTo>
                      <a:pt x="0" y="33"/>
                    </a:moveTo>
                    <a:cubicBezTo>
                      <a:pt x="0" y="33"/>
                      <a:pt x="0" y="33"/>
                      <a:pt x="0" y="33"/>
                    </a:cubicBezTo>
                    <a:cubicBezTo>
                      <a:pt x="0" y="20"/>
                      <a:pt x="0" y="0"/>
                      <a:pt x="0" y="3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07" name="Google Shape;907;p57"/>
              <p:cNvSpPr/>
              <p:nvPr/>
            </p:nvSpPr>
            <p:spPr>
              <a:xfrm>
                <a:off x="5840250" y="2650200"/>
                <a:ext cx="49100" cy="48050"/>
              </a:xfrm>
              <a:custGeom>
                <a:avLst/>
                <a:gdLst/>
                <a:ahLst/>
                <a:cxnLst/>
                <a:rect l="l" t="t" r="r" b="b"/>
                <a:pathLst>
                  <a:path w="1964" h="1922" extrusionOk="0">
                    <a:moveTo>
                      <a:pt x="991" y="0"/>
                    </a:moveTo>
                    <a:cubicBezTo>
                      <a:pt x="760" y="0"/>
                      <a:pt x="531" y="80"/>
                      <a:pt x="358" y="230"/>
                    </a:cubicBezTo>
                    <a:cubicBezTo>
                      <a:pt x="159" y="395"/>
                      <a:pt x="34" y="640"/>
                      <a:pt x="14" y="904"/>
                    </a:cubicBezTo>
                    <a:cubicBezTo>
                      <a:pt x="1" y="1168"/>
                      <a:pt x="100" y="1426"/>
                      <a:pt x="278" y="1618"/>
                    </a:cubicBezTo>
                    <a:cubicBezTo>
                      <a:pt x="457" y="1810"/>
                      <a:pt x="715" y="1922"/>
                      <a:pt x="972" y="1922"/>
                    </a:cubicBezTo>
                    <a:cubicBezTo>
                      <a:pt x="1435" y="1922"/>
                      <a:pt x="1838" y="1578"/>
                      <a:pt x="1918" y="1129"/>
                    </a:cubicBezTo>
                    <a:cubicBezTo>
                      <a:pt x="1964" y="871"/>
                      <a:pt x="1898" y="593"/>
                      <a:pt x="1739" y="382"/>
                    </a:cubicBezTo>
                    <a:cubicBezTo>
                      <a:pt x="1587" y="177"/>
                      <a:pt x="1343" y="38"/>
                      <a:pt x="1091" y="5"/>
                    </a:cubicBezTo>
                    <a:cubicBezTo>
                      <a:pt x="1058" y="2"/>
                      <a:pt x="1025" y="0"/>
                      <a:pt x="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08" name="Google Shape;908;p57"/>
              <p:cNvSpPr/>
              <p:nvPr/>
            </p:nvSpPr>
            <p:spPr>
              <a:xfrm>
                <a:off x="5469425" y="2603975"/>
                <a:ext cx="440100" cy="273100"/>
              </a:xfrm>
              <a:custGeom>
                <a:avLst/>
                <a:gdLst/>
                <a:ahLst/>
                <a:cxnLst/>
                <a:rect l="l" t="t" r="r" b="b"/>
                <a:pathLst>
                  <a:path w="17604" h="10924" extrusionOk="0">
                    <a:moveTo>
                      <a:pt x="6349" y="0"/>
                    </a:moveTo>
                    <a:cubicBezTo>
                      <a:pt x="6108" y="0"/>
                      <a:pt x="5851" y="50"/>
                      <a:pt x="5606" y="182"/>
                    </a:cubicBezTo>
                    <a:cubicBezTo>
                      <a:pt x="5328" y="334"/>
                      <a:pt x="5077" y="519"/>
                      <a:pt x="4852" y="737"/>
                    </a:cubicBezTo>
                    <a:cubicBezTo>
                      <a:pt x="4839" y="750"/>
                      <a:pt x="4826" y="763"/>
                      <a:pt x="4813" y="777"/>
                    </a:cubicBezTo>
                    <a:cubicBezTo>
                      <a:pt x="4780" y="803"/>
                      <a:pt x="4753" y="836"/>
                      <a:pt x="4720" y="869"/>
                    </a:cubicBezTo>
                    <a:cubicBezTo>
                      <a:pt x="4694" y="902"/>
                      <a:pt x="4667" y="929"/>
                      <a:pt x="4641" y="962"/>
                    </a:cubicBezTo>
                    <a:cubicBezTo>
                      <a:pt x="4608" y="995"/>
                      <a:pt x="4588" y="1028"/>
                      <a:pt x="4562" y="1054"/>
                    </a:cubicBezTo>
                    <a:cubicBezTo>
                      <a:pt x="4522" y="1101"/>
                      <a:pt x="4489" y="1147"/>
                      <a:pt x="4456" y="1193"/>
                    </a:cubicBezTo>
                    <a:cubicBezTo>
                      <a:pt x="4443" y="1206"/>
                      <a:pt x="4436" y="1220"/>
                      <a:pt x="4429" y="1233"/>
                    </a:cubicBezTo>
                    <a:cubicBezTo>
                      <a:pt x="4330" y="1365"/>
                      <a:pt x="4244" y="1504"/>
                      <a:pt x="4158" y="1649"/>
                    </a:cubicBezTo>
                    <a:cubicBezTo>
                      <a:pt x="3828" y="2244"/>
                      <a:pt x="3610" y="2951"/>
                      <a:pt x="3557" y="3692"/>
                    </a:cubicBezTo>
                    <a:cubicBezTo>
                      <a:pt x="3537" y="4002"/>
                      <a:pt x="3544" y="4326"/>
                      <a:pt x="3577" y="4650"/>
                    </a:cubicBezTo>
                    <a:cubicBezTo>
                      <a:pt x="3577" y="4683"/>
                      <a:pt x="3577" y="4703"/>
                      <a:pt x="3577" y="4703"/>
                    </a:cubicBezTo>
                    <a:lnTo>
                      <a:pt x="3524" y="4703"/>
                    </a:lnTo>
                    <a:cubicBezTo>
                      <a:pt x="3464" y="4690"/>
                      <a:pt x="3411" y="4670"/>
                      <a:pt x="3359" y="4644"/>
                    </a:cubicBezTo>
                    <a:cubicBezTo>
                      <a:pt x="3246" y="4597"/>
                      <a:pt x="3140" y="4544"/>
                      <a:pt x="3035" y="4478"/>
                    </a:cubicBezTo>
                    <a:cubicBezTo>
                      <a:pt x="2836" y="4359"/>
                      <a:pt x="2651" y="4234"/>
                      <a:pt x="2473" y="4088"/>
                    </a:cubicBezTo>
                    <a:cubicBezTo>
                      <a:pt x="2261" y="3908"/>
                      <a:pt x="2027" y="3823"/>
                      <a:pt x="1793" y="3823"/>
                    </a:cubicBezTo>
                    <a:cubicBezTo>
                      <a:pt x="1641" y="3823"/>
                      <a:pt x="1489" y="3859"/>
                      <a:pt x="1342" y="3930"/>
                    </a:cubicBezTo>
                    <a:cubicBezTo>
                      <a:pt x="675" y="4247"/>
                      <a:pt x="272" y="4921"/>
                      <a:pt x="113" y="5609"/>
                    </a:cubicBezTo>
                    <a:cubicBezTo>
                      <a:pt x="20" y="6018"/>
                      <a:pt x="1" y="6435"/>
                      <a:pt x="1" y="6851"/>
                    </a:cubicBezTo>
                    <a:cubicBezTo>
                      <a:pt x="7" y="6997"/>
                      <a:pt x="126" y="7122"/>
                      <a:pt x="272" y="7136"/>
                    </a:cubicBezTo>
                    <a:cubicBezTo>
                      <a:pt x="276" y="7136"/>
                      <a:pt x="280" y="7136"/>
                      <a:pt x="284" y="7136"/>
                    </a:cubicBezTo>
                    <a:cubicBezTo>
                      <a:pt x="431" y="7136"/>
                      <a:pt x="563" y="7019"/>
                      <a:pt x="569" y="6871"/>
                    </a:cubicBezTo>
                    <a:cubicBezTo>
                      <a:pt x="602" y="6481"/>
                      <a:pt x="655" y="6085"/>
                      <a:pt x="794" y="5714"/>
                    </a:cubicBezTo>
                    <a:lnTo>
                      <a:pt x="807" y="6045"/>
                    </a:lnTo>
                    <a:lnTo>
                      <a:pt x="318" y="8239"/>
                    </a:lnTo>
                    <a:cubicBezTo>
                      <a:pt x="305" y="8292"/>
                      <a:pt x="318" y="8345"/>
                      <a:pt x="351" y="8385"/>
                    </a:cubicBezTo>
                    <a:cubicBezTo>
                      <a:pt x="384" y="8425"/>
                      <a:pt x="437" y="8444"/>
                      <a:pt x="483" y="8444"/>
                    </a:cubicBezTo>
                    <a:lnTo>
                      <a:pt x="886" y="8444"/>
                    </a:lnTo>
                    <a:lnTo>
                      <a:pt x="999" y="10612"/>
                    </a:lnTo>
                    <a:cubicBezTo>
                      <a:pt x="1005" y="10784"/>
                      <a:pt x="1157" y="10923"/>
                      <a:pt x="1329" y="10923"/>
                    </a:cubicBezTo>
                    <a:cubicBezTo>
                      <a:pt x="1501" y="10923"/>
                      <a:pt x="1653" y="10784"/>
                      <a:pt x="1660" y="10612"/>
                    </a:cubicBezTo>
                    <a:lnTo>
                      <a:pt x="1765" y="8444"/>
                    </a:lnTo>
                    <a:lnTo>
                      <a:pt x="1799" y="8444"/>
                    </a:lnTo>
                    <a:lnTo>
                      <a:pt x="1911" y="10612"/>
                    </a:lnTo>
                    <a:cubicBezTo>
                      <a:pt x="1924" y="10784"/>
                      <a:pt x="2070" y="10923"/>
                      <a:pt x="2241" y="10923"/>
                    </a:cubicBezTo>
                    <a:cubicBezTo>
                      <a:pt x="2420" y="10923"/>
                      <a:pt x="2565" y="10784"/>
                      <a:pt x="2579" y="10612"/>
                    </a:cubicBezTo>
                    <a:lnTo>
                      <a:pt x="2678" y="8444"/>
                    </a:lnTo>
                    <a:lnTo>
                      <a:pt x="3088" y="8444"/>
                    </a:lnTo>
                    <a:cubicBezTo>
                      <a:pt x="3134" y="8444"/>
                      <a:pt x="3187" y="8425"/>
                      <a:pt x="3220" y="8385"/>
                    </a:cubicBezTo>
                    <a:cubicBezTo>
                      <a:pt x="3253" y="8345"/>
                      <a:pt x="3266" y="8292"/>
                      <a:pt x="3253" y="8239"/>
                    </a:cubicBezTo>
                    <a:lnTo>
                      <a:pt x="2770" y="6045"/>
                    </a:lnTo>
                    <a:lnTo>
                      <a:pt x="2783" y="5166"/>
                    </a:lnTo>
                    <a:cubicBezTo>
                      <a:pt x="3017" y="5258"/>
                      <a:pt x="3274" y="5339"/>
                      <a:pt x="3527" y="5339"/>
                    </a:cubicBezTo>
                    <a:cubicBezTo>
                      <a:pt x="3546" y="5339"/>
                      <a:pt x="3565" y="5339"/>
                      <a:pt x="3583" y="5338"/>
                    </a:cubicBezTo>
                    <a:cubicBezTo>
                      <a:pt x="3722" y="5331"/>
                      <a:pt x="3854" y="5298"/>
                      <a:pt x="3967" y="5219"/>
                    </a:cubicBezTo>
                    <a:cubicBezTo>
                      <a:pt x="4000" y="5199"/>
                      <a:pt x="4026" y="5179"/>
                      <a:pt x="4053" y="5153"/>
                    </a:cubicBezTo>
                    <a:cubicBezTo>
                      <a:pt x="4258" y="5133"/>
                      <a:pt x="4429" y="4967"/>
                      <a:pt x="4449" y="4756"/>
                    </a:cubicBezTo>
                    <a:lnTo>
                      <a:pt x="4449" y="4736"/>
                    </a:lnTo>
                    <a:cubicBezTo>
                      <a:pt x="4456" y="4644"/>
                      <a:pt x="4462" y="4544"/>
                      <a:pt x="4469" y="4445"/>
                    </a:cubicBezTo>
                    <a:cubicBezTo>
                      <a:pt x="4495" y="4260"/>
                      <a:pt x="4522" y="4075"/>
                      <a:pt x="4548" y="3890"/>
                    </a:cubicBezTo>
                    <a:cubicBezTo>
                      <a:pt x="4621" y="3526"/>
                      <a:pt x="4707" y="3163"/>
                      <a:pt x="4846" y="2819"/>
                    </a:cubicBezTo>
                    <a:cubicBezTo>
                      <a:pt x="4872" y="2760"/>
                      <a:pt x="4892" y="2700"/>
                      <a:pt x="4919" y="2641"/>
                    </a:cubicBezTo>
                    <a:lnTo>
                      <a:pt x="4919" y="3051"/>
                    </a:lnTo>
                    <a:lnTo>
                      <a:pt x="4152" y="6904"/>
                    </a:lnTo>
                    <a:cubicBezTo>
                      <a:pt x="4132" y="6984"/>
                      <a:pt x="4152" y="7063"/>
                      <a:pt x="4205" y="7122"/>
                    </a:cubicBezTo>
                    <a:cubicBezTo>
                      <a:pt x="4258" y="7188"/>
                      <a:pt x="4330" y="7221"/>
                      <a:pt x="4410" y="7221"/>
                    </a:cubicBezTo>
                    <a:lnTo>
                      <a:pt x="5018" y="7221"/>
                    </a:lnTo>
                    <a:lnTo>
                      <a:pt x="5170" y="10414"/>
                    </a:lnTo>
                    <a:cubicBezTo>
                      <a:pt x="5183" y="10679"/>
                      <a:pt x="5408" y="10897"/>
                      <a:pt x="5679" y="10897"/>
                    </a:cubicBezTo>
                    <a:cubicBezTo>
                      <a:pt x="5943" y="10897"/>
                      <a:pt x="6168" y="10679"/>
                      <a:pt x="6188" y="10414"/>
                    </a:cubicBezTo>
                    <a:lnTo>
                      <a:pt x="6353" y="7221"/>
                    </a:lnTo>
                    <a:lnTo>
                      <a:pt x="6412" y="7221"/>
                    </a:lnTo>
                    <a:lnTo>
                      <a:pt x="6571" y="10414"/>
                    </a:lnTo>
                    <a:cubicBezTo>
                      <a:pt x="6584" y="10679"/>
                      <a:pt x="6809" y="10897"/>
                      <a:pt x="7073" y="10897"/>
                    </a:cubicBezTo>
                    <a:cubicBezTo>
                      <a:pt x="7338" y="10897"/>
                      <a:pt x="7569" y="10685"/>
                      <a:pt x="7582" y="10414"/>
                    </a:cubicBezTo>
                    <a:lnTo>
                      <a:pt x="7748" y="7221"/>
                    </a:lnTo>
                    <a:lnTo>
                      <a:pt x="8349" y="7221"/>
                    </a:lnTo>
                    <a:cubicBezTo>
                      <a:pt x="8429" y="7221"/>
                      <a:pt x="8501" y="7188"/>
                      <a:pt x="8554" y="7122"/>
                    </a:cubicBezTo>
                    <a:cubicBezTo>
                      <a:pt x="8600" y="7063"/>
                      <a:pt x="8620" y="6984"/>
                      <a:pt x="8607" y="6904"/>
                    </a:cubicBezTo>
                    <a:lnTo>
                      <a:pt x="7840" y="2991"/>
                    </a:lnTo>
                    <a:lnTo>
                      <a:pt x="7840" y="2661"/>
                    </a:lnTo>
                    <a:cubicBezTo>
                      <a:pt x="7847" y="2687"/>
                      <a:pt x="7860" y="2720"/>
                      <a:pt x="7873" y="2746"/>
                    </a:cubicBezTo>
                    <a:cubicBezTo>
                      <a:pt x="7900" y="2813"/>
                      <a:pt x="7920" y="2872"/>
                      <a:pt x="7939" y="2932"/>
                    </a:cubicBezTo>
                    <a:cubicBezTo>
                      <a:pt x="8005" y="3136"/>
                      <a:pt x="8065" y="3348"/>
                      <a:pt x="8111" y="3559"/>
                    </a:cubicBezTo>
                    <a:cubicBezTo>
                      <a:pt x="8131" y="3645"/>
                      <a:pt x="8144" y="3725"/>
                      <a:pt x="8164" y="3811"/>
                    </a:cubicBezTo>
                    <a:cubicBezTo>
                      <a:pt x="8204" y="4088"/>
                      <a:pt x="8237" y="4366"/>
                      <a:pt x="8257" y="4650"/>
                    </a:cubicBezTo>
                    <a:lnTo>
                      <a:pt x="8263" y="4670"/>
                    </a:lnTo>
                    <a:cubicBezTo>
                      <a:pt x="8270" y="4782"/>
                      <a:pt x="8329" y="4888"/>
                      <a:pt x="8415" y="4961"/>
                    </a:cubicBezTo>
                    <a:cubicBezTo>
                      <a:pt x="8481" y="5067"/>
                      <a:pt x="8587" y="5139"/>
                      <a:pt x="8719" y="5153"/>
                    </a:cubicBezTo>
                    <a:cubicBezTo>
                      <a:pt x="8735" y="5154"/>
                      <a:pt x="8751" y="5155"/>
                      <a:pt x="8766" y="5155"/>
                    </a:cubicBezTo>
                    <a:cubicBezTo>
                      <a:pt x="8992" y="5155"/>
                      <a:pt x="9190" y="4979"/>
                      <a:pt x="9209" y="4756"/>
                    </a:cubicBezTo>
                    <a:lnTo>
                      <a:pt x="9209" y="4736"/>
                    </a:lnTo>
                    <a:cubicBezTo>
                      <a:pt x="9215" y="4644"/>
                      <a:pt x="9222" y="4544"/>
                      <a:pt x="9228" y="4445"/>
                    </a:cubicBezTo>
                    <a:cubicBezTo>
                      <a:pt x="9255" y="4260"/>
                      <a:pt x="9281" y="4075"/>
                      <a:pt x="9308" y="3890"/>
                    </a:cubicBezTo>
                    <a:cubicBezTo>
                      <a:pt x="9380" y="3526"/>
                      <a:pt x="9466" y="3163"/>
                      <a:pt x="9605" y="2819"/>
                    </a:cubicBezTo>
                    <a:cubicBezTo>
                      <a:pt x="9632" y="2760"/>
                      <a:pt x="9651" y="2700"/>
                      <a:pt x="9678" y="2641"/>
                    </a:cubicBezTo>
                    <a:lnTo>
                      <a:pt x="9678" y="3051"/>
                    </a:lnTo>
                    <a:lnTo>
                      <a:pt x="8911" y="6904"/>
                    </a:lnTo>
                    <a:cubicBezTo>
                      <a:pt x="8891" y="6984"/>
                      <a:pt x="8911" y="7063"/>
                      <a:pt x="8964" y="7122"/>
                    </a:cubicBezTo>
                    <a:cubicBezTo>
                      <a:pt x="9017" y="7188"/>
                      <a:pt x="9090" y="7221"/>
                      <a:pt x="9169" y="7221"/>
                    </a:cubicBezTo>
                    <a:lnTo>
                      <a:pt x="9777" y="7221"/>
                    </a:lnTo>
                    <a:lnTo>
                      <a:pt x="9929" y="10414"/>
                    </a:lnTo>
                    <a:cubicBezTo>
                      <a:pt x="9942" y="10679"/>
                      <a:pt x="10174" y="10897"/>
                      <a:pt x="10438" y="10897"/>
                    </a:cubicBezTo>
                    <a:cubicBezTo>
                      <a:pt x="10702" y="10897"/>
                      <a:pt x="10927" y="10679"/>
                      <a:pt x="10947" y="10414"/>
                    </a:cubicBezTo>
                    <a:lnTo>
                      <a:pt x="11112" y="7221"/>
                    </a:lnTo>
                    <a:lnTo>
                      <a:pt x="11172" y="7221"/>
                    </a:lnTo>
                    <a:lnTo>
                      <a:pt x="11330" y="10414"/>
                    </a:lnTo>
                    <a:cubicBezTo>
                      <a:pt x="11344" y="10679"/>
                      <a:pt x="11568" y="10897"/>
                      <a:pt x="11833" y="10897"/>
                    </a:cubicBezTo>
                    <a:cubicBezTo>
                      <a:pt x="12097" y="10897"/>
                      <a:pt x="12328" y="10685"/>
                      <a:pt x="12342" y="10414"/>
                    </a:cubicBezTo>
                    <a:lnTo>
                      <a:pt x="12507" y="7221"/>
                    </a:lnTo>
                    <a:lnTo>
                      <a:pt x="13108" y="7221"/>
                    </a:lnTo>
                    <a:cubicBezTo>
                      <a:pt x="13188" y="7221"/>
                      <a:pt x="13261" y="7188"/>
                      <a:pt x="13313" y="7122"/>
                    </a:cubicBezTo>
                    <a:cubicBezTo>
                      <a:pt x="13360" y="7063"/>
                      <a:pt x="13380" y="6984"/>
                      <a:pt x="13366" y="6904"/>
                    </a:cubicBezTo>
                    <a:lnTo>
                      <a:pt x="12600" y="2991"/>
                    </a:lnTo>
                    <a:lnTo>
                      <a:pt x="12600" y="2661"/>
                    </a:lnTo>
                    <a:cubicBezTo>
                      <a:pt x="12613" y="2687"/>
                      <a:pt x="12619" y="2720"/>
                      <a:pt x="12633" y="2746"/>
                    </a:cubicBezTo>
                    <a:cubicBezTo>
                      <a:pt x="12659" y="2813"/>
                      <a:pt x="12679" y="2872"/>
                      <a:pt x="12699" y="2932"/>
                    </a:cubicBezTo>
                    <a:cubicBezTo>
                      <a:pt x="12765" y="3136"/>
                      <a:pt x="12824" y="3348"/>
                      <a:pt x="12871" y="3559"/>
                    </a:cubicBezTo>
                    <a:cubicBezTo>
                      <a:pt x="12890" y="3645"/>
                      <a:pt x="12904" y="3725"/>
                      <a:pt x="12923" y="3811"/>
                    </a:cubicBezTo>
                    <a:cubicBezTo>
                      <a:pt x="12963" y="4088"/>
                      <a:pt x="12996" y="4366"/>
                      <a:pt x="13016" y="4650"/>
                    </a:cubicBezTo>
                    <a:lnTo>
                      <a:pt x="13023" y="4670"/>
                    </a:lnTo>
                    <a:cubicBezTo>
                      <a:pt x="13042" y="4891"/>
                      <a:pt x="13240" y="5067"/>
                      <a:pt x="13460" y="5067"/>
                    </a:cubicBezTo>
                    <a:cubicBezTo>
                      <a:pt x="13464" y="5067"/>
                      <a:pt x="13468" y="5067"/>
                      <a:pt x="13472" y="5067"/>
                    </a:cubicBezTo>
                    <a:cubicBezTo>
                      <a:pt x="13485" y="5073"/>
                      <a:pt x="13492" y="5080"/>
                      <a:pt x="13498" y="5086"/>
                    </a:cubicBezTo>
                    <a:cubicBezTo>
                      <a:pt x="13538" y="5139"/>
                      <a:pt x="13578" y="5186"/>
                      <a:pt x="13637" y="5219"/>
                    </a:cubicBezTo>
                    <a:cubicBezTo>
                      <a:pt x="13750" y="5298"/>
                      <a:pt x="13882" y="5331"/>
                      <a:pt x="14021" y="5338"/>
                    </a:cubicBezTo>
                    <a:cubicBezTo>
                      <a:pt x="14039" y="5339"/>
                      <a:pt x="14058" y="5339"/>
                      <a:pt x="14077" y="5339"/>
                    </a:cubicBezTo>
                    <a:cubicBezTo>
                      <a:pt x="14330" y="5339"/>
                      <a:pt x="14587" y="5258"/>
                      <a:pt x="14821" y="5166"/>
                    </a:cubicBezTo>
                    <a:lnTo>
                      <a:pt x="14821" y="5166"/>
                    </a:lnTo>
                    <a:lnTo>
                      <a:pt x="14728" y="6858"/>
                    </a:lnTo>
                    <a:cubicBezTo>
                      <a:pt x="14715" y="7069"/>
                      <a:pt x="14768" y="7255"/>
                      <a:pt x="14860" y="7426"/>
                    </a:cubicBezTo>
                    <a:lnTo>
                      <a:pt x="15012" y="10612"/>
                    </a:lnTo>
                    <a:cubicBezTo>
                      <a:pt x="15019" y="10784"/>
                      <a:pt x="15171" y="10923"/>
                      <a:pt x="15343" y="10923"/>
                    </a:cubicBezTo>
                    <a:cubicBezTo>
                      <a:pt x="15521" y="10923"/>
                      <a:pt x="15667" y="10784"/>
                      <a:pt x="15673" y="10612"/>
                    </a:cubicBezTo>
                    <a:lnTo>
                      <a:pt x="15805" y="8101"/>
                    </a:lnTo>
                    <a:lnTo>
                      <a:pt x="15924" y="10612"/>
                    </a:lnTo>
                    <a:cubicBezTo>
                      <a:pt x="15938" y="10784"/>
                      <a:pt x="16083" y="10923"/>
                      <a:pt x="16262" y="10923"/>
                    </a:cubicBezTo>
                    <a:cubicBezTo>
                      <a:pt x="16433" y="10923"/>
                      <a:pt x="16579" y="10784"/>
                      <a:pt x="16592" y="10612"/>
                    </a:cubicBezTo>
                    <a:lnTo>
                      <a:pt x="16757" y="7420"/>
                    </a:lnTo>
                    <a:cubicBezTo>
                      <a:pt x="16843" y="7248"/>
                      <a:pt x="16883" y="7050"/>
                      <a:pt x="16870" y="6858"/>
                    </a:cubicBezTo>
                    <a:cubicBezTo>
                      <a:pt x="16863" y="6765"/>
                      <a:pt x="16863" y="6673"/>
                      <a:pt x="16856" y="6574"/>
                    </a:cubicBezTo>
                    <a:cubicBezTo>
                      <a:pt x="16843" y="6289"/>
                      <a:pt x="16823" y="5999"/>
                      <a:pt x="16810" y="5714"/>
                    </a:cubicBezTo>
                    <a:lnTo>
                      <a:pt x="16810" y="5714"/>
                    </a:lnTo>
                    <a:cubicBezTo>
                      <a:pt x="16949" y="6085"/>
                      <a:pt x="17002" y="6481"/>
                      <a:pt x="17035" y="6871"/>
                    </a:cubicBezTo>
                    <a:cubicBezTo>
                      <a:pt x="17048" y="7019"/>
                      <a:pt x="17173" y="7136"/>
                      <a:pt x="17320" y="7136"/>
                    </a:cubicBezTo>
                    <a:cubicBezTo>
                      <a:pt x="17324" y="7136"/>
                      <a:pt x="17328" y="7136"/>
                      <a:pt x="17332" y="7136"/>
                    </a:cubicBezTo>
                    <a:cubicBezTo>
                      <a:pt x="17478" y="7122"/>
                      <a:pt x="17597" y="6997"/>
                      <a:pt x="17603" y="6851"/>
                    </a:cubicBezTo>
                    <a:cubicBezTo>
                      <a:pt x="17603" y="6435"/>
                      <a:pt x="17584" y="6018"/>
                      <a:pt x="17491" y="5609"/>
                    </a:cubicBezTo>
                    <a:cubicBezTo>
                      <a:pt x="17332" y="4921"/>
                      <a:pt x="16929" y="4247"/>
                      <a:pt x="16262" y="3930"/>
                    </a:cubicBezTo>
                    <a:cubicBezTo>
                      <a:pt x="16115" y="3859"/>
                      <a:pt x="15963" y="3823"/>
                      <a:pt x="15811" y="3823"/>
                    </a:cubicBezTo>
                    <a:cubicBezTo>
                      <a:pt x="15577" y="3823"/>
                      <a:pt x="15343" y="3908"/>
                      <a:pt x="15131" y="4088"/>
                    </a:cubicBezTo>
                    <a:cubicBezTo>
                      <a:pt x="14953" y="4234"/>
                      <a:pt x="14768" y="4359"/>
                      <a:pt x="14569" y="4478"/>
                    </a:cubicBezTo>
                    <a:cubicBezTo>
                      <a:pt x="14464" y="4544"/>
                      <a:pt x="14358" y="4597"/>
                      <a:pt x="14245" y="4644"/>
                    </a:cubicBezTo>
                    <a:cubicBezTo>
                      <a:pt x="14193" y="4670"/>
                      <a:pt x="14140" y="4690"/>
                      <a:pt x="14080" y="4703"/>
                    </a:cubicBezTo>
                    <a:cubicBezTo>
                      <a:pt x="14043" y="4708"/>
                      <a:pt x="14001" y="4718"/>
                      <a:pt x="13962" y="4718"/>
                    </a:cubicBezTo>
                    <a:cubicBezTo>
                      <a:pt x="13953" y="4718"/>
                      <a:pt x="13944" y="4718"/>
                      <a:pt x="13935" y="4716"/>
                    </a:cubicBezTo>
                    <a:cubicBezTo>
                      <a:pt x="13935" y="4716"/>
                      <a:pt x="13908" y="4696"/>
                      <a:pt x="13882" y="4683"/>
                    </a:cubicBezTo>
                    <a:cubicBezTo>
                      <a:pt x="13888" y="4670"/>
                      <a:pt x="13888" y="4650"/>
                      <a:pt x="13888" y="4637"/>
                    </a:cubicBezTo>
                    <a:cubicBezTo>
                      <a:pt x="13888" y="4486"/>
                      <a:pt x="13888" y="4341"/>
                      <a:pt x="13888" y="4197"/>
                    </a:cubicBezTo>
                    <a:cubicBezTo>
                      <a:pt x="13888" y="4197"/>
                      <a:pt x="13888" y="4192"/>
                      <a:pt x="13888" y="4187"/>
                    </a:cubicBezTo>
                    <a:cubicBezTo>
                      <a:pt x="13888" y="4181"/>
                      <a:pt x="13888" y="4181"/>
                      <a:pt x="13888" y="4174"/>
                    </a:cubicBezTo>
                    <a:cubicBezTo>
                      <a:pt x="13882" y="4016"/>
                      <a:pt x="13875" y="3857"/>
                      <a:pt x="13869" y="3698"/>
                    </a:cubicBezTo>
                    <a:cubicBezTo>
                      <a:pt x="13855" y="3599"/>
                      <a:pt x="13849" y="3500"/>
                      <a:pt x="13836" y="3401"/>
                    </a:cubicBezTo>
                    <a:cubicBezTo>
                      <a:pt x="13803" y="3150"/>
                      <a:pt x="13756" y="2892"/>
                      <a:pt x="13703" y="2641"/>
                    </a:cubicBezTo>
                    <a:cubicBezTo>
                      <a:pt x="13684" y="2568"/>
                      <a:pt x="13664" y="2489"/>
                      <a:pt x="13644" y="2409"/>
                    </a:cubicBezTo>
                    <a:cubicBezTo>
                      <a:pt x="13617" y="2337"/>
                      <a:pt x="13598" y="2257"/>
                      <a:pt x="13571" y="2185"/>
                    </a:cubicBezTo>
                    <a:cubicBezTo>
                      <a:pt x="13498" y="1993"/>
                      <a:pt x="13426" y="1847"/>
                      <a:pt x="13333" y="1662"/>
                    </a:cubicBezTo>
                    <a:cubicBezTo>
                      <a:pt x="13280" y="1557"/>
                      <a:pt x="13221" y="1451"/>
                      <a:pt x="13161" y="1345"/>
                    </a:cubicBezTo>
                    <a:cubicBezTo>
                      <a:pt x="12851" y="863"/>
                      <a:pt x="12441" y="446"/>
                      <a:pt x="11925" y="188"/>
                    </a:cubicBezTo>
                    <a:cubicBezTo>
                      <a:pt x="11719" y="87"/>
                      <a:pt x="11427" y="0"/>
                      <a:pt x="11109" y="0"/>
                    </a:cubicBezTo>
                    <a:cubicBezTo>
                      <a:pt x="10867" y="0"/>
                      <a:pt x="10611" y="50"/>
                      <a:pt x="10365" y="182"/>
                    </a:cubicBezTo>
                    <a:cubicBezTo>
                      <a:pt x="10088" y="334"/>
                      <a:pt x="9836" y="519"/>
                      <a:pt x="9612" y="737"/>
                    </a:cubicBezTo>
                    <a:cubicBezTo>
                      <a:pt x="9598" y="750"/>
                      <a:pt x="9585" y="763"/>
                      <a:pt x="9572" y="777"/>
                    </a:cubicBezTo>
                    <a:cubicBezTo>
                      <a:pt x="9539" y="803"/>
                      <a:pt x="9513" y="836"/>
                      <a:pt x="9480" y="869"/>
                    </a:cubicBezTo>
                    <a:cubicBezTo>
                      <a:pt x="9453" y="902"/>
                      <a:pt x="9427" y="929"/>
                      <a:pt x="9400" y="962"/>
                    </a:cubicBezTo>
                    <a:cubicBezTo>
                      <a:pt x="9374" y="995"/>
                      <a:pt x="9347" y="1028"/>
                      <a:pt x="9321" y="1054"/>
                    </a:cubicBezTo>
                    <a:cubicBezTo>
                      <a:pt x="9281" y="1101"/>
                      <a:pt x="9248" y="1147"/>
                      <a:pt x="9215" y="1193"/>
                    </a:cubicBezTo>
                    <a:cubicBezTo>
                      <a:pt x="9202" y="1206"/>
                      <a:pt x="9195" y="1220"/>
                      <a:pt x="9189" y="1233"/>
                    </a:cubicBezTo>
                    <a:cubicBezTo>
                      <a:pt x="9090" y="1365"/>
                      <a:pt x="9004" y="1504"/>
                      <a:pt x="8918" y="1649"/>
                    </a:cubicBezTo>
                    <a:cubicBezTo>
                      <a:pt x="8852" y="1762"/>
                      <a:pt x="8792" y="1881"/>
                      <a:pt x="8739" y="2006"/>
                    </a:cubicBezTo>
                    <a:cubicBezTo>
                      <a:pt x="8686" y="1894"/>
                      <a:pt x="8633" y="1788"/>
                      <a:pt x="8574" y="1662"/>
                    </a:cubicBezTo>
                    <a:cubicBezTo>
                      <a:pt x="8521" y="1557"/>
                      <a:pt x="8462" y="1451"/>
                      <a:pt x="8402" y="1345"/>
                    </a:cubicBezTo>
                    <a:cubicBezTo>
                      <a:pt x="8091" y="863"/>
                      <a:pt x="7682" y="446"/>
                      <a:pt x="7159" y="188"/>
                    </a:cubicBezTo>
                    <a:cubicBezTo>
                      <a:pt x="6957" y="87"/>
                      <a:pt x="6666" y="0"/>
                      <a:pt x="6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909" name="Google Shape;909;p57"/>
          <p:cNvGrpSpPr/>
          <p:nvPr/>
        </p:nvGrpSpPr>
        <p:grpSpPr>
          <a:xfrm>
            <a:off x="277537" y="646087"/>
            <a:ext cx="777000" cy="738300"/>
            <a:chOff x="5094212" y="2549737"/>
            <a:chExt cx="777000" cy="738300"/>
          </a:xfrm>
        </p:grpSpPr>
        <p:sp>
          <p:nvSpPr>
            <p:cNvPr id="910" name="Google Shape;910;p57"/>
            <p:cNvSpPr/>
            <p:nvPr/>
          </p:nvSpPr>
          <p:spPr>
            <a:xfrm>
              <a:off x="5094212" y="2549737"/>
              <a:ext cx="777000" cy="738300"/>
            </a:xfrm>
            <a:prstGeom prst="pentagon">
              <a:avLst>
                <a:gd name="hf" fmla="val 105146"/>
                <a:gd name="vf" fmla="val 11055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7"/>
            <p:cNvSpPr/>
            <p:nvPr/>
          </p:nvSpPr>
          <p:spPr>
            <a:xfrm>
              <a:off x="5145094" y="2598079"/>
              <a:ext cx="675300" cy="641700"/>
            </a:xfrm>
            <a:prstGeom prst="pentagon">
              <a:avLst>
                <a:gd name="hf" fmla="val 105146"/>
                <a:gd name="vf" fmla="val 11055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2" name="Google Shape;912;p57"/>
            <p:cNvGrpSpPr/>
            <p:nvPr/>
          </p:nvGrpSpPr>
          <p:grpSpPr>
            <a:xfrm>
              <a:off x="5345359" y="2795414"/>
              <a:ext cx="274669" cy="290718"/>
              <a:chOff x="3278493" y="2036478"/>
              <a:chExt cx="287883" cy="304704"/>
            </a:xfrm>
          </p:grpSpPr>
          <p:sp>
            <p:nvSpPr>
              <p:cNvPr id="913" name="Google Shape;913;p57"/>
              <p:cNvSpPr/>
              <p:nvPr/>
            </p:nvSpPr>
            <p:spPr>
              <a:xfrm>
                <a:off x="3306178" y="2036478"/>
                <a:ext cx="62042" cy="61896"/>
              </a:xfrm>
              <a:custGeom>
                <a:avLst/>
                <a:gdLst/>
                <a:ahLst/>
                <a:cxnLst/>
                <a:rect l="l" t="t" r="r" b="b"/>
                <a:pathLst>
                  <a:path w="2976" h="2969" extrusionOk="0">
                    <a:moveTo>
                      <a:pt x="1488" y="1"/>
                    </a:moveTo>
                    <a:cubicBezTo>
                      <a:pt x="669" y="1"/>
                      <a:pt x="1" y="662"/>
                      <a:pt x="1" y="1481"/>
                    </a:cubicBezTo>
                    <a:cubicBezTo>
                      <a:pt x="1" y="2301"/>
                      <a:pt x="669" y="2969"/>
                      <a:pt x="1488" y="2969"/>
                    </a:cubicBezTo>
                    <a:cubicBezTo>
                      <a:pt x="2308" y="2969"/>
                      <a:pt x="2976" y="2301"/>
                      <a:pt x="2976" y="1481"/>
                    </a:cubicBezTo>
                    <a:cubicBezTo>
                      <a:pt x="2976" y="662"/>
                      <a:pt x="2308" y="1"/>
                      <a:pt x="1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14" name="Google Shape;914;p57"/>
              <p:cNvSpPr/>
              <p:nvPr/>
            </p:nvSpPr>
            <p:spPr>
              <a:xfrm>
                <a:off x="3509431" y="2152218"/>
                <a:ext cx="40277" cy="39172"/>
              </a:xfrm>
              <a:custGeom>
                <a:avLst/>
                <a:gdLst/>
                <a:ahLst/>
                <a:cxnLst/>
                <a:rect l="l" t="t" r="r" b="b"/>
                <a:pathLst>
                  <a:path w="1932" h="1879" extrusionOk="0">
                    <a:moveTo>
                      <a:pt x="956" y="1"/>
                    </a:moveTo>
                    <a:cubicBezTo>
                      <a:pt x="736" y="1"/>
                      <a:pt x="520" y="79"/>
                      <a:pt x="351" y="219"/>
                    </a:cubicBezTo>
                    <a:cubicBezTo>
                      <a:pt x="153" y="385"/>
                      <a:pt x="34" y="629"/>
                      <a:pt x="21" y="887"/>
                    </a:cubicBezTo>
                    <a:cubicBezTo>
                      <a:pt x="1" y="1145"/>
                      <a:pt x="100" y="1396"/>
                      <a:pt x="272" y="1588"/>
                    </a:cubicBezTo>
                    <a:cubicBezTo>
                      <a:pt x="450" y="1773"/>
                      <a:pt x="702" y="1879"/>
                      <a:pt x="959" y="1879"/>
                    </a:cubicBezTo>
                    <a:cubicBezTo>
                      <a:pt x="1409" y="1879"/>
                      <a:pt x="1805" y="1548"/>
                      <a:pt x="1885" y="1105"/>
                    </a:cubicBezTo>
                    <a:cubicBezTo>
                      <a:pt x="1931" y="847"/>
                      <a:pt x="1865" y="583"/>
                      <a:pt x="1713" y="371"/>
                    </a:cubicBezTo>
                    <a:cubicBezTo>
                      <a:pt x="1554" y="173"/>
                      <a:pt x="1323" y="34"/>
                      <a:pt x="1072" y="8"/>
                    </a:cubicBezTo>
                    <a:cubicBezTo>
                      <a:pt x="1033" y="3"/>
                      <a:pt x="994" y="1"/>
                      <a:pt x="9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15" name="Google Shape;915;p57"/>
              <p:cNvSpPr/>
              <p:nvPr/>
            </p:nvSpPr>
            <p:spPr>
              <a:xfrm>
                <a:off x="3278493" y="2100081"/>
                <a:ext cx="287883" cy="241101"/>
              </a:xfrm>
              <a:custGeom>
                <a:avLst/>
                <a:gdLst/>
                <a:ahLst/>
                <a:cxnLst/>
                <a:rect l="l" t="t" r="r" b="b"/>
                <a:pathLst>
                  <a:path w="13809" h="11565" extrusionOk="0">
                    <a:moveTo>
                      <a:pt x="6164" y="2116"/>
                    </a:moveTo>
                    <a:cubicBezTo>
                      <a:pt x="6185" y="2116"/>
                      <a:pt x="6206" y="2117"/>
                      <a:pt x="6227" y="2119"/>
                    </a:cubicBezTo>
                    <a:cubicBezTo>
                      <a:pt x="6505" y="2145"/>
                      <a:pt x="6743" y="2363"/>
                      <a:pt x="6789" y="2641"/>
                    </a:cubicBezTo>
                    <a:cubicBezTo>
                      <a:pt x="6796" y="2694"/>
                      <a:pt x="6796" y="2753"/>
                      <a:pt x="6789" y="2806"/>
                    </a:cubicBezTo>
                    <a:cubicBezTo>
                      <a:pt x="6880" y="2764"/>
                      <a:pt x="6978" y="2741"/>
                      <a:pt x="7078" y="2741"/>
                    </a:cubicBezTo>
                    <a:cubicBezTo>
                      <a:pt x="7167" y="2741"/>
                      <a:pt x="7257" y="2759"/>
                      <a:pt x="7344" y="2800"/>
                    </a:cubicBezTo>
                    <a:lnTo>
                      <a:pt x="8488" y="3315"/>
                    </a:lnTo>
                    <a:cubicBezTo>
                      <a:pt x="8812" y="3467"/>
                      <a:pt x="8950" y="3844"/>
                      <a:pt x="8805" y="4168"/>
                    </a:cubicBezTo>
                    <a:cubicBezTo>
                      <a:pt x="8824" y="4129"/>
                      <a:pt x="8842" y="4091"/>
                      <a:pt x="8847" y="4080"/>
                    </a:cubicBezTo>
                    <a:lnTo>
                      <a:pt x="8847" y="4080"/>
                    </a:lnTo>
                    <a:cubicBezTo>
                      <a:pt x="8843" y="4089"/>
                      <a:pt x="8831" y="4117"/>
                      <a:pt x="8805" y="4175"/>
                    </a:cubicBezTo>
                    <a:cubicBezTo>
                      <a:pt x="8805" y="4175"/>
                      <a:pt x="8805" y="4175"/>
                      <a:pt x="8805" y="4175"/>
                    </a:cubicBezTo>
                    <a:lnTo>
                      <a:pt x="8805" y="4175"/>
                    </a:lnTo>
                    <a:cubicBezTo>
                      <a:pt x="8804" y="4178"/>
                      <a:pt x="8802" y="4181"/>
                      <a:pt x="8801" y="4183"/>
                    </a:cubicBezTo>
                    <a:lnTo>
                      <a:pt x="8801" y="4183"/>
                    </a:lnTo>
                    <a:cubicBezTo>
                      <a:pt x="8693" y="4415"/>
                      <a:pt x="8462" y="4550"/>
                      <a:pt x="8220" y="4550"/>
                    </a:cubicBezTo>
                    <a:cubicBezTo>
                      <a:pt x="8130" y="4550"/>
                      <a:pt x="8039" y="4531"/>
                      <a:pt x="7952" y="4492"/>
                    </a:cubicBezTo>
                    <a:lnTo>
                      <a:pt x="7000" y="4056"/>
                    </a:lnTo>
                    <a:cubicBezTo>
                      <a:pt x="7139" y="3923"/>
                      <a:pt x="7139" y="3685"/>
                      <a:pt x="7000" y="3547"/>
                    </a:cubicBezTo>
                    <a:cubicBezTo>
                      <a:pt x="6941" y="3487"/>
                      <a:pt x="6862" y="3448"/>
                      <a:pt x="6776" y="3441"/>
                    </a:cubicBezTo>
                    <a:cubicBezTo>
                      <a:pt x="6723" y="3441"/>
                      <a:pt x="6670" y="3448"/>
                      <a:pt x="6624" y="3454"/>
                    </a:cubicBezTo>
                    <a:cubicBezTo>
                      <a:pt x="6558" y="3461"/>
                      <a:pt x="6498" y="3461"/>
                      <a:pt x="6439" y="3461"/>
                    </a:cubicBezTo>
                    <a:cubicBezTo>
                      <a:pt x="6432" y="3421"/>
                      <a:pt x="6432" y="3381"/>
                      <a:pt x="6432" y="3342"/>
                    </a:cubicBezTo>
                    <a:cubicBezTo>
                      <a:pt x="6342" y="3388"/>
                      <a:pt x="6245" y="3410"/>
                      <a:pt x="6148" y="3410"/>
                    </a:cubicBezTo>
                    <a:cubicBezTo>
                      <a:pt x="5966" y="3410"/>
                      <a:pt x="5786" y="3332"/>
                      <a:pt x="5665" y="3190"/>
                    </a:cubicBezTo>
                    <a:cubicBezTo>
                      <a:pt x="5507" y="3005"/>
                      <a:pt x="5473" y="2740"/>
                      <a:pt x="5573" y="2522"/>
                    </a:cubicBezTo>
                    <a:lnTo>
                      <a:pt x="5592" y="2482"/>
                    </a:lnTo>
                    <a:cubicBezTo>
                      <a:pt x="5690" y="2257"/>
                      <a:pt x="5917" y="2116"/>
                      <a:pt x="6164" y="2116"/>
                    </a:cubicBezTo>
                    <a:close/>
                    <a:moveTo>
                      <a:pt x="2845" y="0"/>
                    </a:moveTo>
                    <a:cubicBezTo>
                      <a:pt x="2653" y="0"/>
                      <a:pt x="2463" y="20"/>
                      <a:pt x="2287" y="50"/>
                    </a:cubicBezTo>
                    <a:cubicBezTo>
                      <a:pt x="2261" y="57"/>
                      <a:pt x="2235" y="63"/>
                      <a:pt x="2201" y="70"/>
                    </a:cubicBezTo>
                    <a:cubicBezTo>
                      <a:pt x="2142" y="90"/>
                      <a:pt x="2063" y="116"/>
                      <a:pt x="1977" y="156"/>
                    </a:cubicBezTo>
                    <a:cubicBezTo>
                      <a:pt x="1792" y="228"/>
                      <a:pt x="1560" y="354"/>
                      <a:pt x="1316" y="552"/>
                    </a:cubicBezTo>
                    <a:cubicBezTo>
                      <a:pt x="1197" y="651"/>
                      <a:pt x="1078" y="764"/>
                      <a:pt x="965" y="896"/>
                    </a:cubicBezTo>
                    <a:cubicBezTo>
                      <a:pt x="846" y="1022"/>
                      <a:pt x="741" y="1167"/>
                      <a:pt x="648" y="1326"/>
                    </a:cubicBezTo>
                    <a:cubicBezTo>
                      <a:pt x="450" y="1636"/>
                      <a:pt x="304" y="1987"/>
                      <a:pt x="205" y="2344"/>
                    </a:cubicBezTo>
                    <a:cubicBezTo>
                      <a:pt x="106" y="2694"/>
                      <a:pt x="53" y="3051"/>
                      <a:pt x="27" y="3375"/>
                    </a:cubicBezTo>
                    <a:cubicBezTo>
                      <a:pt x="0" y="3705"/>
                      <a:pt x="0" y="4009"/>
                      <a:pt x="7" y="4261"/>
                    </a:cubicBezTo>
                    <a:cubicBezTo>
                      <a:pt x="20" y="4518"/>
                      <a:pt x="33" y="4730"/>
                      <a:pt x="53" y="4882"/>
                    </a:cubicBezTo>
                    <a:cubicBezTo>
                      <a:pt x="66" y="5027"/>
                      <a:pt x="80" y="5107"/>
                      <a:pt x="80" y="5107"/>
                    </a:cubicBezTo>
                    <a:lnTo>
                      <a:pt x="80" y="5113"/>
                    </a:lnTo>
                    <a:cubicBezTo>
                      <a:pt x="105" y="5330"/>
                      <a:pt x="290" y="5497"/>
                      <a:pt x="511" y="5497"/>
                    </a:cubicBezTo>
                    <a:cubicBezTo>
                      <a:pt x="519" y="5497"/>
                      <a:pt x="527" y="5497"/>
                      <a:pt x="536" y="5497"/>
                    </a:cubicBezTo>
                    <a:cubicBezTo>
                      <a:pt x="780" y="5483"/>
                      <a:pt x="965" y="5279"/>
                      <a:pt x="959" y="5034"/>
                    </a:cubicBezTo>
                    <a:cubicBezTo>
                      <a:pt x="959" y="5034"/>
                      <a:pt x="952" y="4961"/>
                      <a:pt x="952" y="4822"/>
                    </a:cubicBezTo>
                    <a:cubicBezTo>
                      <a:pt x="946" y="4690"/>
                      <a:pt x="946" y="4499"/>
                      <a:pt x="959" y="4267"/>
                    </a:cubicBezTo>
                    <a:cubicBezTo>
                      <a:pt x="965" y="4036"/>
                      <a:pt x="992" y="3771"/>
                      <a:pt x="1038" y="3500"/>
                    </a:cubicBezTo>
                    <a:cubicBezTo>
                      <a:pt x="1084" y="3223"/>
                      <a:pt x="1150" y="2939"/>
                      <a:pt x="1250" y="2674"/>
                    </a:cubicBezTo>
                    <a:cubicBezTo>
                      <a:pt x="1309" y="2529"/>
                      <a:pt x="1375" y="2383"/>
                      <a:pt x="1448" y="2258"/>
                    </a:cubicBezTo>
                    <a:lnTo>
                      <a:pt x="1448" y="2258"/>
                    </a:lnTo>
                    <a:lnTo>
                      <a:pt x="1124" y="4941"/>
                    </a:lnTo>
                    <a:cubicBezTo>
                      <a:pt x="1104" y="5067"/>
                      <a:pt x="1104" y="5212"/>
                      <a:pt x="1124" y="5351"/>
                    </a:cubicBezTo>
                    <a:cubicBezTo>
                      <a:pt x="1157" y="5629"/>
                      <a:pt x="1256" y="5887"/>
                      <a:pt x="1402" y="6105"/>
                    </a:cubicBezTo>
                    <a:lnTo>
                      <a:pt x="1633" y="10924"/>
                    </a:lnTo>
                    <a:cubicBezTo>
                      <a:pt x="1646" y="11188"/>
                      <a:pt x="1858" y="11399"/>
                      <a:pt x="2122" y="11413"/>
                    </a:cubicBezTo>
                    <a:cubicBezTo>
                      <a:pt x="2130" y="11413"/>
                      <a:pt x="2139" y="11413"/>
                      <a:pt x="2147" y="11413"/>
                    </a:cubicBezTo>
                    <a:cubicBezTo>
                      <a:pt x="2420" y="11413"/>
                      <a:pt x="2645" y="11200"/>
                      <a:pt x="2658" y="10924"/>
                    </a:cubicBezTo>
                    <a:lnTo>
                      <a:pt x="2823" y="7281"/>
                    </a:lnTo>
                    <a:lnTo>
                      <a:pt x="2995" y="10924"/>
                    </a:lnTo>
                    <a:cubicBezTo>
                      <a:pt x="3008" y="11188"/>
                      <a:pt x="3213" y="11399"/>
                      <a:pt x="3484" y="11413"/>
                    </a:cubicBezTo>
                    <a:cubicBezTo>
                      <a:pt x="3492" y="11413"/>
                      <a:pt x="3500" y="11413"/>
                      <a:pt x="3508" y="11413"/>
                    </a:cubicBezTo>
                    <a:cubicBezTo>
                      <a:pt x="3782" y="11413"/>
                      <a:pt x="4006" y="11200"/>
                      <a:pt x="4019" y="10924"/>
                    </a:cubicBezTo>
                    <a:lnTo>
                      <a:pt x="4244" y="6085"/>
                    </a:lnTo>
                    <a:cubicBezTo>
                      <a:pt x="4456" y="5761"/>
                      <a:pt x="4561" y="5358"/>
                      <a:pt x="4515" y="4941"/>
                    </a:cubicBezTo>
                    <a:lnTo>
                      <a:pt x="4191" y="2291"/>
                    </a:lnTo>
                    <a:lnTo>
                      <a:pt x="4191" y="2291"/>
                    </a:lnTo>
                    <a:cubicBezTo>
                      <a:pt x="4257" y="2410"/>
                      <a:pt x="4317" y="2542"/>
                      <a:pt x="4370" y="2674"/>
                    </a:cubicBezTo>
                    <a:cubicBezTo>
                      <a:pt x="4469" y="2939"/>
                      <a:pt x="4535" y="3223"/>
                      <a:pt x="4581" y="3500"/>
                    </a:cubicBezTo>
                    <a:cubicBezTo>
                      <a:pt x="4627" y="3771"/>
                      <a:pt x="4654" y="4036"/>
                      <a:pt x="4660" y="4267"/>
                    </a:cubicBezTo>
                    <a:cubicBezTo>
                      <a:pt x="4674" y="4499"/>
                      <a:pt x="4674" y="4690"/>
                      <a:pt x="4667" y="4822"/>
                    </a:cubicBezTo>
                    <a:cubicBezTo>
                      <a:pt x="4667" y="4961"/>
                      <a:pt x="4660" y="5034"/>
                      <a:pt x="4660" y="5034"/>
                    </a:cubicBezTo>
                    <a:cubicBezTo>
                      <a:pt x="4654" y="5265"/>
                      <a:pt x="4819" y="5464"/>
                      <a:pt x="5050" y="5497"/>
                    </a:cubicBezTo>
                    <a:cubicBezTo>
                      <a:pt x="5067" y="5499"/>
                      <a:pt x="5084" y="5499"/>
                      <a:pt x="5100" y="5499"/>
                    </a:cubicBezTo>
                    <a:cubicBezTo>
                      <a:pt x="5319" y="5499"/>
                      <a:pt x="5515" y="5341"/>
                      <a:pt x="5540" y="5113"/>
                    </a:cubicBezTo>
                    <a:lnTo>
                      <a:pt x="5540" y="5107"/>
                    </a:lnTo>
                    <a:cubicBezTo>
                      <a:pt x="5540" y="5107"/>
                      <a:pt x="5553" y="5027"/>
                      <a:pt x="5566" y="4882"/>
                    </a:cubicBezTo>
                    <a:cubicBezTo>
                      <a:pt x="5586" y="4730"/>
                      <a:pt x="5599" y="4518"/>
                      <a:pt x="5612" y="4261"/>
                    </a:cubicBezTo>
                    <a:cubicBezTo>
                      <a:pt x="5612" y="4234"/>
                      <a:pt x="5612" y="4201"/>
                      <a:pt x="5612" y="4175"/>
                    </a:cubicBezTo>
                    <a:cubicBezTo>
                      <a:pt x="5612" y="4148"/>
                      <a:pt x="5612" y="4115"/>
                      <a:pt x="5612" y="4089"/>
                    </a:cubicBezTo>
                    <a:cubicBezTo>
                      <a:pt x="5659" y="4115"/>
                      <a:pt x="5711" y="4148"/>
                      <a:pt x="5764" y="4175"/>
                    </a:cubicBezTo>
                    <a:lnTo>
                      <a:pt x="4991" y="7711"/>
                    </a:lnTo>
                    <a:cubicBezTo>
                      <a:pt x="4978" y="7784"/>
                      <a:pt x="4991" y="7856"/>
                      <a:pt x="5037" y="7916"/>
                    </a:cubicBezTo>
                    <a:cubicBezTo>
                      <a:pt x="5084" y="7975"/>
                      <a:pt x="5156" y="8009"/>
                      <a:pt x="5229" y="8009"/>
                    </a:cubicBezTo>
                    <a:lnTo>
                      <a:pt x="6022" y="8009"/>
                    </a:lnTo>
                    <a:lnTo>
                      <a:pt x="6174" y="11062"/>
                    </a:lnTo>
                    <a:cubicBezTo>
                      <a:pt x="6187" y="11333"/>
                      <a:pt x="6419" y="11558"/>
                      <a:pt x="6690" y="11565"/>
                    </a:cubicBezTo>
                    <a:cubicBezTo>
                      <a:pt x="6694" y="11565"/>
                      <a:pt x="6698" y="11565"/>
                      <a:pt x="6703" y="11565"/>
                    </a:cubicBezTo>
                    <a:cubicBezTo>
                      <a:pt x="6968" y="11565"/>
                      <a:pt x="7199" y="11362"/>
                      <a:pt x="7225" y="11095"/>
                    </a:cubicBezTo>
                    <a:cubicBezTo>
                      <a:pt x="7232" y="11089"/>
                      <a:pt x="7232" y="11076"/>
                      <a:pt x="7232" y="11062"/>
                    </a:cubicBezTo>
                    <a:lnTo>
                      <a:pt x="7390" y="8009"/>
                    </a:lnTo>
                    <a:lnTo>
                      <a:pt x="7476" y="8009"/>
                    </a:lnTo>
                    <a:lnTo>
                      <a:pt x="7628" y="11062"/>
                    </a:lnTo>
                    <a:cubicBezTo>
                      <a:pt x="7642" y="11333"/>
                      <a:pt x="7873" y="11558"/>
                      <a:pt x="8151" y="11565"/>
                    </a:cubicBezTo>
                    <a:cubicBezTo>
                      <a:pt x="8155" y="11565"/>
                      <a:pt x="8159" y="11565"/>
                      <a:pt x="8163" y="11565"/>
                    </a:cubicBezTo>
                    <a:cubicBezTo>
                      <a:pt x="8422" y="11565"/>
                      <a:pt x="8653" y="11362"/>
                      <a:pt x="8686" y="11095"/>
                    </a:cubicBezTo>
                    <a:cubicBezTo>
                      <a:pt x="8686" y="11089"/>
                      <a:pt x="8686" y="11076"/>
                      <a:pt x="8686" y="11062"/>
                    </a:cubicBezTo>
                    <a:lnTo>
                      <a:pt x="8851" y="8009"/>
                    </a:lnTo>
                    <a:lnTo>
                      <a:pt x="9618" y="8009"/>
                    </a:lnTo>
                    <a:cubicBezTo>
                      <a:pt x="9691" y="8009"/>
                      <a:pt x="9757" y="7975"/>
                      <a:pt x="9803" y="7916"/>
                    </a:cubicBezTo>
                    <a:cubicBezTo>
                      <a:pt x="9856" y="7863"/>
                      <a:pt x="9869" y="7784"/>
                      <a:pt x="9856" y="7711"/>
                    </a:cubicBezTo>
                    <a:lnTo>
                      <a:pt x="8957" y="3454"/>
                    </a:lnTo>
                    <a:lnTo>
                      <a:pt x="8957" y="3110"/>
                    </a:lnTo>
                    <a:cubicBezTo>
                      <a:pt x="9228" y="3758"/>
                      <a:pt x="9334" y="4459"/>
                      <a:pt x="9393" y="5153"/>
                    </a:cubicBezTo>
                    <a:cubicBezTo>
                      <a:pt x="9393" y="5173"/>
                      <a:pt x="9393" y="5186"/>
                      <a:pt x="9393" y="5199"/>
                    </a:cubicBezTo>
                    <a:cubicBezTo>
                      <a:pt x="9413" y="5384"/>
                      <a:pt x="9539" y="5536"/>
                      <a:pt x="9704" y="5589"/>
                    </a:cubicBezTo>
                    <a:lnTo>
                      <a:pt x="9704" y="5596"/>
                    </a:lnTo>
                    <a:cubicBezTo>
                      <a:pt x="9757" y="5682"/>
                      <a:pt x="9823" y="5761"/>
                      <a:pt x="9909" y="5821"/>
                    </a:cubicBezTo>
                    <a:cubicBezTo>
                      <a:pt x="10021" y="5893"/>
                      <a:pt x="10153" y="5933"/>
                      <a:pt x="10286" y="5933"/>
                    </a:cubicBezTo>
                    <a:cubicBezTo>
                      <a:pt x="10306" y="5934"/>
                      <a:pt x="10326" y="5934"/>
                      <a:pt x="10345" y="5934"/>
                    </a:cubicBezTo>
                    <a:cubicBezTo>
                      <a:pt x="10596" y="5934"/>
                      <a:pt x="10846" y="5860"/>
                      <a:pt x="11072" y="5768"/>
                    </a:cubicBezTo>
                    <a:lnTo>
                      <a:pt x="11092" y="6627"/>
                    </a:lnTo>
                    <a:lnTo>
                      <a:pt x="10616" y="8788"/>
                    </a:lnTo>
                    <a:cubicBezTo>
                      <a:pt x="10603" y="8835"/>
                      <a:pt x="10616" y="8888"/>
                      <a:pt x="10649" y="8927"/>
                    </a:cubicBezTo>
                    <a:cubicBezTo>
                      <a:pt x="10682" y="8967"/>
                      <a:pt x="10729" y="8987"/>
                      <a:pt x="10781" y="8987"/>
                    </a:cubicBezTo>
                    <a:lnTo>
                      <a:pt x="11165" y="8987"/>
                    </a:lnTo>
                    <a:lnTo>
                      <a:pt x="11264" y="11109"/>
                    </a:lnTo>
                    <a:cubicBezTo>
                      <a:pt x="11271" y="11281"/>
                      <a:pt x="11416" y="11419"/>
                      <a:pt x="11588" y="11419"/>
                    </a:cubicBezTo>
                    <a:cubicBezTo>
                      <a:pt x="11760" y="11419"/>
                      <a:pt x="11905" y="11281"/>
                      <a:pt x="11918" y="11109"/>
                    </a:cubicBezTo>
                    <a:lnTo>
                      <a:pt x="12024" y="8987"/>
                    </a:lnTo>
                    <a:lnTo>
                      <a:pt x="12057" y="8987"/>
                    </a:lnTo>
                    <a:lnTo>
                      <a:pt x="12163" y="11109"/>
                    </a:lnTo>
                    <a:cubicBezTo>
                      <a:pt x="12170" y="11281"/>
                      <a:pt x="12315" y="11419"/>
                      <a:pt x="12487" y="11419"/>
                    </a:cubicBezTo>
                    <a:cubicBezTo>
                      <a:pt x="12659" y="11419"/>
                      <a:pt x="12804" y="11281"/>
                      <a:pt x="12811" y="11109"/>
                    </a:cubicBezTo>
                    <a:lnTo>
                      <a:pt x="12923" y="8987"/>
                    </a:lnTo>
                    <a:lnTo>
                      <a:pt x="13333" y="8987"/>
                    </a:lnTo>
                    <a:cubicBezTo>
                      <a:pt x="13379" y="8987"/>
                      <a:pt x="13432" y="8967"/>
                      <a:pt x="13459" y="8927"/>
                    </a:cubicBezTo>
                    <a:cubicBezTo>
                      <a:pt x="13492" y="8888"/>
                      <a:pt x="13505" y="8835"/>
                      <a:pt x="13498" y="8788"/>
                    </a:cubicBezTo>
                    <a:lnTo>
                      <a:pt x="13016" y="6627"/>
                    </a:lnTo>
                    <a:lnTo>
                      <a:pt x="13029" y="6303"/>
                    </a:lnTo>
                    <a:cubicBezTo>
                      <a:pt x="13168" y="6667"/>
                      <a:pt x="13214" y="7057"/>
                      <a:pt x="13247" y="7440"/>
                    </a:cubicBezTo>
                    <a:cubicBezTo>
                      <a:pt x="13260" y="7588"/>
                      <a:pt x="13385" y="7698"/>
                      <a:pt x="13526" y="7698"/>
                    </a:cubicBezTo>
                    <a:cubicBezTo>
                      <a:pt x="13530" y="7698"/>
                      <a:pt x="13534" y="7698"/>
                      <a:pt x="13538" y="7698"/>
                    </a:cubicBezTo>
                    <a:cubicBezTo>
                      <a:pt x="13683" y="7691"/>
                      <a:pt x="13802" y="7566"/>
                      <a:pt x="13802" y="7420"/>
                    </a:cubicBezTo>
                    <a:cubicBezTo>
                      <a:pt x="13809" y="7010"/>
                      <a:pt x="13789" y="6607"/>
                      <a:pt x="13697" y="6204"/>
                    </a:cubicBezTo>
                    <a:cubicBezTo>
                      <a:pt x="13538" y="5530"/>
                      <a:pt x="13141" y="4869"/>
                      <a:pt x="12493" y="4558"/>
                    </a:cubicBezTo>
                    <a:cubicBezTo>
                      <a:pt x="12349" y="4487"/>
                      <a:pt x="12198" y="4451"/>
                      <a:pt x="12047" y="4451"/>
                    </a:cubicBezTo>
                    <a:cubicBezTo>
                      <a:pt x="11818" y="4451"/>
                      <a:pt x="11588" y="4535"/>
                      <a:pt x="11376" y="4710"/>
                    </a:cubicBezTo>
                    <a:cubicBezTo>
                      <a:pt x="11204" y="4849"/>
                      <a:pt x="11019" y="4981"/>
                      <a:pt x="10828" y="5093"/>
                    </a:cubicBezTo>
                    <a:cubicBezTo>
                      <a:pt x="10729" y="5153"/>
                      <a:pt x="10623" y="5212"/>
                      <a:pt x="10510" y="5259"/>
                    </a:cubicBezTo>
                    <a:cubicBezTo>
                      <a:pt x="10458" y="5279"/>
                      <a:pt x="10405" y="5298"/>
                      <a:pt x="10352" y="5312"/>
                    </a:cubicBezTo>
                    <a:cubicBezTo>
                      <a:pt x="10325" y="5318"/>
                      <a:pt x="10299" y="5318"/>
                      <a:pt x="10272" y="5318"/>
                    </a:cubicBezTo>
                    <a:cubicBezTo>
                      <a:pt x="10292" y="5272"/>
                      <a:pt x="10299" y="5219"/>
                      <a:pt x="10299" y="5166"/>
                    </a:cubicBezTo>
                    <a:cubicBezTo>
                      <a:pt x="10299" y="4558"/>
                      <a:pt x="10299" y="4492"/>
                      <a:pt x="10292" y="4373"/>
                    </a:cubicBezTo>
                    <a:cubicBezTo>
                      <a:pt x="10246" y="3633"/>
                      <a:pt x="10114" y="2892"/>
                      <a:pt x="9810" y="2205"/>
                    </a:cubicBezTo>
                    <a:cubicBezTo>
                      <a:pt x="9526" y="1550"/>
                      <a:pt x="9063" y="949"/>
                      <a:pt x="8435" y="585"/>
                    </a:cubicBezTo>
                    <a:cubicBezTo>
                      <a:pt x="8157" y="420"/>
                      <a:pt x="7734" y="275"/>
                      <a:pt x="7437" y="275"/>
                    </a:cubicBezTo>
                    <a:cubicBezTo>
                      <a:pt x="7139" y="275"/>
                      <a:pt x="6881" y="341"/>
                      <a:pt x="6597" y="493"/>
                    </a:cubicBezTo>
                    <a:cubicBezTo>
                      <a:pt x="6320" y="638"/>
                      <a:pt x="6042" y="803"/>
                      <a:pt x="5784" y="982"/>
                    </a:cubicBezTo>
                    <a:cubicBezTo>
                      <a:pt x="5546" y="1154"/>
                      <a:pt x="5315" y="1346"/>
                      <a:pt x="5123" y="1564"/>
                    </a:cubicBezTo>
                    <a:lnTo>
                      <a:pt x="5110" y="1564"/>
                    </a:lnTo>
                    <a:cubicBezTo>
                      <a:pt x="5110" y="1564"/>
                      <a:pt x="5024" y="1405"/>
                      <a:pt x="4971" y="1326"/>
                    </a:cubicBezTo>
                    <a:cubicBezTo>
                      <a:pt x="4879" y="1167"/>
                      <a:pt x="4766" y="1022"/>
                      <a:pt x="4654" y="896"/>
                    </a:cubicBezTo>
                    <a:cubicBezTo>
                      <a:pt x="4541" y="764"/>
                      <a:pt x="4422" y="651"/>
                      <a:pt x="4304" y="552"/>
                    </a:cubicBezTo>
                    <a:cubicBezTo>
                      <a:pt x="4059" y="354"/>
                      <a:pt x="3828" y="228"/>
                      <a:pt x="3642" y="156"/>
                    </a:cubicBezTo>
                    <a:cubicBezTo>
                      <a:pt x="3550" y="116"/>
                      <a:pt x="3477" y="90"/>
                      <a:pt x="3418" y="70"/>
                    </a:cubicBezTo>
                    <a:cubicBezTo>
                      <a:pt x="3233" y="20"/>
                      <a:pt x="3038" y="0"/>
                      <a:pt x="2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16" name="Google Shape;916;p57"/>
              <p:cNvSpPr/>
              <p:nvPr/>
            </p:nvSpPr>
            <p:spPr>
              <a:xfrm>
                <a:off x="3399882" y="2040689"/>
                <a:ext cx="66858" cy="63752"/>
              </a:xfrm>
              <a:custGeom>
                <a:avLst/>
                <a:gdLst/>
                <a:ahLst/>
                <a:cxnLst/>
                <a:rect l="l" t="t" r="r" b="b"/>
                <a:pathLst>
                  <a:path w="3207" h="3058" extrusionOk="0">
                    <a:moveTo>
                      <a:pt x="1613" y="1"/>
                    </a:moveTo>
                    <a:cubicBezTo>
                      <a:pt x="1118" y="1"/>
                      <a:pt x="644" y="247"/>
                      <a:pt x="358" y="651"/>
                    </a:cubicBezTo>
                    <a:cubicBezTo>
                      <a:pt x="54" y="1094"/>
                      <a:pt x="1" y="1676"/>
                      <a:pt x="219" y="2159"/>
                    </a:cubicBezTo>
                    <a:cubicBezTo>
                      <a:pt x="437" y="2635"/>
                      <a:pt x="893" y="2978"/>
                      <a:pt x="1415" y="3044"/>
                    </a:cubicBezTo>
                    <a:cubicBezTo>
                      <a:pt x="1482" y="3051"/>
                      <a:pt x="1548" y="3058"/>
                      <a:pt x="1607" y="3058"/>
                    </a:cubicBezTo>
                    <a:cubicBezTo>
                      <a:pt x="2136" y="3058"/>
                      <a:pt x="2638" y="2773"/>
                      <a:pt x="2916" y="2324"/>
                    </a:cubicBezTo>
                    <a:cubicBezTo>
                      <a:pt x="3194" y="1868"/>
                      <a:pt x="3207" y="1286"/>
                      <a:pt x="2962" y="810"/>
                    </a:cubicBezTo>
                    <a:cubicBezTo>
                      <a:pt x="2711" y="347"/>
                      <a:pt x="2235" y="37"/>
                      <a:pt x="1706" y="4"/>
                    </a:cubicBezTo>
                    <a:cubicBezTo>
                      <a:pt x="1675" y="2"/>
                      <a:pt x="1644" y="1"/>
                      <a:pt x="16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917" name="Google Shape;917;p57"/>
          <p:cNvSpPr txBox="1">
            <a:spLocks noGrp="1"/>
          </p:cNvSpPr>
          <p:nvPr>
            <p:ph type="title"/>
          </p:nvPr>
        </p:nvSpPr>
        <p:spPr>
          <a:xfrm>
            <a:off x="1107600" y="1798350"/>
            <a:ext cx="323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TABLET APP</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921"/>
        <p:cNvGrpSpPr/>
        <p:nvPr/>
      </p:nvGrpSpPr>
      <p:grpSpPr>
        <a:xfrm>
          <a:off x="0" y="0"/>
          <a:ext cx="0" cy="0"/>
          <a:chOff x="0" y="0"/>
          <a:chExt cx="0" cy="0"/>
        </a:xfrm>
      </p:grpSpPr>
      <p:sp>
        <p:nvSpPr>
          <p:cNvPr id="922" name="Google Shape;922;p58"/>
          <p:cNvSpPr txBox="1">
            <a:spLocks noGrp="1"/>
          </p:cNvSpPr>
          <p:nvPr>
            <p:ph type="subTitle" idx="1"/>
          </p:nvPr>
        </p:nvSpPr>
        <p:spPr>
          <a:xfrm>
            <a:off x="4244734" y="2523450"/>
            <a:ext cx="3235800" cy="105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image on the screen with your own work. Just right-click on it and select “Replace image”</a:t>
            </a:r>
            <a:endParaRPr/>
          </a:p>
        </p:txBody>
      </p:sp>
      <p:grpSp>
        <p:nvGrpSpPr>
          <p:cNvPr id="923" name="Google Shape;923;p58"/>
          <p:cNvGrpSpPr/>
          <p:nvPr/>
        </p:nvGrpSpPr>
        <p:grpSpPr>
          <a:xfrm>
            <a:off x="1494200" y="724350"/>
            <a:ext cx="1973199" cy="3694804"/>
            <a:chOff x="1494200" y="724350"/>
            <a:chExt cx="1973199" cy="3694804"/>
          </a:xfrm>
        </p:grpSpPr>
        <p:sp>
          <p:nvSpPr>
            <p:cNvPr id="924" name="Google Shape;924;p58"/>
            <p:cNvSpPr/>
            <p:nvPr/>
          </p:nvSpPr>
          <p:spPr>
            <a:xfrm>
              <a:off x="1494200" y="724350"/>
              <a:ext cx="1973199" cy="3694804"/>
            </a:xfrm>
            <a:custGeom>
              <a:avLst/>
              <a:gdLst/>
              <a:ahLst/>
              <a:cxnLst/>
              <a:rect l="l" t="t" r="r" b="b"/>
              <a:pathLst>
                <a:path w="32627" h="68632" extrusionOk="0">
                  <a:moveTo>
                    <a:pt x="5626" y="1"/>
                  </a:moveTo>
                  <a:lnTo>
                    <a:pt x="27002" y="1"/>
                  </a:lnTo>
                  <a:cubicBezTo>
                    <a:pt x="30108" y="1"/>
                    <a:pt x="32626" y="2520"/>
                    <a:pt x="32626" y="5627"/>
                  </a:cubicBezTo>
                  <a:lnTo>
                    <a:pt x="32626" y="63005"/>
                  </a:lnTo>
                  <a:cubicBezTo>
                    <a:pt x="32626" y="66112"/>
                    <a:pt x="30108" y="68631"/>
                    <a:pt x="27002" y="68631"/>
                  </a:cubicBezTo>
                  <a:lnTo>
                    <a:pt x="5626" y="68631"/>
                  </a:lnTo>
                  <a:cubicBezTo>
                    <a:pt x="2517" y="68631"/>
                    <a:pt x="0" y="66112"/>
                    <a:pt x="0" y="63005"/>
                  </a:cubicBezTo>
                  <a:lnTo>
                    <a:pt x="0" y="5627"/>
                  </a:lnTo>
                  <a:cubicBezTo>
                    <a:pt x="0" y="2520"/>
                    <a:pt x="2517" y="1"/>
                    <a:pt x="56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5" name="Google Shape;925;p58"/>
            <p:cNvGrpSpPr/>
            <p:nvPr/>
          </p:nvGrpSpPr>
          <p:grpSpPr>
            <a:xfrm>
              <a:off x="2212998" y="963645"/>
              <a:ext cx="535604" cy="69286"/>
              <a:chOff x="-605260" y="963645"/>
              <a:chExt cx="535604" cy="69286"/>
            </a:xfrm>
          </p:grpSpPr>
          <p:sp>
            <p:nvSpPr>
              <p:cNvPr id="926" name="Google Shape;926;p58"/>
              <p:cNvSpPr/>
              <p:nvPr/>
            </p:nvSpPr>
            <p:spPr>
              <a:xfrm>
                <a:off x="-605260" y="963645"/>
                <a:ext cx="69286" cy="69286"/>
              </a:xfrm>
              <a:custGeom>
                <a:avLst/>
                <a:gdLst/>
                <a:ahLst/>
                <a:cxnLst/>
                <a:rect l="l" t="t" r="r" b="b"/>
                <a:pathLst>
                  <a:path w="1287" h="1287" extrusionOk="0">
                    <a:moveTo>
                      <a:pt x="620" y="0"/>
                    </a:moveTo>
                    <a:cubicBezTo>
                      <a:pt x="869" y="0"/>
                      <a:pt x="1095" y="151"/>
                      <a:pt x="1191" y="382"/>
                    </a:cubicBezTo>
                    <a:cubicBezTo>
                      <a:pt x="1287" y="614"/>
                      <a:pt x="1234" y="880"/>
                      <a:pt x="1057" y="1057"/>
                    </a:cubicBezTo>
                    <a:cubicBezTo>
                      <a:pt x="880" y="1234"/>
                      <a:pt x="614" y="1286"/>
                      <a:pt x="383" y="1190"/>
                    </a:cubicBezTo>
                    <a:cubicBezTo>
                      <a:pt x="151" y="1095"/>
                      <a:pt x="1" y="870"/>
                      <a:pt x="1" y="619"/>
                    </a:cubicBezTo>
                    <a:cubicBezTo>
                      <a:pt x="1" y="278"/>
                      <a:pt x="278" y="0"/>
                      <a:pt x="6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8"/>
              <p:cNvSpPr/>
              <p:nvPr/>
            </p:nvSpPr>
            <p:spPr>
              <a:xfrm>
                <a:off x="-468465" y="963645"/>
                <a:ext cx="398810" cy="66702"/>
              </a:xfrm>
              <a:custGeom>
                <a:avLst/>
                <a:gdLst/>
                <a:ahLst/>
                <a:cxnLst/>
                <a:rect l="l" t="t" r="r" b="b"/>
                <a:pathLst>
                  <a:path w="7408" h="1239" extrusionOk="0">
                    <a:moveTo>
                      <a:pt x="611" y="0"/>
                    </a:moveTo>
                    <a:lnTo>
                      <a:pt x="6797" y="0"/>
                    </a:lnTo>
                    <a:cubicBezTo>
                      <a:pt x="7136" y="6"/>
                      <a:pt x="7407" y="281"/>
                      <a:pt x="7407" y="619"/>
                    </a:cubicBezTo>
                    <a:cubicBezTo>
                      <a:pt x="7407" y="958"/>
                      <a:pt x="7136" y="1233"/>
                      <a:pt x="6797" y="1238"/>
                    </a:cubicBezTo>
                    <a:lnTo>
                      <a:pt x="611" y="1238"/>
                    </a:lnTo>
                    <a:cubicBezTo>
                      <a:pt x="272" y="1233"/>
                      <a:pt x="0" y="958"/>
                      <a:pt x="0" y="619"/>
                    </a:cubicBezTo>
                    <a:cubicBezTo>
                      <a:pt x="0" y="281"/>
                      <a:pt x="272" y="6"/>
                      <a:pt x="6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 name="Google Shape;928;p58"/>
            <p:cNvSpPr/>
            <p:nvPr/>
          </p:nvSpPr>
          <p:spPr>
            <a:xfrm>
              <a:off x="2342686" y="4007637"/>
              <a:ext cx="276227" cy="276227"/>
            </a:xfrm>
            <a:custGeom>
              <a:avLst/>
              <a:gdLst/>
              <a:ahLst/>
              <a:cxnLst/>
              <a:rect l="l" t="t" r="r" b="b"/>
              <a:pathLst>
                <a:path w="5131" h="5131" extrusionOk="0">
                  <a:moveTo>
                    <a:pt x="2566" y="0"/>
                  </a:moveTo>
                  <a:cubicBezTo>
                    <a:pt x="3983" y="0"/>
                    <a:pt x="5131" y="1148"/>
                    <a:pt x="5131" y="2565"/>
                  </a:cubicBezTo>
                  <a:cubicBezTo>
                    <a:pt x="5131" y="3982"/>
                    <a:pt x="3983" y="5131"/>
                    <a:pt x="2566" y="5131"/>
                  </a:cubicBezTo>
                  <a:cubicBezTo>
                    <a:pt x="1149" y="5131"/>
                    <a:pt x="0" y="3982"/>
                    <a:pt x="0" y="2565"/>
                  </a:cubicBezTo>
                  <a:cubicBezTo>
                    <a:pt x="0" y="1149"/>
                    <a:pt x="1150" y="0"/>
                    <a:pt x="25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29" name="Google Shape;929;p58"/>
          <p:cNvPicPr preferRelativeResize="0"/>
          <p:nvPr/>
        </p:nvPicPr>
        <p:blipFill rotWithShape="1">
          <a:blip r:embed="rId3">
            <a:alphaModFix/>
          </a:blip>
          <a:srcRect l="31252" r="31248"/>
          <a:stretch/>
        </p:blipFill>
        <p:spPr>
          <a:xfrm>
            <a:off x="1602561" y="1216225"/>
            <a:ext cx="1756478" cy="2634750"/>
          </a:xfrm>
          <a:prstGeom prst="rect">
            <a:avLst/>
          </a:prstGeom>
          <a:noFill/>
          <a:ln>
            <a:noFill/>
          </a:ln>
        </p:spPr>
      </p:pic>
      <p:cxnSp>
        <p:nvCxnSpPr>
          <p:cNvPr id="930" name="Google Shape;930;p58"/>
          <p:cNvCxnSpPr/>
          <p:nvPr/>
        </p:nvCxnSpPr>
        <p:spPr>
          <a:xfrm>
            <a:off x="4871434" y="2455325"/>
            <a:ext cx="1982400" cy="0"/>
          </a:xfrm>
          <a:prstGeom prst="straightConnector1">
            <a:avLst/>
          </a:prstGeom>
          <a:noFill/>
          <a:ln w="9525" cap="flat" cmpd="sng">
            <a:solidFill>
              <a:schemeClr val="dk1"/>
            </a:solidFill>
            <a:prstDash val="solid"/>
            <a:round/>
            <a:headEnd type="none" w="med" len="med"/>
            <a:tailEnd type="none" w="med" len="med"/>
          </a:ln>
        </p:spPr>
      </p:cxnSp>
      <p:grpSp>
        <p:nvGrpSpPr>
          <p:cNvPr id="931" name="Google Shape;931;p58"/>
          <p:cNvGrpSpPr/>
          <p:nvPr/>
        </p:nvGrpSpPr>
        <p:grpSpPr>
          <a:xfrm>
            <a:off x="3656737" y="928638"/>
            <a:ext cx="717300" cy="717300"/>
            <a:chOff x="2147862" y="23513"/>
            <a:chExt cx="717300" cy="717300"/>
          </a:xfrm>
        </p:grpSpPr>
        <p:sp>
          <p:nvSpPr>
            <p:cNvPr id="932" name="Google Shape;932;p58"/>
            <p:cNvSpPr/>
            <p:nvPr/>
          </p:nvSpPr>
          <p:spPr>
            <a:xfrm>
              <a:off x="2147862" y="23513"/>
              <a:ext cx="717300" cy="717300"/>
            </a:xfrm>
            <a:prstGeom prst="octagon">
              <a:avLst>
                <a:gd name="adj" fmla="val 29289"/>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58"/>
            <p:cNvSpPr/>
            <p:nvPr/>
          </p:nvSpPr>
          <p:spPr>
            <a:xfrm>
              <a:off x="2185667" y="61361"/>
              <a:ext cx="641700" cy="641700"/>
            </a:xfrm>
            <a:prstGeom prst="octagon">
              <a:avLst>
                <a:gd name="adj" fmla="val 29289"/>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4" name="Google Shape;934;p58"/>
            <p:cNvGrpSpPr/>
            <p:nvPr/>
          </p:nvGrpSpPr>
          <p:grpSpPr>
            <a:xfrm>
              <a:off x="2319488" y="236623"/>
              <a:ext cx="374063" cy="291116"/>
              <a:chOff x="5065328" y="2035665"/>
              <a:chExt cx="392058" cy="305121"/>
            </a:xfrm>
          </p:grpSpPr>
          <p:sp>
            <p:nvSpPr>
              <p:cNvPr id="935" name="Google Shape;935;p58"/>
              <p:cNvSpPr/>
              <p:nvPr/>
            </p:nvSpPr>
            <p:spPr>
              <a:xfrm>
                <a:off x="5093429" y="2035665"/>
                <a:ext cx="62584" cy="62584"/>
              </a:xfrm>
              <a:custGeom>
                <a:avLst/>
                <a:gdLst/>
                <a:ahLst/>
                <a:cxnLst/>
                <a:rect l="l" t="t" r="r" b="b"/>
                <a:pathLst>
                  <a:path w="3002" h="3002" extrusionOk="0">
                    <a:moveTo>
                      <a:pt x="1501" y="0"/>
                    </a:moveTo>
                    <a:cubicBezTo>
                      <a:pt x="675" y="0"/>
                      <a:pt x="1" y="674"/>
                      <a:pt x="1" y="1501"/>
                    </a:cubicBezTo>
                    <a:cubicBezTo>
                      <a:pt x="1" y="2334"/>
                      <a:pt x="675" y="3001"/>
                      <a:pt x="1501" y="3001"/>
                    </a:cubicBezTo>
                    <a:cubicBezTo>
                      <a:pt x="2334" y="3001"/>
                      <a:pt x="3002" y="2334"/>
                      <a:pt x="3002" y="1501"/>
                    </a:cubicBezTo>
                    <a:cubicBezTo>
                      <a:pt x="3002" y="674"/>
                      <a:pt x="2334" y="0"/>
                      <a:pt x="15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6" name="Google Shape;936;p58"/>
              <p:cNvSpPr/>
              <p:nvPr/>
            </p:nvSpPr>
            <p:spPr>
              <a:xfrm>
                <a:off x="5366414" y="2045025"/>
                <a:ext cx="65065" cy="62167"/>
              </a:xfrm>
              <a:custGeom>
                <a:avLst/>
                <a:gdLst/>
                <a:ahLst/>
                <a:cxnLst/>
                <a:rect l="l" t="t" r="r" b="b"/>
                <a:pathLst>
                  <a:path w="3121" h="2982" extrusionOk="0">
                    <a:moveTo>
                      <a:pt x="1562" y="1"/>
                    </a:moveTo>
                    <a:cubicBezTo>
                      <a:pt x="1040" y="1"/>
                      <a:pt x="552" y="277"/>
                      <a:pt x="284" y="721"/>
                    </a:cubicBezTo>
                    <a:cubicBezTo>
                      <a:pt x="13" y="1171"/>
                      <a:pt x="0" y="1759"/>
                      <a:pt x="265" y="2222"/>
                    </a:cubicBezTo>
                    <a:cubicBezTo>
                      <a:pt x="516" y="2678"/>
                      <a:pt x="1005" y="2969"/>
                      <a:pt x="1527" y="2982"/>
                    </a:cubicBezTo>
                    <a:lnTo>
                      <a:pt x="1560" y="2982"/>
                    </a:lnTo>
                    <a:cubicBezTo>
                      <a:pt x="2082" y="2982"/>
                      <a:pt x="2578" y="2698"/>
                      <a:pt x="2849" y="2248"/>
                    </a:cubicBezTo>
                    <a:cubicBezTo>
                      <a:pt x="3114" y="1792"/>
                      <a:pt x="3120" y="1204"/>
                      <a:pt x="2856" y="748"/>
                    </a:cubicBezTo>
                    <a:cubicBezTo>
                      <a:pt x="2591" y="291"/>
                      <a:pt x="2102" y="7"/>
                      <a:pt x="1580" y="1"/>
                    </a:cubicBezTo>
                    <a:cubicBezTo>
                      <a:pt x="1574" y="1"/>
                      <a:pt x="1568" y="1"/>
                      <a:pt x="15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7" name="Google Shape;937;p58"/>
              <p:cNvSpPr/>
              <p:nvPr/>
            </p:nvSpPr>
            <p:spPr>
              <a:xfrm>
                <a:off x="5065328" y="2100019"/>
                <a:ext cx="392058" cy="240768"/>
              </a:xfrm>
              <a:custGeom>
                <a:avLst/>
                <a:gdLst/>
                <a:ahLst/>
                <a:cxnLst/>
                <a:rect l="l" t="t" r="r" b="b"/>
                <a:pathLst>
                  <a:path w="18806" h="11549" extrusionOk="0">
                    <a:moveTo>
                      <a:pt x="2866" y="1"/>
                    </a:moveTo>
                    <a:cubicBezTo>
                      <a:pt x="2674" y="1"/>
                      <a:pt x="2485" y="21"/>
                      <a:pt x="2314" y="53"/>
                    </a:cubicBezTo>
                    <a:cubicBezTo>
                      <a:pt x="2287" y="60"/>
                      <a:pt x="2261" y="66"/>
                      <a:pt x="2228" y="73"/>
                    </a:cubicBezTo>
                    <a:cubicBezTo>
                      <a:pt x="2168" y="93"/>
                      <a:pt x="2089" y="119"/>
                      <a:pt x="1996" y="152"/>
                    </a:cubicBezTo>
                    <a:cubicBezTo>
                      <a:pt x="1811" y="231"/>
                      <a:pt x="1573" y="357"/>
                      <a:pt x="1335" y="555"/>
                    </a:cubicBezTo>
                    <a:cubicBezTo>
                      <a:pt x="1210" y="654"/>
                      <a:pt x="1091" y="773"/>
                      <a:pt x="972" y="906"/>
                    </a:cubicBezTo>
                    <a:cubicBezTo>
                      <a:pt x="859" y="1038"/>
                      <a:pt x="747" y="1183"/>
                      <a:pt x="654" y="1342"/>
                    </a:cubicBezTo>
                    <a:cubicBezTo>
                      <a:pt x="456" y="1653"/>
                      <a:pt x="311" y="2010"/>
                      <a:pt x="205" y="2366"/>
                    </a:cubicBezTo>
                    <a:cubicBezTo>
                      <a:pt x="106" y="2723"/>
                      <a:pt x="53" y="3087"/>
                      <a:pt x="27" y="3417"/>
                    </a:cubicBezTo>
                    <a:cubicBezTo>
                      <a:pt x="0" y="3748"/>
                      <a:pt x="0" y="4052"/>
                      <a:pt x="7" y="4316"/>
                    </a:cubicBezTo>
                    <a:cubicBezTo>
                      <a:pt x="13" y="4574"/>
                      <a:pt x="33" y="4786"/>
                      <a:pt x="53" y="4938"/>
                    </a:cubicBezTo>
                    <a:cubicBezTo>
                      <a:pt x="66" y="5090"/>
                      <a:pt x="79" y="5169"/>
                      <a:pt x="79" y="5169"/>
                    </a:cubicBezTo>
                    <a:lnTo>
                      <a:pt x="79" y="5176"/>
                    </a:lnTo>
                    <a:cubicBezTo>
                      <a:pt x="105" y="5396"/>
                      <a:pt x="297" y="5566"/>
                      <a:pt x="529" y="5566"/>
                    </a:cubicBezTo>
                    <a:cubicBezTo>
                      <a:pt x="533" y="5566"/>
                      <a:pt x="538" y="5566"/>
                      <a:pt x="542" y="5566"/>
                    </a:cubicBezTo>
                    <a:cubicBezTo>
                      <a:pt x="787" y="5553"/>
                      <a:pt x="978" y="5341"/>
                      <a:pt x="965" y="5096"/>
                    </a:cubicBezTo>
                    <a:cubicBezTo>
                      <a:pt x="965" y="5096"/>
                      <a:pt x="965" y="5017"/>
                      <a:pt x="959" y="4885"/>
                    </a:cubicBezTo>
                    <a:cubicBezTo>
                      <a:pt x="959" y="4746"/>
                      <a:pt x="959" y="4548"/>
                      <a:pt x="965" y="4316"/>
                    </a:cubicBezTo>
                    <a:cubicBezTo>
                      <a:pt x="978" y="4085"/>
                      <a:pt x="1005" y="3821"/>
                      <a:pt x="1051" y="3543"/>
                    </a:cubicBezTo>
                    <a:cubicBezTo>
                      <a:pt x="1097" y="3265"/>
                      <a:pt x="1163" y="2975"/>
                      <a:pt x="1263" y="2710"/>
                    </a:cubicBezTo>
                    <a:cubicBezTo>
                      <a:pt x="1322" y="2558"/>
                      <a:pt x="1388" y="2413"/>
                      <a:pt x="1461" y="2281"/>
                    </a:cubicBezTo>
                    <a:lnTo>
                      <a:pt x="1461" y="2281"/>
                    </a:lnTo>
                    <a:lnTo>
                      <a:pt x="1130" y="4997"/>
                    </a:lnTo>
                    <a:cubicBezTo>
                      <a:pt x="1117" y="5129"/>
                      <a:pt x="1117" y="5275"/>
                      <a:pt x="1130" y="5414"/>
                    </a:cubicBezTo>
                    <a:cubicBezTo>
                      <a:pt x="1170" y="5698"/>
                      <a:pt x="1269" y="5956"/>
                      <a:pt x="1421" y="6174"/>
                    </a:cubicBezTo>
                    <a:lnTo>
                      <a:pt x="1653" y="11052"/>
                    </a:lnTo>
                    <a:cubicBezTo>
                      <a:pt x="1666" y="11317"/>
                      <a:pt x="1877" y="11541"/>
                      <a:pt x="2148" y="11548"/>
                    </a:cubicBezTo>
                    <a:cubicBezTo>
                      <a:pt x="2157" y="11548"/>
                      <a:pt x="2165" y="11548"/>
                      <a:pt x="2173" y="11548"/>
                    </a:cubicBezTo>
                    <a:cubicBezTo>
                      <a:pt x="2447" y="11548"/>
                      <a:pt x="2678" y="11335"/>
                      <a:pt x="2690" y="11052"/>
                    </a:cubicBezTo>
                    <a:lnTo>
                      <a:pt x="2856" y="7370"/>
                    </a:lnTo>
                    <a:lnTo>
                      <a:pt x="3028" y="11052"/>
                    </a:lnTo>
                    <a:cubicBezTo>
                      <a:pt x="3041" y="11317"/>
                      <a:pt x="3252" y="11535"/>
                      <a:pt x="3523" y="11548"/>
                    </a:cubicBezTo>
                    <a:cubicBezTo>
                      <a:pt x="3532" y="11548"/>
                      <a:pt x="3540" y="11548"/>
                      <a:pt x="3548" y="11548"/>
                    </a:cubicBezTo>
                    <a:cubicBezTo>
                      <a:pt x="3828" y="11548"/>
                      <a:pt x="4052" y="11335"/>
                      <a:pt x="4065" y="11052"/>
                    </a:cubicBezTo>
                    <a:lnTo>
                      <a:pt x="4290" y="6161"/>
                    </a:lnTo>
                    <a:cubicBezTo>
                      <a:pt x="4508" y="5830"/>
                      <a:pt x="4614" y="5420"/>
                      <a:pt x="4568" y="4997"/>
                    </a:cubicBezTo>
                    <a:lnTo>
                      <a:pt x="4237" y="2314"/>
                    </a:lnTo>
                    <a:lnTo>
                      <a:pt x="4237" y="2314"/>
                    </a:lnTo>
                    <a:cubicBezTo>
                      <a:pt x="4310" y="2439"/>
                      <a:pt x="4369" y="2571"/>
                      <a:pt x="4416" y="2710"/>
                    </a:cubicBezTo>
                    <a:cubicBezTo>
                      <a:pt x="4521" y="2975"/>
                      <a:pt x="4588" y="3265"/>
                      <a:pt x="4634" y="3543"/>
                    </a:cubicBezTo>
                    <a:cubicBezTo>
                      <a:pt x="4680" y="3821"/>
                      <a:pt x="4706" y="4085"/>
                      <a:pt x="4720" y="4316"/>
                    </a:cubicBezTo>
                    <a:cubicBezTo>
                      <a:pt x="4726" y="4548"/>
                      <a:pt x="4726" y="4746"/>
                      <a:pt x="4726" y="4885"/>
                    </a:cubicBezTo>
                    <a:cubicBezTo>
                      <a:pt x="4720" y="5017"/>
                      <a:pt x="4720" y="5096"/>
                      <a:pt x="4720" y="5096"/>
                    </a:cubicBezTo>
                    <a:cubicBezTo>
                      <a:pt x="4706" y="5328"/>
                      <a:pt x="4878" y="5533"/>
                      <a:pt x="5110" y="5559"/>
                    </a:cubicBezTo>
                    <a:cubicBezTo>
                      <a:pt x="5126" y="5562"/>
                      <a:pt x="5141" y="5564"/>
                      <a:pt x="5156" y="5564"/>
                    </a:cubicBezTo>
                    <a:cubicBezTo>
                      <a:pt x="5171" y="5564"/>
                      <a:pt x="5186" y="5562"/>
                      <a:pt x="5202" y="5559"/>
                    </a:cubicBezTo>
                    <a:cubicBezTo>
                      <a:pt x="5341" y="5698"/>
                      <a:pt x="5500" y="5817"/>
                      <a:pt x="5678" y="5903"/>
                    </a:cubicBezTo>
                    <a:cubicBezTo>
                      <a:pt x="5858" y="5990"/>
                      <a:pt x="6057" y="6031"/>
                      <a:pt x="6255" y="6031"/>
                    </a:cubicBezTo>
                    <a:cubicBezTo>
                      <a:pt x="6283" y="6031"/>
                      <a:pt x="6311" y="6030"/>
                      <a:pt x="6339" y="6028"/>
                    </a:cubicBezTo>
                    <a:lnTo>
                      <a:pt x="6339" y="6875"/>
                    </a:lnTo>
                    <a:lnTo>
                      <a:pt x="5850" y="9096"/>
                    </a:lnTo>
                    <a:cubicBezTo>
                      <a:pt x="5837" y="9142"/>
                      <a:pt x="5850" y="9201"/>
                      <a:pt x="5883" y="9241"/>
                    </a:cubicBezTo>
                    <a:cubicBezTo>
                      <a:pt x="5916" y="9281"/>
                      <a:pt x="5969" y="9300"/>
                      <a:pt x="6022" y="9300"/>
                    </a:cubicBezTo>
                    <a:lnTo>
                      <a:pt x="6399" y="9300"/>
                    </a:lnTo>
                    <a:lnTo>
                      <a:pt x="6485" y="11178"/>
                    </a:lnTo>
                    <a:cubicBezTo>
                      <a:pt x="6491" y="11336"/>
                      <a:pt x="6623" y="11462"/>
                      <a:pt x="6789" y="11462"/>
                    </a:cubicBezTo>
                    <a:cubicBezTo>
                      <a:pt x="6941" y="11462"/>
                      <a:pt x="7080" y="11336"/>
                      <a:pt x="7086" y="11178"/>
                    </a:cubicBezTo>
                    <a:lnTo>
                      <a:pt x="7185" y="9300"/>
                    </a:lnTo>
                    <a:lnTo>
                      <a:pt x="7232" y="9300"/>
                    </a:lnTo>
                    <a:lnTo>
                      <a:pt x="7311" y="11178"/>
                    </a:lnTo>
                    <a:cubicBezTo>
                      <a:pt x="7324" y="11336"/>
                      <a:pt x="7456" y="11462"/>
                      <a:pt x="7615" y="11462"/>
                    </a:cubicBezTo>
                    <a:cubicBezTo>
                      <a:pt x="7774" y="11462"/>
                      <a:pt x="7906" y="11336"/>
                      <a:pt x="7919" y="11178"/>
                    </a:cubicBezTo>
                    <a:lnTo>
                      <a:pt x="8018" y="9300"/>
                    </a:lnTo>
                    <a:lnTo>
                      <a:pt x="8375" y="9300"/>
                    </a:lnTo>
                    <a:cubicBezTo>
                      <a:pt x="8428" y="9300"/>
                      <a:pt x="8474" y="9281"/>
                      <a:pt x="8507" y="9241"/>
                    </a:cubicBezTo>
                    <a:cubicBezTo>
                      <a:pt x="8547" y="9201"/>
                      <a:pt x="8560" y="9148"/>
                      <a:pt x="8547" y="9096"/>
                    </a:cubicBezTo>
                    <a:lnTo>
                      <a:pt x="8078" y="6914"/>
                    </a:lnTo>
                    <a:lnTo>
                      <a:pt x="8071" y="6028"/>
                    </a:lnTo>
                    <a:lnTo>
                      <a:pt x="8071" y="6028"/>
                    </a:lnTo>
                    <a:cubicBezTo>
                      <a:pt x="8099" y="6030"/>
                      <a:pt x="8127" y="6031"/>
                      <a:pt x="8155" y="6031"/>
                    </a:cubicBezTo>
                    <a:cubicBezTo>
                      <a:pt x="8352" y="6031"/>
                      <a:pt x="8546" y="5990"/>
                      <a:pt x="8725" y="5909"/>
                    </a:cubicBezTo>
                    <a:cubicBezTo>
                      <a:pt x="8864" y="5843"/>
                      <a:pt x="8990" y="5757"/>
                      <a:pt x="9109" y="5658"/>
                    </a:cubicBezTo>
                    <a:cubicBezTo>
                      <a:pt x="9109" y="5658"/>
                      <a:pt x="9115" y="5665"/>
                      <a:pt x="9115" y="5665"/>
                    </a:cubicBezTo>
                    <a:cubicBezTo>
                      <a:pt x="9234" y="5738"/>
                      <a:pt x="9367" y="5777"/>
                      <a:pt x="9505" y="5784"/>
                    </a:cubicBezTo>
                    <a:cubicBezTo>
                      <a:pt x="9523" y="5785"/>
                      <a:pt x="9541" y="5785"/>
                      <a:pt x="9559" y="5785"/>
                    </a:cubicBezTo>
                    <a:cubicBezTo>
                      <a:pt x="9819" y="5785"/>
                      <a:pt x="10077" y="5698"/>
                      <a:pt x="10319" y="5605"/>
                    </a:cubicBezTo>
                    <a:lnTo>
                      <a:pt x="10319" y="5605"/>
                    </a:lnTo>
                    <a:lnTo>
                      <a:pt x="10226" y="7324"/>
                    </a:lnTo>
                    <a:cubicBezTo>
                      <a:pt x="10213" y="7536"/>
                      <a:pt x="10259" y="7721"/>
                      <a:pt x="10358" y="7893"/>
                    </a:cubicBezTo>
                    <a:lnTo>
                      <a:pt x="10510" y="11118"/>
                    </a:lnTo>
                    <a:cubicBezTo>
                      <a:pt x="10523" y="11297"/>
                      <a:pt x="10669" y="11442"/>
                      <a:pt x="10847" y="11442"/>
                    </a:cubicBezTo>
                    <a:cubicBezTo>
                      <a:pt x="11026" y="11442"/>
                      <a:pt x="11178" y="11297"/>
                      <a:pt x="11184" y="11118"/>
                    </a:cubicBezTo>
                    <a:lnTo>
                      <a:pt x="11317" y="8600"/>
                    </a:lnTo>
                    <a:lnTo>
                      <a:pt x="11442" y="11118"/>
                    </a:lnTo>
                    <a:cubicBezTo>
                      <a:pt x="11455" y="11297"/>
                      <a:pt x="11607" y="11442"/>
                      <a:pt x="11779" y="11442"/>
                    </a:cubicBezTo>
                    <a:cubicBezTo>
                      <a:pt x="11958" y="11442"/>
                      <a:pt x="12110" y="11297"/>
                      <a:pt x="12116" y="11118"/>
                    </a:cubicBezTo>
                    <a:lnTo>
                      <a:pt x="12268" y="7893"/>
                    </a:lnTo>
                    <a:cubicBezTo>
                      <a:pt x="12368" y="7721"/>
                      <a:pt x="12421" y="7536"/>
                      <a:pt x="12407" y="7324"/>
                    </a:cubicBezTo>
                    <a:lnTo>
                      <a:pt x="12315" y="5605"/>
                    </a:lnTo>
                    <a:lnTo>
                      <a:pt x="12315" y="5605"/>
                    </a:lnTo>
                    <a:cubicBezTo>
                      <a:pt x="12550" y="5698"/>
                      <a:pt x="12808" y="5785"/>
                      <a:pt x="13068" y="5785"/>
                    </a:cubicBezTo>
                    <a:cubicBezTo>
                      <a:pt x="13085" y="5785"/>
                      <a:pt x="13103" y="5785"/>
                      <a:pt x="13121" y="5784"/>
                    </a:cubicBezTo>
                    <a:cubicBezTo>
                      <a:pt x="13247" y="5777"/>
                      <a:pt x="13372" y="5744"/>
                      <a:pt x="13478" y="5685"/>
                    </a:cubicBezTo>
                    <a:cubicBezTo>
                      <a:pt x="13511" y="5691"/>
                      <a:pt x="13544" y="5698"/>
                      <a:pt x="13577" y="5698"/>
                    </a:cubicBezTo>
                    <a:cubicBezTo>
                      <a:pt x="13585" y="5698"/>
                      <a:pt x="13593" y="5699"/>
                      <a:pt x="13601" y="5699"/>
                    </a:cubicBezTo>
                    <a:cubicBezTo>
                      <a:pt x="13823" y="5699"/>
                      <a:pt x="14021" y="5518"/>
                      <a:pt x="14040" y="5295"/>
                    </a:cubicBezTo>
                    <a:cubicBezTo>
                      <a:pt x="14047" y="5182"/>
                      <a:pt x="14053" y="5070"/>
                      <a:pt x="14066" y="4964"/>
                    </a:cubicBezTo>
                    <a:cubicBezTo>
                      <a:pt x="14086" y="4792"/>
                      <a:pt x="14106" y="4621"/>
                      <a:pt x="14133" y="4449"/>
                    </a:cubicBezTo>
                    <a:cubicBezTo>
                      <a:pt x="14192" y="4092"/>
                      <a:pt x="14285" y="3735"/>
                      <a:pt x="14417" y="3398"/>
                    </a:cubicBezTo>
                    <a:cubicBezTo>
                      <a:pt x="14443" y="3312"/>
                      <a:pt x="14483" y="3226"/>
                      <a:pt x="14523" y="3140"/>
                    </a:cubicBezTo>
                    <a:lnTo>
                      <a:pt x="14536" y="4197"/>
                    </a:lnTo>
                    <a:lnTo>
                      <a:pt x="13683" y="8012"/>
                    </a:lnTo>
                    <a:cubicBezTo>
                      <a:pt x="13670" y="8104"/>
                      <a:pt x="13690" y="8190"/>
                      <a:pt x="13749" y="8256"/>
                    </a:cubicBezTo>
                    <a:cubicBezTo>
                      <a:pt x="13802" y="8329"/>
                      <a:pt x="13888" y="8368"/>
                      <a:pt x="13981" y="8368"/>
                    </a:cubicBezTo>
                    <a:lnTo>
                      <a:pt x="14642" y="8368"/>
                    </a:lnTo>
                    <a:lnTo>
                      <a:pt x="14767" y="11059"/>
                    </a:lnTo>
                    <a:cubicBezTo>
                      <a:pt x="14780" y="11330"/>
                      <a:pt x="15012" y="11548"/>
                      <a:pt x="15283" y="11548"/>
                    </a:cubicBezTo>
                    <a:cubicBezTo>
                      <a:pt x="15287" y="11548"/>
                      <a:pt x="15291" y="11548"/>
                      <a:pt x="15295" y="11548"/>
                    </a:cubicBezTo>
                    <a:cubicBezTo>
                      <a:pt x="15561" y="11548"/>
                      <a:pt x="15785" y="11332"/>
                      <a:pt x="15798" y="11072"/>
                    </a:cubicBezTo>
                    <a:cubicBezTo>
                      <a:pt x="15798" y="11065"/>
                      <a:pt x="15798" y="11065"/>
                      <a:pt x="15798" y="11059"/>
                    </a:cubicBezTo>
                    <a:lnTo>
                      <a:pt x="15944" y="8368"/>
                    </a:lnTo>
                    <a:lnTo>
                      <a:pt x="16063" y="8368"/>
                    </a:lnTo>
                    <a:lnTo>
                      <a:pt x="16195" y="11059"/>
                    </a:lnTo>
                    <a:cubicBezTo>
                      <a:pt x="16208" y="11330"/>
                      <a:pt x="16433" y="11548"/>
                      <a:pt x="16704" y="11548"/>
                    </a:cubicBezTo>
                    <a:cubicBezTo>
                      <a:pt x="16708" y="11548"/>
                      <a:pt x="16712" y="11548"/>
                      <a:pt x="16716" y="11548"/>
                    </a:cubicBezTo>
                    <a:cubicBezTo>
                      <a:pt x="16982" y="11548"/>
                      <a:pt x="17207" y="11332"/>
                      <a:pt x="17226" y="11072"/>
                    </a:cubicBezTo>
                    <a:cubicBezTo>
                      <a:pt x="17226" y="11065"/>
                      <a:pt x="17226" y="11065"/>
                      <a:pt x="17226" y="11059"/>
                    </a:cubicBezTo>
                    <a:lnTo>
                      <a:pt x="17365" y="8368"/>
                    </a:lnTo>
                    <a:lnTo>
                      <a:pt x="18026" y="8368"/>
                    </a:lnTo>
                    <a:cubicBezTo>
                      <a:pt x="18112" y="8368"/>
                      <a:pt x="18198" y="8329"/>
                      <a:pt x="18257" y="8263"/>
                    </a:cubicBezTo>
                    <a:cubicBezTo>
                      <a:pt x="18310" y="8190"/>
                      <a:pt x="18337" y="8104"/>
                      <a:pt x="18317" y="8012"/>
                    </a:cubicBezTo>
                    <a:lnTo>
                      <a:pt x="17477" y="4178"/>
                    </a:lnTo>
                    <a:lnTo>
                      <a:pt x="17491" y="3140"/>
                    </a:lnTo>
                    <a:cubicBezTo>
                      <a:pt x="17636" y="3484"/>
                      <a:pt x="17728" y="3907"/>
                      <a:pt x="17801" y="4277"/>
                    </a:cubicBezTo>
                    <a:cubicBezTo>
                      <a:pt x="17861" y="4587"/>
                      <a:pt x="17894" y="4911"/>
                      <a:pt x="17920" y="5229"/>
                    </a:cubicBezTo>
                    <a:cubicBezTo>
                      <a:pt x="17920" y="5235"/>
                      <a:pt x="17920" y="5242"/>
                      <a:pt x="17920" y="5248"/>
                    </a:cubicBezTo>
                    <a:cubicBezTo>
                      <a:pt x="17939" y="5478"/>
                      <a:pt x="18137" y="5652"/>
                      <a:pt x="18359" y="5652"/>
                    </a:cubicBezTo>
                    <a:cubicBezTo>
                      <a:pt x="18367" y="5652"/>
                      <a:pt x="18375" y="5652"/>
                      <a:pt x="18383" y="5652"/>
                    </a:cubicBezTo>
                    <a:cubicBezTo>
                      <a:pt x="18614" y="5645"/>
                      <a:pt x="18806" y="5447"/>
                      <a:pt x="18806" y="5215"/>
                    </a:cubicBezTo>
                    <a:cubicBezTo>
                      <a:pt x="18806" y="5070"/>
                      <a:pt x="18806" y="4918"/>
                      <a:pt x="18806" y="4773"/>
                    </a:cubicBezTo>
                    <a:lnTo>
                      <a:pt x="18806" y="4759"/>
                    </a:lnTo>
                    <a:cubicBezTo>
                      <a:pt x="18806" y="4751"/>
                      <a:pt x="18806" y="4744"/>
                      <a:pt x="18806" y="4740"/>
                    </a:cubicBezTo>
                    <a:cubicBezTo>
                      <a:pt x="18793" y="4389"/>
                      <a:pt x="18773" y="4045"/>
                      <a:pt x="18720" y="3695"/>
                    </a:cubicBezTo>
                    <a:cubicBezTo>
                      <a:pt x="18661" y="3325"/>
                      <a:pt x="18568" y="2961"/>
                      <a:pt x="18436" y="2604"/>
                    </a:cubicBezTo>
                    <a:cubicBezTo>
                      <a:pt x="18198" y="1930"/>
                      <a:pt x="17781" y="1289"/>
                      <a:pt x="17186" y="873"/>
                    </a:cubicBezTo>
                    <a:cubicBezTo>
                      <a:pt x="17067" y="787"/>
                      <a:pt x="16935" y="721"/>
                      <a:pt x="16803" y="648"/>
                    </a:cubicBezTo>
                    <a:cubicBezTo>
                      <a:pt x="16550" y="508"/>
                      <a:pt x="16279" y="439"/>
                      <a:pt x="16007" y="439"/>
                    </a:cubicBezTo>
                    <a:cubicBezTo>
                      <a:pt x="15739" y="439"/>
                      <a:pt x="15470" y="507"/>
                      <a:pt x="15217" y="641"/>
                    </a:cubicBezTo>
                    <a:cubicBezTo>
                      <a:pt x="14589" y="972"/>
                      <a:pt x="14086" y="1501"/>
                      <a:pt x="13762" y="2122"/>
                    </a:cubicBezTo>
                    <a:cubicBezTo>
                      <a:pt x="13584" y="2452"/>
                      <a:pt x="13465" y="2803"/>
                      <a:pt x="13366" y="3166"/>
                    </a:cubicBezTo>
                    <a:cubicBezTo>
                      <a:pt x="13267" y="3523"/>
                      <a:pt x="13220" y="3893"/>
                      <a:pt x="13181" y="4264"/>
                    </a:cubicBezTo>
                    <a:cubicBezTo>
                      <a:pt x="13154" y="4561"/>
                      <a:pt x="13148" y="4858"/>
                      <a:pt x="13154" y="5156"/>
                    </a:cubicBezTo>
                    <a:cubicBezTo>
                      <a:pt x="13121" y="5149"/>
                      <a:pt x="13088" y="5143"/>
                      <a:pt x="13062" y="5136"/>
                    </a:cubicBezTo>
                    <a:cubicBezTo>
                      <a:pt x="13002" y="5123"/>
                      <a:pt x="12949" y="5103"/>
                      <a:pt x="12896" y="5083"/>
                    </a:cubicBezTo>
                    <a:cubicBezTo>
                      <a:pt x="12777" y="5037"/>
                      <a:pt x="12672" y="4977"/>
                      <a:pt x="12566" y="4911"/>
                    </a:cubicBezTo>
                    <a:cubicBezTo>
                      <a:pt x="12368" y="4792"/>
                      <a:pt x="12176" y="4660"/>
                      <a:pt x="11997" y="4515"/>
                    </a:cubicBezTo>
                    <a:cubicBezTo>
                      <a:pt x="11786" y="4336"/>
                      <a:pt x="11548" y="4257"/>
                      <a:pt x="11317" y="4250"/>
                    </a:cubicBezTo>
                    <a:lnTo>
                      <a:pt x="11310" y="4250"/>
                    </a:lnTo>
                    <a:cubicBezTo>
                      <a:pt x="11079" y="4257"/>
                      <a:pt x="10847" y="4336"/>
                      <a:pt x="10629" y="4515"/>
                    </a:cubicBezTo>
                    <a:cubicBezTo>
                      <a:pt x="10451" y="4660"/>
                      <a:pt x="10266" y="4792"/>
                      <a:pt x="10067" y="4911"/>
                    </a:cubicBezTo>
                    <a:cubicBezTo>
                      <a:pt x="9962" y="4977"/>
                      <a:pt x="9849" y="5037"/>
                      <a:pt x="9737" y="5083"/>
                    </a:cubicBezTo>
                    <a:cubicBezTo>
                      <a:pt x="9684" y="5103"/>
                      <a:pt x="9624" y="5123"/>
                      <a:pt x="9572" y="5136"/>
                    </a:cubicBezTo>
                    <a:cubicBezTo>
                      <a:pt x="9539" y="5145"/>
                      <a:pt x="9500" y="5155"/>
                      <a:pt x="9463" y="5155"/>
                    </a:cubicBezTo>
                    <a:cubicBezTo>
                      <a:pt x="9448" y="5155"/>
                      <a:pt x="9433" y="5153"/>
                      <a:pt x="9420" y="5149"/>
                    </a:cubicBezTo>
                    <a:cubicBezTo>
                      <a:pt x="9413" y="5149"/>
                      <a:pt x="9287" y="5063"/>
                      <a:pt x="9287" y="5063"/>
                    </a:cubicBezTo>
                    <a:cubicBezTo>
                      <a:pt x="9238" y="5036"/>
                      <a:pt x="9188" y="5022"/>
                      <a:pt x="9135" y="5022"/>
                    </a:cubicBezTo>
                    <a:cubicBezTo>
                      <a:pt x="9124" y="5022"/>
                      <a:pt x="9113" y="5023"/>
                      <a:pt x="9102" y="5024"/>
                    </a:cubicBezTo>
                    <a:cubicBezTo>
                      <a:pt x="9049" y="5030"/>
                      <a:pt x="8996" y="5050"/>
                      <a:pt x="8957" y="5083"/>
                    </a:cubicBezTo>
                    <a:cubicBezTo>
                      <a:pt x="8792" y="5222"/>
                      <a:pt x="8613" y="5334"/>
                      <a:pt x="8395" y="5367"/>
                    </a:cubicBezTo>
                    <a:cubicBezTo>
                      <a:pt x="8361" y="5372"/>
                      <a:pt x="8327" y="5374"/>
                      <a:pt x="8292" y="5374"/>
                    </a:cubicBezTo>
                    <a:cubicBezTo>
                      <a:pt x="8118" y="5374"/>
                      <a:pt x="7940" y="5318"/>
                      <a:pt x="7813" y="5202"/>
                    </a:cubicBezTo>
                    <a:cubicBezTo>
                      <a:pt x="7633" y="5048"/>
                      <a:pt x="7430" y="4975"/>
                      <a:pt x="7225" y="4975"/>
                    </a:cubicBezTo>
                    <a:cubicBezTo>
                      <a:pt x="7008" y="4975"/>
                      <a:pt x="6790" y="5056"/>
                      <a:pt x="6597" y="5209"/>
                    </a:cubicBezTo>
                    <a:cubicBezTo>
                      <a:pt x="6463" y="5315"/>
                      <a:pt x="6287" y="5374"/>
                      <a:pt x="6116" y="5374"/>
                    </a:cubicBezTo>
                    <a:cubicBezTo>
                      <a:pt x="6085" y="5374"/>
                      <a:pt x="6053" y="5372"/>
                      <a:pt x="6022" y="5367"/>
                    </a:cubicBezTo>
                    <a:cubicBezTo>
                      <a:pt x="5863" y="5348"/>
                      <a:pt x="5731" y="5282"/>
                      <a:pt x="5605" y="5196"/>
                    </a:cubicBezTo>
                    <a:cubicBezTo>
                      <a:pt x="5605" y="5189"/>
                      <a:pt x="5605" y="5182"/>
                      <a:pt x="5605" y="5176"/>
                    </a:cubicBezTo>
                    <a:lnTo>
                      <a:pt x="5605" y="5169"/>
                    </a:lnTo>
                    <a:cubicBezTo>
                      <a:pt x="5605" y="5169"/>
                      <a:pt x="5619" y="5090"/>
                      <a:pt x="5632" y="4938"/>
                    </a:cubicBezTo>
                    <a:cubicBezTo>
                      <a:pt x="5652" y="4786"/>
                      <a:pt x="5672" y="4574"/>
                      <a:pt x="5678" y="4316"/>
                    </a:cubicBezTo>
                    <a:cubicBezTo>
                      <a:pt x="5685" y="4052"/>
                      <a:pt x="5685" y="3748"/>
                      <a:pt x="5658" y="3417"/>
                    </a:cubicBezTo>
                    <a:cubicBezTo>
                      <a:pt x="5632" y="3087"/>
                      <a:pt x="5579" y="2723"/>
                      <a:pt x="5480" y="2366"/>
                    </a:cubicBezTo>
                    <a:cubicBezTo>
                      <a:pt x="5374" y="2010"/>
                      <a:pt x="5229" y="1653"/>
                      <a:pt x="5030" y="1342"/>
                    </a:cubicBezTo>
                    <a:cubicBezTo>
                      <a:pt x="4931" y="1183"/>
                      <a:pt x="4825" y="1038"/>
                      <a:pt x="4713" y="906"/>
                    </a:cubicBezTo>
                    <a:cubicBezTo>
                      <a:pt x="4594" y="773"/>
                      <a:pt x="4475" y="654"/>
                      <a:pt x="4350" y="555"/>
                    </a:cubicBezTo>
                    <a:cubicBezTo>
                      <a:pt x="4112" y="357"/>
                      <a:pt x="3867" y="231"/>
                      <a:pt x="3689" y="152"/>
                    </a:cubicBezTo>
                    <a:cubicBezTo>
                      <a:pt x="3596" y="119"/>
                      <a:pt x="3517" y="93"/>
                      <a:pt x="3457" y="73"/>
                    </a:cubicBezTo>
                    <a:cubicBezTo>
                      <a:pt x="3268" y="22"/>
                      <a:pt x="3066" y="1"/>
                      <a:pt x="28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8" name="Google Shape;938;p58"/>
              <p:cNvSpPr/>
              <p:nvPr/>
            </p:nvSpPr>
            <p:spPr>
              <a:xfrm>
                <a:off x="5280568" y="2146715"/>
                <a:ext cx="41361" cy="40402"/>
              </a:xfrm>
              <a:custGeom>
                <a:avLst/>
                <a:gdLst/>
                <a:ahLst/>
                <a:cxnLst/>
                <a:rect l="l" t="t" r="r" b="b"/>
                <a:pathLst>
                  <a:path w="1984" h="1938" extrusionOk="0">
                    <a:moveTo>
                      <a:pt x="985" y="1"/>
                    </a:moveTo>
                    <a:cubicBezTo>
                      <a:pt x="760" y="1"/>
                      <a:pt x="536" y="80"/>
                      <a:pt x="357" y="226"/>
                    </a:cubicBezTo>
                    <a:cubicBezTo>
                      <a:pt x="159" y="397"/>
                      <a:pt x="33" y="649"/>
                      <a:pt x="13" y="913"/>
                    </a:cubicBezTo>
                    <a:cubicBezTo>
                      <a:pt x="0" y="1177"/>
                      <a:pt x="93" y="1442"/>
                      <a:pt x="278" y="1634"/>
                    </a:cubicBezTo>
                    <a:cubicBezTo>
                      <a:pt x="463" y="1832"/>
                      <a:pt x="721" y="1938"/>
                      <a:pt x="985" y="1938"/>
                    </a:cubicBezTo>
                    <a:lnTo>
                      <a:pt x="998" y="1938"/>
                    </a:lnTo>
                    <a:cubicBezTo>
                      <a:pt x="1263" y="1938"/>
                      <a:pt x="1520" y="1832"/>
                      <a:pt x="1699" y="1634"/>
                    </a:cubicBezTo>
                    <a:cubicBezTo>
                      <a:pt x="1884" y="1442"/>
                      <a:pt x="1983" y="1177"/>
                      <a:pt x="1963" y="913"/>
                    </a:cubicBezTo>
                    <a:cubicBezTo>
                      <a:pt x="1950" y="649"/>
                      <a:pt x="1825" y="397"/>
                      <a:pt x="1620" y="226"/>
                    </a:cubicBezTo>
                    <a:cubicBezTo>
                      <a:pt x="1448" y="80"/>
                      <a:pt x="1223" y="1"/>
                      <a:pt x="9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39" name="Google Shape;939;p58"/>
              <p:cNvSpPr/>
              <p:nvPr/>
            </p:nvSpPr>
            <p:spPr>
              <a:xfrm>
                <a:off x="5196494" y="2165310"/>
                <a:ext cx="38193" cy="36275"/>
              </a:xfrm>
              <a:custGeom>
                <a:avLst/>
                <a:gdLst/>
                <a:ahLst/>
                <a:cxnLst/>
                <a:rect l="l" t="t" r="r" b="b"/>
                <a:pathLst>
                  <a:path w="1832" h="1740" extrusionOk="0">
                    <a:moveTo>
                      <a:pt x="919" y="0"/>
                    </a:moveTo>
                    <a:cubicBezTo>
                      <a:pt x="683" y="0"/>
                      <a:pt x="448" y="98"/>
                      <a:pt x="285" y="272"/>
                    </a:cubicBezTo>
                    <a:cubicBezTo>
                      <a:pt x="80" y="484"/>
                      <a:pt x="1" y="788"/>
                      <a:pt x="67" y="1072"/>
                    </a:cubicBezTo>
                    <a:cubicBezTo>
                      <a:pt x="133" y="1350"/>
                      <a:pt x="338" y="1588"/>
                      <a:pt x="602" y="1687"/>
                    </a:cubicBezTo>
                    <a:cubicBezTo>
                      <a:pt x="702" y="1726"/>
                      <a:pt x="807" y="1740"/>
                      <a:pt x="913" y="1740"/>
                    </a:cubicBezTo>
                    <a:cubicBezTo>
                      <a:pt x="1204" y="1740"/>
                      <a:pt x="1482" y="1594"/>
                      <a:pt x="1640" y="1356"/>
                    </a:cubicBezTo>
                    <a:cubicBezTo>
                      <a:pt x="1799" y="1112"/>
                      <a:pt x="1832" y="794"/>
                      <a:pt x="1713" y="523"/>
                    </a:cubicBezTo>
                    <a:cubicBezTo>
                      <a:pt x="1601" y="259"/>
                      <a:pt x="1356" y="67"/>
                      <a:pt x="1072" y="14"/>
                    </a:cubicBezTo>
                    <a:cubicBezTo>
                      <a:pt x="1021" y="5"/>
                      <a:pt x="970" y="0"/>
                      <a:pt x="9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940" name="Google Shape;940;p58"/>
          <p:cNvGrpSpPr/>
          <p:nvPr/>
        </p:nvGrpSpPr>
        <p:grpSpPr>
          <a:xfrm>
            <a:off x="7480527" y="3850974"/>
            <a:ext cx="735600" cy="717300"/>
            <a:chOff x="1198002" y="-1"/>
            <a:chExt cx="735600" cy="717300"/>
          </a:xfrm>
        </p:grpSpPr>
        <p:sp>
          <p:nvSpPr>
            <p:cNvPr id="941" name="Google Shape;941;p58"/>
            <p:cNvSpPr/>
            <p:nvPr/>
          </p:nvSpPr>
          <p:spPr>
            <a:xfrm>
              <a:off x="1198002" y="-1"/>
              <a:ext cx="735600" cy="717300"/>
            </a:xfrm>
            <a:prstGeom prst="heptagon">
              <a:avLst>
                <a:gd name="hf" fmla="val 102572"/>
                <a:gd name="vf" fmla="val 10521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58"/>
            <p:cNvSpPr/>
            <p:nvPr/>
          </p:nvSpPr>
          <p:spPr>
            <a:xfrm>
              <a:off x="1236781" y="37811"/>
              <a:ext cx="658200" cy="641700"/>
            </a:xfrm>
            <a:prstGeom prst="heptagon">
              <a:avLst>
                <a:gd name="hf" fmla="val 102572"/>
                <a:gd name="vf" fmla="val 10521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3" name="Google Shape;943;p58"/>
            <p:cNvGrpSpPr/>
            <p:nvPr/>
          </p:nvGrpSpPr>
          <p:grpSpPr>
            <a:xfrm>
              <a:off x="1469154" y="238197"/>
              <a:ext cx="193290" cy="287952"/>
              <a:chOff x="4806248" y="2040210"/>
              <a:chExt cx="202589" cy="301805"/>
            </a:xfrm>
          </p:grpSpPr>
          <p:sp>
            <p:nvSpPr>
              <p:cNvPr id="944" name="Google Shape;944;p58"/>
              <p:cNvSpPr/>
              <p:nvPr/>
            </p:nvSpPr>
            <p:spPr>
              <a:xfrm>
                <a:off x="4957427" y="2170813"/>
                <a:ext cx="36525" cy="35649"/>
              </a:xfrm>
              <a:custGeom>
                <a:avLst/>
                <a:gdLst/>
                <a:ahLst/>
                <a:cxnLst/>
                <a:rect l="l" t="t" r="r" b="b"/>
                <a:pathLst>
                  <a:path w="1752" h="1710" extrusionOk="0">
                    <a:moveTo>
                      <a:pt x="853" y="1"/>
                    </a:moveTo>
                    <a:cubicBezTo>
                      <a:pt x="840" y="1"/>
                      <a:pt x="827" y="1"/>
                      <a:pt x="813" y="2"/>
                    </a:cubicBezTo>
                    <a:cubicBezTo>
                      <a:pt x="542" y="15"/>
                      <a:pt x="285" y="160"/>
                      <a:pt x="139" y="392"/>
                    </a:cubicBezTo>
                    <a:cubicBezTo>
                      <a:pt x="47" y="530"/>
                      <a:pt x="0" y="689"/>
                      <a:pt x="0" y="854"/>
                    </a:cubicBezTo>
                    <a:cubicBezTo>
                      <a:pt x="0" y="1132"/>
                      <a:pt x="139" y="1390"/>
                      <a:pt x="357" y="1548"/>
                    </a:cubicBezTo>
                    <a:cubicBezTo>
                      <a:pt x="503" y="1655"/>
                      <a:pt x="678" y="1710"/>
                      <a:pt x="856" y="1710"/>
                    </a:cubicBezTo>
                    <a:cubicBezTo>
                      <a:pt x="953" y="1710"/>
                      <a:pt x="1051" y="1693"/>
                      <a:pt x="1144" y="1661"/>
                    </a:cubicBezTo>
                    <a:cubicBezTo>
                      <a:pt x="1395" y="1575"/>
                      <a:pt x="1600" y="1363"/>
                      <a:pt x="1673" y="1106"/>
                    </a:cubicBezTo>
                    <a:cubicBezTo>
                      <a:pt x="1752" y="841"/>
                      <a:pt x="1699" y="544"/>
                      <a:pt x="1527" y="326"/>
                    </a:cubicBezTo>
                    <a:cubicBezTo>
                      <a:pt x="1364" y="124"/>
                      <a:pt x="1116" y="1"/>
                      <a:pt x="8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5" name="Google Shape;945;p58"/>
              <p:cNvSpPr/>
              <p:nvPr/>
            </p:nvSpPr>
            <p:spPr>
              <a:xfrm>
                <a:off x="4832160" y="2063495"/>
                <a:ext cx="61479" cy="58456"/>
              </a:xfrm>
              <a:custGeom>
                <a:avLst/>
                <a:gdLst/>
                <a:ahLst/>
                <a:cxnLst/>
                <a:rect l="l" t="t" r="r" b="b"/>
                <a:pathLst>
                  <a:path w="2949" h="2804" extrusionOk="0">
                    <a:moveTo>
                      <a:pt x="1437" y="0"/>
                    </a:moveTo>
                    <a:cubicBezTo>
                      <a:pt x="1281" y="0"/>
                      <a:pt x="1123" y="26"/>
                      <a:pt x="972" y="80"/>
                    </a:cubicBezTo>
                    <a:cubicBezTo>
                      <a:pt x="457" y="265"/>
                      <a:pt x="87" y="747"/>
                      <a:pt x="47" y="1289"/>
                    </a:cubicBezTo>
                    <a:cubicBezTo>
                      <a:pt x="1" y="1838"/>
                      <a:pt x="298" y="2373"/>
                      <a:pt x="781" y="2638"/>
                    </a:cubicBezTo>
                    <a:cubicBezTo>
                      <a:pt x="986" y="2744"/>
                      <a:pt x="1210" y="2803"/>
                      <a:pt x="1442" y="2803"/>
                    </a:cubicBezTo>
                    <a:cubicBezTo>
                      <a:pt x="1990" y="2803"/>
                      <a:pt x="2499" y="2473"/>
                      <a:pt x="2724" y="1970"/>
                    </a:cubicBezTo>
                    <a:cubicBezTo>
                      <a:pt x="2949" y="1461"/>
                      <a:pt x="2850" y="853"/>
                      <a:pt x="2473" y="443"/>
                    </a:cubicBezTo>
                    <a:cubicBezTo>
                      <a:pt x="2200" y="157"/>
                      <a:pt x="1821" y="0"/>
                      <a:pt x="1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6" name="Google Shape;946;p58"/>
              <p:cNvSpPr/>
              <p:nvPr/>
            </p:nvSpPr>
            <p:spPr>
              <a:xfrm>
                <a:off x="4886736" y="2040210"/>
                <a:ext cx="65065" cy="61062"/>
              </a:xfrm>
              <a:custGeom>
                <a:avLst/>
                <a:gdLst/>
                <a:ahLst/>
                <a:cxnLst/>
                <a:rect l="l" t="t" r="r" b="b"/>
                <a:pathLst>
                  <a:path w="3121" h="2929" extrusionOk="0">
                    <a:moveTo>
                      <a:pt x="1550" y="0"/>
                    </a:moveTo>
                    <a:cubicBezTo>
                      <a:pt x="1459" y="0"/>
                      <a:pt x="1367" y="9"/>
                      <a:pt x="1276" y="27"/>
                    </a:cubicBezTo>
                    <a:cubicBezTo>
                      <a:pt x="747" y="132"/>
                      <a:pt x="304" y="542"/>
                      <a:pt x="152" y="1064"/>
                    </a:cubicBezTo>
                    <a:cubicBezTo>
                      <a:pt x="0" y="1593"/>
                      <a:pt x="172" y="2182"/>
                      <a:pt x="582" y="2552"/>
                    </a:cubicBezTo>
                    <a:cubicBezTo>
                      <a:pt x="846" y="2796"/>
                      <a:pt x="1203" y="2929"/>
                      <a:pt x="1560" y="2929"/>
                    </a:cubicBezTo>
                    <a:cubicBezTo>
                      <a:pt x="2109" y="2929"/>
                      <a:pt x="2618" y="2611"/>
                      <a:pt x="2869" y="2122"/>
                    </a:cubicBezTo>
                    <a:cubicBezTo>
                      <a:pt x="3120" y="1626"/>
                      <a:pt x="3061" y="1018"/>
                      <a:pt x="2724" y="575"/>
                    </a:cubicBezTo>
                    <a:cubicBezTo>
                      <a:pt x="2443" y="212"/>
                      <a:pt x="2002" y="0"/>
                      <a:pt x="15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7" name="Google Shape;947;p58"/>
              <p:cNvSpPr/>
              <p:nvPr/>
            </p:nvSpPr>
            <p:spPr>
              <a:xfrm>
                <a:off x="4941709" y="2208212"/>
                <a:ext cx="67129" cy="133111"/>
              </a:xfrm>
              <a:custGeom>
                <a:avLst/>
                <a:gdLst/>
                <a:ahLst/>
                <a:cxnLst/>
                <a:rect l="l" t="t" r="r" b="b"/>
                <a:pathLst>
                  <a:path w="3220" h="6385" extrusionOk="0">
                    <a:moveTo>
                      <a:pt x="1614" y="1"/>
                    </a:moveTo>
                    <a:cubicBezTo>
                      <a:pt x="1486" y="1"/>
                      <a:pt x="1359" y="29"/>
                      <a:pt x="1243" y="85"/>
                    </a:cubicBezTo>
                    <a:cubicBezTo>
                      <a:pt x="1184" y="105"/>
                      <a:pt x="1124" y="138"/>
                      <a:pt x="1072" y="177"/>
                    </a:cubicBezTo>
                    <a:cubicBezTo>
                      <a:pt x="999" y="224"/>
                      <a:pt x="933" y="270"/>
                      <a:pt x="873" y="323"/>
                    </a:cubicBezTo>
                    <a:cubicBezTo>
                      <a:pt x="721" y="442"/>
                      <a:pt x="589" y="581"/>
                      <a:pt x="477" y="726"/>
                    </a:cubicBezTo>
                    <a:cubicBezTo>
                      <a:pt x="272" y="991"/>
                      <a:pt x="120" y="1301"/>
                      <a:pt x="54" y="1632"/>
                    </a:cubicBezTo>
                    <a:cubicBezTo>
                      <a:pt x="14" y="1823"/>
                      <a:pt x="1" y="2022"/>
                      <a:pt x="1" y="2220"/>
                    </a:cubicBezTo>
                    <a:cubicBezTo>
                      <a:pt x="1" y="2352"/>
                      <a:pt x="113" y="2465"/>
                      <a:pt x="245" y="2471"/>
                    </a:cubicBezTo>
                    <a:cubicBezTo>
                      <a:pt x="250" y="2471"/>
                      <a:pt x="254" y="2471"/>
                      <a:pt x="258" y="2471"/>
                    </a:cubicBezTo>
                    <a:cubicBezTo>
                      <a:pt x="385" y="2471"/>
                      <a:pt x="491" y="2374"/>
                      <a:pt x="510" y="2246"/>
                    </a:cubicBezTo>
                    <a:cubicBezTo>
                      <a:pt x="536" y="1962"/>
                      <a:pt x="602" y="1685"/>
                      <a:pt x="761" y="1447"/>
                    </a:cubicBezTo>
                    <a:lnTo>
                      <a:pt x="761" y="1718"/>
                    </a:lnTo>
                    <a:lnTo>
                      <a:pt x="192" y="3998"/>
                    </a:lnTo>
                    <a:cubicBezTo>
                      <a:pt x="166" y="4097"/>
                      <a:pt x="153" y="4203"/>
                      <a:pt x="344" y="4203"/>
                    </a:cubicBezTo>
                    <a:lnTo>
                      <a:pt x="814" y="4203"/>
                    </a:lnTo>
                    <a:lnTo>
                      <a:pt x="900" y="6107"/>
                    </a:lnTo>
                    <a:cubicBezTo>
                      <a:pt x="906" y="6259"/>
                      <a:pt x="1039" y="6384"/>
                      <a:pt x="1197" y="6384"/>
                    </a:cubicBezTo>
                    <a:cubicBezTo>
                      <a:pt x="1349" y="6384"/>
                      <a:pt x="1481" y="6259"/>
                      <a:pt x="1495" y="6107"/>
                    </a:cubicBezTo>
                    <a:lnTo>
                      <a:pt x="1594" y="4203"/>
                    </a:lnTo>
                    <a:lnTo>
                      <a:pt x="1627" y="4203"/>
                    </a:lnTo>
                    <a:lnTo>
                      <a:pt x="1713" y="6107"/>
                    </a:lnTo>
                    <a:cubicBezTo>
                      <a:pt x="1726" y="6259"/>
                      <a:pt x="1858" y="6384"/>
                      <a:pt x="2010" y="6384"/>
                    </a:cubicBezTo>
                    <a:cubicBezTo>
                      <a:pt x="2169" y="6384"/>
                      <a:pt x="2301" y="6259"/>
                      <a:pt x="2308" y="6107"/>
                    </a:cubicBezTo>
                    <a:lnTo>
                      <a:pt x="2413" y="4203"/>
                    </a:lnTo>
                    <a:lnTo>
                      <a:pt x="2870" y="4203"/>
                    </a:lnTo>
                    <a:cubicBezTo>
                      <a:pt x="2922" y="4203"/>
                      <a:pt x="2969" y="4177"/>
                      <a:pt x="3002" y="4137"/>
                    </a:cubicBezTo>
                    <a:cubicBezTo>
                      <a:pt x="3035" y="4097"/>
                      <a:pt x="3048" y="4051"/>
                      <a:pt x="3035" y="3998"/>
                    </a:cubicBezTo>
                    <a:lnTo>
                      <a:pt x="2460" y="1711"/>
                    </a:lnTo>
                    <a:lnTo>
                      <a:pt x="2460" y="1447"/>
                    </a:lnTo>
                    <a:cubicBezTo>
                      <a:pt x="2618" y="1685"/>
                      <a:pt x="2678" y="1969"/>
                      <a:pt x="2711" y="2246"/>
                    </a:cubicBezTo>
                    <a:cubicBezTo>
                      <a:pt x="2724" y="2374"/>
                      <a:pt x="2836" y="2471"/>
                      <a:pt x="2963" y="2471"/>
                    </a:cubicBezTo>
                    <a:cubicBezTo>
                      <a:pt x="2967" y="2471"/>
                      <a:pt x="2971" y="2471"/>
                      <a:pt x="2975" y="2471"/>
                    </a:cubicBezTo>
                    <a:cubicBezTo>
                      <a:pt x="3108" y="2465"/>
                      <a:pt x="3213" y="2352"/>
                      <a:pt x="3213" y="2220"/>
                    </a:cubicBezTo>
                    <a:cubicBezTo>
                      <a:pt x="3220" y="2141"/>
                      <a:pt x="3213" y="2068"/>
                      <a:pt x="3213" y="1995"/>
                    </a:cubicBezTo>
                    <a:cubicBezTo>
                      <a:pt x="3207" y="1817"/>
                      <a:pt x="3174" y="1632"/>
                      <a:pt x="3121" y="1466"/>
                    </a:cubicBezTo>
                    <a:cubicBezTo>
                      <a:pt x="3074" y="1321"/>
                      <a:pt x="3022" y="1176"/>
                      <a:pt x="2949" y="1043"/>
                    </a:cubicBezTo>
                    <a:cubicBezTo>
                      <a:pt x="2770" y="719"/>
                      <a:pt x="2519" y="435"/>
                      <a:pt x="2215" y="217"/>
                    </a:cubicBezTo>
                    <a:cubicBezTo>
                      <a:pt x="2142" y="171"/>
                      <a:pt x="2063" y="118"/>
                      <a:pt x="1984" y="85"/>
                    </a:cubicBezTo>
                    <a:cubicBezTo>
                      <a:pt x="1868" y="29"/>
                      <a:pt x="1741" y="1"/>
                      <a:pt x="16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8" name="Google Shape;948;p58"/>
              <p:cNvSpPr/>
              <p:nvPr/>
            </p:nvSpPr>
            <p:spPr>
              <a:xfrm>
                <a:off x="4884110" y="2104501"/>
                <a:ext cx="90833" cy="236557"/>
              </a:xfrm>
              <a:custGeom>
                <a:avLst/>
                <a:gdLst/>
                <a:ahLst/>
                <a:cxnLst/>
                <a:rect l="l" t="t" r="r" b="b"/>
                <a:pathLst>
                  <a:path w="4357" h="11347" extrusionOk="0">
                    <a:moveTo>
                      <a:pt x="1722" y="0"/>
                    </a:moveTo>
                    <a:cubicBezTo>
                      <a:pt x="1079" y="0"/>
                      <a:pt x="631" y="437"/>
                      <a:pt x="615" y="453"/>
                    </a:cubicBezTo>
                    <a:cubicBezTo>
                      <a:pt x="411" y="631"/>
                      <a:pt x="206" y="816"/>
                      <a:pt x="1" y="995"/>
                    </a:cubicBezTo>
                    <a:cubicBezTo>
                      <a:pt x="543" y="1378"/>
                      <a:pt x="992" y="1887"/>
                      <a:pt x="1303" y="2469"/>
                    </a:cubicBezTo>
                    <a:cubicBezTo>
                      <a:pt x="1501" y="2839"/>
                      <a:pt x="1640" y="3249"/>
                      <a:pt x="1713" y="3665"/>
                    </a:cubicBezTo>
                    <a:cubicBezTo>
                      <a:pt x="1759" y="3949"/>
                      <a:pt x="1772" y="4234"/>
                      <a:pt x="1766" y="4518"/>
                    </a:cubicBezTo>
                    <a:cubicBezTo>
                      <a:pt x="1766" y="4904"/>
                      <a:pt x="1442" y="5232"/>
                      <a:pt x="1057" y="5232"/>
                    </a:cubicBezTo>
                    <a:cubicBezTo>
                      <a:pt x="1053" y="5232"/>
                      <a:pt x="1049" y="5232"/>
                      <a:pt x="1045" y="5232"/>
                    </a:cubicBezTo>
                    <a:cubicBezTo>
                      <a:pt x="986" y="5232"/>
                      <a:pt x="926" y="5225"/>
                      <a:pt x="873" y="5212"/>
                    </a:cubicBezTo>
                    <a:lnTo>
                      <a:pt x="873" y="5212"/>
                    </a:lnTo>
                    <a:cubicBezTo>
                      <a:pt x="873" y="5212"/>
                      <a:pt x="1409" y="7175"/>
                      <a:pt x="1442" y="7301"/>
                    </a:cubicBezTo>
                    <a:cubicBezTo>
                      <a:pt x="1481" y="7473"/>
                      <a:pt x="1495" y="7823"/>
                      <a:pt x="1105" y="7823"/>
                    </a:cubicBezTo>
                    <a:lnTo>
                      <a:pt x="450" y="7823"/>
                    </a:lnTo>
                    <a:lnTo>
                      <a:pt x="397" y="8709"/>
                    </a:lnTo>
                    <a:lnTo>
                      <a:pt x="490" y="10864"/>
                    </a:lnTo>
                    <a:cubicBezTo>
                      <a:pt x="503" y="11128"/>
                      <a:pt x="728" y="11346"/>
                      <a:pt x="999" y="11346"/>
                    </a:cubicBezTo>
                    <a:cubicBezTo>
                      <a:pt x="1263" y="11346"/>
                      <a:pt x="1488" y="11135"/>
                      <a:pt x="1501" y="10864"/>
                    </a:cubicBezTo>
                    <a:lnTo>
                      <a:pt x="1686" y="7254"/>
                    </a:lnTo>
                    <a:lnTo>
                      <a:pt x="1832" y="10864"/>
                    </a:lnTo>
                    <a:cubicBezTo>
                      <a:pt x="1845" y="11128"/>
                      <a:pt x="2076" y="11346"/>
                      <a:pt x="2341" y="11346"/>
                    </a:cubicBezTo>
                    <a:cubicBezTo>
                      <a:pt x="2605" y="11346"/>
                      <a:pt x="2836" y="11135"/>
                      <a:pt x="2850" y="10864"/>
                    </a:cubicBezTo>
                    <a:lnTo>
                      <a:pt x="2929" y="9297"/>
                    </a:lnTo>
                    <a:cubicBezTo>
                      <a:pt x="2717" y="9284"/>
                      <a:pt x="2784" y="9085"/>
                      <a:pt x="2784" y="9085"/>
                    </a:cubicBezTo>
                    <a:lnTo>
                      <a:pt x="2982" y="8239"/>
                    </a:lnTo>
                    <a:lnTo>
                      <a:pt x="3008" y="7717"/>
                    </a:lnTo>
                    <a:cubicBezTo>
                      <a:pt x="2764" y="7658"/>
                      <a:pt x="2585" y="7440"/>
                      <a:pt x="2585" y="7182"/>
                    </a:cubicBezTo>
                    <a:cubicBezTo>
                      <a:pt x="2585" y="6944"/>
                      <a:pt x="2599" y="6712"/>
                      <a:pt x="2651" y="6488"/>
                    </a:cubicBezTo>
                    <a:cubicBezTo>
                      <a:pt x="2704" y="6256"/>
                      <a:pt x="2790" y="6038"/>
                      <a:pt x="2903" y="5833"/>
                    </a:cubicBezTo>
                    <a:cubicBezTo>
                      <a:pt x="2969" y="5708"/>
                      <a:pt x="3048" y="5595"/>
                      <a:pt x="3134" y="5483"/>
                    </a:cubicBezTo>
                    <a:cubicBezTo>
                      <a:pt x="3147" y="5390"/>
                      <a:pt x="3147" y="5291"/>
                      <a:pt x="3147" y="5199"/>
                    </a:cubicBezTo>
                    <a:lnTo>
                      <a:pt x="3147" y="4789"/>
                    </a:lnTo>
                    <a:lnTo>
                      <a:pt x="3147" y="3632"/>
                    </a:lnTo>
                    <a:lnTo>
                      <a:pt x="3147" y="2799"/>
                    </a:lnTo>
                    <a:lnTo>
                      <a:pt x="3147" y="2753"/>
                    </a:lnTo>
                    <a:cubicBezTo>
                      <a:pt x="3266" y="3017"/>
                      <a:pt x="3352" y="3302"/>
                      <a:pt x="3425" y="3586"/>
                    </a:cubicBezTo>
                    <a:cubicBezTo>
                      <a:pt x="3577" y="3216"/>
                      <a:pt x="3907" y="3024"/>
                      <a:pt x="4357" y="2951"/>
                    </a:cubicBezTo>
                    <a:cubicBezTo>
                      <a:pt x="4284" y="2660"/>
                      <a:pt x="4165" y="2297"/>
                      <a:pt x="4040" y="2026"/>
                    </a:cubicBezTo>
                    <a:cubicBezTo>
                      <a:pt x="3881" y="1676"/>
                      <a:pt x="3683" y="1352"/>
                      <a:pt x="3445" y="1054"/>
                    </a:cubicBezTo>
                    <a:cubicBezTo>
                      <a:pt x="3286" y="856"/>
                      <a:pt x="3107" y="677"/>
                      <a:pt x="2916" y="519"/>
                    </a:cubicBezTo>
                    <a:cubicBezTo>
                      <a:pt x="2823" y="439"/>
                      <a:pt x="2731" y="367"/>
                      <a:pt x="2625" y="301"/>
                    </a:cubicBezTo>
                    <a:cubicBezTo>
                      <a:pt x="2539" y="241"/>
                      <a:pt x="2453" y="195"/>
                      <a:pt x="2361" y="149"/>
                    </a:cubicBezTo>
                    <a:cubicBezTo>
                      <a:pt x="2134" y="42"/>
                      <a:pt x="1919" y="0"/>
                      <a:pt x="1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49" name="Google Shape;949;p58"/>
              <p:cNvSpPr/>
              <p:nvPr/>
            </p:nvSpPr>
            <p:spPr>
              <a:xfrm>
                <a:off x="4806248" y="2123784"/>
                <a:ext cx="109991" cy="218232"/>
              </a:xfrm>
              <a:custGeom>
                <a:avLst/>
                <a:gdLst/>
                <a:ahLst/>
                <a:cxnLst/>
                <a:rect l="l" t="t" r="r" b="b"/>
                <a:pathLst>
                  <a:path w="5276" h="10468" extrusionOk="0">
                    <a:moveTo>
                      <a:pt x="2637" y="0"/>
                    </a:moveTo>
                    <a:cubicBezTo>
                      <a:pt x="2433" y="0"/>
                      <a:pt x="2229" y="45"/>
                      <a:pt x="2044" y="136"/>
                    </a:cubicBezTo>
                    <a:cubicBezTo>
                      <a:pt x="1905" y="182"/>
                      <a:pt x="1779" y="268"/>
                      <a:pt x="1667" y="347"/>
                    </a:cubicBezTo>
                    <a:cubicBezTo>
                      <a:pt x="1515" y="453"/>
                      <a:pt x="1376" y="565"/>
                      <a:pt x="1244" y="684"/>
                    </a:cubicBezTo>
                    <a:cubicBezTo>
                      <a:pt x="959" y="949"/>
                      <a:pt x="721" y="1246"/>
                      <a:pt x="523" y="1577"/>
                    </a:cubicBezTo>
                    <a:cubicBezTo>
                      <a:pt x="424" y="1735"/>
                      <a:pt x="338" y="1914"/>
                      <a:pt x="265" y="2092"/>
                    </a:cubicBezTo>
                    <a:cubicBezTo>
                      <a:pt x="199" y="2264"/>
                      <a:pt x="140" y="2449"/>
                      <a:pt x="100" y="2634"/>
                    </a:cubicBezTo>
                    <a:cubicBezTo>
                      <a:pt x="60" y="2820"/>
                      <a:pt x="34" y="2998"/>
                      <a:pt x="14" y="3190"/>
                    </a:cubicBezTo>
                    <a:cubicBezTo>
                      <a:pt x="1" y="3335"/>
                      <a:pt x="1" y="3481"/>
                      <a:pt x="8" y="3633"/>
                    </a:cubicBezTo>
                    <a:lnTo>
                      <a:pt x="8" y="3639"/>
                    </a:lnTo>
                    <a:cubicBezTo>
                      <a:pt x="8" y="3857"/>
                      <a:pt x="186" y="4036"/>
                      <a:pt x="404" y="4049"/>
                    </a:cubicBezTo>
                    <a:cubicBezTo>
                      <a:pt x="408" y="4049"/>
                      <a:pt x="412" y="4049"/>
                      <a:pt x="416" y="4049"/>
                    </a:cubicBezTo>
                    <a:cubicBezTo>
                      <a:pt x="623" y="4049"/>
                      <a:pt x="814" y="3886"/>
                      <a:pt x="834" y="3679"/>
                    </a:cubicBezTo>
                    <a:cubicBezTo>
                      <a:pt x="854" y="3481"/>
                      <a:pt x="880" y="3282"/>
                      <a:pt x="933" y="3091"/>
                    </a:cubicBezTo>
                    <a:cubicBezTo>
                      <a:pt x="1006" y="2839"/>
                      <a:pt x="1105" y="2588"/>
                      <a:pt x="1244" y="2370"/>
                    </a:cubicBezTo>
                    <a:lnTo>
                      <a:pt x="1244" y="2892"/>
                    </a:lnTo>
                    <a:lnTo>
                      <a:pt x="272" y="6448"/>
                    </a:lnTo>
                    <a:cubicBezTo>
                      <a:pt x="259" y="6521"/>
                      <a:pt x="279" y="6594"/>
                      <a:pt x="325" y="6653"/>
                    </a:cubicBezTo>
                    <a:cubicBezTo>
                      <a:pt x="378" y="6713"/>
                      <a:pt x="444" y="6746"/>
                      <a:pt x="523" y="6746"/>
                    </a:cubicBezTo>
                    <a:lnTo>
                      <a:pt x="1330" y="6746"/>
                    </a:lnTo>
                    <a:lnTo>
                      <a:pt x="1475" y="10005"/>
                    </a:lnTo>
                    <a:cubicBezTo>
                      <a:pt x="1488" y="10256"/>
                      <a:pt x="1706" y="10467"/>
                      <a:pt x="1964" y="10467"/>
                    </a:cubicBezTo>
                    <a:cubicBezTo>
                      <a:pt x="2215" y="10467"/>
                      <a:pt x="2434" y="10262"/>
                      <a:pt x="2447" y="10005"/>
                    </a:cubicBezTo>
                    <a:lnTo>
                      <a:pt x="2625" y="6746"/>
                    </a:lnTo>
                    <a:lnTo>
                      <a:pt x="2665" y="6746"/>
                    </a:lnTo>
                    <a:lnTo>
                      <a:pt x="2817" y="10005"/>
                    </a:lnTo>
                    <a:cubicBezTo>
                      <a:pt x="2824" y="10256"/>
                      <a:pt x="3042" y="10467"/>
                      <a:pt x="3299" y="10467"/>
                    </a:cubicBezTo>
                    <a:cubicBezTo>
                      <a:pt x="3551" y="10467"/>
                      <a:pt x="3769" y="10262"/>
                      <a:pt x="3782" y="10005"/>
                    </a:cubicBezTo>
                    <a:lnTo>
                      <a:pt x="3960" y="6746"/>
                    </a:lnTo>
                    <a:lnTo>
                      <a:pt x="4760" y="6746"/>
                    </a:lnTo>
                    <a:cubicBezTo>
                      <a:pt x="4833" y="6746"/>
                      <a:pt x="4906" y="6713"/>
                      <a:pt x="4952" y="6653"/>
                    </a:cubicBezTo>
                    <a:cubicBezTo>
                      <a:pt x="5005" y="6594"/>
                      <a:pt x="5025" y="6528"/>
                      <a:pt x="5005" y="6442"/>
                    </a:cubicBezTo>
                    <a:lnTo>
                      <a:pt x="4040" y="2932"/>
                    </a:lnTo>
                    <a:lnTo>
                      <a:pt x="4040" y="2377"/>
                    </a:lnTo>
                    <a:cubicBezTo>
                      <a:pt x="4179" y="2595"/>
                      <a:pt x="4278" y="2839"/>
                      <a:pt x="4344" y="3091"/>
                    </a:cubicBezTo>
                    <a:cubicBezTo>
                      <a:pt x="4397" y="3282"/>
                      <a:pt x="4423" y="3481"/>
                      <a:pt x="4443" y="3679"/>
                    </a:cubicBezTo>
                    <a:cubicBezTo>
                      <a:pt x="4468" y="3889"/>
                      <a:pt x="4647" y="4050"/>
                      <a:pt x="4855" y="4050"/>
                    </a:cubicBezTo>
                    <a:cubicBezTo>
                      <a:pt x="4863" y="4050"/>
                      <a:pt x="4871" y="4049"/>
                      <a:pt x="4879" y="4049"/>
                    </a:cubicBezTo>
                    <a:cubicBezTo>
                      <a:pt x="5097" y="4036"/>
                      <a:pt x="5269" y="3851"/>
                      <a:pt x="5276" y="3639"/>
                    </a:cubicBezTo>
                    <a:cubicBezTo>
                      <a:pt x="5276" y="3500"/>
                      <a:pt x="5276" y="3368"/>
                      <a:pt x="5269" y="3236"/>
                    </a:cubicBezTo>
                    <a:cubicBezTo>
                      <a:pt x="5256" y="3051"/>
                      <a:pt x="5230" y="2872"/>
                      <a:pt x="5190" y="2694"/>
                    </a:cubicBezTo>
                    <a:cubicBezTo>
                      <a:pt x="5117" y="2317"/>
                      <a:pt x="4978" y="1954"/>
                      <a:pt x="4787" y="1623"/>
                    </a:cubicBezTo>
                    <a:cubicBezTo>
                      <a:pt x="4595" y="1293"/>
                      <a:pt x="4357" y="989"/>
                      <a:pt x="4079" y="724"/>
                    </a:cubicBezTo>
                    <a:cubicBezTo>
                      <a:pt x="3941" y="599"/>
                      <a:pt x="3802" y="480"/>
                      <a:pt x="3650" y="374"/>
                    </a:cubicBezTo>
                    <a:cubicBezTo>
                      <a:pt x="3537" y="294"/>
                      <a:pt x="3418" y="215"/>
                      <a:pt x="3286" y="156"/>
                    </a:cubicBezTo>
                    <a:cubicBezTo>
                      <a:pt x="3280" y="149"/>
                      <a:pt x="3266" y="142"/>
                      <a:pt x="3253" y="142"/>
                    </a:cubicBezTo>
                    <a:cubicBezTo>
                      <a:pt x="3061" y="48"/>
                      <a:pt x="2849" y="0"/>
                      <a:pt x="26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950" name="Google Shape;950;p58"/>
          <p:cNvSpPr txBox="1">
            <a:spLocks noGrp="1"/>
          </p:cNvSpPr>
          <p:nvPr>
            <p:ph type="title"/>
          </p:nvPr>
        </p:nvSpPr>
        <p:spPr>
          <a:xfrm>
            <a:off x="4244734" y="1798350"/>
            <a:ext cx="323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SMARTPHONE</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954"/>
        <p:cNvGrpSpPr/>
        <p:nvPr/>
      </p:nvGrpSpPr>
      <p:grpSpPr>
        <a:xfrm>
          <a:off x="0" y="0"/>
          <a:ext cx="0" cy="0"/>
          <a:chOff x="0" y="0"/>
          <a:chExt cx="0" cy="0"/>
        </a:xfrm>
      </p:grpSpPr>
      <p:sp>
        <p:nvSpPr>
          <p:cNvPr id="955" name="Google Shape;955;p59"/>
          <p:cNvSpPr txBox="1">
            <a:spLocks noGrp="1"/>
          </p:cNvSpPr>
          <p:nvPr>
            <p:ph type="title" idx="2"/>
          </p:nvPr>
        </p:nvSpPr>
        <p:spPr>
          <a:xfrm>
            <a:off x="726275" y="1531050"/>
            <a:ext cx="24456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Jenna Doe</a:t>
            </a:r>
            <a:endParaRPr/>
          </a:p>
        </p:txBody>
      </p:sp>
      <p:sp>
        <p:nvSpPr>
          <p:cNvPr id="956" name="Google Shape;956;p59"/>
          <p:cNvSpPr txBox="1">
            <a:spLocks noGrp="1"/>
          </p:cNvSpPr>
          <p:nvPr>
            <p:ph type="subTitle" idx="1"/>
          </p:nvPr>
        </p:nvSpPr>
        <p:spPr>
          <a:xfrm>
            <a:off x="726275" y="3796250"/>
            <a:ext cx="2445600" cy="660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957" name="Google Shape;957;p59"/>
          <p:cNvSpPr txBox="1">
            <a:spLocks noGrp="1"/>
          </p:cNvSpPr>
          <p:nvPr>
            <p:ph type="title" idx="3"/>
          </p:nvPr>
        </p:nvSpPr>
        <p:spPr>
          <a:xfrm>
            <a:off x="3349238" y="1531050"/>
            <a:ext cx="24456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John Lee</a:t>
            </a:r>
            <a:endParaRPr/>
          </a:p>
        </p:txBody>
      </p:sp>
      <p:sp>
        <p:nvSpPr>
          <p:cNvPr id="958" name="Google Shape;958;p59"/>
          <p:cNvSpPr txBox="1">
            <a:spLocks noGrp="1"/>
          </p:cNvSpPr>
          <p:nvPr>
            <p:ph type="subTitle" idx="4"/>
          </p:nvPr>
        </p:nvSpPr>
        <p:spPr>
          <a:xfrm>
            <a:off x="3349278" y="3796250"/>
            <a:ext cx="2445600" cy="660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959" name="Google Shape;959;p59"/>
          <p:cNvSpPr txBox="1">
            <a:spLocks noGrp="1"/>
          </p:cNvSpPr>
          <p:nvPr>
            <p:ph type="title" idx="5"/>
          </p:nvPr>
        </p:nvSpPr>
        <p:spPr>
          <a:xfrm>
            <a:off x="5972200" y="1531050"/>
            <a:ext cx="24456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Susan Bones</a:t>
            </a:r>
            <a:endParaRPr/>
          </a:p>
        </p:txBody>
      </p:sp>
      <p:sp>
        <p:nvSpPr>
          <p:cNvPr id="960" name="Google Shape;960;p59"/>
          <p:cNvSpPr txBox="1">
            <a:spLocks noGrp="1"/>
          </p:cNvSpPr>
          <p:nvPr>
            <p:ph type="subTitle" idx="6"/>
          </p:nvPr>
        </p:nvSpPr>
        <p:spPr>
          <a:xfrm>
            <a:off x="5972205" y="3796250"/>
            <a:ext cx="2445600" cy="660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cxnSp>
        <p:nvCxnSpPr>
          <p:cNvPr id="961" name="Google Shape;961;p59"/>
          <p:cNvCxnSpPr/>
          <p:nvPr/>
        </p:nvCxnSpPr>
        <p:spPr>
          <a:xfrm rot="10800000" flipH="1">
            <a:off x="3479925" y="1112100"/>
            <a:ext cx="2184300" cy="12000"/>
          </a:xfrm>
          <a:prstGeom prst="straightConnector1">
            <a:avLst/>
          </a:prstGeom>
          <a:noFill/>
          <a:ln w="9525" cap="flat" cmpd="sng">
            <a:solidFill>
              <a:schemeClr val="dk1"/>
            </a:solidFill>
            <a:prstDash val="solid"/>
            <a:round/>
            <a:headEnd type="none" w="med" len="med"/>
            <a:tailEnd type="none" w="med" len="med"/>
          </a:ln>
        </p:spPr>
      </p:cxnSp>
      <p:pic>
        <p:nvPicPr>
          <p:cNvPr id="962" name="Google Shape;962;p59"/>
          <p:cNvPicPr preferRelativeResize="0"/>
          <p:nvPr/>
        </p:nvPicPr>
        <p:blipFill rotWithShape="1">
          <a:blip r:embed="rId3">
            <a:alphaModFix/>
          </a:blip>
          <a:srcRect l="40514" r="17083" b="36820"/>
          <a:stretch/>
        </p:blipFill>
        <p:spPr>
          <a:xfrm>
            <a:off x="1192550" y="2175100"/>
            <a:ext cx="1513200" cy="1504800"/>
          </a:xfrm>
          <a:prstGeom prst="rect">
            <a:avLst/>
          </a:prstGeom>
          <a:noFill/>
          <a:ln>
            <a:noFill/>
          </a:ln>
        </p:spPr>
      </p:pic>
      <p:pic>
        <p:nvPicPr>
          <p:cNvPr id="963" name="Google Shape;963;p59"/>
          <p:cNvPicPr preferRelativeResize="0"/>
          <p:nvPr/>
        </p:nvPicPr>
        <p:blipFill rotWithShape="1">
          <a:blip r:embed="rId4">
            <a:alphaModFix/>
          </a:blip>
          <a:srcRect l="15804" t="9274" r="11197" b="42346"/>
          <a:stretch/>
        </p:blipFill>
        <p:spPr>
          <a:xfrm>
            <a:off x="3815400" y="2175100"/>
            <a:ext cx="1513200" cy="1504800"/>
          </a:xfrm>
          <a:prstGeom prst="rect">
            <a:avLst/>
          </a:prstGeom>
          <a:noFill/>
          <a:ln>
            <a:noFill/>
          </a:ln>
        </p:spPr>
      </p:pic>
      <p:pic>
        <p:nvPicPr>
          <p:cNvPr id="964" name="Google Shape;964;p59"/>
          <p:cNvPicPr preferRelativeResize="0"/>
          <p:nvPr/>
        </p:nvPicPr>
        <p:blipFill rotWithShape="1">
          <a:blip r:embed="rId5">
            <a:alphaModFix/>
          </a:blip>
          <a:srcRect l="26654" r="18433" b="18073"/>
          <a:stretch/>
        </p:blipFill>
        <p:spPr>
          <a:xfrm>
            <a:off x="6438250" y="2175100"/>
            <a:ext cx="1513200" cy="1504800"/>
          </a:xfrm>
          <a:prstGeom prst="rect">
            <a:avLst/>
          </a:prstGeom>
          <a:noFill/>
          <a:ln>
            <a:noFill/>
          </a:ln>
        </p:spPr>
      </p:pic>
      <p:sp>
        <p:nvSpPr>
          <p:cNvPr id="965" name="Google Shape;965;p59"/>
          <p:cNvSpPr/>
          <p:nvPr/>
        </p:nvSpPr>
        <p:spPr>
          <a:xfrm>
            <a:off x="1234432" y="2216750"/>
            <a:ext cx="1429500" cy="14214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59"/>
          <p:cNvSpPr/>
          <p:nvPr/>
        </p:nvSpPr>
        <p:spPr>
          <a:xfrm>
            <a:off x="3857257" y="2216750"/>
            <a:ext cx="1429500" cy="14214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59"/>
          <p:cNvSpPr/>
          <p:nvPr/>
        </p:nvSpPr>
        <p:spPr>
          <a:xfrm>
            <a:off x="6480082" y="2216750"/>
            <a:ext cx="1429500" cy="14214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 name="Google Shape;968;p59"/>
          <p:cNvGrpSpPr/>
          <p:nvPr/>
        </p:nvGrpSpPr>
        <p:grpSpPr>
          <a:xfrm>
            <a:off x="7092562" y="453682"/>
            <a:ext cx="817020" cy="675324"/>
            <a:chOff x="5943325" y="1191125"/>
            <a:chExt cx="817020" cy="675324"/>
          </a:xfrm>
        </p:grpSpPr>
        <p:sp>
          <p:nvSpPr>
            <p:cNvPr id="969" name="Google Shape;969;p59"/>
            <p:cNvSpPr/>
            <p:nvPr/>
          </p:nvSpPr>
          <p:spPr>
            <a:xfrm>
              <a:off x="5943325" y="1191125"/>
              <a:ext cx="817020" cy="675324"/>
            </a:xfrm>
            <a:prstGeom prst="cloud">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59"/>
            <p:cNvSpPr/>
            <p:nvPr/>
          </p:nvSpPr>
          <p:spPr>
            <a:xfrm>
              <a:off x="5994682" y="1233539"/>
              <a:ext cx="714420" cy="590544"/>
            </a:xfrm>
            <a:prstGeom prst="clou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 name="Google Shape;971;p59"/>
            <p:cNvGrpSpPr/>
            <p:nvPr/>
          </p:nvGrpSpPr>
          <p:grpSpPr>
            <a:xfrm>
              <a:off x="6209120" y="1382653"/>
              <a:ext cx="285761" cy="292060"/>
              <a:chOff x="4072473" y="2031100"/>
              <a:chExt cx="300579" cy="307206"/>
            </a:xfrm>
          </p:grpSpPr>
          <p:sp>
            <p:nvSpPr>
              <p:cNvPr id="972" name="Google Shape;972;p59"/>
              <p:cNvSpPr/>
              <p:nvPr/>
            </p:nvSpPr>
            <p:spPr>
              <a:xfrm>
                <a:off x="4100741" y="2031100"/>
                <a:ext cx="63126" cy="63001"/>
              </a:xfrm>
              <a:custGeom>
                <a:avLst/>
                <a:gdLst/>
                <a:ahLst/>
                <a:cxnLst/>
                <a:rect l="l" t="t" r="r" b="b"/>
                <a:pathLst>
                  <a:path w="3028" h="3022" extrusionOk="0">
                    <a:moveTo>
                      <a:pt x="1514" y="1"/>
                    </a:moveTo>
                    <a:cubicBezTo>
                      <a:pt x="681" y="1"/>
                      <a:pt x="0" y="675"/>
                      <a:pt x="0" y="1515"/>
                    </a:cubicBezTo>
                    <a:cubicBezTo>
                      <a:pt x="0" y="2348"/>
                      <a:pt x="681" y="3022"/>
                      <a:pt x="1514" y="3022"/>
                    </a:cubicBezTo>
                    <a:cubicBezTo>
                      <a:pt x="2353" y="3022"/>
                      <a:pt x="3027" y="2348"/>
                      <a:pt x="3027" y="1515"/>
                    </a:cubicBezTo>
                    <a:cubicBezTo>
                      <a:pt x="3027" y="675"/>
                      <a:pt x="2353" y="1"/>
                      <a:pt x="15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73" name="Google Shape;973;p59"/>
              <p:cNvSpPr/>
              <p:nvPr/>
            </p:nvSpPr>
            <p:spPr>
              <a:xfrm>
                <a:off x="4281522" y="2040481"/>
                <a:ext cx="65482" cy="62584"/>
              </a:xfrm>
              <a:custGeom>
                <a:avLst/>
                <a:gdLst/>
                <a:ahLst/>
                <a:cxnLst/>
                <a:rect l="l" t="t" r="r" b="b"/>
                <a:pathLst>
                  <a:path w="3141" h="3002" extrusionOk="0">
                    <a:moveTo>
                      <a:pt x="1569" y="0"/>
                    </a:moveTo>
                    <a:cubicBezTo>
                      <a:pt x="1046" y="0"/>
                      <a:pt x="553" y="277"/>
                      <a:pt x="285" y="728"/>
                    </a:cubicBezTo>
                    <a:cubicBezTo>
                      <a:pt x="7" y="1184"/>
                      <a:pt x="1" y="1772"/>
                      <a:pt x="258" y="2235"/>
                    </a:cubicBezTo>
                    <a:cubicBezTo>
                      <a:pt x="516" y="2697"/>
                      <a:pt x="1012" y="2988"/>
                      <a:pt x="1534" y="3001"/>
                    </a:cubicBezTo>
                    <a:lnTo>
                      <a:pt x="1567" y="3001"/>
                    </a:lnTo>
                    <a:cubicBezTo>
                      <a:pt x="2096" y="3001"/>
                      <a:pt x="2592" y="2717"/>
                      <a:pt x="2863" y="2261"/>
                    </a:cubicBezTo>
                    <a:cubicBezTo>
                      <a:pt x="3134" y="1805"/>
                      <a:pt x="3140" y="1217"/>
                      <a:pt x="2869" y="754"/>
                    </a:cubicBezTo>
                    <a:cubicBezTo>
                      <a:pt x="2605" y="298"/>
                      <a:pt x="2109"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74" name="Google Shape;974;p59"/>
              <p:cNvSpPr/>
              <p:nvPr/>
            </p:nvSpPr>
            <p:spPr>
              <a:xfrm>
                <a:off x="4072473" y="2095891"/>
                <a:ext cx="300579" cy="242415"/>
              </a:xfrm>
              <a:custGeom>
                <a:avLst/>
                <a:gdLst/>
                <a:ahLst/>
                <a:cxnLst/>
                <a:rect l="l" t="t" r="r" b="b"/>
                <a:pathLst>
                  <a:path w="14418" h="11628" extrusionOk="0">
                    <a:moveTo>
                      <a:pt x="2887" y="1"/>
                    </a:moveTo>
                    <a:cubicBezTo>
                      <a:pt x="2695" y="1"/>
                      <a:pt x="2506" y="20"/>
                      <a:pt x="2334" y="53"/>
                    </a:cubicBezTo>
                    <a:cubicBezTo>
                      <a:pt x="2308" y="59"/>
                      <a:pt x="2281" y="66"/>
                      <a:pt x="2248" y="72"/>
                    </a:cubicBezTo>
                    <a:cubicBezTo>
                      <a:pt x="2182" y="92"/>
                      <a:pt x="2103" y="119"/>
                      <a:pt x="2010" y="158"/>
                    </a:cubicBezTo>
                    <a:cubicBezTo>
                      <a:pt x="1832" y="231"/>
                      <a:pt x="1587" y="363"/>
                      <a:pt x="1343" y="562"/>
                    </a:cubicBezTo>
                    <a:cubicBezTo>
                      <a:pt x="1224" y="661"/>
                      <a:pt x="1098" y="780"/>
                      <a:pt x="986" y="912"/>
                    </a:cubicBezTo>
                    <a:cubicBezTo>
                      <a:pt x="867" y="1044"/>
                      <a:pt x="755" y="1190"/>
                      <a:pt x="662" y="1348"/>
                    </a:cubicBezTo>
                    <a:cubicBezTo>
                      <a:pt x="464" y="1665"/>
                      <a:pt x="312" y="2022"/>
                      <a:pt x="212" y="2386"/>
                    </a:cubicBezTo>
                    <a:cubicBezTo>
                      <a:pt x="107" y="2743"/>
                      <a:pt x="54" y="3107"/>
                      <a:pt x="27" y="3437"/>
                    </a:cubicBezTo>
                    <a:cubicBezTo>
                      <a:pt x="1" y="3774"/>
                      <a:pt x="1" y="4085"/>
                      <a:pt x="8" y="4343"/>
                    </a:cubicBezTo>
                    <a:cubicBezTo>
                      <a:pt x="21" y="4607"/>
                      <a:pt x="41" y="4819"/>
                      <a:pt x="54" y="4971"/>
                    </a:cubicBezTo>
                    <a:cubicBezTo>
                      <a:pt x="67" y="5123"/>
                      <a:pt x="80" y="5209"/>
                      <a:pt x="80" y="5209"/>
                    </a:cubicBezTo>
                    <a:cubicBezTo>
                      <a:pt x="112" y="5432"/>
                      <a:pt x="298" y="5599"/>
                      <a:pt x="518" y="5599"/>
                    </a:cubicBezTo>
                    <a:cubicBezTo>
                      <a:pt x="526" y="5599"/>
                      <a:pt x="535" y="5599"/>
                      <a:pt x="543" y="5599"/>
                    </a:cubicBezTo>
                    <a:cubicBezTo>
                      <a:pt x="794" y="5592"/>
                      <a:pt x="986" y="5380"/>
                      <a:pt x="973" y="5129"/>
                    </a:cubicBezTo>
                    <a:cubicBezTo>
                      <a:pt x="973" y="5129"/>
                      <a:pt x="973" y="5050"/>
                      <a:pt x="966" y="4918"/>
                    </a:cubicBezTo>
                    <a:cubicBezTo>
                      <a:pt x="966" y="4779"/>
                      <a:pt x="966" y="4581"/>
                      <a:pt x="979" y="4349"/>
                    </a:cubicBezTo>
                    <a:cubicBezTo>
                      <a:pt x="986" y="4111"/>
                      <a:pt x="1012" y="3847"/>
                      <a:pt x="1059" y="3563"/>
                    </a:cubicBezTo>
                    <a:cubicBezTo>
                      <a:pt x="1105" y="3285"/>
                      <a:pt x="1178" y="2994"/>
                      <a:pt x="1277" y="2730"/>
                    </a:cubicBezTo>
                    <a:cubicBezTo>
                      <a:pt x="1336" y="2578"/>
                      <a:pt x="1402" y="2432"/>
                      <a:pt x="1475" y="2300"/>
                    </a:cubicBezTo>
                    <a:lnTo>
                      <a:pt x="1475" y="2300"/>
                    </a:lnTo>
                    <a:lnTo>
                      <a:pt x="1145" y="5030"/>
                    </a:lnTo>
                    <a:cubicBezTo>
                      <a:pt x="1131" y="5162"/>
                      <a:pt x="1125" y="5314"/>
                      <a:pt x="1145" y="5453"/>
                    </a:cubicBezTo>
                    <a:cubicBezTo>
                      <a:pt x="1178" y="5737"/>
                      <a:pt x="1283" y="5995"/>
                      <a:pt x="1429" y="6220"/>
                    </a:cubicBezTo>
                    <a:lnTo>
                      <a:pt x="1667" y="11131"/>
                    </a:lnTo>
                    <a:cubicBezTo>
                      <a:pt x="1680" y="11396"/>
                      <a:pt x="1891" y="11614"/>
                      <a:pt x="2162" y="11627"/>
                    </a:cubicBezTo>
                    <a:cubicBezTo>
                      <a:pt x="2171" y="11627"/>
                      <a:pt x="2179" y="11627"/>
                      <a:pt x="2187" y="11627"/>
                    </a:cubicBezTo>
                    <a:cubicBezTo>
                      <a:pt x="2467" y="11627"/>
                      <a:pt x="2698" y="11407"/>
                      <a:pt x="2711" y="11131"/>
                    </a:cubicBezTo>
                    <a:lnTo>
                      <a:pt x="2876" y="7416"/>
                    </a:lnTo>
                    <a:lnTo>
                      <a:pt x="3048" y="11131"/>
                    </a:lnTo>
                    <a:cubicBezTo>
                      <a:pt x="3061" y="11396"/>
                      <a:pt x="3280" y="11614"/>
                      <a:pt x="3551" y="11627"/>
                    </a:cubicBezTo>
                    <a:cubicBezTo>
                      <a:pt x="3559" y="11627"/>
                      <a:pt x="3567" y="11627"/>
                      <a:pt x="3575" y="11627"/>
                    </a:cubicBezTo>
                    <a:cubicBezTo>
                      <a:pt x="3855" y="11627"/>
                      <a:pt x="4086" y="11407"/>
                      <a:pt x="4099" y="11131"/>
                    </a:cubicBezTo>
                    <a:lnTo>
                      <a:pt x="4324" y="6200"/>
                    </a:lnTo>
                    <a:cubicBezTo>
                      <a:pt x="4542" y="5870"/>
                      <a:pt x="4648" y="5460"/>
                      <a:pt x="4595" y="5030"/>
                    </a:cubicBezTo>
                    <a:lnTo>
                      <a:pt x="4271" y="2333"/>
                    </a:lnTo>
                    <a:lnTo>
                      <a:pt x="4271" y="2333"/>
                    </a:lnTo>
                    <a:cubicBezTo>
                      <a:pt x="4337" y="2452"/>
                      <a:pt x="4397" y="2584"/>
                      <a:pt x="4450" y="2730"/>
                    </a:cubicBezTo>
                    <a:cubicBezTo>
                      <a:pt x="4555" y="2994"/>
                      <a:pt x="4621" y="3285"/>
                      <a:pt x="4668" y="3563"/>
                    </a:cubicBezTo>
                    <a:cubicBezTo>
                      <a:pt x="4714" y="3847"/>
                      <a:pt x="4740" y="4111"/>
                      <a:pt x="4754" y="4349"/>
                    </a:cubicBezTo>
                    <a:cubicBezTo>
                      <a:pt x="4760" y="4581"/>
                      <a:pt x="4760" y="4779"/>
                      <a:pt x="4760" y="4918"/>
                    </a:cubicBezTo>
                    <a:cubicBezTo>
                      <a:pt x="4754" y="5050"/>
                      <a:pt x="4754" y="5129"/>
                      <a:pt x="4754" y="5129"/>
                    </a:cubicBezTo>
                    <a:cubicBezTo>
                      <a:pt x="4747" y="5341"/>
                      <a:pt x="4886" y="5532"/>
                      <a:pt x="5091" y="5585"/>
                    </a:cubicBezTo>
                    <a:cubicBezTo>
                      <a:pt x="5256" y="5770"/>
                      <a:pt x="5441" y="5922"/>
                      <a:pt x="5666" y="6028"/>
                    </a:cubicBezTo>
                    <a:cubicBezTo>
                      <a:pt x="5845" y="6115"/>
                      <a:pt x="6045" y="6156"/>
                      <a:pt x="6243" y="6156"/>
                    </a:cubicBezTo>
                    <a:cubicBezTo>
                      <a:pt x="6271" y="6156"/>
                      <a:pt x="6299" y="6155"/>
                      <a:pt x="6327" y="6154"/>
                    </a:cubicBezTo>
                    <a:lnTo>
                      <a:pt x="6327" y="6887"/>
                    </a:lnTo>
                    <a:lnTo>
                      <a:pt x="6333" y="7006"/>
                    </a:lnTo>
                    <a:lnTo>
                      <a:pt x="5838" y="9241"/>
                    </a:lnTo>
                    <a:cubicBezTo>
                      <a:pt x="5824" y="9294"/>
                      <a:pt x="5838" y="9346"/>
                      <a:pt x="5871" y="9386"/>
                    </a:cubicBezTo>
                    <a:cubicBezTo>
                      <a:pt x="5904" y="9432"/>
                      <a:pt x="5957" y="9452"/>
                      <a:pt x="6010" y="9452"/>
                    </a:cubicBezTo>
                    <a:lnTo>
                      <a:pt x="6380" y="9452"/>
                    </a:lnTo>
                    <a:lnTo>
                      <a:pt x="6466" y="11336"/>
                    </a:lnTo>
                    <a:cubicBezTo>
                      <a:pt x="6472" y="11501"/>
                      <a:pt x="6611" y="11627"/>
                      <a:pt x="6770" y="11627"/>
                    </a:cubicBezTo>
                    <a:cubicBezTo>
                      <a:pt x="6928" y="11627"/>
                      <a:pt x="7067" y="11501"/>
                      <a:pt x="7074" y="11343"/>
                    </a:cubicBezTo>
                    <a:lnTo>
                      <a:pt x="7180" y="9452"/>
                    </a:lnTo>
                    <a:lnTo>
                      <a:pt x="7219" y="9452"/>
                    </a:lnTo>
                    <a:lnTo>
                      <a:pt x="7305" y="11336"/>
                    </a:lnTo>
                    <a:cubicBezTo>
                      <a:pt x="7312" y="11501"/>
                      <a:pt x="7444" y="11627"/>
                      <a:pt x="7609" y="11627"/>
                    </a:cubicBezTo>
                    <a:cubicBezTo>
                      <a:pt x="7768" y="11627"/>
                      <a:pt x="7900" y="11501"/>
                      <a:pt x="7907" y="11343"/>
                    </a:cubicBezTo>
                    <a:lnTo>
                      <a:pt x="8012" y="9452"/>
                    </a:lnTo>
                    <a:lnTo>
                      <a:pt x="8383" y="9452"/>
                    </a:lnTo>
                    <a:cubicBezTo>
                      <a:pt x="8436" y="9452"/>
                      <a:pt x="8482" y="9432"/>
                      <a:pt x="8515" y="9386"/>
                    </a:cubicBezTo>
                    <a:cubicBezTo>
                      <a:pt x="8548" y="9346"/>
                      <a:pt x="8561" y="9294"/>
                      <a:pt x="8554" y="9241"/>
                    </a:cubicBezTo>
                    <a:lnTo>
                      <a:pt x="8072" y="7046"/>
                    </a:lnTo>
                    <a:lnTo>
                      <a:pt x="8079" y="6914"/>
                    </a:lnTo>
                    <a:lnTo>
                      <a:pt x="8079" y="6154"/>
                    </a:lnTo>
                    <a:cubicBezTo>
                      <a:pt x="8106" y="6155"/>
                      <a:pt x="8133" y="6156"/>
                      <a:pt x="8161" y="6156"/>
                    </a:cubicBezTo>
                    <a:cubicBezTo>
                      <a:pt x="8354" y="6156"/>
                      <a:pt x="8554" y="6116"/>
                      <a:pt x="8733" y="6035"/>
                    </a:cubicBezTo>
                    <a:cubicBezTo>
                      <a:pt x="8898" y="5962"/>
                      <a:pt x="9037" y="5856"/>
                      <a:pt x="9163" y="5737"/>
                    </a:cubicBezTo>
                    <a:cubicBezTo>
                      <a:pt x="9167" y="5737"/>
                      <a:pt x="9171" y="5737"/>
                      <a:pt x="9175" y="5737"/>
                    </a:cubicBezTo>
                    <a:cubicBezTo>
                      <a:pt x="9401" y="5737"/>
                      <a:pt x="9599" y="5555"/>
                      <a:pt x="9619" y="5327"/>
                    </a:cubicBezTo>
                    <a:cubicBezTo>
                      <a:pt x="9625" y="5222"/>
                      <a:pt x="9632" y="5109"/>
                      <a:pt x="9645" y="4997"/>
                    </a:cubicBezTo>
                    <a:cubicBezTo>
                      <a:pt x="9665" y="4825"/>
                      <a:pt x="9685" y="4653"/>
                      <a:pt x="9711" y="4481"/>
                    </a:cubicBezTo>
                    <a:cubicBezTo>
                      <a:pt x="9771" y="4118"/>
                      <a:pt x="9870" y="3761"/>
                      <a:pt x="9996" y="3417"/>
                    </a:cubicBezTo>
                    <a:cubicBezTo>
                      <a:pt x="10029" y="3331"/>
                      <a:pt x="10062" y="3245"/>
                      <a:pt x="10101" y="3166"/>
                    </a:cubicBezTo>
                    <a:lnTo>
                      <a:pt x="10114" y="4224"/>
                    </a:lnTo>
                    <a:lnTo>
                      <a:pt x="9262" y="8064"/>
                    </a:lnTo>
                    <a:cubicBezTo>
                      <a:pt x="9249" y="8157"/>
                      <a:pt x="9268" y="8243"/>
                      <a:pt x="9328" y="8315"/>
                    </a:cubicBezTo>
                    <a:cubicBezTo>
                      <a:pt x="9381" y="8388"/>
                      <a:pt x="9467" y="8428"/>
                      <a:pt x="9559" y="8428"/>
                    </a:cubicBezTo>
                    <a:lnTo>
                      <a:pt x="10233" y="8428"/>
                    </a:lnTo>
                    <a:lnTo>
                      <a:pt x="10366" y="11131"/>
                    </a:lnTo>
                    <a:cubicBezTo>
                      <a:pt x="10379" y="11409"/>
                      <a:pt x="10610" y="11627"/>
                      <a:pt x="10881" y="11627"/>
                    </a:cubicBezTo>
                    <a:cubicBezTo>
                      <a:pt x="11152" y="11627"/>
                      <a:pt x="11384" y="11415"/>
                      <a:pt x="11403" y="11144"/>
                    </a:cubicBezTo>
                    <a:cubicBezTo>
                      <a:pt x="11403" y="11138"/>
                      <a:pt x="11403" y="11138"/>
                      <a:pt x="11403" y="11138"/>
                    </a:cubicBezTo>
                    <a:lnTo>
                      <a:pt x="11542" y="8428"/>
                    </a:lnTo>
                    <a:lnTo>
                      <a:pt x="11668" y="8428"/>
                    </a:lnTo>
                    <a:lnTo>
                      <a:pt x="11800" y="11131"/>
                    </a:lnTo>
                    <a:cubicBezTo>
                      <a:pt x="11813" y="11409"/>
                      <a:pt x="12045" y="11627"/>
                      <a:pt x="12316" y="11627"/>
                    </a:cubicBezTo>
                    <a:cubicBezTo>
                      <a:pt x="12587" y="11627"/>
                      <a:pt x="12818" y="11415"/>
                      <a:pt x="12838" y="11144"/>
                    </a:cubicBezTo>
                    <a:cubicBezTo>
                      <a:pt x="12838" y="11138"/>
                      <a:pt x="12838" y="11138"/>
                      <a:pt x="12838" y="11138"/>
                    </a:cubicBezTo>
                    <a:lnTo>
                      <a:pt x="12977" y="8428"/>
                    </a:lnTo>
                    <a:lnTo>
                      <a:pt x="13631" y="8428"/>
                    </a:lnTo>
                    <a:cubicBezTo>
                      <a:pt x="13717" y="8428"/>
                      <a:pt x="13803" y="8388"/>
                      <a:pt x="13862" y="8315"/>
                    </a:cubicBezTo>
                    <a:cubicBezTo>
                      <a:pt x="13922" y="8249"/>
                      <a:pt x="13942" y="8157"/>
                      <a:pt x="13922" y="8064"/>
                    </a:cubicBezTo>
                    <a:lnTo>
                      <a:pt x="13082" y="4204"/>
                    </a:lnTo>
                    <a:lnTo>
                      <a:pt x="13096" y="3159"/>
                    </a:lnTo>
                    <a:cubicBezTo>
                      <a:pt x="13241" y="3510"/>
                      <a:pt x="13334" y="3933"/>
                      <a:pt x="13406" y="4303"/>
                    </a:cubicBezTo>
                    <a:cubicBezTo>
                      <a:pt x="13466" y="4620"/>
                      <a:pt x="13499" y="4944"/>
                      <a:pt x="13525" y="5261"/>
                    </a:cubicBezTo>
                    <a:cubicBezTo>
                      <a:pt x="13525" y="5268"/>
                      <a:pt x="13525" y="5281"/>
                      <a:pt x="13525" y="5288"/>
                    </a:cubicBezTo>
                    <a:cubicBezTo>
                      <a:pt x="13544" y="5511"/>
                      <a:pt x="13743" y="5692"/>
                      <a:pt x="13965" y="5692"/>
                    </a:cubicBezTo>
                    <a:cubicBezTo>
                      <a:pt x="13972" y="5692"/>
                      <a:pt x="13980" y="5691"/>
                      <a:pt x="13988" y="5691"/>
                    </a:cubicBezTo>
                    <a:cubicBezTo>
                      <a:pt x="14226" y="5684"/>
                      <a:pt x="14411" y="5486"/>
                      <a:pt x="14418" y="5255"/>
                    </a:cubicBezTo>
                    <a:cubicBezTo>
                      <a:pt x="14418" y="5103"/>
                      <a:pt x="14418" y="4951"/>
                      <a:pt x="14418" y="4805"/>
                    </a:cubicBezTo>
                    <a:lnTo>
                      <a:pt x="14418" y="4792"/>
                    </a:lnTo>
                    <a:cubicBezTo>
                      <a:pt x="14418" y="4784"/>
                      <a:pt x="14418" y="4777"/>
                      <a:pt x="14418" y="4772"/>
                    </a:cubicBezTo>
                    <a:cubicBezTo>
                      <a:pt x="14404" y="4422"/>
                      <a:pt x="14385" y="4072"/>
                      <a:pt x="14325" y="3721"/>
                    </a:cubicBezTo>
                    <a:cubicBezTo>
                      <a:pt x="14272" y="3344"/>
                      <a:pt x="14180" y="2981"/>
                      <a:pt x="14048" y="2624"/>
                    </a:cubicBezTo>
                    <a:cubicBezTo>
                      <a:pt x="13803" y="1943"/>
                      <a:pt x="13387" y="1295"/>
                      <a:pt x="12792" y="879"/>
                    </a:cubicBezTo>
                    <a:cubicBezTo>
                      <a:pt x="12666" y="793"/>
                      <a:pt x="12534" y="720"/>
                      <a:pt x="12402" y="648"/>
                    </a:cubicBezTo>
                    <a:cubicBezTo>
                      <a:pt x="12146" y="508"/>
                      <a:pt x="11873" y="438"/>
                      <a:pt x="11599" y="438"/>
                    </a:cubicBezTo>
                    <a:cubicBezTo>
                      <a:pt x="11329" y="438"/>
                      <a:pt x="11058" y="506"/>
                      <a:pt x="10802" y="641"/>
                    </a:cubicBezTo>
                    <a:cubicBezTo>
                      <a:pt x="10174" y="978"/>
                      <a:pt x="9665" y="1513"/>
                      <a:pt x="9334" y="2135"/>
                    </a:cubicBezTo>
                    <a:cubicBezTo>
                      <a:pt x="9163" y="2465"/>
                      <a:pt x="9037" y="2822"/>
                      <a:pt x="8938" y="3186"/>
                    </a:cubicBezTo>
                    <a:cubicBezTo>
                      <a:pt x="8845" y="3549"/>
                      <a:pt x="8792" y="3920"/>
                      <a:pt x="8753" y="4290"/>
                    </a:cubicBezTo>
                    <a:cubicBezTo>
                      <a:pt x="8720" y="4627"/>
                      <a:pt x="8726" y="4964"/>
                      <a:pt x="8726" y="5301"/>
                    </a:cubicBezTo>
                    <a:cubicBezTo>
                      <a:pt x="8726" y="5321"/>
                      <a:pt x="8726" y="5347"/>
                      <a:pt x="8733" y="5367"/>
                    </a:cubicBezTo>
                    <a:cubicBezTo>
                      <a:pt x="8634" y="5427"/>
                      <a:pt x="8521" y="5473"/>
                      <a:pt x="8402" y="5486"/>
                    </a:cubicBezTo>
                    <a:cubicBezTo>
                      <a:pt x="8364" y="5492"/>
                      <a:pt x="8325" y="5495"/>
                      <a:pt x="8286" y="5495"/>
                    </a:cubicBezTo>
                    <a:cubicBezTo>
                      <a:pt x="8111" y="5495"/>
                      <a:pt x="7938" y="5436"/>
                      <a:pt x="7814" y="5327"/>
                    </a:cubicBezTo>
                    <a:cubicBezTo>
                      <a:pt x="7633" y="5169"/>
                      <a:pt x="7427" y="5094"/>
                      <a:pt x="7219" y="5094"/>
                    </a:cubicBezTo>
                    <a:cubicBezTo>
                      <a:pt x="7002" y="5094"/>
                      <a:pt x="6784" y="5176"/>
                      <a:pt x="6591" y="5327"/>
                    </a:cubicBezTo>
                    <a:cubicBezTo>
                      <a:pt x="6460" y="5431"/>
                      <a:pt x="6288" y="5495"/>
                      <a:pt x="6117" y="5495"/>
                    </a:cubicBezTo>
                    <a:cubicBezTo>
                      <a:pt x="6081" y="5495"/>
                      <a:pt x="6045" y="5492"/>
                      <a:pt x="6010" y="5486"/>
                    </a:cubicBezTo>
                    <a:cubicBezTo>
                      <a:pt x="5858" y="5466"/>
                      <a:pt x="5732" y="5413"/>
                      <a:pt x="5613" y="5334"/>
                    </a:cubicBezTo>
                    <a:cubicBezTo>
                      <a:pt x="5633" y="5294"/>
                      <a:pt x="5639" y="5255"/>
                      <a:pt x="5646" y="5209"/>
                    </a:cubicBezTo>
                    <a:cubicBezTo>
                      <a:pt x="5646" y="5209"/>
                      <a:pt x="5659" y="5123"/>
                      <a:pt x="5672" y="4971"/>
                    </a:cubicBezTo>
                    <a:cubicBezTo>
                      <a:pt x="5692" y="4819"/>
                      <a:pt x="5706" y="4607"/>
                      <a:pt x="5719" y="4343"/>
                    </a:cubicBezTo>
                    <a:cubicBezTo>
                      <a:pt x="5725" y="4085"/>
                      <a:pt x="5725" y="3774"/>
                      <a:pt x="5699" y="3437"/>
                    </a:cubicBezTo>
                    <a:cubicBezTo>
                      <a:pt x="5672" y="3107"/>
                      <a:pt x="5620" y="2743"/>
                      <a:pt x="5514" y="2386"/>
                    </a:cubicBezTo>
                    <a:cubicBezTo>
                      <a:pt x="5415" y="2022"/>
                      <a:pt x="5263" y="1665"/>
                      <a:pt x="5071" y="1348"/>
                    </a:cubicBezTo>
                    <a:cubicBezTo>
                      <a:pt x="4972" y="1190"/>
                      <a:pt x="4859" y="1044"/>
                      <a:pt x="4747" y="912"/>
                    </a:cubicBezTo>
                    <a:cubicBezTo>
                      <a:pt x="4628" y="780"/>
                      <a:pt x="4502" y="661"/>
                      <a:pt x="4383" y="562"/>
                    </a:cubicBezTo>
                    <a:cubicBezTo>
                      <a:pt x="4139" y="363"/>
                      <a:pt x="3901" y="231"/>
                      <a:pt x="3716" y="158"/>
                    </a:cubicBezTo>
                    <a:cubicBezTo>
                      <a:pt x="3623" y="119"/>
                      <a:pt x="3544" y="92"/>
                      <a:pt x="3478" y="72"/>
                    </a:cubicBezTo>
                    <a:cubicBezTo>
                      <a:pt x="3289" y="22"/>
                      <a:pt x="3087" y="1"/>
                      <a:pt x="28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75" name="Google Shape;975;p59"/>
              <p:cNvSpPr/>
              <p:nvPr/>
            </p:nvSpPr>
            <p:spPr>
              <a:xfrm>
                <a:off x="4203389" y="2163454"/>
                <a:ext cx="38464" cy="36608"/>
              </a:xfrm>
              <a:custGeom>
                <a:avLst/>
                <a:gdLst/>
                <a:ahLst/>
                <a:cxnLst/>
                <a:rect l="l" t="t" r="r" b="b"/>
                <a:pathLst>
                  <a:path w="1845" h="1756" extrusionOk="0">
                    <a:moveTo>
                      <a:pt x="916" y="0"/>
                    </a:moveTo>
                    <a:cubicBezTo>
                      <a:pt x="680" y="0"/>
                      <a:pt x="451" y="98"/>
                      <a:pt x="291" y="269"/>
                    </a:cubicBezTo>
                    <a:cubicBezTo>
                      <a:pt x="87" y="487"/>
                      <a:pt x="1" y="791"/>
                      <a:pt x="73" y="1082"/>
                    </a:cubicBezTo>
                    <a:cubicBezTo>
                      <a:pt x="139" y="1359"/>
                      <a:pt x="344" y="1597"/>
                      <a:pt x="615" y="1697"/>
                    </a:cubicBezTo>
                    <a:cubicBezTo>
                      <a:pt x="714" y="1736"/>
                      <a:pt x="820" y="1756"/>
                      <a:pt x="926" y="1756"/>
                    </a:cubicBezTo>
                    <a:cubicBezTo>
                      <a:pt x="1217" y="1756"/>
                      <a:pt x="1494" y="1604"/>
                      <a:pt x="1653" y="1359"/>
                    </a:cubicBezTo>
                    <a:cubicBezTo>
                      <a:pt x="1818" y="1115"/>
                      <a:pt x="1845" y="798"/>
                      <a:pt x="1726" y="527"/>
                    </a:cubicBezTo>
                    <a:cubicBezTo>
                      <a:pt x="1613" y="262"/>
                      <a:pt x="1369" y="64"/>
                      <a:pt x="1085" y="18"/>
                    </a:cubicBezTo>
                    <a:cubicBezTo>
                      <a:pt x="1029" y="6"/>
                      <a:pt x="972" y="0"/>
                      <a:pt x="9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976" name="Google Shape;976;p59"/>
          <p:cNvGrpSpPr/>
          <p:nvPr/>
        </p:nvGrpSpPr>
        <p:grpSpPr>
          <a:xfrm>
            <a:off x="1083566" y="427744"/>
            <a:ext cx="727200" cy="727200"/>
            <a:chOff x="3919903" y="456875"/>
            <a:chExt cx="727200" cy="727200"/>
          </a:xfrm>
        </p:grpSpPr>
        <p:sp>
          <p:nvSpPr>
            <p:cNvPr id="977" name="Google Shape;977;p59"/>
            <p:cNvSpPr/>
            <p:nvPr/>
          </p:nvSpPr>
          <p:spPr>
            <a:xfrm>
              <a:off x="3919903" y="456875"/>
              <a:ext cx="727200" cy="7272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59"/>
            <p:cNvSpPr/>
            <p:nvPr/>
          </p:nvSpPr>
          <p:spPr>
            <a:xfrm>
              <a:off x="3962343" y="499314"/>
              <a:ext cx="642300" cy="6423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 name="Google Shape;979;p59"/>
            <p:cNvGrpSpPr/>
            <p:nvPr/>
          </p:nvGrpSpPr>
          <p:grpSpPr>
            <a:xfrm>
              <a:off x="4021301" y="620308"/>
              <a:ext cx="535695" cy="400236"/>
              <a:chOff x="3630299" y="2041315"/>
              <a:chExt cx="397312" cy="296845"/>
            </a:xfrm>
          </p:grpSpPr>
          <p:sp>
            <p:nvSpPr>
              <p:cNvPr id="980" name="Google Shape;980;p59"/>
              <p:cNvSpPr/>
              <p:nvPr/>
            </p:nvSpPr>
            <p:spPr>
              <a:xfrm>
                <a:off x="3646955" y="2152364"/>
                <a:ext cx="39986" cy="39172"/>
              </a:xfrm>
              <a:custGeom>
                <a:avLst/>
                <a:gdLst/>
                <a:ahLst/>
                <a:cxnLst/>
                <a:rect l="l" t="t" r="r" b="b"/>
                <a:pathLst>
                  <a:path w="1918" h="1879" extrusionOk="0">
                    <a:moveTo>
                      <a:pt x="969" y="0"/>
                    </a:moveTo>
                    <a:cubicBezTo>
                      <a:pt x="931" y="0"/>
                      <a:pt x="892" y="3"/>
                      <a:pt x="854" y="8"/>
                    </a:cubicBezTo>
                    <a:cubicBezTo>
                      <a:pt x="602" y="41"/>
                      <a:pt x="371" y="173"/>
                      <a:pt x="219" y="371"/>
                    </a:cubicBezTo>
                    <a:cubicBezTo>
                      <a:pt x="60" y="583"/>
                      <a:pt x="1" y="847"/>
                      <a:pt x="47" y="1105"/>
                    </a:cubicBezTo>
                    <a:cubicBezTo>
                      <a:pt x="126" y="1548"/>
                      <a:pt x="523" y="1878"/>
                      <a:pt x="966" y="1878"/>
                    </a:cubicBezTo>
                    <a:cubicBezTo>
                      <a:pt x="1224" y="1878"/>
                      <a:pt x="1475" y="1766"/>
                      <a:pt x="1647" y="1581"/>
                    </a:cubicBezTo>
                    <a:cubicBezTo>
                      <a:pt x="1825" y="1396"/>
                      <a:pt x="1918" y="1138"/>
                      <a:pt x="1905" y="880"/>
                    </a:cubicBezTo>
                    <a:cubicBezTo>
                      <a:pt x="1885" y="629"/>
                      <a:pt x="1766" y="384"/>
                      <a:pt x="1574" y="226"/>
                    </a:cubicBezTo>
                    <a:cubicBezTo>
                      <a:pt x="1405" y="79"/>
                      <a:pt x="1189" y="0"/>
                      <a:pt x="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81" name="Google Shape;981;p59"/>
              <p:cNvSpPr/>
              <p:nvPr/>
            </p:nvSpPr>
            <p:spPr>
              <a:xfrm>
                <a:off x="3991464" y="2220074"/>
                <a:ext cx="25517" cy="24913"/>
              </a:xfrm>
              <a:custGeom>
                <a:avLst/>
                <a:gdLst/>
                <a:ahLst/>
                <a:cxnLst/>
                <a:rect l="l" t="t" r="r" b="b"/>
                <a:pathLst>
                  <a:path w="1224" h="1195" extrusionOk="0">
                    <a:moveTo>
                      <a:pt x="606" y="1"/>
                    </a:moveTo>
                    <a:cubicBezTo>
                      <a:pt x="467" y="1"/>
                      <a:pt x="332" y="47"/>
                      <a:pt x="225" y="137"/>
                    </a:cubicBezTo>
                    <a:cubicBezTo>
                      <a:pt x="99" y="243"/>
                      <a:pt x="20" y="395"/>
                      <a:pt x="13" y="560"/>
                    </a:cubicBezTo>
                    <a:cubicBezTo>
                      <a:pt x="0" y="726"/>
                      <a:pt x="60" y="891"/>
                      <a:pt x="172" y="1010"/>
                    </a:cubicBezTo>
                    <a:cubicBezTo>
                      <a:pt x="284" y="1122"/>
                      <a:pt x="443" y="1195"/>
                      <a:pt x="608" y="1195"/>
                    </a:cubicBezTo>
                    <a:cubicBezTo>
                      <a:pt x="893" y="1195"/>
                      <a:pt x="1144" y="983"/>
                      <a:pt x="1197" y="699"/>
                    </a:cubicBezTo>
                    <a:cubicBezTo>
                      <a:pt x="1223" y="540"/>
                      <a:pt x="1183" y="369"/>
                      <a:pt x="1084" y="236"/>
                    </a:cubicBezTo>
                    <a:cubicBezTo>
                      <a:pt x="985" y="104"/>
                      <a:pt x="840" y="25"/>
                      <a:pt x="681" y="5"/>
                    </a:cubicBezTo>
                    <a:cubicBezTo>
                      <a:pt x="656" y="2"/>
                      <a:pt x="631" y="1"/>
                      <a:pt x="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82" name="Google Shape;982;p59"/>
              <p:cNvSpPr/>
              <p:nvPr/>
            </p:nvSpPr>
            <p:spPr>
              <a:xfrm>
                <a:off x="3630299" y="2103521"/>
                <a:ext cx="397312" cy="234639"/>
              </a:xfrm>
              <a:custGeom>
                <a:avLst/>
                <a:gdLst/>
                <a:ahLst/>
                <a:cxnLst/>
                <a:rect l="l" t="t" r="r" b="b"/>
                <a:pathLst>
                  <a:path w="19058" h="11255" extrusionOk="0">
                    <a:moveTo>
                      <a:pt x="9366" y="2030"/>
                    </a:moveTo>
                    <a:cubicBezTo>
                      <a:pt x="9386" y="2030"/>
                      <a:pt x="9406" y="2031"/>
                      <a:pt x="9426" y="2033"/>
                    </a:cubicBezTo>
                    <a:cubicBezTo>
                      <a:pt x="9697" y="2060"/>
                      <a:pt x="9922" y="2271"/>
                      <a:pt x="9961" y="2536"/>
                    </a:cubicBezTo>
                    <a:cubicBezTo>
                      <a:pt x="9975" y="2588"/>
                      <a:pt x="9975" y="2641"/>
                      <a:pt x="9968" y="2694"/>
                    </a:cubicBezTo>
                    <a:cubicBezTo>
                      <a:pt x="10051" y="2653"/>
                      <a:pt x="10144" y="2631"/>
                      <a:pt x="10239" y="2631"/>
                    </a:cubicBezTo>
                    <a:cubicBezTo>
                      <a:pt x="10326" y="2631"/>
                      <a:pt x="10415" y="2650"/>
                      <a:pt x="10497" y="2688"/>
                    </a:cubicBezTo>
                    <a:lnTo>
                      <a:pt x="11594" y="3183"/>
                    </a:lnTo>
                    <a:cubicBezTo>
                      <a:pt x="11905" y="3329"/>
                      <a:pt x="12044" y="3692"/>
                      <a:pt x="11898" y="4003"/>
                    </a:cubicBezTo>
                    <a:cubicBezTo>
                      <a:pt x="11796" y="4232"/>
                      <a:pt x="11568" y="4368"/>
                      <a:pt x="11331" y="4368"/>
                    </a:cubicBezTo>
                    <a:cubicBezTo>
                      <a:pt x="11246" y="4368"/>
                      <a:pt x="11160" y="4350"/>
                      <a:pt x="11079" y="4314"/>
                    </a:cubicBezTo>
                    <a:lnTo>
                      <a:pt x="10166" y="3897"/>
                    </a:lnTo>
                    <a:cubicBezTo>
                      <a:pt x="10305" y="3765"/>
                      <a:pt x="10305" y="3540"/>
                      <a:pt x="10173" y="3402"/>
                    </a:cubicBezTo>
                    <a:cubicBezTo>
                      <a:pt x="10114" y="3349"/>
                      <a:pt x="10034" y="3309"/>
                      <a:pt x="9948" y="3302"/>
                    </a:cubicBezTo>
                    <a:cubicBezTo>
                      <a:pt x="9902" y="3302"/>
                      <a:pt x="9856" y="3309"/>
                      <a:pt x="9803" y="3316"/>
                    </a:cubicBezTo>
                    <a:cubicBezTo>
                      <a:pt x="9743" y="3322"/>
                      <a:pt x="9690" y="3322"/>
                      <a:pt x="9631" y="3322"/>
                    </a:cubicBezTo>
                    <a:cubicBezTo>
                      <a:pt x="9624" y="3283"/>
                      <a:pt x="9624" y="3249"/>
                      <a:pt x="9624" y="3210"/>
                    </a:cubicBezTo>
                    <a:cubicBezTo>
                      <a:pt x="9539" y="3254"/>
                      <a:pt x="9446" y="3275"/>
                      <a:pt x="9353" y="3275"/>
                    </a:cubicBezTo>
                    <a:cubicBezTo>
                      <a:pt x="9180" y="3275"/>
                      <a:pt x="9007" y="3200"/>
                      <a:pt x="8891" y="3058"/>
                    </a:cubicBezTo>
                    <a:cubicBezTo>
                      <a:pt x="8739" y="2886"/>
                      <a:pt x="8706" y="2628"/>
                      <a:pt x="8798" y="2417"/>
                    </a:cubicBezTo>
                    <a:lnTo>
                      <a:pt x="8818" y="2384"/>
                    </a:lnTo>
                    <a:cubicBezTo>
                      <a:pt x="8915" y="2170"/>
                      <a:pt x="9131" y="2030"/>
                      <a:pt x="9366" y="2030"/>
                    </a:cubicBezTo>
                    <a:close/>
                    <a:moveTo>
                      <a:pt x="8838" y="3924"/>
                    </a:moveTo>
                    <a:cubicBezTo>
                      <a:pt x="8884" y="3950"/>
                      <a:pt x="8937" y="3977"/>
                      <a:pt x="8983" y="4003"/>
                    </a:cubicBezTo>
                    <a:lnTo>
                      <a:pt x="8765" y="4997"/>
                    </a:lnTo>
                    <a:lnTo>
                      <a:pt x="8765" y="4997"/>
                    </a:lnTo>
                    <a:cubicBezTo>
                      <a:pt x="8765" y="4996"/>
                      <a:pt x="8765" y="4995"/>
                      <a:pt x="8765" y="4995"/>
                    </a:cubicBezTo>
                    <a:cubicBezTo>
                      <a:pt x="8765" y="4995"/>
                      <a:pt x="8778" y="4909"/>
                      <a:pt x="8791" y="4770"/>
                    </a:cubicBezTo>
                    <a:cubicBezTo>
                      <a:pt x="8805" y="4624"/>
                      <a:pt x="8825" y="4419"/>
                      <a:pt x="8831" y="4168"/>
                    </a:cubicBezTo>
                    <a:cubicBezTo>
                      <a:pt x="8838" y="4089"/>
                      <a:pt x="8838" y="4010"/>
                      <a:pt x="8838" y="3924"/>
                    </a:cubicBezTo>
                    <a:close/>
                    <a:moveTo>
                      <a:pt x="6129" y="1"/>
                    </a:moveTo>
                    <a:cubicBezTo>
                      <a:pt x="5941" y="1"/>
                      <a:pt x="5754" y="20"/>
                      <a:pt x="5586" y="50"/>
                    </a:cubicBezTo>
                    <a:cubicBezTo>
                      <a:pt x="5559" y="57"/>
                      <a:pt x="5533" y="63"/>
                      <a:pt x="5500" y="70"/>
                    </a:cubicBezTo>
                    <a:cubicBezTo>
                      <a:pt x="5440" y="90"/>
                      <a:pt x="5367" y="110"/>
                      <a:pt x="5282" y="149"/>
                    </a:cubicBezTo>
                    <a:cubicBezTo>
                      <a:pt x="5103" y="222"/>
                      <a:pt x="4872" y="348"/>
                      <a:pt x="4640" y="539"/>
                    </a:cubicBezTo>
                    <a:cubicBezTo>
                      <a:pt x="4521" y="632"/>
                      <a:pt x="4402" y="744"/>
                      <a:pt x="4290" y="870"/>
                    </a:cubicBezTo>
                    <a:cubicBezTo>
                      <a:pt x="4178" y="1002"/>
                      <a:pt x="4072" y="1141"/>
                      <a:pt x="3979" y="1293"/>
                    </a:cubicBezTo>
                    <a:cubicBezTo>
                      <a:pt x="3794" y="1597"/>
                      <a:pt x="3649" y="1941"/>
                      <a:pt x="3550" y="2284"/>
                    </a:cubicBezTo>
                    <a:cubicBezTo>
                      <a:pt x="3450" y="2635"/>
                      <a:pt x="3398" y="2978"/>
                      <a:pt x="3371" y="3296"/>
                    </a:cubicBezTo>
                    <a:cubicBezTo>
                      <a:pt x="3345" y="3620"/>
                      <a:pt x="3345" y="3917"/>
                      <a:pt x="3358" y="4168"/>
                    </a:cubicBezTo>
                    <a:cubicBezTo>
                      <a:pt x="3365" y="4419"/>
                      <a:pt x="3384" y="4624"/>
                      <a:pt x="3398" y="4770"/>
                    </a:cubicBezTo>
                    <a:cubicBezTo>
                      <a:pt x="3411" y="4909"/>
                      <a:pt x="3424" y="4995"/>
                      <a:pt x="3424" y="4995"/>
                    </a:cubicBezTo>
                    <a:cubicBezTo>
                      <a:pt x="3431" y="5054"/>
                      <a:pt x="3450" y="5100"/>
                      <a:pt x="3477" y="5147"/>
                    </a:cubicBezTo>
                    <a:cubicBezTo>
                      <a:pt x="3464" y="5147"/>
                      <a:pt x="3457" y="5147"/>
                      <a:pt x="3444" y="5140"/>
                    </a:cubicBezTo>
                    <a:cubicBezTo>
                      <a:pt x="3391" y="5127"/>
                      <a:pt x="3338" y="5114"/>
                      <a:pt x="3285" y="5087"/>
                    </a:cubicBezTo>
                    <a:cubicBezTo>
                      <a:pt x="3173" y="5047"/>
                      <a:pt x="3067" y="4988"/>
                      <a:pt x="2968" y="4928"/>
                    </a:cubicBezTo>
                    <a:cubicBezTo>
                      <a:pt x="2776" y="4809"/>
                      <a:pt x="2591" y="4684"/>
                      <a:pt x="2419" y="4545"/>
                    </a:cubicBezTo>
                    <a:cubicBezTo>
                      <a:pt x="2213" y="4370"/>
                      <a:pt x="1985" y="4289"/>
                      <a:pt x="1758" y="4289"/>
                    </a:cubicBezTo>
                    <a:cubicBezTo>
                      <a:pt x="1608" y="4289"/>
                      <a:pt x="1458" y="4324"/>
                      <a:pt x="1315" y="4393"/>
                    </a:cubicBezTo>
                    <a:cubicBezTo>
                      <a:pt x="668" y="4697"/>
                      <a:pt x="271" y="5358"/>
                      <a:pt x="112" y="6032"/>
                    </a:cubicBezTo>
                    <a:cubicBezTo>
                      <a:pt x="26" y="6429"/>
                      <a:pt x="0" y="6832"/>
                      <a:pt x="7" y="7242"/>
                    </a:cubicBezTo>
                    <a:cubicBezTo>
                      <a:pt x="7" y="7387"/>
                      <a:pt x="126" y="7513"/>
                      <a:pt x="271" y="7520"/>
                    </a:cubicBezTo>
                    <a:cubicBezTo>
                      <a:pt x="275" y="7520"/>
                      <a:pt x="279" y="7520"/>
                      <a:pt x="283" y="7520"/>
                    </a:cubicBezTo>
                    <a:cubicBezTo>
                      <a:pt x="424" y="7520"/>
                      <a:pt x="549" y="7410"/>
                      <a:pt x="562" y="7262"/>
                    </a:cubicBezTo>
                    <a:cubicBezTo>
                      <a:pt x="595" y="6878"/>
                      <a:pt x="641" y="6495"/>
                      <a:pt x="780" y="6131"/>
                    </a:cubicBezTo>
                    <a:lnTo>
                      <a:pt x="780" y="6131"/>
                    </a:lnTo>
                    <a:cubicBezTo>
                      <a:pt x="767" y="6416"/>
                      <a:pt x="747" y="6693"/>
                      <a:pt x="734" y="6978"/>
                    </a:cubicBezTo>
                    <a:cubicBezTo>
                      <a:pt x="727" y="7070"/>
                      <a:pt x="727" y="7156"/>
                      <a:pt x="721" y="7249"/>
                    </a:cubicBezTo>
                    <a:cubicBezTo>
                      <a:pt x="707" y="7440"/>
                      <a:pt x="747" y="7632"/>
                      <a:pt x="833" y="7804"/>
                    </a:cubicBezTo>
                    <a:lnTo>
                      <a:pt x="992" y="10917"/>
                    </a:lnTo>
                    <a:cubicBezTo>
                      <a:pt x="1005" y="11089"/>
                      <a:pt x="1150" y="11228"/>
                      <a:pt x="1315" y="11228"/>
                    </a:cubicBezTo>
                    <a:cubicBezTo>
                      <a:pt x="1487" y="11228"/>
                      <a:pt x="1633" y="11089"/>
                      <a:pt x="1639" y="10917"/>
                    </a:cubicBezTo>
                    <a:lnTo>
                      <a:pt x="1758" y="8465"/>
                    </a:lnTo>
                    <a:lnTo>
                      <a:pt x="1891" y="10917"/>
                    </a:lnTo>
                    <a:cubicBezTo>
                      <a:pt x="1897" y="11089"/>
                      <a:pt x="2043" y="11228"/>
                      <a:pt x="2214" y="11228"/>
                    </a:cubicBezTo>
                    <a:cubicBezTo>
                      <a:pt x="2380" y="11228"/>
                      <a:pt x="2525" y="11089"/>
                      <a:pt x="2538" y="10917"/>
                    </a:cubicBezTo>
                    <a:lnTo>
                      <a:pt x="2684" y="7804"/>
                    </a:lnTo>
                    <a:cubicBezTo>
                      <a:pt x="2776" y="7639"/>
                      <a:pt x="2823" y="7460"/>
                      <a:pt x="2816" y="7255"/>
                    </a:cubicBezTo>
                    <a:lnTo>
                      <a:pt x="2723" y="5596"/>
                    </a:lnTo>
                    <a:lnTo>
                      <a:pt x="2723" y="5596"/>
                    </a:lnTo>
                    <a:cubicBezTo>
                      <a:pt x="2958" y="5691"/>
                      <a:pt x="3218" y="5768"/>
                      <a:pt x="3472" y="5768"/>
                    </a:cubicBezTo>
                    <a:cubicBezTo>
                      <a:pt x="3483" y="5768"/>
                      <a:pt x="3493" y="5768"/>
                      <a:pt x="3503" y="5768"/>
                    </a:cubicBezTo>
                    <a:cubicBezTo>
                      <a:pt x="3636" y="5761"/>
                      <a:pt x="3768" y="5722"/>
                      <a:pt x="3880" y="5649"/>
                    </a:cubicBezTo>
                    <a:cubicBezTo>
                      <a:pt x="3973" y="5596"/>
                      <a:pt x="4039" y="5517"/>
                      <a:pt x="4085" y="5424"/>
                    </a:cubicBezTo>
                    <a:cubicBezTo>
                      <a:pt x="4112" y="5378"/>
                      <a:pt x="4125" y="5325"/>
                      <a:pt x="4118" y="5279"/>
                    </a:cubicBezTo>
                    <a:cubicBezTo>
                      <a:pt x="4224" y="5193"/>
                      <a:pt x="4290" y="5067"/>
                      <a:pt x="4283" y="4922"/>
                    </a:cubicBezTo>
                    <a:cubicBezTo>
                      <a:pt x="4283" y="4922"/>
                      <a:pt x="4277" y="4843"/>
                      <a:pt x="4277" y="4710"/>
                    </a:cubicBezTo>
                    <a:cubicBezTo>
                      <a:pt x="4277" y="4578"/>
                      <a:pt x="4277" y="4393"/>
                      <a:pt x="4283" y="4168"/>
                    </a:cubicBezTo>
                    <a:cubicBezTo>
                      <a:pt x="4297" y="3944"/>
                      <a:pt x="4316" y="3686"/>
                      <a:pt x="4363" y="3421"/>
                    </a:cubicBezTo>
                    <a:cubicBezTo>
                      <a:pt x="4409" y="3150"/>
                      <a:pt x="4475" y="2873"/>
                      <a:pt x="4574" y="2615"/>
                    </a:cubicBezTo>
                    <a:cubicBezTo>
                      <a:pt x="4627" y="2469"/>
                      <a:pt x="4693" y="2331"/>
                      <a:pt x="4759" y="2205"/>
                    </a:cubicBezTo>
                    <a:lnTo>
                      <a:pt x="4759" y="2205"/>
                    </a:lnTo>
                    <a:lnTo>
                      <a:pt x="4442" y="4823"/>
                    </a:lnTo>
                    <a:cubicBezTo>
                      <a:pt x="4429" y="4955"/>
                      <a:pt x="4429" y="5094"/>
                      <a:pt x="4442" y="5226"/>
                    </a:cubicBezTo>
                    <a:cubicBezTo>
                      <a:pt x="4475" y="5504"/>
                      <a:pt x="4574" y="5748"/>
                      <a:pt x="4720" y="5966"/>
                    </a:cubicBezTo>
                    <a:lnTo>
                      <a:pt x="4944" y="10673"/>
                    </a:lnTo>
                    <a:cubicBezTo>
                      <a:pt x="4958" y="10930"/>
                      <a:pt x="5163" y="11142"/>
                      <a:pt x="5427" y="11149"/>
                    </a:cubicBezTo>
                    <a:cubicBezTo>
                      <a:pt x="5435" y="11149"/>
                      <a:pt x="5443" y="11149"/>
                      <a:pt x="5451" y="11149"/>
                    </a:cubicBezTo>
                    <a:cubicBezTo>
                      <a:pt x="5712" y="11149"/>
                      <a:pt x="5936" y="10942"/>
                      <a:pt x="5949" y="10673"/>
                    </a:cubicBezTo>
                    <a:lnTo>
                      <a:pt x="6108" y="7116"/>
                    </a:lnTo>
                    <a:lnTo>
                      <a:pt x="6273" y="10673"/>
                    </a:lnTo>
                    <a:cubicBezTo>
                      <a:pt x="6286" y="10930"/>
                      <a:pt x="6491" y="11142"/>
                      <a:pt x="6756" y="11149"/>
                    </a:cubicBezTo>
                    <a:cubicBezTo>
                      <a:pt x="6764" y="11149"/>
                      <a:pt x="6772" y="11149"/>
                      <a:pt x="6780" y="11149"/>
                    </a:cubicBezTo>
                    <a:cubicBezTo>
                      <a:pt x="7047" y="11149"/>
                      <a:pt x="7265" y="10942"/>
                      <a:pt x="7278" y="10673"/>
                    </a:cubicBezTo>
                    <a:lnTo>
                      <a:pt x="7496" y="5946"/>
                    </a:lnTo>
                    <a:cubicBezTo>
                      <a:pt x="7701" y="5629"/>
                      <a:pt x="7807" y="5233"/>
                      <a:pt x="7760" y="4823"/>
                    </a:cubicBezTo>
                    <a:lnTo>
                      <a:pt x="7443" y="2238"/>
                    </a:lnTo>
                    <a:lnTo>
                      <a:pt x="7443" y="2238"/>
                    </a:lnTo>
                    <a:cubicBezTo>
                      <a:pt x="7509" y="2357"/>
                      <a:pt x="7569" y="2483"/>
                      <a:pt x="7615" y="2615"/>
                    </a:cubicBezTo>
                    <a:cubicBezTo>
                      <a:pt x="7714" y="2873"/>
                      <a:pt x="7780" y="3150"/>
                      <a:pt x="7826" y="3421"/>
                    </a:cubicBezTo>
                    <a:cubicBezTo>
                      <a:pt x="7873" y="3686"/>
                      <a:pt x="7893" y="3944"/>
                      <a:pt x="7906" y="4168"/>
                    </a:cubicBezTo>
                    <a:cubicBezTo>
                      <a:pt x="7912" y="4393"/>
                      <a:pt x="7912" y="4578"/>
                      <a:pt x="7912" y="4710"/>
                    </a:cubicBezTo>
                    <a:cubicBezTo>
                      <a:pt x="7912" y="4843"/>
                      <a:pt x="7906" y="4922"/>
                      <a:pt x="7906" y="4922"/>
                    </a:cubicBezTo>
                    <a:cubicBezTo>
                      <a:pt x="7899" y="5140"/>
                      <a:pt x="8058" y="5338"/>
                      <a:pt x="8283" y="5371"/>
                    </a:cubicBezTo>
                    <a:cubicBezTo>
                      <a:pt x="8299" y="5373"/>
                      <a:pt x="8316" y="5374"/>
                      <a:pt x="8332" y="5374"/>
                    </a:cubicBezTo>
                    <a:cubicBezTo>
                      <a:pt x="8526" y="5374"/>
                      <a:pt x="8695" y="5248"/>
                      <a:pt x="8750" y="5063"/>
                    </a:cubicBezTo>
                    <a:lnTo>
                      <a:pt x="8750" y="5063"/>
                    </a:lnTo>
                    <a:lnTo>
                      <a:pt x="8236" y="7401"/>
                    </a:lnTo>
                    <a:cubicBezTo>
                      <a:pt x="8223" y="7467"/>
                      <a:pt x="8243" y="7539"/>
                      <a:pt x="8289" y="7592"/>
                    </a:cubicBezTo>
                    <a:cubicBezTo>
                      <a:pt x="8335" y="7652"/>
                      <a:pt x="8401" y="7678"/>
                      <a:pt x="8468" y="7678"/>
                    </a:cubicBezTo>
                    <a:lnTo>
                      <a:pt x="9215" y="7678"/>
                    </a:lnTo>
                    <a:lnTo>
                      <a:pt x="9360" y="10699"/>
                    </a:lnTo>
                    <a:cubicBezTo>
                      <a:pt x="9373" y="10957"/>
                      <a:pt x="9598" y="11175"/>
                      <a:pt x="9856" y="11182"/>
                    </a:cubicBezTo>
                    <a:cubicBezTo>
                      <a:pt x="10120" y="11182"/>
                      <a:pt x="10345" y="10983"/>
                      <a:pt x="10371" y="10732"/>
                    </a:cubicBezTo>
                    <a:cubicBezTo>
                      <a:pt x="10371" y="10719"/>
                      <a:pt x="10378" y="10706"/>
                      <a:pt x="10378" y="10699"/>
                    </a:cubicBezTo>
                    <a:lnTo>
                      <a:pt x="10530" y="7678"/>
                    </a:lnTo>
                    <a:lnTo>
                      <a:pt x="10616" y="7678"/>
                    </a:lnTo>
                    <a:lnTo>
                      <a:pt x="10761" y="10699"/>
                    </a:lnTo>
                    <a:cubicBezTo>
                      <a:pt x="10775" y="10957"/>
                      <a:pt x="10993" y="11175"/>
                      <a:pt x="11257" y="11182"/>
                    </a:cubicBezTo>
                    <a:cubicBezTo>
                      <a:pt x="11515" y="11182"/>
                      <a:pt x="11740" y="10983"/>
                      <a:pt x="11773" y="10732"/>
                    </a:cubicBezTo>
                    <a:cubicBezTo>
                      <a:pt x="11773" y="10719"/>
                      <a:pt x="11773" y="10706"/>
                      <a:pt x="11773" y="10699"/>
                    </a:cubicBezTo>
                    <a:lnTo>
                      <a:pt x="11931" y="7678"/>
                    </a:lnTo>
                    <a:lnTo>
                      <a:pt x="12678" y="7678"/>
                    </a:lnTo>
                    <a:cubicBezTo>
                      <a:pt x="12751" y="7678"/>
                      <a:pt x="12817" y="7652"/>
                      <a:pt x="12857" y="7592"/>
                    </a:cubicBezTo>
                    <a:cubicBezTo>
                      <a:pt x="12903" y="7539"/>
                      <a:pt x="12923" y="7467"/>
                      <a:pt x="12910" y="7401"/>
                    </a:cubicBezTo>
                    <a:lnTo>
                      <a:pt x="12044" y="3316"/>
                    </a:lnTo>
                    <a:lnTo>
                      <a:pt x="12044" y="2985"/>
                    </a:lnTo>
                    <a:cubicBezTo>
                      <a:pt x="12301" y="3606"/>
                      <a:pt x="12407" y="4274"/>
                      <a:pt x="12460" y="4948"/>
                    </a:cubicBezTo>
                    <a:cubicBezTo>
                      <a:pt x="12460" y="4961"/>
                      <a:pt x="12467" y="4975"/>
                      <a:pt x="12467" y="4988"/>
                    </a:cubicBezTo>
                    <a:cubicBezTo>
                      <a:pt x="12480" y="5180"/>
                      <a:pt x="12625" y="5332"/>
                      <a:pt x="12804" y="5378"/>
                    </a:cubicBezTo>
                    <a:cubicBezTo>
                      <a:pt x="12804" y="5404"/>
                      <a:pt x="12817" y="5437"/>
                      <a:pt x="12830" y="5464"/>
                    </a:cubicBezTo>
                    <a:cubicBezTo>
                      <a:pt x="12883" y="5550"/>
                      <a:pt x="12949" y="5629"/>
                      <a:pt x="13035" y="5689"/>
                    </a:cubicBezTo>
                    <a:cubicBezTo>
                      <a:pt x="13141" y="5761"/>
                      <a:pt x="13273" y="5794"/>
                      <a:pt x="13405" y="5801"/>
                    </a:cubicBezTo>
                    <a:cubicBezTo>
                      <a:pt x="13423" y="5802"/>
                      <a:pt x="13441" y="5802"/>
                      <a:pt x="13459" y="5802"/>
                    </a:cubicBezTo>
                    <a:cubicBezTo>
                      <a:pt x="13699" y="5802"/>
                      <a:pt x="13944" y="5721"/>
                      <a:pt x="14172" y="5629"/>
                    </a:cubicBezTo>
                    <a:lnTo>
                      <a:pt x="14185" y="6475"/>
                    </a:lnTo>
                    <a:lnTo>
                      <a:pt x="13723" y="8584"/>
                    </a:lnTo>
                    <a:cubicBezTo>
                      <a:pt x="13709" y="8630"/>
                      <a:pt x="13723" y="8683"/>
                      <a:pt x="13756" y="8723"/>
                    </a:cubicBezTo>
                    <a:cubicBezTo>
                      <a:pt x="13789" y="8756"/>
                      <a:pt x="13835" y="8782"/>
                      <a:pt x="13881" y="8782"/>
                    </a:cubicBezTo>
                    <a:lnTo>
                      <a:pt x="14271" y="8782"/>
                    </a:lnTo>
                    <a:lnTo>
                      <a:pt x="14370" y="10858"/>
                    </a:lnTo>
                    <a:cubicBezTo>
                      <a:pt x="14384" y="11023"/>
                      <a:pt x="14522" y="11155"/>
                      <a:pt x="14694" y="11155"/>
                    </a:cubicBezTo>
                    <a:cubicBezTo>
                      <a:pt x="14698" y="11155"/>
                      <a:pt x="14702" y="11155"/>
                      <a:pt x="14706" y="11155"/>
                    </a:cubicBezTo>
                    <a:cubicBezTo>
                      <a:pt x="14866" y="11155"/>
                      <a:pt x="14999" y="11019"/>
                      <a:pt x="15012" y="10858"/>
                    </a:cubicBezTo>
                    <a:lnTo>
                      <a:pt x="15117" y="8782"/>
                    </a:lnTo>
                    <a:lnTo>
                      <a:pt x="15150" y="8782"/>
                    </a:lnTo>
                    <a:lnTo>
                      <a:pt x="15250" y="10858"/>
                    </a:lnTo>
                    <a:cubicBezTo>
                      <a:pt x="15256" y="11023"/>
                      <a:pt x="15402" y="11155"/>
                      <a:pt x="15567" y="11155"/>
                    </a:cubicBezTo>
                    <a:cubicBezTo>
                      <a:pt x="15571" y="11155"/>
                      <a:pt x="15575" y="11155"/>
                      <a:pt x="15579" y="11155"/>
                    </a:cubicBezTo>
                    <a:cubicBezTo>
                      <a:pt x="15745" y="11155"/>
                      <a:pt x="15878" y="11019"/>
                      <a:pt x="15891" y="10858"/>
                    </a:cubicBezTo>
                    <a:lnTo>
                      <a:pt x="15997" y="8782"/>
                    </a:lnTo>
                    <a:lnTo>
                      <a:pt x="16373" y="8782"/>
                    </a:lnTo>
                    <a:cubicBezTo>
                      <a:pt x="16426" y="8782"/>
                      <a:pt x="16472" y="8756"/>
                      <a:pt x="16499" y="8723"/>
                    </a:cubicBezTo>
                    <a:cubicBezTo>
                      <a:pt x="16532" y="8683"/>
                      <a:pt x="16545" y="8630"/>
                      <a:pt x="16539" y="8584"/>
                    </a:cubicBezTo>
                    <a:lnTo>
                      <a:pt x="16069" y="6475"/>
                    </a:lnTo>
                    <a:lnTo>
                      <a:pt x="16076" y="6158"/>
                    </a:lnTo>
                    <a:cubicBezTo>
                      <a:pt x="16215" y="6515"/>
                      <a:pt x="16261" y="6892"/>
                      <a:pt x="16294" y="7268"/>
                    </a:cubicBezTo>
                    <a:cubicBezTo>
                      <a:pt x="16301" y="7368"/>
                      <a:pt x="16354" y="7447"/>
                      <a:pt x="16433" y="7487"/>
                    </a:cubicBezTo>
                    <a:cubicBezTo>
                      <a:pt x="16433" y="7513"/>
                      <a:pt x="16439" y="7533"/>
                      <a:pt x="16453" y="7553"/>
                    </a:cubicBezTo>
                    <a:cubicBezTo>
                      <a:pt x="16486" y="7612"/>
                      <a:pt x="16525" y="7658"/>
                      <a:pt x="16585" y="7698"/>
                    </a:cubicBezTo>
                    <a:cubicBezTo>
                      <a:pt x="16658" y="7744"/>
                      <a:pt x="16737" y="7764"/>
                      <a:pt x="16823" y="7771"/>
                    </a:cubicBezTo>
                    <a:cubicBezTo>
                      <a:pt x="16833" y="7771"/>
                      <a:pt x="16842" y="7771"/>
                      <a:pt x="16852" y="7771"/>
                    </a:cubicBezTo>
                    <a:cubicBezTo>
                      <a:pt x="17014" y="7771"/>
                      <a:pt x="17176" y="7721"/>
                      <a:pt x="17325" y="7665"/>
                    </a:cubicBezTo>
                    <a:lnTo>
                      <a:pt x="17325" y="7665"/>
                    </a:lnTo>
                    <a:lnTo>
                      <a:pt x="17266" y="8723"/>
                    </a:lnTo>
                    <a:cubicBezTo>
                      <a:pt x="17259" y="8848"/>
                      <a:pt x="17292" y="8967"/>
                      <a:pt x="17345" y="9073"/>
                    </a:cubicBezTo>
                    <a:lnTo>
                      <a:pt x="17444" y="11056"/>
                    </a:lnTo>
                    <a:cubicBezTo>
                      <a:pt x="17451" y="11162"/>
                      <a:pt x="17543" y="11254"/>
                      <a:pt x="17649" y="11254"/>
                    </a:cubicBezTo>
                    <a:cubicBezTo>
                      <a:pt x="17755" y="11254"/>
                      <a:pt x="17847" y="11162"/>
                      <a:pt x="17854" y="11056"/>
                    </a:cubicBezTo>
                    <a:lnTo>
                      <a:pt x="17940" y="9489"/>
                    </a:lnTo>
                    <a:lnTo>
                      <a:pt x="18013" y="11056"/>
                    </a:lnTo>
                    <a:cubicBezTo>
                      <a:pt x="18019" y="11162"/>
                      <a:pt x="18112" y="11254"/>
                      <a:pt x="18218" y="11254"/>
                    </a:cubicBezTo>
                    <a:cubicBezTo>
                      <a:pt x="18330" y="11254"/>
                      <a:pt x="18422" y="11162"/>
                      <a:pt x="18429" y="11056"/>
                    </a:cubicBezTo>
                    <a:lnTo>
                      <a:pt x="18528" y="9066"/>
                    </a:lnTo>
                    <a:cubicBezTo>
                      <a:pt x="18588" y="8961"/>
                      <a:pt x="18608" y="8842"/>
                      <a:pt x="18601" y="8716"/>
                    </a:cubicBezTo>
                    <a:cubicBezTo>
                      <a:pt x="18594" y="8657"/>
                      <a:pt x="18594" y="8604"/>
                      <a:pt x="18594" y="8544"/>
                    </a:cubicBezTo>
                    <a:cubicBezTo>
                      <a:pt x="18581" y="8366"/>
                      <a:pt x="18575" y="8181"/>
                      <a:pt x="18561" y="8002"/>
                    </a:cubicBezTo>
                    <a:lnTo>
                      <a:pt x="18561" y="8002"/>
                    </a:lnTo>
                    <a:cubicBezTo>
                      <a:pt x="18647" y="8233"/>
                      <a:pt x="18680" y="8485"/>
                      <a:pt x="18700" y="8729"/>
                    </a:cubicBezTo>
                    <a:cubicBezTo>
                      <a:pt x="18706" y="8818"/>
                      <a:pt x="18786" y="8888"/>
                      <a:pt x="18873" y="8888"/>
                    </a:cubicBezTo>
                    <a:cubicBezTo>
                      <a:pt x="18877" y="8888"/>
                      <a:pt x="18881" y="8888"/>
                      <a:pt x="18885" y="8888"/>
                    </a:cubicBezTo>
                    <a:cubicBezTo>
                      <a:pt x="18978" y="8881"/>
                      <a:pt x="19057" y="8809"/>
                      <a:pt x="19057" y="8716"/>
                    </a:cubicBezTo>
                    <a:cubicBezTo>
                      <a:pt x="19057" y="8452"/>
                      <a:pt x="19044" y="8194"/>
                      <a:pt x="18984" y="7943"/>
                    </a:cubicBezTo>
                    <a:cubicBezTo>
                      <a:pt x="18885" y="7513"/>
                      <a:pt x="18634" y="7090"/>
                      <a:pt x="18224" y="6898"/>
                    </a:cubicBezTo>
                    <a:cubicBezTo>
                      <a:pt x="18131" y="6853"/>
                      <a:pt x="18033" y="6829"/>
                      <a:pt x="17935" y="6829"/>
                    </a:cubicBezTo>
                    <a:cubicBezTo>
                      <a:pt x="17791" y="6829"/>
                      <a:pt x="17647" y="6881"/>
                      <a:pt x="17517" y="6991"/>
                    </a:cubicBezTo>
                    <a:cubicBezTo>
                      <a:pt x="17405" y="7083"/>
                      <a:pt x="17292" y="7163"/>
                      <a:pt x="17167" y="7235"/>
                    </a:cubicBezTo>
                    <a:cubicBezTo>
                      <a:pt x="17100" y="7275"/>
                      <a:pt x="17034" y="7315"/>
                      <a:pt x="16962" y="7341"/>
                    </a:cubicBezTo>
                    <a:cubicBezTo>
                      <a:pt x="16929" y="7354"/>
                      <a:pt x="16896" y="7368"/>
                      <a:pt x="16862" y="7374"/>
                    </a:cubicBezTo>
                    <a:cubicBezTo>
                      <a:pt x="16843" y="7381"/>
                      <a:pt x="16823" y="7381"/>
                      <a:pt x="16803" y="7381"/>
                    </a:cubicBezTo>
                    <a:cubicBezTo>
                      <a:pt x="16823" y="7341"/>
                      <a:pt x="16836" y="7301"/>
                      <a:pt x="16836" y="7249"/>
                    </a:cubicBezTo>
                    <a:cubicBezTo>
                      <a:pt x="16843" y="6852"/>
                      <a:pt x="16823" y="6455"/>
                      <a:pt x="16730" y="6059"/>
                    </a:cubicBezTo>
                    <a:cubicBezTo>
                      <a:pt x="16578" y="5404"/>
                      <a:pt x="16188" y="4757"/>
                      <a:pt x="15554" y="4453"/>
                    </a:cubicBezTo>
                    <a:cubicBezTo>
                      <a:pt x="15412" y="4384"/>
                      <a:pt x="15265" y="4349"/>
                      <a:pt x="15119" y="4349"/>
                    </a:cubicBezTo>
                    <a:cubicBezTo>
                      <a:pt x="14896" y="4349"/>
                      <a:pt x="14673" y="4430"/>
                      <a:pt x="14470" y="4598"/>
                    </a:cubicBezTo>
                    <a:cubicBezTo>
                      <a:pt x="14298" y="4737"/>
                      <a:pt x="14119" y="4862"/>
                      <a:pt x="13934" y="4975"/>
                    </a:cubicBezTo>
                    <a:cubicBezTo>
                      <a:pt x="13828" y="5034"/>
                      <a:pt x="13729" y="5094"/>
                      <a:pt x="13617" y="5140"/>
                    </a:cubicBezTo>
                    <a:cubicBezTo>
                      <a:pt x="13564" y="5160"/>
                      <a:pt x="13518" y="5180"/>
                      <a:pt x="13465" y="5186"/>
                    </a:cubicBezTo>
                    <a:cubicBezTo>
                      <a:pt x="13444" y="5192"/>
                      <a:pt x="13423" y="5194"/>
                      <a:pt x="13403" y="5194"/>
                    </a:cubicBezTo>
                    <a:cubicBezTo>
                      <a:pt x="13355" y="5194"/>
                      <a:pt x="13311" y="5180"/>
                      <a:pt x="13273" y="5166"/>
                    </a:cubicBezTo>
                    <a:cubicBezTo>
                      <a:pt x="13313" y="5100"/>
                      <a:pt x="13333" y="5034"/>
                      <a:pt x="13333" y="4955"/>
                    </a:cubicBezTo>
                    <a:cubicBezTo>
                      <a:pt x="13333" y="4380"/>
                      <a:pt x="13326" y="4307"/>
                      <a:pt x="13319" y="4201"/>
                    </a:cubicBezTo>
                    <a:cubicBezTo>
                      <a:pt x="13280" y="3487"/>
                      <a:pt x="13154" y="2774"/>
                      <a:pt x="12863" y="2119"/>
                    </a:cubicBezTo>
                    <a:cubicBezTo>
                      <a:pt x="12586" y="1491"/>
                      <a:pt x="12143" y="910"/>
                      <a:pt x="11548" y="559"/>
                    </a:cubicBezTo>
                    <a:cubicBezTo>
                      <a:pt x="11283" y="404"/>
                      <a:pt x="10892" y="268"/>
                      <a:pt x="10609" y="268"/>
                    </a:cubicBezTo>
                    <a:cubicBezTo>
                      <a:pt x="10603" y="268"/>
                      <a:pt x="10596" y="268"/>
                      <a:pt x="10589" y="268"/>
                    </a:cubicBezTo>
                    <a:cubicBezTo>
                      <a:pt x="10299" y="268"/>
                      <a:pt x="10054" y="328"/>
                      <a:pt x="9783" y="473"/>
                    </a:cubicBezTo>
                    <a:cubicBezTo>
                      <a:pt x="9512" y="612"/>
                      <a:pt x="9254" y="771"/>
                      <a:pt x="9003" y="949"/>
                    </a:cubicBezTo>
                    <a:cubicBezTo>
                      <a:pt x="8765" y="1114"/>
                      <a:pt x="8534" y="1306"/>
                      <a:pt x="8342" y="1531"/>
                    </a:cubicBezTo>
                    <a:cubicBezTo>
                      <a:pt x="8302" y="1445"/>
                      <a:pt x="8256" y="1372"/>
                      <a:pt x="8210" y="1293"/>
                    </a:cubicBezTo>
                    <a:cubicBezTo>
                      <a:pt x="8117" y="1141"/>
                      <a:pt x="8011" y="1002"/>
                      <a:pt x="7899" y="870"/>
                    </a:cubicBezTo>
                    <a:cubicBezTo>
                      <a:pt x="7787" y="744"/>
                      <a:pt x="7668" y="632"/>
                      <a:pt x="7549" y="539"/>
                    </a:cubicBezTo>
                    <a:cubicBezTo>
                      <a:pt x="7317" y="348"/>
                      <a:pt x="7086" y="222"/>
                      <a:pt x="6908" y="149"/>
                    </a:cubicBezTo>
                    <a:cubicBezTo>
                      <a:pt x="6822" y="110"/>
                      <a:pt x="6749" y="90"/>
                      <a:pt x="6683" y="70"/>
                    </a:cubicBezTo>
                    <a:cubicBezTo>
                      <a:pt x="6508" y="20"/>
                      <a:pt x="6318" y="1"/>
                      <a:pt x="61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83" name="Google Shape;983;p59"/>
              <p:cNvSpPr/>
              <p:nvPr/>
            </p:nvSpPr>
            <p:spPr>
              <a:xfrm>
                <a:off x="3727297" y="2041315"/>
                <a:ext cx="60520" cy="60499"/>
              </a:xfrm>
              <a:custGeom>
                <a:avLst/>
                <a:gdLst/>
                <a:ahLst/>
                <a:cxnLst/>
                <a:rect l="l" t="t" r="r" b="b"/>
                <a:pathLst>
                  <a:path w="2903" h="2902" extrusionOk="0">
                    <a:moveTo>
                      <a:pt x="1448" y="0"/>
                    </a:moveTo>
                    <a:cubicBezTo>
                      <a:pt x="648" y="0"/>
                      <a:pt x="1" y="655"/>
                      <a:pt x="1" y="1454"/>
                    </a:cubicBezTo>
                    <a:cubicBezTo>
                      <a:pt x="1" y="2254"/>
                      <a:pt x="648" y="2902"/>
                      <a:pt x="1448" y="2902"/>
                    </a:cubicBezTo>
                    <a:cubicBezTo>
                      <a:pt x="2248" y="2902"/>
                      <a:pt x="2902" y="2254"/>
                      <a:pt x="2902" y="1454"/>
                    </a:cubicBezTo>
                    <a:cubicBezTo>
                      <a:pt x="2902" y="655"/>
                      <a:pt x="2248" y="0"/>
                      <a:pt x="14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84" name="Google Shape;984;p59"/>
              <p:cNvSpPr/>
              <p:nvPr/>
            </p:nvSpPr>
            <p:spPr>
              <a:xfrm>
                <a:off x="3925860" y="2154428"/>
                <a:ext cx="39298" cy="38339"/>
              </a:xfrm>
              <a:custGeom>
                <a:avLst/>
                <a:gdLst/>
                <a:ahLst/>
                <a:cxnLst/>
                <a:rect l="l" t="t" r="r" b="b"/>
                <a:pathLst>
                  <a:path w="1885" h="1839" extrusionOk="0">
                    <a:moveTo>
                      <a:pt x="926" y="0"/>
                    </a:moveTo>
                    <a:cubicBezTo>
                      <a:pt x="712" y="0"/>
                      <a:pt x="501" y="79"/>
                      <a:pt x="338" y="219"/>
                    </a:cubicBezTo>
                    <a:cubicBezTo>
                      <a:pt x="146" y="378"/>
                      <a:pt x="27" y="616"/>
                      <a:pt x="14" y="867"/>
                    </a:cubicBezTo>
                    <a:cubicBezTo>
                      <a:pt x="1" y="1118"/>
                      <a:pt x="87" y="1369"/>
                      <a:pt x="265" y="1554"/>
                    </a:cubicBezTo>
                    <a:cubicBezTo>
                      <a:pt x="437" y="1733"/>
                      <a:pt x="682" y="1839"/>
                      <a:pt x="933" y="1839"/>
                    </a:cubicBezTo>
                    <a:cubicBezTo>
                      <a:pt x="1369" y="1839"/>
                      <a:pt x="1759" y="1515"/>
                      <a:pt x="1838" y="1078"/>
                    </a:cubicBezTo>
                    <a:cubicBezTo>
                      <a:pt x="1885" y="834"/>
                      <a:pt x="1819" y="570"/>
                      <a:pt x="1667" y="365"/>
                    </a:cubicBezTo>
                    <a:cubicBezTo>
                      <a:pt x="1514" y="166"/>
                      <a:pt x="1290" y="34"/>
                      <a:pt x="1039" y="8"/>
                    </a:cubicBezTo>
                    <a:cubicBezTo>
                      <a:pt x="1001" y="3"/>
                      <a:pt x="963" y="0"/>
                      <a:pt x="9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85" name="Google Shape;985;p59"/>
              <p:cNvSpPr/>
              <p:nvPr/>
            </p:nvSpPr>
            <p:spPr>
              <a:xfrm>
                <a:off x="3818667" y="2045797"/>
                <a:ext cx="64231" cy="60979"/>
              </a:xfrm>
              <a:custGeom>
                <a:avLst/>
                <a:gdLst/>
                <a:ahLst/>
                <a:cxnLst/>
                <a:rect l="l" t="t" r="r" b="b"/>
                <a:pathLst>
                  <a:path w="3081" h="2925" extrusionOk="0">
                    <a:moveTo>
                      <a:pt x="1547" y="0"/>
                    </a:moveTo>
                    <a:cubicBezTo>
                      <a:pt x="1076" y="0"/>
                      <a:pt x="617" y="234"/>
                      <a:pt x="344" y="625"/>
                    </a:cubicBezTo>
                    <a:cubicBezTo>
                      <a:pt x="53" y="1048"/>
                      <a:pt x="0" y="1603"/>
                      <a:pt x="212" y="2072"/>
                    </a:cubicBezTo>
                    <a:cubicBezTo>
                      <a:pt x="423" y="2528"/>
                      <a:pt x="859" y="2852"/>
                      <a:pt x="1362" y="2918"/>
                    </a:cubicBezTo>
                    <a:cubicBezTo>
                      <a:pt x="1421" y="2925"/>
                      <a:pt x="1487" y="2925"/>
                      <a:pt x="1547" y="2925"/>
                    </a:cubicBezTo>
                    <a:cubicBezTo>
                      <a:pt x="2049" y="2925"/>
                      <a:pt x="2532" y="2661"/>
                      <a:pt x="2796" y="2224"/>
                    </a:cubicBezTo>
                    <a:cubicBezTo>
                      <a:pt x="3067" y="1788"/>
                      <a:pt x="3080" y="1226"/>
                      <a:pt x="2842" y="777"/>
                    </a:cubicBezTo>
                    <a:cubicBezTo>
                      <a:pt x="2604" y="334"/>
                      <a:pt x="2142" y="36"/>
                      <a:pt x="1639" y="3"/>
                    </a:cubicBezTo>
                    <a:cubicBezTo>
                      <a:pt x="1608" y="1"/>
                      <a:pt x="1577" y="0"/>
                      <a:pt x="15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986" name="Google Shape;986;p59"/>
          <p:cNvSpPr txBox="1">
            <a:spLocks noGrp="1"/>
          </p:cNvSpPr>
          <p:nvPr>
            <p:ph type="title"/>
          </p:nvPr>
        </p:nvSpPr>
        <p:spPr>
          <a:xfrm>
            <a:off x="720075"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OUR TEACHERS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990"/>
        <p:cNvGrpSpPr/>
        <p:nvPr/>
      </p:nvGrpSpPr>
      <p:grpSpPr>
        <a:xfrm>
          <a:off x="0" y="0"/>
          <a:ext cx="0" cy="0"/>
          <a:chOff x="0" y="0"/>
          <a:chExt cx="0" cy="0"/>
        </a:xfrm>
      </p:grpSpPr>
      <p:sp>
        <p:nvSpPr>
          <p:cNvPr id="991" name="Google Shape;991;p60"/>
          <p:cNvSpPr/>
          <p:nvPr/>
        </p:nvSpPr>
        <p:spPr>
          <a:xfrm>
            <a:off x="2277601" y="1850675"/>
            <a:ext cx="4588800" cy="4189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60"/>
          <p:cNvSpPr/>
          <p:nvPr/>
        </p:nvSpPr>
        <p:spPr>
          <a:xfrm>
            <a:off x="2410051" y="1982375"/>
            <a:ext cx="4323900" cy="4143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60"/>
          <p:cNvSpPr txBox="1">
            <a:spLocks noGrp="1"/>
          </p:cNvSpPr>
          <p:nvPr>
            <p:ph type="title"/>
          </p:nvPr>
        </p:nvSpPr>
        <p:spPr>
          <a:xfrm>
            <a:off x="2676325" y="3440825"/>
            <a:ext cx="37914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FEATURES</a:t>
            </a:r>
            <a:endParaRPr/>
          </a:p>
        </p:txBody>
      </p:sp>
      <p:sp>
        <p:nvSpPr>
          <p:cNvPr id="994" name="Google Shape;994;p60"/>
          <p:cNvSpPr txBox="1">
            <a:spLocks noGrp="1"/>
          </p:cNvSpPr>
          <p:nvPr>
            <p:ph type="subTitle" idx="1"/>
          </p:nvPr>
        </p:nvSpPr>
        <p:spPr>
          <a:xfrm>
            <a:off x="3356851" y="4254625"/>
            <a:ext cx="2430300" cy="5316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You can enter a subtitle here if you need it</a:t>
            </a:r>
            <a:endParaRPr/>
          </a:p>
        </p:txBody>
      </p:sp>
      <p:cxnSp>
        <p:nvCxnSpPr>
          <p:cNvPr id="995" name="Google Shape;995;p60"/>
          <p:cNvCxnSpPr/>
          <p:nvPr/>
        </p:nvCxnSpPr>
        <p:spPr>
          <a:xfrm>
            <a:off x="3226501" y="3329738"/>
            <a:ext cx="2691000" cy="0"/>
          </a:xfrm>
          <a:prstGeom prst="straightConnector1">
            <a:avLst/>
          </a:prstGeom>
          <a:noFill/>
          <a:ln w="9525" cap="flat" cmpd="sng">
            <a:solidFill>
              <a:schemeClr val="dk1"/>
            </a:solidFill>
            <a:prstDash val="solid"/>
            <a:round/>
            <a:headEnd type="none" w="med" len="med"/>
            <a:tailEnd type="none" w="med" len="med"/>
          </a:ln>
        </p:spPr>
      </p:cxnSp>
      <p:grpSp>
        <p:nvGrpSpPr>
          <p:cNvPr id="996" name="Google Shape;996;p60"/>
          <p:cNvGrpSpPr/>
          <p:nvPr/>
        </p:nvGrpSpPr>
        <p:grpSpPr>
          <a:xfrm>
            <a:off x="6375419" y="2097038"/>
            <a:ext cx="828000" cy="717300"/>
            <a:chOff x="7933569" y="1375038"/>
            <a:chExt cx="828000" cy="717300"/>
          </a:xfrm>
        </p:grpSpPr>
        <p:sp>
          <p:nvSpPr>
            <p:cNvPr id="997" name="Google Shape;997;p60"/>
            <p:cNvSpPr/>
            <p:nvPr/>
          </p:nvSpPr>
          <p:spPr>
            <a:xfrm>
              <a:off x="7933569" y="1375038"/>
              <a:ext cx="828000" cy="717300"/>
            </a:xfrm>
            <a:prstGeom prst="hexagon">
              <a:avLst>
                <a:gd name="adj" fmla="val 25000"/>
                <a:gd name="vf" fmla="val 11547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60"/>
            <p:cNvSpPr/>
            <p:nvPr/>
          </p:nvSpPr>
          <p:spPr>
            <a:xfrm>
              <a:off x="7976597" y="1412836"/>
              <a:ext cx="740700" cy="641700"/>
            </a:xfrm>
            <a:prstGeom prst="hexagon">
              <a:avLst>
                <a:gd name="adj" fmla="val 25000"/>
                <a:gd name="vf" fmla="val 11547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9" name="Google Shape;999;p60"/>
            <p:cNvGrpSpPr/>
            <p:nvPr/>
          </p:nvGrpSpPr>
          <p:grpSpPr>
            <a:xfrm>
              <a:off x="8209684" y="1591758"/>
              <a:ext cx="275770" cy="283890"/>
              <a:chOff x="4363050" y="2520250"/>
              <a:chExt cx="346575" cy="356825"/>
            </a:xfrm>
          </p:grpSpPr>
          <p:sp>
            <p:nvSpPr>
              <p:cNvPr id="1000" name="Google Shape;1000;p60"/>
              <p:cNvSpPr/>
              <p:nvPr/>
            </p:nvSpPr>
            <p:spPr>
              <a:xfrm>
                <a:off x="4640350" y="2650200"/>
                <a:ext cx="49100" cy="48050"/>
              </a:xfrm>
              <a:custGeom>
                <a:avLst/>
                <a:gdLst/>
                <a:ahLst/>
                <a:cxnLst/>
                <a:rect l="l" t="t" r="r" b="b"/>
                <a:pathLst>
                  <a:path w="1964" h="1922" extrusionOk="0">
                    <a:moveTo>
                      <a:pt x="991" y="0"/>
                    </a:moveTo>
                    <a:cubicBezTo>
                      <a:pt x="760" y="0"/>
                      <a:pt x="531" y="80"/>
                      <a:pt x="357" y="230"/>
                    </a:cubicBezTo>
                    <a:cubicBezTo>
                      <a:pt x="159" y="395"/>
                      <a:pt x="34" y="640"/>
                      <a:pt x="20" y="904"/>
                    </a:cubicBezTo>
                    <a:cubicBezTo>
                      <a:pt x="0" y="1168"/>
                      <a:pt x="100" y="1426"/>
                      <a:pt x="278" y="1618"/>
                    </a:cubicBezTo>
                    <a:cubicBezTo>
                      <a:pt x="457" y="1810"/>
                      <a:pt x="714" y="1922"/>
                      <a:pt x="972" y="1922"/>
                    </a:cubicBezTo>
                    <a:cubicBezTo>
                      <a:pt x="1435" y="1922"/>
                      <a:pt x="1838" y="1578"/>
                      <a:pt x="1917" y="1129"/>
                    </a:cubicBezTo>
                    <a:cubicBezTo>
                      <a:pt x="1964" y="871"/>
                      <a:pt x="1898" y="593"/>
                      <a:pt x="1739" y="382"/>
                    </a:cubicBezTo>
                    <a:cubicBezTo>
                      <a:pt x="1587" y="177"/>
                      <a:pt x="1349" y="38"/>
                      <a:pt x="1091" y="5"/>
                    </a:cubicBezTo>
                    <a:cubicBezTo>
                      <a:pt x="1058" y="2"/>
                      <a:pt x="1024" y="0"/>
                      <a:pt x="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1" name="Google Shape;1001;p60"/>
              <p:cNvSpPr/>
              <p:nvPr/>
            </p:nvSpPr>
            <p:spPr>
              <a:xfrm>
                <a:off x="4363050" y="2594650"/>
                <a:ext cx="346575" cy="282425"/>
              </a:xfrm>
              <a:custGeom>
                <a:avLst/>
                <a:gdLst/>
                <a:ahLst/>
                <a:cxnLst/>
                <a:rect l="l" t="t" r="r" b="b"/>
                <a:pathLst>
                  <a:path w="13863" h="11297" extrusionOk="0">
                    <a:moveTo>
                      <a:pt x="10312" y="3272"/>
                    </a:moveTo>
                    <a:cubicBezTo>
                      <a:pt x="10312" y="3275"/>
                      <a:pt x="10312" y="3284"/>
                      <a:pt x="10313" y="3301"/>
                    </a:cubicBezTo>
                    <a:lnTo>
                      <a:pt x="10313" y="3301"/>
                    </a:lnTo>
                    <a:cubicBezTo>
                      <a:pt x="10315" y="3322"/>
                      <a:pt x="10317" y="3343"/>
                      <a:pt x="10319" y="3364"/>
                    </a:cubicBezTo>
                    <a:cubicBezTo>
                      <a:pt x="10319" y="3324"/>
                      <a:pt x="10312" y="3285"/>
                      <a:pt x="10312" y="3272"/>
                    </a:cubicBezTo>
                    <a:close/>
                    <a:moveTo>
                      <a:pt x="2764" y="0"/>
                    </a:moveTo>
                    <a:cubicBezTo>
                      <a:pt x="2525" y="0"/>
                      <a:pt x="2281" y="54"/>
                      <a:pt x="1977" y="178"/>
                    </a:cubicBezTo>
                    <a:cubicBezTo>
                      <a:pt x="1845" y="231"/>
                      <a:pt x="1719" y="297"/>
                      <a:pt x="1594" y="370"/>
                    </a:cubicBezTo>
                    <a:cubicBezTo>
                      <a:pt x="1296" y="555"/>
                      <a:pt x="1038" y="799"/>
                      <a:pt x="827" y="1077"/>
                    </a:cubicBezTo>
                    <a:cubicBezTo>
                      <a:pt x="397" y="1645"/>
                      <a:pt x="166" y="2339"/>
                      <a:pt x="73" y="3040"/>
                    </a:cubicBezTo>
                    <a:cubicBezTo>
                      <a:pt x="1" y="3556"/>
                      <a:pt x="1" y="4085"/>
                      <a:pt x="40" y="4607"/>
                    </a:cubicBezTo>
                    <a:cubicBezTo>
                      <a:pt x="40" y="4607"/>
                      <a:pt x="40" y="4607"/>
                      <a:pt x="40" y="4613"/>
                    </a:cubicBezTo>
                    <a:cubicBezTo>
                      <a:pt x="106" y="5202"/>
                      <a:pt x="106" y="5440"/>
                      <a:pt x="529" y="5453"/>
                    </a:cubicBezTo>
                    <a:cubicBezTo>
                      <a:pt x="556" y="5453"/>
                      <a:pt x="582" y="5453"/>
                      <a:pt x="602" y="5446"/>
                    </a:cubicBezTo>
                    <a:cubicBezTo>
                      <a:pt x="807" y="5400"/>
                      <a:pt x="966" y="5215"/>
                      <a:pt x="953" y="4997"/>
                    </a:cubicBezTo>
                    <a:cubicBezTo>
                      <a:pt x="926" y="4389"/>
                      <a:pt x="959" y="3761"/>
                      <a:pt x="1098" y="3159"/>
                    </a:cubicBezTo>
                    <a:cubicBezTo>
                      <a:pt x="1171" y="2848"/>
                      <a:pt x="1276" y="2538"/>
                      <a:pt x="1435" y="2260"/>
                    </a:cubicBezTo>
                    <a:lnTo>
                      <a:pt x="1435" y="2260"/>
                    </a:lnTo>
                    <a:cubicBezTo>
                      <a:pt x="1415" y="2432"/>
                      <a:pt x="1395" y="2604"/>
                      <a:pt x="1376" y="2782"/>
                    </a:cubicBezTo>
                    <a:cubicBezTo>
                      <a:pt x="1329" y="3139"/>
                      <a:pt x="1290" y="3496"/>
                      <a:pt x="1243" y="3853"/>
                    </a:cubicBezTo>
                    <a:cubicBezTo>
                      <a:pt x="1210" y="4157"/>
                      <a:pt x="1171" y="4455"/>
                      <a:pt x="1138" y="4752"/>
                    </a:cubicBezTo>
                    <a:cubicBezTo>
                      <a:pt x="1131" y="4805"/>
                      <a:pt x="1124" y="4851"/>
                      <a:pt x="1118" y="4904"/>
                    </a:cubicBezTo>
                    <a:cubicBezTo>
                      <a:pt x="1078" y="5228"/>
                      <a:pt x="1138" y="5572"/>
                      <a:pt x="1283" y="5863"/>
                    </a:cubicBezTo>
                    <a:cubicBezTo>
                      <a:pt x="1316" y="5929"/>
                      <a:pt x="1356" y="5995"/>
                      <a:pt x="1395" y="6054"/>
                    </a:cubicBezTo>
                    <a:lnTo>
                      <a:pt x="1620" y="10807"/>
                    </a:lnTo>
                    <a:cubicBezTo>
                      <a:pt x="1633" y="11071"/>
                      <a:pt x="1858" y="11283"/>
                      <a:pt x="2122" y="11290"/>
                    </a:cubicBezTo>
                    <a:cubicBezTo>
                      <a:pt x="2380" y="11290"/>
                      <a:pt x="2605" y="11085"/>
                      <a:pt x="2631" y="10827"/>
                    </a:cubicBezTo>
                    <a:cubicBezTo>
                      <a:pt x="2631" y="10820"/>
                      <a:pt x="2631" y="10814"/>
                      <a:pt x="2631" y="10807"/>
                    </a:cubicBezTo>
                    <a:lnTo>
                      <a:pt x="2797" y="7211"/>
                    </a:lnTo>
                    <a:lnTo>
                      <a:pt x="2962" y="10807"/>
                    </a:lnTo>
                    <a:cubicBezTo>
                      <a:pt x="2975" y="11071"/>
                      <a:pt x="3200" y="11283"/>
                      <a:pt x="3464" y="11290"/>
                    </a:cubicBezTo>
                    <a:cubicBezTo>
                      <a:pt x="3722" y="11290"/>
                      <a:pt x="3947" y="11085"/>
                      <a:pt x="3973" y="10827"/>
                    </a:cubicBezTo>
                    <a:cubicBezTo>
                      <a:pt x="3973" y="10820"/>
                      <a:pt x="3973" y="10814"/>
                      <a:pt x="3973" y="10807"/>
                    </a:cubicBezTo>
                    <a:lnTo>
                      <a:pt x="4191" y="6034"/>
                    </a:lnTo>
                    <a:cubicBezTo>
                      <a:pt x="4403" y="5711"/>
                      <a:pt x="4509" y="5314"/>
                      <a:pt x="4462" y="4904"/>
                    </a:cubicBezTo>
                    <a:lnTo>
                      <a:pt x="4145" y="2260"/>
                    </a:lnTo>
                    <a:lnTo>
                      <a:pt x="4145" y="2260"/>
                    </a:lnTo>
                    <a:cubicBezTo>
                      <a:pt x="4476" y="2881"/>
                      <a:pt x="4588" y="3635"/>
                      <a:pt x="4615" y="4329"/>
                    </a:cubicBezTo>
                    <a:cubicBezTo>
                      <a:pt x="4621" y="4554"/>
                      <a:pt x="4621" y="4779"/>
                      <a:pt x="4608" y="4997"/>
                    </a:cubicBezTo>
                    <a:cubicBezTo>
                      <a:pt x="4601" y="5228"/>
                      <a:pt x="4773" y="5433"/>
                      <a:pt x="5005" y="5453"/>
                    </a:cubicBezTo>
                    <a:cubicBezTo>
                      <a:pt x="5019" y="5454"/>
                      <a:pt x="5034" y="5455"/>
                      <a:pt x="5048" y="5455"/>
                    </a:cubicBezTo>
                    <a:cubicBezTo>
                      <a:pt x="5090" y="5455"/>
                      <a:pt x="5130" y="5448"/>
                      <a:pt x="5170" y="5433"/>
                    </a:cubicBezTo>
                    <a:cubicBezTo>
                      <a:pt x="5216" y="5446"/>
                      <a:pt x="5262" y="5453"/>
                      <a:pt x="5322" y="5453"/>
                    </a:cubicBezTo>
                    <a:cubicBezTo>
                      <a:pt x="5355" y="5453"/>
                      <a:pt x="5375" y="5453"/>
                      <a:pt x="5395" y="5446"/>
                    </a:cubicBezTo>
                    <a:cubicBezTo>
                      <a:pt x="5599" y="5400"/>
                      <a:pt x="5758" y="5215"/>
                      <a:pt x="5745" y="4997"/>
                    </a:cubicBezTo>
                    <a:cubicBezTo>
                      <a:pt x="5718" y="4389"/>
                      <a:pt x="5751" y="3761"/>
                      <a:pt x="5890" y="3159"/>
                    </a:cubicBezTo>
                    <a:cubicBezTo>
                      <a:pt x="5963" y="2848"/>
                      <a:pt x="6069" y="2538"/>
                      <a:pt x="6227" y="2260"/>
                    </a:cubicBezTo>
                    <a:lnTo>
                      <a:pt x="6227" y="2260"/>
                    </a:lnTo>
                    <a:cubicBezTo>
                      <a:pt x="6208" y="2432"/>
                      <a:pt x="6188" y="2604"/>
                      <a:pt x="6168" y="2782"/>
                    </a:cubicBezTo>
                    <a:cubicBezTo>
                      <a:pt x="6122" y="3139"/>
                      <a:pt x="6082" y="3496"/>
                      <a:pt x="6036" y="3853"/>
                    </a:cubicBezTo>
                    <a:cubicBezTo>
                      <a:pt x="6003" y="4157"/>
                      <a:pt x="5963" y="4455"/>
                      <a:pt x="5930" y="4752"/>
                    </a:cubicBezTo>
                    <a:cubicBezTo>
                      <a:pt x="5923" y="4805"/>
                      <a:pt x="5917" y="4851"/>
                      <a:pt x="5910" y="4904"/>
                    </a:cubicBezTo>
                    <a:cubicBezTo>
                      <a:pt x="5870" y="5228"/>
                      <a:pt x="5930" y="5572"/>
                      <a:pt x="6075" y="5863"/>
                    </a:cubicBezTo>
                    <a:cubicBezTo>
                      <a:pt x="6108" y="5929"/>
                      <a:pt x="6148" y="5995"/>
                      <a:pt x="6188" y="6054"/>
                    </a:cubicBezTo>
                    <a:lnTo>
                      <a:pt x="6412" y="10807"/>
                    </a:lnTo>
                    <a:cubicBezTo>
                      <a:pt x="6426" y="11071"/>
                      <a:pt x="6650" y="11283"/>
                      <a:pt x="6915" y="11290"/>
                    </a:cubicBezTo>
                    <a:cubicBezTo>
                      <a:pt x="7173" y="11290"/>
                      <a:pt x="7404" y="11085"/>
                      <a:pt x="7424" y="10827"/>
                    </a:cubicBezTo>
                    <a:cubicBezTo>
                      <a:pt x="7424" y="10820"/>
                      <a:pt x="7424" y="10814"/>
                      <a:pt x="7424" y="10807"/>
                    </a:cubicBezTo>
                    <a:lnTo>
                      <a:pt x="7589" y="7211"/>
                    </a:lnTo>
                    <a:lnTo>
                      <a:pt x="7754" y="10807"/>
                    </a:lnTo>
                    <a:cubicBezTo>
                      <a:pt x="7768" y="11071"/>
                      <a:pt x="7992" y="11283"/>
                      <a:pt x="8257" y="11290"/>
                    </a:cubicBezTo>
                    <a:cubicBezTo>
                      <a:pt x="8515" y="11290"/>
                      <a:pt x="8739" y="11085"/>
                      <a:pt x="8766" y="10827"/>
                    </a:cubicBezTo>
                    <a:cubicBezTo>
                      <a:pt x="8766" y="10820"/>
                      <a:pt x="8766" y="10814"/>
                      <a:pt x="8766" y="10807"/>
                    </a:cubicBezTo>
                    <a:lnTo>
                      <a:pt x="8984" y="6034"/>
                    </a:lnTo>
                    <a:cubicBezTo>
                      <a:pt x="9202" y="5711"/>
                      <a:pt x="9301" y="5314"/>
                      <a:pt x="9255" y="4904"/>
                    </a:cubicBezTo>
                    <a:lnTo>
                      <a:pt x="8938" y="2260"/>
                    </a:lnTo>
                    <a:lnTo>
                      <a:pt x="8938" y="2260"/>
                    </a:lnTo>
                    <a:cubicBezTo>
                      <a:pt x="9275" y="2881"/>
                      <a:pt x="9380" y="3635"/>
                      <a:pt x="9407" y="4329"/>
                    </a:cubicBezTo>
                    <a:cubicBezTo>
                      <a:pt x="9413" y="4554"/>
                      <a:pt x="9413" y="4779"/>
                      <a:pt x="9400" y="4997"/>
                    </a:cubicBezTo>
                    <a:cubicBezTo>
                      <a:pt x="9394" y="5208"/>
                      <a:pt x="9539" y="5393"/>
                      <a:pt x="9737" y="5440"/>
                    </a:cubicBezTo>
                    <a:cubicBezTo>
                      <a:pt x="9744" y="5453"/>
                      <a:pt x="9751" y="5459"/>
                      <a:pt x="9757" y="5459"/>
                    </a:cubicBezTo>
                    <a:cubicBezTo>
                      <a:pt x="9797" y="5512"/>
                      <a:pt x="9843" y="5559"/>
                      <a:pt x="9896" y="5592"/>
                    </a:cubicBezTo>
                    <a:cubicBezTo>
                      <a:pt x="10008" y="5671"/>
                      <a:pt x="10141" y="5704"/>
                      <a:pt x="10279" y="5711"/>
                    </a:cubicBezTo>
                    <a:cubicBezTo>
                      <a:pt x="10298" y="5712"/>
                      <a:pt x="10317" y="5712"/>
                      <a:pt x="10335" y="5712"/>
                    </a:cubicBezTo>
                    <a:cubicBezTo>
                      <a:pt x="10588" y="5712"/>
                      <a:pt x="10845" y="5631"/>
                      <a:pt x="11079" y="5539"/>
                    </a:cubicBezTo>
                    <a:lnTo>
                      <a:pt x="11079" y="5539"/>
                    </a:lnTo>
                    <a:lnTo>
                      <a:pt x="10987" y="7231"/>
                    </a:lnTo>
                    <a:cubicBezTo>
                      <a:pt x="10973" y="7442"/>
                      <a:pt x="11026" y="7628"/>
                      <a:pt x="11119" y="7799"/>
                    </a:cubicBezTo>
                    <a:lnTo>
                      <a:pt x="11271" y="10985"/>
                    </a:lnTo>
                    <a:cubicBezTo>
                      <a:pt x="11278" y="11157"/>
                      <a:pt x="11430" y="11296"/>
                      <a:pt x="11601" y="11296"/>
                    </a:cubicBezTo>
                    <a:cubicBezTo>
                      <a:pt x="11780" y="11296"/>
                      <a:pt x="11925" y="11157"/>
                      <a:pt x="11939" y="10985"/>
                    </a:cubicBezTo>
                    <a:lnTo>
                      <a:pt x="12064" y="8474"/>
                    </a:lnTo>
                    <a:lnTo>
                      <a:pt x="12190" y="10985"/>
                    </a:lnTo>
                    <a:cubicBezTo>
                      <a:pt x="12196" y="11157"/>
                      <a:pt x="12342" y="11296"/>
                      <a:pt x="12520" y="11296"/>
                    </a:cubicBezTo>
                    <a:cubicBezTo>
                      <a:pt x="12692" y="11296"/>
                      <a:pt x="12844" y="11157"/>
                      <a:pt x="12851" y="10985"/>
                    </a:cubicBezTo>
                    <a:lnTo>
                      <a:pt x="13016" y="7793"/>
                    </a:lnTo>
                    <a:cubicBezTo>
                      <a:pt x="13109" y="7621"/>
                      <a:pt x="13142" y="7423"/>
                      <a:pt x="13128" y="7231"/>
                    </a:cubicBezTo>
                    <a:cubicBezTo>
                      <a:pt x="13128" y="7138"/>
                      <a:pt x="13122" y="7046"/>
                      <a:pt x="13115" y="6947"/>
                    </a:cubicBezTo>
                    <a:cubicBezTo>
                      <a:pt x="13102" y="6662"/>
                      <a:pt x="13082" y="6372"/>
                      <a:pt x="13069" y="6087"/>
                    </a:cubicBezTo>
                    <a:lnTo>
                      <a:pt x="13069" y="6087"/>
                    </a:lnTo>
                    <a:cubicBezTo>
                      <a:pt x="13208" y="6458"/>
                      <a:pt x="13261" y="6854"/>
                      <a:pt x="13294" y="7244"/>
                    </a:cubicBezTo>
                    <a:cubicBezTo>
                      <a:pt x="13307" y="7392"/>
                      <a:pt x="13432" y="7509"/>
                      <a:pt x="13579" y="7509"/>
                    </a:cubicBezTo>
                    <a:cubicBezTo>
                      <a:pt x="13583" y="7509"/>
                      <a:pt x="13587" y="7509"/>
                      <a:pt x="13591" y="7509"/>
                    </a:cubicBezTo>
                    <a:cubicBezTo>
                      <a:pt x="13737" y="7495"/>
                      <a:pt x="13856" y="7370"/>
                      <a:pt x="13862" y="7224"/>
                    </a:cubicBezTo>
                    <a:cubicBezTo>
                      <a:pt x="13862" y="6808"/>
                      <a:pt x="13842" y="6391"/>
                      <a:pt x="13750" y="5982"/>
                    </a:cubicBezTo>
                    <a:cubicBezTo>
                      <a:pt x="13591" y="5294"/>
                      <a:pt x="13188" y="4620"/>
                      <a:pt x="12527" y="4303"/>
                    </a:cubicBezTo>
                    <a:cubicBezTo>
                      <a:pt x="12378" y="4232"/>
                      <a:pt x="12224" y="4196"/>
                      <a:pt x="12071" y="4196"/>
                    </a:cubicBezTo>
                    <a:cubicBezTo>
                      <a:pt x="11836" y="4196"/>
                      <a:pt x="11602" y="4281"/>
                      <a:pt x="11390" y="4461"/>
                    </a:cubicBezTo>
                    <a:cubicBezTo>
                      <a:pt x="11211" y="4607"/>
                      <a:pt x="11026" y="4732"/>
                      <a:pt x="10828" y="4851"/>
                    </a:cubicBezTo>
                    <a:cubicBezTo>
                      <a:pt x="10722" y="4917"/>
                      <a:pt x="10617" y="4970"/>
                      <a:pt x="10504" y="5017"/>
                    </a:cubicBezTo>
                    <a:cubicBezTo>
                      <a:pt x="10451" y="5043"/>
                      <a:pt x="10398" y="5063"/>
                      <a:pt x="10339" y="5076"/>
                    </a:cubicBezTo>
                    <a:cubicBezTo>
                      <a:pt x="10319" y="5076"/>
                      <a:pt x="10293" y="5083"/>
                      <a:pt x="10266" y="5089"/>
                    </a:cubicBezTo>
                    <a:cubicBezTo>
                      <a:pt x="10266" y="5083"/>
                      <a:pt x="10266" y="5076"/>
                      <a:pt x="10266" y="5076"/>
                    </a:cubicBezTo>
                    <a:cubicBezTo>
                      <a:pt x="10343" y="4524"/>
                      <a:pt x="10364" y="3965"/>
                      <a:pt x="10323" y="3412"/>
                    </a:cubicBezTo>
                    <a:lnTo>
                      <a:pt x="10323" y="3412"/>
                    </a:lnTo>
                    <a:cubicBezTo>
                      <a:pt x="10324" y="3424"/>
                      <a:pt x="10326" y="3434"/>
                      <a:pt x="10326" y="3443"/>
                    </a:cubicBezTo>
                    <a:cubicBezTo>
                      <a:pt x="10326" y="3430"/>
                      <a:pt x="10326" y="3404"/>
                      <a:pt x="10319" y="3364"/>
                    </a:cubicBezTo>
                    <a:lnTo>
                      <a:pt x="10319" y="3364"/>
                    </a:lnTo>
                    <a:cubicBezTo>
                      <a:pt x="10319" y="3364"/>
                      <a:pt x="10319" y="3364"/>
                      <a:pt x="10319" y="3364"/>
                    </a:cubicBezTo>
                    <a:cubicBezTo>
                      <a:pt x="10316" y="3336"/>
                      <a:pt x="10314" y="3316"/>
                      <a:pt x="10313" y="3301"/>
                    </a:cubicBezTo>
                    <a:lnTo>
                      <a:pt x="10313" y="3301"/>
                    </a:lnTo>
                    <a:cubicBezTo>
                      <a:pt x="10249" y="2615"/>
                      <a:pt x="10077" y="1932"/>
                      <a:pt x="9711" y="1348"/>
                    </a:cubicBezTo>
                    <a:cubicBezTo>
                      <a:pt x="9367" y="793"/>
                      <a:pt x="8845" y="304"/>
                      <a:pt x="8210" y="112"/>
                    </a:cubicBezTo>
                    <a:cubicBezTo>
                      <a:pt x="7974" y="41"/>
                      <a:pt x="7768" y="0"/>
                      <a:pt x="7559" y="0"/>
                    </a:cubicBezTo>
                    <a:cubicBezTo>
                      <a:pt x="7319" y="0"/>
                      <a:pt x="7073" y="54"/>
                      <a:pt x="6769" y="178"/>
                    </a:cubicBezTo>
                    <a:cubicBezTo>
                      <a:pt x="6637" y="231"/>
                      <a:pt x="6512" y="297"/>
                      <a:pt x="6386" y="370"/>
                    </a:cubicBezTo>
                    <a:cubicBezTo>
                      <a:pt x="6089" y="555"/>
                      <a:pt x="5831" y="799"/>
                      <a:pt x="5619" y="1077"/>
                    </a:cubicBezTo>
                    <a:cubicBezTo>
                      <a:pt x="5441" y="1315"/>
                      <a:pt x="5295" y="1579"/>
                      <a:pt x="5176" y="1850"/>
                    </a:cubicBezTo>
                    <a:cubicBezTo>
                      <a:pt x="5104" y="1678"/>
                      <a:pt x="5018" y="1507"/>
                      <a:pt x="4919" y="1348"/>
                    </a:cubicBezTo>
                    <a:cubicBezTo>
                      <a:pt x="4575" y="793"/>
                      <a:pt x="4053" y="304"/>
                      <a:pt x="3418" y="112"/>
                    </a:cubicBezTo>
                    <a:cubicBezTo>
                      <a:pt x="3178" y="41"/>
                      <a:pt x="2973" y="0"/>
                      <a:pt x="27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2" name="Google Shape;1002;p60"/>
              <p:cNvSpPr/>
              <p:nvPr/>
            </p:nvSpPr>
            <p:spPr>
              <a:xfrm>
                <a:off x="4394450" y="2520250"/>
                <a:ext cx="76550" cy="73250"/>
              </a:xfrm>
              <a:custGeom>
                <a:avLst/>
                <a:gdLst/>
                <a:ahLst/>
                <a:cxnLst/>
                <a:rect l="l" t="t" r="r" b="b"/>
                <a:pathLst>
                  <a:path w="3062" h="2930" extrusionOk="0">
                    <a:moveTo>
                      <a:pt x="1529" y="1"/>
                    </a:moveTo>
                    <a:cubicBezTo>
                      <a:pt x="1020" y="1"/>
                      <a:pt x="539" y="271"/>
                      <a:pt x="278" y="708"/>
                    </a:cubicBezTo>
                    <a:cubicBezTo>
                      <a:pt x="7" y="1151"/>
                      <a:pt x="1" y="1726"/>
                      <a:pt x="258" y="2182"/>
                    </a:cubicBezTo>
                    <a:cubicBezTo>
                      <a:pt x="510" y="2632"/>
                      <a:pt x="985" y="2916"/>
                      <a:pt x="1501" y="2929"/>
                    </a:cubicBezTo>
                    <a:lnTo>
                      <a:pt x="1534" y="2929"/>
                    </a:lnTo>
                    <a:cubicBezTo>
                      <a:pt x="2050" y="2929"/>
                      <a:pt x="2532" y="2652"/>
                      <a:pt x="2797" y="2209"/>
                    </a:cubicBezTo>
                    <a:cubicBezTo>
                      <a:pt x="3061" y="1759"/>
                      <a:pt x="3061" y="1184"/>
                      <a:pt x="2803" y="735"/>
                    </a:cubicBezTo>
                    <a:cubicBezTo>
                      <a:pt x="2545" y="292"/>
                      <a:pt x="2063"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3" name="Google Shape;1003;p60"/>
              <p:cNvSpPr/>
              <p:nvPr/>
            </p:nvSpPr>
            <p:spPr>
              <a:xfrm>
                <a:off x="4514250" y="2520250"/>
                <a:ext cx="76550" cy="73250"/>
              </a:xfrm>
              <a:custGeom>
                <a:avLst/>
                <a:gdLst/>
                <a:ahLst/>
                <a:cxnLst/>
                <a:rect l="l" t="t" r="r" b="b"/>
                <a:pathLst>
                  <a:path w="3062" h="2930" extrusionOk="0">
                    <a:moveTo>
                      <a:pt x="1529" y="1"/>
                    </a:moveTo>
                    <a:cubicBezTo>
                      <a:pt x="1020" y="1"/>
                      <a:pt x="540" y="271"/>
                      <a:pt x="279" y="708"/>
                    </a:cubicBezTo>
                    <a:cubicBezTo>
                      <a:pt x="8" y="1151"/>
                      <a:pt x="1" y="1726"/>
                      <a:pt x="259" y="2182"/>
                    </a:cubicBezTo>
                    <a:cubicBezTo>
                      <a:pt x="510" y="2632"/>
                      <a:pt x="986" y="2916"/>
                      <a:pt x="1501" y="2929"/>
                    </a:cubicBezTo>
                    <a:lnTo>
                      <a:pt x="1534" y="2929"/>
                    </a:lnTo>
                    <a:cubicBezTo>
                      <a:pt x="2050" y="2929"/>
                      <a:pt x="2533" y="2652"/>
                      <a:pt x="2797" y="2209"/>
                    </a:cubicBezTo>
                    <a:cubicBezTo>
                      <a:pt x="3061" y="1759"/>
                      <a:pt x="3061" y="1184"/>
                      <a:pt x="2804" y="735"/>
                    </a:cubicBezTo>
                    <a:cubicBezTo>
                      <a:pt x="2546" y="292"/>
                      <a:pt x="2063" y="8"/>
                      <a:pt x="1548" y="1"/>
                    </a:cubicBezTo>
                    <a:cubicBezTo>
                      <a:pt x="1542"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4" name="Google Shape;1004;p60"/>
              <p:cNvSpPr/>
              <p:nvPr/>
            </p:nvSpPr>
            <p:spPr>
              <a:xfrm>
                <a:off x="4621175" y="2680875"/>
                <a:ext cx="25" cy="200"/>
              </a:xfrm>
              <a:custGeom>
                <a:avLst/>
                <a:gdLst/>
                <a:ahLst/>
                <a:cxnLst/>
                <a:rect l="l" t="t" r="r" b="b"/>
                <a:pathLst>
                  <a:path w="1" h="8" extrusionOk="0">
                    <a:moveTo>
                      <a:pt x="1" y="1"/>
                    </a:moveTo>
                    <a:cubicBezTo>
                      <a:pt x="1" y="8"/>
                      <a:pt x="1" y="8"/>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5" name="Google Shape;1005;p60"/>
              <p:cNvSpPr/>
              <p:nvPr/>
            </p:nvSpPr>
            <p:spPr>
              <a:xfrm>
                <a:off x="4621175" y="2680725"/>
                <a:ext cx="25" cy="175"/>
              </a:xfrm>
              <a:custGeom>
                <a:avLst/>
                <a:gdLst/>
                <a:ahLst/>
                <a:cxnLst/>
                <a:rect l="l" t="t" r="r" b="b"/>
                <a:pathLst>
                  <a:path w="1" h="7" extrusionOk="0">
                    <a:moveTo>
                      <a:pt x="1" y="0"/>
                    </a:moveTo>
                    <a:cubicBezTo>
                      <a:pt x="1" y="0"/>
                      <a:pt x="1" y="0"/>
                      <a:pt x="1" y="7"/>
                    </a:cubicBezTo>
                    <a:cubicBezTo>
                      <a:pt x="1" y="0"/>
                      <a:pt x="1"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1006" name="Google Shape;1006;p60"/>
          <p:cNvGrpSpPr/>
          <p:nvPr/>
        </p:nvGrpSpPr>
        <p:grpSpPr>
          <a:xfrm>
            <a:off x="1833475" y="2524750"/>
            <a:ext cx="777060" cy="642276"/>
            <a:chOff x="568525" y="1591750"/>
            <a:chExt cx="777060" cy="642276"/>
          </a:xfrm>
        </p:grpSpPr>
        <p:sp>
          <p:nvSpPr>
            <p:cNvPr id="1007" name="Google Shape;1007;p60"/>
            <p:cNvSpPr/>
            <p:nvPr/>
          </p:nvSpPr>
          <p:spPr>
            <a:xfrm>
              <a:off x="568525" y="1591750"/>
              <a:ext cx="777060" cy="642276"/>
            </a:xfrm>
            <a:prstGeom prst="cloud">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60"/>
            <p:cNvSpPr/>
            <p:nvPr/>
          </p:nvSpPr>
          <p:spPr>
            <a:xfrm>
              <a:off x="617369" y="1632088"/>
              <a:ext cx="679428" cy="561600"/>
            </a:xfrm>
            <a:prstGeom prst="clou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 name="Google Shape;1009;p60"/>
            <p:cNvGrpSpPr/>
            <p:nvPr/>
          </p:nvGrpSpPr>
          <p:grpSpPr>
            <a:xfrm>
              <a:off x="865416" y="1770950"/>
              <a:ext cx="183329" cy="283890"/>
              <a:chOff x="3311700" y="2520250"/>
              <a:chExt cx="230400" cy="356825"/>
            </a:xfrm>
          </p:grpSpPr>
          <p:sp>
            <p:nvSpPr>
              <p:cNvPr id="1010" name="Google Shape;1010;p60"/>
              <p:cNvSpPr/>
              <p:nvPr/>
            </p:nvSpPr>
            <p:spPr>
              <a:xfrm>
                <a:off x="3332375" y="2650200"/>
                <a:ext cx="49100" cy="48050"/>
              </a:xfrm>
              <a:custGeom>
                <a:avLst/>
                <a:gdLst/>
                <a:ahLst/>
                <a:cxnLst/>
                <a:rect l="l" t="t" r="r" b="b"/>
                <a:pathLst>
                  <a:path w="1964" h="1922" extrusionOk="0">
                    <a:moveTo>
                      <a:pt x="977" y="0"/>
                    </a:moveTo>
                    <a:cubicBezTo>
                      <a:pt x="944" y="0"/>
                      <a:pt x="912" y="2"/>
                      <a:pt x="879" y="5"/>
                    </a:cubicBezTo>
                    <a:cubicBezTo>
                      <a:pt x="622" y="38"/>
                      <a:pt x="377" y="177"/>
                      <a:pt x="225" y="382"/>
                    </a:cubicBezTo>
                    <a:cubicBezTo>
                      <a:pt x="66" y="593"/>
                      <a:pt x="0" y="871"/>
                      <a:pt x="46" y="1129"/>
                    </a:cubicBezTo>
                    <a:cubicBezTo>
                      <a:pt x="126" y="1578"/>
                      <a:pt x="529" y="1922"/>
                      <a:pt x="992" y="1922"/>
                    </a:cubicBezTo>
                    <a:cubicBezTo>
                      <a:pt x="1249" y="1922"/>
                      <a:pt x="1507" y="1810"/>
                      <a:pt x="1686" y="1618"/>
                    </a:cubicBezTo>
                    <a:cubicBezTo>
                      <a:pt x="1871" y="1426"/>
                      <a:pt x="1963" y="1168"/>
                      <a:pt x="1944" y="904"/>
                    </a:cubicBezTo>
                    <a:cubicBezTo>
                      <a:pt x="1930" y="640"/>
                      <a:pt x="1805" y="395"/>
                      <a:pt x="1606" y="230"/>
                    </a:cubicBezTo>
                    <a:cubicBezTo>
                      <a:pt x="1433" y="80"/>
                      <a:pt x="1204" y="0"/>
                      <a:pt x="9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1" name="Google Shape;1011;p60"/>
              <p:cNvSpPr/>
              <p:nvPr/>
            </p:nvSpPr>
            <p:spPr>
              <a:xfrm>
                <a:off x="3434175" y="2520250"/>
                <a:ext cx="76525" cy="73250"/>
              </a:xfrm>
              <a:custGeom>
                <a:avLst/>
                <a:gdLst/>
                <a:ahLst/>
                <a:cxnLst/>
                <a:rect l="l" t="t" r="r" b="b"/>
                <a:pathLst>
                  <a:path w="3061" h="2930" extrusionOk="0">
                    <a:moveTo>
                      <a:pt x="1529" y="1"/>
                    </a:moveTo>
                    <a:cubicBezTo>
                      <a:pt x="1026" y="1"/>
                      <a:pt x="545" y="271"/>
                      <a:pt x="278" y="708"/>
                    </a:cubicBezTo>
                    <a:cubicBezTo>
                      <a:pt x="13" y="1151"/>
                      <a:pt x="0" y="1726"/>
                      <a:pt x="258" y="2182"/>
                    </a:cubicBezTo>
                    <a:cubicBezTo>
                      <a:pt x="509" y="2632"/>
                      <a:pt x="992" y="2916"/>
                      <a:pt x="1501" y="2929"/>
                    </a:cubicBezTo>
                    <a:lnTo>
                      <a:pt x="1534" y="2929"/>
                    </a:lnTo>
                    <a:cubicBezTo>
                      <a:pt x="2049" y="2929"/>
                      <a:pt x="2532" y="2652"/>
                      <a:pt x="2796" y="2209"/>
                    </a:cubicBezTo>
                    <a:cubicBezTo>
                      <a:pt x="3061" y="1759"/>
                      <a:pt x="3061" y="1184"/>
                      <a:pt x="2803" y="735"/>
                    </a:cubicBezTo>
                    <a:cubicBezTo>
                      <a:pt x="2545" y="292"/>
                      <a:pt x="2062"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2" name="Google Shape;1012;p60"/>
              <p:cNvSpPr/>
              <p:nvPr/>
            </p:nvSpPr>
            <p:spPr>
              <a:xfrm>
                <a:off x="3311700" y="2594650"/>
                <a:ext cx="230400" cy="282425"/>
              </a:xfrm>
              <a:custGeom>
                <a:avLst/>
                <a:gdLst/>
                <a:ahLst/>
                <a:cxnLst/>
                <a:rect l="l" t="t" r="r" b="b"/>
                <a:pathLst>
                  <a:path w="9216" h="11297" extrusionOk="0">
                    <a:moveTo>
                      <a:pt x="9163" y="3271"/>
                    </a:moveTo>
                    <a:cubicBezTo>
                      <a:pt x="9163" y="3285"/>
                      <a:pt x="9169" y="3324"/>
                      <a:pt x="9169" y="3364"/>
                    </a:cubicBezTo>
                    <a:cubicBezTo>
                      <a:pt x="9169" y="3305"/>
                      <a:pt x="9163" y="3278"/>
                      <a:pt x="9163" y="3271"/>
                    </a:cubicBezTo>
                    <a:close/>
                    <a:moveTo>
                      <a:pt x="9169" y="3364"/>
                    </a:moveTo>
                    <a:cubicBezTo>
                      <a:pt x="9176" y="3404"/>
                      <a:pt x="9176" y="3430"/>
                      <a:pt x="9176" y="3443"/>
                    </a:cubicBezTo>
                    <a:cubicBezTo>
                      <a:pt x="9176" y="3424"/>
                      <a:pt x="9176" y="3397"/>
                      <a:pt x="9169" y="3364"/>
                    </a:cubicBezTo>
                    <a:close/>
                    <a:moveTo>
                      <a:pt x="6410" y="0"/>
                    </a:moveTo>
                    <a:cubicBezTo>
                      <a:pt x="6170" y="0"/>
                      <a:pt x="5927" y="54"/>
                      <a:pt x="5626" y="178"/>
                    </a:cubicBezTo>
                    <a:cubicBezTo>
                      <a:pt x="5487" y="231"/>
                      <a:pt x="5362" y="297"/>
                      <a:pt x="5236" y="370"/>
                    </a:cubicBezTo>
                    <a:cubicBezTo>
                      <a:pt x="4939" y="555"/>
                      <a:pt x="4681" y="799"/>
                      <a:pt x="4469" y="1077"/>
                    </a:cubicBezTo>
                    <a:cubicBezTo>
                      <a:pt x="4040" y="1645"/>
                      <a:pt x="3808" y="2339"/>
                      <a:pt x="3716" y="3040"/>
                    </a:cubicBezTo>
                    <a:cubicBezTo>
                      <a:pt x="3643" y="3556"/>
                      <a:pt x="3643" y="4085"/>
                      <a:pt x="3683" y="4607"/>
                    </a:cubicBezTo>
                    <a:cubicBezTo>
                      <a:pt x="3683" y="4607"/>
                      <a:pt x="3683" y="4607"/>
                      <a:pt x="3683" y="4613"/>
                    </a:cubicBezTo>
                    <a:cubicBezTo>
                      <a:pt x="3703" y="4785"/>
                      <a:pt x="3716" y="4931"/>
                      <a:pt x="3736" y="5043"/>
                    </a:cubicBezTo>
                    <a:cubicBezTo>
                      <a:pt x="3736" y="5043"/>
                      <a:pt x="3729" y="5050"/>
                      <a:pt x="3722" y="5050"/>
                    </a:cubicBezTo>
                    <a:lnTo>
                      <a:pt x="3716" y="5050"/>
                    </a:lnTo>
                    <a:cubicBezTo>
                      <a:pt x="3680" y="5065"/>
                      <a:pt x="3628" y="5080"/>
                      <a:pt x="3573" y="5080"/>
                    </a:cubicBezTo>
                    <a:cubicBezTo>
                      <a:pt x="3557" y="5080"/>
                      <a:pt x="3540" y="5079"/>
                      <a:pt x="3524" y="5076"/>
                    </a:cubicBezTo>
                    <a:cubicBezTo>
                      <a:pt x="3471" y="5063"/>
                      <a:pt x="3418" y="5043"/>
                      <a:pt x="3365" y="5017"/>
                    </a:cubicBezTo>
                    <a:cubicBezTo>
                      <a:pt x="3253" y="4970"/>
                      <a:pt x="3141" y="4917"/>
                      <a:pt x="3035" y="4851"/>
                    </a:cubicBezTo>
                    <a:cubicBezTo>
                      <a:pt x="2843" y="4732"/>
                      <a:pt x="2652" y="4607"/>
                      <a:pt x="2480" y="4461"/>
                    </a:cubicBezTo>
                    <a:cubicBezTo>
                      <a:pt x="2264" y="4281"/>
                      <a:pt x="2028" y="4196"/>
                      <a:pt x="1794" y="4196"/>
                    </a:cubicBezTo>
                    <a:cubicBezTo>
                      <a:pt x="1641" y="4196"/>
                      <a:pt x="1489" y="4232"/>
                      <a:pt x="1343" y="4303"/>
                    </a:cubicBezTo>
                    <a:cubicBezTo>
                      <a:pt x="682" y="4620"/>
                      <a:pt x="279" y="5294"/>
                      <a:pt x="120" y="5982"/>
                    </a:cubicBezTo>
                    <a:cubicBezTo>
                      <a:pt x="27" y="6391"/>
                      <a:pt x="1" y="6808"/>
                      <a:pt x="8" y="7224"/>
                    </a:cubicBezTo>
                    <a:cubicBezTo>
                      <a:pt x="8" y="7370"/>
                      <a:pt x="126" y="7495"/>
                      <a:pt x="279" y="7509"/>
                    </a:cubicBezTo>
                    <a:cubicBezTo>
                      <a:pt x="283" y="7509"/>
                      <a:pt x="287" y="7509"/>
                      <a:pt x="291" y="7509"/>
                    </a:cubicBezTo>
                    <a:cubicBezTo>
                      <a:pt x="437" y="7509"/>
                      <a:pt x="563" y="7392"/>
                      <a:pt x="576" y="7244"/>
                    </a:cubicBezTo>
                    <a:cubicBezTo>
                      <a:pt x="609" y="6854"/>
                      <a:pt x="662" y="6458"/>
                      <a:pt x="801" y="6087"/>
                    </a:cubicBezTo>
                    <a:lnTo>
                      <a:pt x="807" y="6418"/>
                    </a:lnTo>
                    <a:lnTo>
                      <a:pt x="318" y="8612"/>
                    </a:lnTo>
                    <a:cubicBezTo>
                      <a:pt x="312" y="8665"/>
                      <a:pt x="325" y="8718"/>
                      <a:pt x="358" y="8758"/>
                    </a:cubicBezTo>
                    <a:cubicBezTo>
                      <a:pt x="391" y="8798"/>
                      <a:pt x="437" y="8817"/>
                      <a:pt x="490" y="8817"/>
                    </a:cubicBezTo>
                    <a:lnTo>
                      <a:pt x="887" y="8817"/>
                    </a:lnTo>
                    <a:lnTo>
                      <a:pt x="999" y="10985"/>
                    </a:lnTo>
                    <a:cubicBezTo>
                      <a:pt x="1012" y="11157"/>
                      <a:pt x="1158" y="11296"/>
                      <a:pt x="1336" y="11296"/>
                    </a:cubicBezTo>
                    <a:cubicBezTo>
                      <a:pt x="1508" y="11296"/>
                      <a:pt x="1653" y="11157"/>
                      <a:pt x="1667" y="10985"/>
                    </a:cubicBezTo>
                    <a:lnTo>
                      <a:pt x="1772" y="8817"/>
                    </a:lnTo>
                    <a:lnTo>
                      <a:pt x="1805" y="8817"/>
                    </a:lnTo>
                    <a:lnTo>
                      <a:pt x="1918" y="10985"/>
                    </a:lnTo>
                    <a:cubicBezTo>
                      <a:pt x="1924" y="11157"/>
                      <a:pt x="2076" y="11296"/>
                      <a:pt x="2248" y="11296"/>
                    </a:cubicBezTo>
                    <a:cubicBezTo>
                      <a:pt x="2420" y="11296"/>
                      <a:pt x="2572" y="11157"/>
                      <a:pt x="2579" y="10985"/>
                    </a:cubicBezTo>
                    <a:lnTo>
                      <a:pt x="2685" y="8817"/>
                    </a:lnTo>
                    <a:lnTo>
                      <a:pt x="3088" y="8817"/>
                    </a:lnTo>
                    <a:cubicBezTo>
                      <a:pt x="3141" y="8817"/>
                      <a:pt x="3187" y="8798"/>
                      <a:pt x="3220" y="8758"/>
                    </a:cubicBezTo>
                    <a:cubicBezTo>
                      <a:pt x="3253" y="8718"/>
                      <a:pt x="3266" y="8665"/>
                      <a:pt x="3260" y="8612"/>
                    </a:cubicBezTo>
                    <a:lnTo>
                      <a:pt x="2771" y="6418"/>
                    </a:lnTo>
                    <a:lnTo>
                      <a:pt x="2790" y="5539"/>
                    </a:lnTo>
                    <a:cubicBezTo>
                      <a:pt x="3024" y="5631"/>
                      <a:pt x="3275" y="5712"/>
                      <a:pt x="3533" y="5712"/>
                    </a:cubicBezTo>
                    <a:cubicBezTo>
                      <a:pt x="3552" y="5712"/>
                      <a:pt x="3571" y="5712"/>
                      <a:pt x="3590" y="5711"/>
                    </a:cubicBezTo>
                    <a:cubicBezTo>
                      <a:pt x="3722" y="5704"/>
                      <a:pt x="3861" y="5671"/>
                      <a:pt x="3974" y="5592"/>
                    </a:cubicBezTo>
                    <a:cubicBezTo>
                      <a:pt x="4026" y="5559"/>
                      <a:pt x="4073" y="5512"/>
                      <a:pt x="4112" y="5466"/>
                    </a:cubicBezTo>
                    <a:cubicBezTo>
                      <a:pt x="4112" y="5459"/>
                      <a:pt x="4119" y="5453"/>
                      <a:pt x="4126" y="5453"/>
                    </a:cubicBezTo>
                    <a:lnTo>
                      <a:pt x="4172" y="5453"/>
                    </a:lnTo>
                    <a:cubicBezTo>
                      <a:pt x="4205" y="5453"/>
                      <a:pt x="4225" y="5453"/>
                      <a:pt x="4251" y="5446"/>
                    </a:cubicBezTo>
                    <a:cubicBezTo>
                      <a:pt x="4456" y="5400"/>
                      <a:pt x="4608" y="5215"/>
                      <a:pt x="4595" y="4997"/>
                    </a:cubicBezTo>
                    <a:cubicBezTo>
                      <a:pt x="4569" y="4389"/>
                      <a:pt x="4602" y="3761"/>
                      <a:pt x="4740" y="3159"/>
                    </a:cubicBezTo>
                    <a:cubicBezTo>
                      <a:pt x="4820" y="2848"/>
                      <a:pt x="4925" y="2538"/>
                      <a:pt x="5084" y="2260"/>
                    </a:cubicBezTo>
                    <a:lnTo>
                      <a:pt x="5084" y="2260"/>
                    </a:lnTo>
                    <a:cubicBezTo>
                      <a:pt x="5058" y="2432"/>
                      <a:pt x="5038" y="2604"/>
                      <a:pt x="5018" y="2782"/>
                    </a:cubicBezTo>
                    <a:cubicBezTo>
                      <a:pt x="4972" y="3139"/>
                      <a:pt x="4932" y="3496"/>
                      <a:pt x="4886" y="3853"/>
                    </a:cubicBezTo>
                    <a:cubicBezTo>
                      <a:pt x="4853" y="4157"/>
                      <a:pt x="4813" y="4455"/>
                      <a:pt x="4780" y="4752"/>
                    </a:cubicBezTo>
                    <a:cubicBezTo>
                      <a:pt x="4773" y="4805"/>
                      <a:pt x="4767" y="4851"/>
                      <a:pt x="4760" y="4904"/>
                    </a:cubicBezTo>
                    <a:cubicBezTo>
                      <a:pt x="4721" y="5228"/>
                      <a:pt x="4780" y="5572"/>
                      <a:pt x="4932" y="5863"/>
                    </a:cubicBezTo>
                    <a:cubicBezTo>
                      <a:pt x="4959" y="5929"/>
                      <a:pt x="4998" y="5995"/>
                      <a:pt x="5038" y="6054"/>
                    </a:cubicBezTo>
                    <a:lnTo>
                      <a:pt x="5263" y="10807"/>
                    </a:lnTo>
                    <a:cubicBezTo>
                      <a:pt x="5276" y="11071"/>
                      <a:pt x="5501" y="11283"/>
                      <a:pt x="5765" y="11290"/>
                    </a:cubicBezTo>
                    <a:cubicBezTo>
                      <a:pt x="6023" y="11290"/>
                      <a:pt x="6254" y="11085"/>
                      <a:pt x="6274" y="10827"/>
                    </a:cubicBezTo>
                    <a:cubicBezTo>
                      <a:pt x="6281" y="10820"/>
                      <a:pt x="6281" y="10814"/>
                      <a:pt x="6281" y="10807"/>
                    </a:cubicBezTo>
                    <a:lnTo>
                      <a:pt x="6439" y="7211"/>
                    </a:lnTo>
                    <a:lnTo>
                      <a:pt x="6604" y="10807"/>
                    </a:lnTo>
                    <a:cubicBezTo>
                      <a:pt x="6618" y="11071"/>
                      <a:pt x="6842" y="11283"/>
                      <a:pt x="7107" y="11290"/>
                    </a:cubicBezTo>
                    <a:cubicBezTo>
                      <a:pt x="7365" y="11290"/>
                      <a:pt x="7596" y="11085"/>
                      <a:pt x="7616" y="10827"/>
                    </a:cubicBezTo>
                    <a:cubicBezTo>
                      <a:pt x="7616" y="10820"/>
                      <a:pt x="7622" y="10814"/>
                      <a:pt x="7622" y="10807"/>
                    </a:cubicBezTo>
                    <a:lnTo>
                      <a:pt x="7841" y="6034"/>
                    </a:lnTo>
                    <a:cubicBezTo>
                      <a:pt x="8052" y="5711"/>
                      <a:pt x="8158" y="5314"/>
                      <a:pt x="8105" y="4904"/>
                    </a:cubicBezTo>
                    <a:lnTo>
                      <a:pt x="7788" y="2260"/>
                    </a:lnTo>
                    <a:lnTo>
                      <a:pt x="7788" y="2260"/>
                    </a:lnTo>
                    <a:cubicBezTo>
                      <a:pt x="8125" y="2881"/>
                      <a:pt x="8231" y="3635"/>
                      <a:pt x="8257" y="4329"/>
                    </a:cubicBezTo>
                    <a:cubicBezTo>
                      <a:pt x="8264" y="4554"/>
                      <a:pt x="8264" y="4779"/>
                      <a:pt x="8257" y="4997"/>
                    </a:cubicBezTo>
                    <a:cubicBezTo>
                      <a:pt x="8244" y="5228"/>
                      <a:pt x="8422" y="5433"/>
                      <a:pt x="8647" y="5453"/>
                    </a:cubicBezTo>
                    <a:cubicBezTo>
                      <a:pt x="8659" y="5454"/>
                      <a:pt x="8671" y="5454"/>
                      <a:pt x="8683" y="5454"/>
                    </a:cubicBezTo>
                    <a:cubicBezTo>
                      <a:pt x="8900" y="5454"/>
                      <a:pt x="9092" y="5289"/>
                      <a:pt x="9123" y="5076"/>
                    </a:cubicBezTo>
                    <a:cubicBezTo>
                      <a:pt x="9196" y="4508"/>
                      <a:pt x="9215" y="3932"/>
                      <a:pt x="9169" y="3364"/>
                    </a:cubicBezTo>
                    <a:cubicBezTo>
                      <a:pt x="9116" y="2657"/>
                      <a:pt x="8938" y="1949"/>
                      <a:pt x="8568" y="1348"/>
                    </a:cubicBezTo>
                    <a:cubicBezTo>
                      <a:pt x="8224" y="793"/>
                      <a:pt x="7695" y="304"/>
                      <a:pt x="7061" y="112"/>
                    </a:cubicBezTo>
                    <a:cubicBezTo>
                      <a:pt x="6824" y="41"/>
                      <a:pt x="6618" y="0"/>
                      <a:pt x="6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1013" name="Google Shape;1013;p60"/>
          <p:cNvSpPr txBox="1">
            <a:spLocks noGrp="1"/>
          </p:cNvSpPr>
          <p:nvPr>
            <p:ph type="title" idx="2"/>
          </p:nvPr>
        </p:nvSpPr>
        <p:spPr>
          <a:xfrm>
            <a:off x="3967651" y="2325225"/>
            <a:ext cx="12087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017"/>
        <p:cNvGrpSpPr/>
        <p:nvPr/>
      </p:nvGrpSpPr>
      <p:grpSpPr>
        <a:xfrm>
          <a:off x="0" y="0"/>
          <a:ext cx="0" cy="0"/>
          <a:chOff x="0" y="0"/>
          <a:chExt cx="0" cy="0"/>
        </a:xfrm>
      </p:grpSpPr>
      <p:grpSp>
        <p:nvGrpSpPr>
          <p:cNvPr id="1018" name="Google Shape;1018;p61"/>
          <p:cNvGrpSpPr/>
          <p:nvPr/>
        </p:nvGrpSpPr>
        <p:grpSpPr>
          <a:xfrm>
            <a:off x="2743099" y="1748069"/>
            <a:ext cx="3657866" cy="1948679"/>
            <a:chOff x="233350" y="949250"/>
            <a:chExt cx="7137300" cy="3802300"/>
          </a:xfrm>
        </p:grpSpPr>
        <p:sp>
          <p:nvSpPr>
            <p:cNvPr id="1019" name="Google Shape;1019;p6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6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6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6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6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6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6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6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6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6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6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6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6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6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6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6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6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6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6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6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6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6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6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6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6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6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6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6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6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6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6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6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6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6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6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6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6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6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6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6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6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6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6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6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6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6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6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6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6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6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6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070" name="Google Shape;1070;p61"/>
          <p:cNvCxnSpPr>
            <a:stCxn id="1071" idx="3"/>
            <a:endCxn id="1072" idx="1"/>
          </p:cNvCxnSpPr>
          <p:nvPr/>
        </p:nvCxnSpPr>
        <p:spPr>
          <a:xfrm rot="10800000" flipH="1">
            <a:off x="2149188" y="2194350"/>
            <a:ext cx="1277700" cy="232800"/>
          </a:xfrm>
          <a:prstGeom prst="bentConnector3">
            <a:avLst>
              <a:gd name="adj1" fmla="val 50000"/>
            </a:avLst>
          </a:prstGeom>
          <a:noFill/>
          <a:ln w="9525" cap="flat" cmpd="sng">
            <a:solidFill>
              <a:schemeClr val="dk1"/>
            </a:solidFill>
            <a:prstDash val="solid"/>
            <a:round/>
            <a:headEnd type="none" w="med" len="med"/>
            <a:tailEnd type="none" w="med" len="med"/>
          </a:ln>
        </p:spPr>
      </p:cxnSp>
      <p:cxnSp>
        <p:nvCxnSpPr>
          <p:cNvPr id="1073" name="Google Shape;1073;p61"/>
          <p:cNvCxnSpPr>
            <a:stCxn id="1074" idx="0"/>
            <a:endCxn id="1075" idx="2"/>
          </p:cNvCxnSpPr>
          <p:nvPr/>
        </p:nvCxnSpPr>
        <p:spPr>
          <a:xfrm rot="10800000">
            <a:off x="7281058" y="2713425"/>
            <a:ext cx="0" cy="916500"/>
          </a:xfrm>
          <a:prstGeom prst="straightConnector1">
            <a:avLst/>
          </a:prstGeom>
          <a:noFill/>
          <a:ln w="9525" cap="flat" cmpd="sng">
            <a:solidFill>
              <a:schemeClr val="dk1"/>
            </a:solidFill>
            <a:prstDash val="solid"/>
            <a:round/>
            <a:headEnd type="none" w="med" len="med"/>
            <a:tailEnd type="none" w="med" len="med"/>
          </a:ln>
        </p:spPr>
      </p:cxnSp>
      <p:cxnSp>
        <p:nvCxnSpPr>
          <p:cNvPr id="1076" name="Google Shape;1076;p61"/>
          <p:cNvCxnSpPr>
            <a:stCxn id="1077" idx="0"/>
            <a:endCxn id="1071" idx="2"/>
          </p:cNvCxnSpPr>
          <p:nvPr/>
        </p:nvCxnSpPr>
        <p:spPr>
          <a:xfrm rot="10800000">
            <a:off x="1862850" y="2713425"/>
            <a:ext cx="0" cy="916500"/>
          </a:xfrm>
          <a:prstGeom prst="straightConnector1">
            <a:avLst/>
          </a:prstGeom>
          <a:noFill/>
          <a:ln w="9525" cap="flat" cmpd="sng">
            <a:solidFill>
              <a:schemeClr val="dk1"/>
            </a:solidFill>
            <a:prstDash val="solid"/>
            <a:round/>
            <a:headEnd type="none" w="med" len="med"/>
            <a:tailEnd type="none" w="med" len="med"/>
          </a:ln>
        </p:spPr>
      </p:cxnSp>
      <p:sp>
        <p:nvSpPr>
          <p:cNvPr id="1078" name="Google Shape;1078;p61"/>
          <p:cNvSpPr/>
          <p:nvPr/>
        </p:nvSpPr>
        <p:spPr>
          <a:xfrm>
            <a:off x="7017587" y="1293304"/>
            <a:ext cx="22250" cy="10089"/>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9" name="Google Shape;1079;p61"/>
          <p:cNvCxnSpPr/>
          <p:nvPr/>
        </p:nvCxnSpPr>
        <p:spPr>
          <a:xfrm>
            <a:off x="3587250" y="1123950"/>
            <a:ext cx="1969500" cy="0"/>
          </a:xfrm>
          <a:prstGeom prst="straightConnector1">
            <a:avLst/>
          </a:prstGeom>
          <a:noFill/>
          <a:ln w="9525" cap="flat" cmpd="sng">
            <a:solidFill>
              <a:schemeClr val="dk1"/>
            </a:solidFill>
            <a:prstDash val="solid"/>
            <a:round/>
            <a:headEnd type="none" w="med" len="med"/>
            <a:tailEnd type="none" w="med" len="med"/>
          </a:ln>
        </p:spPr>
      </p:cxnSp>
      <p:sp>
        <p:nvSpPr>
          <p:cNvPr id="1080" name="Google Shape;1080;p61"/>
          <p:cNvSpPr txBox="1"/>
          <p:nvPr/>
        </p:nvSpPr>
        <p:spPr>
          <a:xfrm>
            <a:off x="6131308" y="4019925"/>
            <a:ext cx="22995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Mercury is the closest planet to the Sun</a:t>
            </a:r>
            <a:endParaRPr>
              <a:solidFill>
                <a:srgbClr val="13181E"/>
              </a:solidFill>
              <a:latin typeface="Montserrat"/>
              <a:ea typeface="Montserrat"/>
              <a:cs typeface="Montserrat"/>
              <a:sym typeface="Montserrat"/>
            </a:endParaRPr>
          </a:p>
        </p:txBody>
      </p:sp>
      <p:sp>
        <p:nvSpPr>
          <p:cNvPr id="1074" name="Google Shape;1074;p61"/>
          <p:cNvSpPr txBox="1"/>
          <p:nvPr/>
        </p:nvSpPr>
        <p:spPr>
          <a:xfrm>
            <a:off x="6131308" y="3629925"/>
            <a:ext cx="2299500" cy="466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2"/>
                </a:solidFill>
                <a:latin typeface="M PLUS 1p"/>
                <a:ea typeface="M PLUS 1p"/>
                <a:cs typeface="M PLUS 1p"/>
                <a:sym typeface="M PLUS 1p"/>
              </a:rPr>
              <a:t>Mercury</a:t>
            </a:r>
            <a:endParaRPr sz="2500" b="1">
              <a:solidFill>
                <a:schemeClr val="dk2"/>
              </a:solidFill>
              <a:latin typeface="M PLUS 1p"/>
              <a:ea typeface="M PLUS 1p"/>
              <a:cs typeface="M PLUS 1p"/>
              <a:sym typeface="M PLUS 1p"/>
            </a:endParaRPr>
          </a:p>
        </p:txBody>
      </p:sp>
      <p:sp>
        <p:nvSpPr>
          <p:cNvPr id="1077" name="Google Shape;1077;p61"/>
          <p:cNvSpPr txBox="1"/>
          <p:nvPr/>
        </p:nvSpPr>
        <p:spPr>
          <a:xfrm>
            <a:off x="713100" y="3629925"/>
            <a:ext cx="2299500" cy="466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2"/>
                </a:solidFill>
                <a:latin typeface="M PLUS 1p"/>
                <a:ea typeface="M PLUS 1p"/>
                <a:cs typeface="M PLUS 1p"/>
                <a:sym typeface="M PLUS 1p"/>
              </a:rPr>
              <a:t>Jupiter</a:t>
            </a:r>
            <a:endParaRPr sz="2500" b="1">
              <a:solidFill>
                <a:schemeClr val="dk2"/>
              </a:solidFill>
              <a:latin typeface="M PLUS 1p"/>
              <a:ea typeface="M PLUS 1p"/>
              <a:cs typeface="M PLUS 1p"/>
              <a:sym typeface="M PLUS 1p"/>
            </a:endParaRPr>
          </a:p>
        </p:txBody>
      </p:sp>
      <p:sp>
        <p:nvSpPr>
          <p:cNvPr id="1081" name="Google Shape;1081;p61"/>
          <p:cNvSpPr txBox="1"/>
          <p:nvPr/>
        </p:nvSpPr>
        <p:spPr>
          <a:xfrm>
            <a:off x="713100" y="4019925"/>
            <a:ext cx="22995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Jupiter is the biggest planet of them all</a:t>
            </a:r>
            <a:endParaRPr>
              <a:solidFill>
                <a:srgbClr val="13181E"/>
              </a:solidFill>
              <a:latin typeface="Montserrat"/>
              <a:ea typeface="Montserrat"/>
              <a:cs typeface="Montserrat"/>
              <a:sym typeface="Montserrat"/>
            </a:endParaRPr>
          </a:p>
        </p:txBody>
      </p:sp>
      <p:grpSp>
        <p:nvGrpSpPr>
          <p:cNvPr id="1082" name="Google Shape;1082;p61"/>
          <p:cNvGrpSpPr/>
          <p:nvPr/>
        </p:nvGrpSpPr>
        <p:grpSpPr>
          <a:xfrm>
            <a:off x="1508838" y="2073150"/>
            <a:ext cx="708000" cy="708000"/>
            <a:chOff x="762200" y="1561800"/>
            <a:chExt cx="708000" cy="708000"/>
          </a:xfrm>
        </p:grpSpPr>
        <p:sp>
          <p:nvSpPr>
            <p:cNvPr id="1083" name="Google Shape;1083;p61"/>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61"/>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 name="Google Shape;1084;p61"/>
          <p:cNvGrpSpPr/>
          <p:nvPr/>
        </p:nvGrpSpPr>
        <p:grpSpPr>
          <a:xfrm>
            <a:off x="6927058" y="2073150"/>
            <a:ext cx="708000" cy="708000"/>
            <a:chOff x="762200" y="1561800"/>
            <a:chExt cx="708000" cy="708000"/>
          </a:xfrm>
        </p:grpSpPr>
        <p:sp>
          <p:nvSpPr>
            <p:cNvPr id="1085" name="Google Shape;1085;p61"/>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61"/>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2" name="Google Shape;1072;p61"/>
          <p:cNvSpPr/>
          <p:nvPr/>
        </p:nvSpPr>
        <p:spPr>
          <a:xfrm>
            <a:off x="3426900" y="2073138"/>
            <a:ext cx="242700" cy="242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61"/>
          <p:cNvSpPr/>
          <p:nvPr/>
        </p:nvSpPr>
        <p:spPr>
          <a:xfrm>
            <a:off x="5060425" y="2073138"/>
            <a:ext cx="242700" cy="242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7" name="Google Shape;1087;p61"/>
          <p:cNvCxnSpPr>
            <a:stCxn id="1085" idx="1"/>
            <a:endCxn id="1086" idx="3"/>
          </p:cNvCxnSpPr>
          <p:nvPr/>
        </p:nvCxnSpPr>
        <p:spPr>
          <a:xfrm rot="10800000">
            <a:off x="5303158" y="2194350"/>
            <a:ext cx="1623900" cy="232800"/>
          </a:xfrm>
          <a:prstGeom prst="bentConnector3">
            <a:avLst>
              <a:gd name="adj1" fmla="val 50001"/>
            </a:avLst>
          </a:prstGeom>
          <a:noFill/>
          <a:ln w="9525" cap="flat" cmpd="sng">
            <a:solidFill>
              <a:schemeClr val="dk1"/>
            </a:solidFill>
            <a:prstDash val="solid"/>
            <a:round/>
            <a:headEnd type="none" w="med" len="med"/>
            <a:tailEnd type="none" w="med" len="med"/>
          </a:ln>
        </p:spPr>
      </p:cxnSp>
      <p:grpSp>
        <p:nvGrpSpPr>
          <p:cNvPr id="1088" name="Google Shape;1088;p61"/>
          <p:cNvGrpSpPr/>
          <p:nvPr/>
        </p:nvGrpSpPr>
        <p:grpSpPr>
          <a:xfrm>
            <a:off x="7081251" y="2226506"/>
            <a:ext cx="399598" cy="401283"/>
            <a:chOff x="6527738" y="1764000"/>
            <a:chExt cx="478275" cy="480291"/>
          </a:xfrm>
        </p:grpSpPr>
        <p:sp>
          <p:nvSpPr>
            <p:cNvPr id="1089" name="Google Shape;1089;p61"/>
            <p:cNvSpPr/>
            <p:nvPr/>
          </p:nvSpPr>
          <p:spPr>
            <a:xfrm>
              <a:off x="6649621" y="1764000"/>
              <a:ext cx="234549" cy="480291"/>
            </a:xfrm>
            <a:custGeom>
              <a:avLst/>
              <a:gdLst/>
              <a:ahLst/>
              <a:cxnLst/>
              <a:rect l="l" t="t" r="r" b="b"/>
              <a:pathLst>
                <a:path w="6056" h="12401" extrusionOk="0">
                  <a:moveTo>
                    <a:pt x="3028" y="4654"/>
                  </a:moveTo>
                  <a:cubicBezTo>
                    <a:pt x="3762" y="4654"/>
                    <a:pt x="4356" y="5249"/>
                    <a:pt x="4356" y="5983"/>
                  </a:cubicBezTo>
                  <a:cubicBezTo>
                    <a:pt x="4356" y="6716"/>
                    <a:pt x="3762" y="7318"/>
                    <a:pt x="3028" y="7318"/>
                  </a:cubicBezTo>
                  <a:cubicBezTo>
                    <a:pt x="2294" y="7318"/>
                    <a:pt x="1693" y="6716"/>
                    <a:pt x="1693" y="5983"/>
                  </a:cubicBezTo>
                  <a:cubicBezTo>
                    <a:pt x="1693" y="5249"/>
                    <a:pt x="2294" y="4654"/>
                    <a:pt x="3028" y="4654"/>
                  </a:cubicBezTo>
                  <a:close/>
                  <a:moveTo>
                    <a:pt x="2301" y="8045"/>
                  </a:moveTo>
                  <a:cubicBezTo>
                    <a:pt x="2499" y="8045"/>
                    <a:pt x="2664" y="8204"/>
                    <a:pt x="2664" y="8408"/>
                  </a:cubicBezTo>
                  <a:cubicBezTo>
                    <a:pt x="2664" y="8607"/>
                    <a:pt x="2499" y="8765"/>
                    <a:pt x="2301" y="8765"/>
                  </a:cubicBezTo>
                  <a:lnTo>
                    <a:pt x="1574" y="8765"/>
                  </a:lnTo>
                  <a:cubicBezTo>
                    <a:pt x="1375" y="8765"/>
                    <a:pt x="1210" y="8607"/>
                    <a:pt x="1210" y="8408"/>
                  </a:cubicBezTo>
                  <a:cubicBezTo>
                    <a:pt x="1210" y="8204"/>
                    <a:pt x="1375" y="8045"/>
                    <a:pt x="1574" y="8045"/>
                  </a:cubicBezTo>
                  <a:close/>
                  <a:moveTo>
                    <a:pt x="4482" y="8045"/>
                  </a:moveTo>
                  <a:cubicBezTo>
                    <a:pt x="4680" y="8045"/>
                    <a:pt x="4846" y="8204"/>
                    <a:pt x="4846" y="8408"/>
                  </a:cubicBezTo>
                  <a:cubicBezTo>
                    <a:pt x="4846" y="8607"/>
                    <a:pt x="4680" y="8765"/>
                    <a:pt x="4482" y="8765"/>
                  </a:cubicBezTo>
                  <a:lnTo>
                    <a:pt x="3755" y="8765"/>
                  </a:lnTo>
                  <a:cubicBezTo>
                    <a:pt x="3550" y="8765"/>
                    <a:pt x="3391" y="8607"/>
                    <a:pt x="3391" y="8408"/>
                  </a:cubicBezTo>
                  <a:cubicBezTo>
                    <a:pt x="3391" y="8204"/>
                    <a:pt x="3550" y="8045"/>
                    <a:pt x="3755" y="8045"/>
                  </a:cubicBezTo>
                  <a:close/>
                  <a:moveTo>
                    <a:pt x="3028" y="0"/>
                  </a:moveTo>
                  <a:cubicBezTo>
                    <a:pt x="2829" y="0"/>
                    <a:pt x="2664" y="166"/>
                    <a:pt x="2664" y="364"/>
                  </a:cubicBezTo>
                  <a:lnTo>
                    <a:pt x="2664" y="2677"/>
                  </a:lnTo>
                  <a:lnTo>
                    <a:pt x="727" y="4436"/>
                  </a:lnTo>
                  <a:lnTo>
                    <a:pt x="727" y="4046"/>
                  </a:lnTo>
                  <a:cubicBezTo>
                    <a:pt x="727" y="3847"/>
                    <a:pt x="562" y="3682"/>
                    <a:pt x="364" y="3682"/>
                  </a:cubicBezTo>
                  <a:cubicBezTo>
                    <a:pt x="166" y="3682"/>
                    <a:pt x="0" y="3847"/>
                    <a:pt x="0" y="4046"/>
                  </a:cubicBezTo>
                  <a:lnTo>
                    <a:pt x="0" y="12401"/>
                  </a:lnTo>
                  <a:lnTo>
                    <a:pt x="1210" y="12401"/>
                  </a:lnTo>
                  <a:lnTo>
                    <a:pt x="1210" y="9856"/>
                  </a:lnTo>
                  <a:cubicBezTo>
                    <a:pt x="1210" y="9658"/>
                    <a:pt x="1375" y="9493"/>
                    <a:pt x="1574" y="9493"/>
                  </a:cubicBezTo>
                  <a:lnTo>
                    <a:pt x="4482" y="9493"/>
                  </a:lnTo>
                  <a:cubicBezTo>
                    <a:pt x="4680" y="9493"/>
                    <a:pt x="4846" y="9658"/>
                    <a:pt x="4846" y="9856"/>
                  </a:cubicBezTo>
                  <a:lnTo>
                    <a:pt x="4846" y="12401"/>
                  </a:lnTo>
                  <a:lnTo>
                    <a:pt x="6055" y="12401"/>
                  </a:lnTo>
                  <a:lnTo>
                    <a:pt x="6055" y="4046"/>
                  </a:lnTo>
                  <a:cubicBezTo>
                    <a:pt x="6055" y="3847"/>
                    <a:pt x="5890" y="3682"/>
                    <a:pt x="5692" y="3682"/>
                  </a:cubicBezTo>
                  <a:cubicBezTo>
                    <a:pt x="5493" y="3682"/>
                    <a:pt x="5328" y="3847"/>
                    <a:pt x="5328" y="4046"/>
                  </a:cubicBezTo>
                  <a:lnTo>
                    <a:pt x="5328" y="4436"/>
                  </a:lnTo>
                  <a:lnTo>
                    <a:pt x="3391" y="2677"/>
                  </a:lnTo>
                  <a:lnTo>
                    <a:pt x="3391" y="1699"/>
                  </a:lnTo>
                  <a:lnTo>
                    <a:pt x="4965" y="1699"/>
                  </a:lnTo>
                  <a:cubicBezTo>
                    <a:pt x="5163" y="1699"/>
                    <a:pt x="5328" y="1534"/>
                    <a:pt x="5328" y="1336"/>
                  </a:cubicBezTo>
                  <a:lnTo>
                    <a:pt x="5328" y="364"/>
                  </a:lnTo>
                  <a:cubicBezTo>
                    <a:pt x="5328" y="166"/>
                    <a:pt x="5163" y="0"/>
                    <a:pt x="49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61"/>
            <p:cNvSpPr/>
            <p:nvPr/>
          </p:nvSpPr>
          <p:spPr>
            <a:xfrm>
              <a:off x="6527738" y="1991073"/>
              <a:ext cx="93765" cy="253217"/>
            </a:xfrm>
            <a:custGeom>
              <a:avLst/>
              <a:gdLst/>
              <a:ahLst/>
              <a:cxnLst/>
              <a:rect l="l" t="t" r="r" b="b"/>
              <a:pathLst>
                <a:path w="2421" h="6538" extrusionOk="0">
                  <a:moveTo>
                    <a:pt x="1211" y="2182"/>
                  </a:moveTo>
                  <a:cubicBezTo>
                    <a:pt x="1409" y="2182"/>
                    <a:pt x="1574" y="2341"/>
                    <a:pt x="1574" y="2545"/>
                  </a:cubicBezTo>
                  <a:lnTo>
                    <a:pt x="1574" y="3266"/>
                  </a:lnTo>
                  <a:cubicBezTo>
                    <a:pt x="1574" y="3471"/>
                    <a:pt x="1409" y="3630"/>
                    <a:pt x="1211" y="3630"/>
                  </a:cubicBezTo>
                  <a:cubicBezTo>
                    <a:pt x="1012" y="3630"/>
                    <a:pt x="847" y="3471"/>
                    <a:pt x="847" y="3266"/>
                  </a:cubicBezTo>
                  <a:lnTo>
                    <a:pt x="847" y="2545"/>
                  </a:lnTo>
                  <a:cubicBezTo>
                    <a:pt x="847" y="2341"/>
                    <a:pt x="1012" y="2182"/>
                    <a:pt x="1211" y="2182"/>
                  </a:cubicBezTo>
                  <a:close/>
                  <a:moveTo>
                    <a:pt x="364" y="1"/>
                  </a:moveTo>
                  <a:cubicBezTo>
                    <a:pt x="160" y="1"/>
                    <a:pt x="1" y="159"/>
                    <a:pt x="1" y="364"/>
                  </a:cubicBezTo>
                  <a:lnTo>
                    <a:pt x="1" y="6174"/>
                  </a:lnTo>
                  <a:cubicBezTo>
                    <a:pt x="1" y="6373"/>
                    <a:pt x="160" y="6538"/>
                    <a:pt x="364" y="6538"/>
                  </a:cubicBezTo>
                  <a:lnTo>
                    <a:pt x="847" y="6538"/>
                  </a:lnTo>
                  <a:lnTo>
                    <a:pt x="847" y="4720"/>
                  </a:lnTo>
                  <a:cubicBezTo>
                    <a:pt x="847" y="4522"/>
                    <a:pt x="1012" y="4357"/>
                    <a:pt x="1211" y="4357"/>
                  </a:cubicBezTo>
                  <a:cubicBezTo>
                    <a:pt x="1409" y="4357"/>
                    <a:pt x="1574" y="4522"/>
                    <a:pt x="1574" y="4720"/>
                  </a:cubicBezTo>
                  <a:lnTo>
                    <a:pt x="1574" y="6538"/>
                  </a:lnTo>
                  <a:lnTo>
                    <a:pt x="2420" y="6538"/>
                  </a:lnTo>
                  <a:lnTo>
                    <a:pt x="2420" y="324"/>
                  </a:lnTo>
                  <a:lnTo>
                    <a:pt x="728" y="1032"/>
                  </a:lnTo>
                  <a:lnTo>
                    <a:pt x="728" y="364"/>
                  </a:lnTo>
                  <a:cubicBezTo>
                    <a:pt x="728" y="159"/>
                    <a:pt x="563" y="1"/>
                    <a:pt x="3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61"/>
            <p:cNvSpPr/>
            <p:nvPr/>
          </p:nvSpPr>
          <p:spPr>
            <a:xfrm>
              <a:off x="6912286" y="1991073"/>
              <a:ext cx="93727" cy="253217"/>
            </a:xfrm>
            <a:custGeom>
              <a:avLst/>
              <a:gdLst/>
              <a:ahLst/>
              <a:cxnLst/>
              <a:rect l="l" t="t" r="r" b="b"/>
              <a:pathLst>
                <a:path w="2420" h="6538" extrusionOk="0">
                  <a:moveTo>
                    <a:pt x="1210" y="2182"/>
                  </a:moveTo>
                  <a:cubicBezTo>
                    <a:pt x="1408" y="2182"/>
                    <a:pt x="1574" y="2341"/>
                    <a:pt x="1574" y="2545"/>
                  </a:cubicBezTo>
                  <a:lnTo>
                    <a:pt x="1574" y="3266"/>
                  </a:lnTo>
                  <a:cubicBezTo>
                    <a:pt x="1574" y="3471"/>
                    <a:pt x="1408" y="3630"/>
                    <a:pt x="1210" y="3630"/>
                  </a:cubicBezTo>
                  <a:cubicBezTo>
                    <a:pt x="1012" y="3630"/>
                    <a:pt x="846" y="3471"/>
                    <a:pt x="846" y="3266"/>
                  </a:cubicBezTo>
                  <a:lnTo>
                    <a:pt x="846" y="2545"/>
                  </a:lnTo>
                  <a:cubicBezTo>
                    <a:pt x="846" y="2341"/>
                    <a:pt x="1012" y="2182"/>
                    <a:pt x="1210" y="2182"/>
                  </a:cubicBezTo>
                  <a:close/>
                  <a:moveTo>
                    <a:pt x="2056" y="1"/>
                  </a:moveTo>
                  <a:cubicBezTo>
                    <a:pt x="1858" y="1"/>
                    <a:pt x="1693" y="159"/>
                    <a:pt x="1693" y="364"/>
                  </a:cubicBezTo>
                  <a:lnTo>
                    <a:pt x="1693" y="1032"/>
                  </a:lnTo>
                  <a:lnTo>
                    <a:pt x="0" y="324"/>
                  </a:lnTo>
                  <a:lnTo>
                    <a:pt x="0" y="6538"/>
                  </a:lnTo>
                  <a:lnTo>
                    <a:pt x="846" y="6538"/>
                  </a:lnTo>
                  <a:lnTo>
                    <a:pt x="846" y="4720"/>
                  </a:lnTo>
                  <a:cubicBezTo>
                    <a:pt x="846" y="4522"/>
                    <a:pt x="1012" y="4357"/>
                    <a:pt x="1210" y="4357"/>
                  </a:cubicBezTo>
                  <a:cubicBezTo>
                    <a:pt x="1408" y="4357"/>
                    <a:pt x="1574" y="4522"/>
                    <a:pt x="1574" y="4720"/>
                  </a:cubicBezTo>
                  <a:lnTo>
                    <a:pt x="1574" y="6538"/>
                  </a:lnTo>
                  <a:lnTo>
                    <a:pt x="2056" y="6538"/>
                  </a:lnTo>
                  <a:cubicBezTo>
                    <a:pt x="2254" y="6538"/>
                    <a:pt x="2420" y="6373"/>
                    <a:pt x="2420" y="6174"/>
                  </a:cubicBezTo>
                  <a:lnTo>
                    <a:pt x="2420" y="364"/>
                  </a:lnTo>
                  <a:cubicBezTo>
                    <a:pt x="2420" y="159"/>
                    <a:pt x="2254" y="1"/>
                    <a:pt x="20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61"/>
            <p:cNvSpPr/>
            <p:nvPr/>
          </p:nvSpPr>
          <p:spPr>
            <a:xfrm>
              <a:off x="6780953" y="2159780"/>
              <a:ext cx="28195" cy="84509"/>
            </a:xfrm>
            <a:custGeom>
              <a:avLst/>
              <a:gdLst/>
              <a:ahLst/>
              <a:cxnLst/>
              <a:rect l="l" t="t" r="r" b="b"/>
              <a:pathLst>
                <a:path w="728" h="2182" extrusionOk="0">
                  <a:moveTo>
                    <a:pt x="0" y="1"/>
                  </a:moveTo>
                  <a:lnTo>
                    <a:pt x="0" y="2182"/>
                  </a:lnTo>
                  <a:lnTo>
                    <a:pt x="727" y="2182"/>
                  </a:lnTo>
                  <a:lnTo>
                    <a:pt x="72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61"/>
            <p:cNvSpPr/>
            <p:nvPr/>
          </p:nvSpPr>
          <p:spPr>
            <a:xfrm>
              <a:off x="6724640" y="2159780"/>
              <a:ext cx="28195" cy="84509"/>
            </a:xfrm>
            <a:custGeom>
              <a:avLst/>
              <a:gdLst/>
              <a:ahLst/>
              <a:cxnLst/>
              <a:rect l="l" t="t" r="r" b="b"/>
              <a:pathLst>
                <a:path w="728" h="2182" extrusionOk="0">
                  <a:moveTo>
                    <a:pt x="0" y="1"/>
                  </a:moveTo>
                  <a:lnTo>
                    <a:pt x="0" y="2182"/>
                  </a:lnTo>
                  <a:lnTo>
                    <a:pt x="727" y="2182"/>
                  </a:lnTo>
                  <a:lnTo>
                    <a:pt x="72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61"/>
            <p:cNvSpPr/>
            <p:nvPr/>
          </p:nvSpPr>
          <p:spPr>
            <a:xfrm>
              <a:off x="6743308" y="1972405"/>
              <a:ext cx="46902" cy="46863"/>
            </a:xfrm>
            <a:custGeom>
              <a:avLst/>
              <a:gdLst/>
              <a:ahLst/>
              <a:cxnLst/>
              <a:rect l="l" t="t" r="r" b="b"/>
              <a:pathLst>
                <a:path w="1211" h="1210" extrusionOk="0">
                  <a:moveTo>
                    <a:pt x="609" y="0"/>
                  </a:moveTo>
                  <a:cubicBezTo>
                    <a:pt x="272" y="0"/>
                    <a:pt x="1" y="271"/>
                    <a:pt x="1" y="602"/>
                  </a:cubicBezTo>
                  <a:cubicBezTo>
                    <a:pt x="1" y="939"/>
                    <a:pt x="272" y="1210"/>
                    <a:pt x="609" y="1210"/>
                  </a:cubicBezTo>
                  <a:cubicBezTo>
                    <a:pt x="939" y="1210"/>
                    <a:pt x="1210" y="939"/>
                    <a:pt x="1210" y="602"/>
                  </a:cubicBezTo>
                  <a:cubicBezTo>
                    <a:pt x="1210" y="271"/>
                    <a:pt x="939" y="0"/>
                    <a:pt x="6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 name="Google Shape;1095;p61"/>
          <p:cNvGrpSpPr/>
          <p:nvPr/>
        </p:nvGrpSpPr>
        <p:grpSpPr>
          <a:xfrm>
            <a:off x="1660257" y="2226557"/>
            <a:ext cx="402577" cy="401186"/>
            <a:chOff x="4648646" y="3532134"/>
            <a:chExt cx="481840" cy="480174"/>
          </a:xfrm>
        </p:grpSpPr>
        <p:sp>
          <p:nvSpPr>
            <p:cNvPr id="1096" name="Google Shape;1096;p61"/>
            <p:cNvSpPr/>
            <p:nvPr/>
          </p:nvSpPr>
          <p:spPr>
            <a:xfrm>
              <a:off x="4650428" y="3532134"/>
              <a:ext cx="478277" cy="190590"/>
            </a:xfrm>
            <a:custGeom>
              <a:avLst/>
              <a:gdLst/>
              <a:ahLst/>
              <a:cxnLst/>
              <a:rect l="l" t="t" r="r" b="b"/>
              <a:pathLst>
                <a:path w="12349" h="4921" extrusionOk="0">
                  <a:moveTo>
                    <a:pt x="6178" y="0"/>
                  </a:moveTo>
                  <a:cubicBezTo>
                    <a:pt x="6115" y="0"/>
                    <a:pt x="6052" y="17"/>
                    <a:pt x="5996" y="50"/>
                  </a:cubicBezTo>
                  <a:lnTo>
                    <a:pt x="186" y="3401"/>
                  </a:lnTo>
                  <a:cubicBezTo>
                    <a:pt x="73" y="3467"/>
                    <a:pt x="1" y="3586"/>
                    <a:pt x="1" y="3718"/>
                  </a:cubicBezTo>
                  <a:lnTo>
                    <a:pt x="1" y="4558"/>
                  </a:lnTo>
                  <a:cubicBezTo>
                    <a:pt x="1" y="4767"/>
                    <a:pt x="174" y="4920"/>
                    <a:pt x="364" y="4920"/>
                  </a:cubicBezTo>
                  <a:cubicBezTo>
                    <a:pt x="426" y="4920"/>
                    <a:pt x="489" y="4904"/>
                    <a:pt x="549" y="4868"/>
                  </a:cubicBezTo>
                  <a:lnTo>
                    <a:pt x="5996" y="1729"/>
                  </a:lnTo>
                  <a:cubicBezTo>
                    <a:pt x="6052" y="1696"/>
                    <a:pt x="6115" y="1679"/>
                    <a:pt x="6178" y="1679"/>
                  </a:cubicBezTo>
                  <a:cubicBezTo>
                    <a:pt x="6241" y="1679"/>
                    <a:pt x="6303" y="1696"/>
                    <a:pt x="6360" y="1729"/>
                  </a:cubicBezTo>
                  <a:lnTo>
                    <a:pt x="11806" y="4868"/>
                  </a:lnTo>
                  <a:cubicBezTo>
                    <a:pt x="11866" y="4904"/>
                    <a:pt x="11930" y="4920"/>
                    <a:pt x="11991" y="4920"/>
                  </a:cubicBezTo>
                  <a:cubicBezTo>
                    <a:pt x="12179" y="4920"/>
                    <a:pt x="12348" y="4767"/>
                    <a:pt x="12348" y="4558"/>
                  </a:cubicBezTo>
                  <a:lnTo>
                    <a:pt x="12348" y="3718"/>
                  </a:lnTo>
                  <a:cubicBezTo>
                    <a:pt x="12348" y="3586"/>
                    <a:pt x="12282" y="3467"/>
                    <a:pt x="12170" y="3401"/>
                  </a:cubicBezTo>
                  <a:lnTo>
                    <a:pt x="6360" y="50"/>
                  </a:lnTo>
                  <a:cubicBezTo>
                    <a:pt x="6303" y="17"/>
                    <a:pt x="6241" y="0"/>
                    <a:pt x="61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61"/>
            <p:cNvSpPr/>
            <p:nvPr/>
          </p:nvSpPr>
          <p:spPr>
            <a:xfrm>
              <a:off x="4875215" y="3888371"/>
              <a:ext cx="27924" cy="28195"/>
            </a:xfrm>
            <a:custGeom>
              <a:avLst/>
              <a:gdLst/>
              <a:ahLst/>
              <a:cxnLst/>
              <a:rect l="l" t="t" r="r" b="b"/>
              <a:pathLst>
                <a:path w="721" h="728" extrusionOk="0">
                  <a:moveTo>
                    <a:pt x="364" y="0"/>
                  </a:moveTo>
                  <a:cubicBezTo>
                    <a:pt x="159" y="0"/>
                    <a:pt x="0" y="165"/>
                    <a:pt x="0" y="364"/>
                  </a:cubicBezTo>
                  <a:cubicBezTo>
                    <a:pt x="0" y="569"/>
                    <a:pt x="159" y="727"/>
                    <a:pt x="364" y="727"/>
                  </a:cubicBezTo>
                  <a:cubicBezTo>
                    <a:pt x="562" y="727"/>
                    <a:pt x="721" y="569"/>
                    <a:pt x="721" y="364"/>
                  </a:cubicBezTo>
                  <a:cubicBezTo>
                    <a:pt x="721" y="165"/>
                    <a:pt x="562" y="0"/>
                    <a:pt x="3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61"/>
            <p:cNvSpPr/>
            <p:nvPr/>
          </p:nvSpPr>
          <p:spPr>
            <a:xfrm>
              <a:off x="4786137" y="3757271"/>
              <a:ext cx="56081" cy="56120"/>
            </a:xfrm>
            <a:custGeom>
              <a:avLst/>
              <a:gdLst/>
              <a:ahLst/>
              <a:cxnLst/>
              <a:rect l="l" t="t" r="r" b="b"/>
              <a:pathLst>
                <a:path w="1448" h="1449" extrusionOk="0">
                  <a:moveTo>
                    <a:pt x="721" y="1"/>
                  </a:moveTo>
                  <a:cubicBezTo>
                    <a:pt x="324" y="1"/>
                    <a:pt x="0" y="325"/>
                    <a:pt x="0" y="721"/>
                  </a:cubicBezTo>
                  <a:cubicBezTo>
                    <a:pt x="0" y="1124"/>
                    <a:pt x="324" y="1448"/>
                    <a:pt x="721" y="1448"/>
                  </a:cubicBezTo>
                  <a:cubicBezTo>
                    <a:pt x="1124" y="1448"/>
                    <a:pt x="1448" y="1124"/>
                    <a:pt x="1448" y="721"/>
                  </a:cubicBezTo>
                  <a:cubicBezTo>
                    <a:pt x="1448" y="325"/>
                    <a:pt x="1124" y="1"/>
                    <a:pt x="7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61"/>
            <p:cNvSpPr/>
            <p:nvPr/>
          </p:nvSpPr>
          <p:spPr>
            <a:xfrm>
              <a:off x="4936137" y="3757271"/>
              <a:ext cx="56120" cy="56120"/>
            </a:xfrm>
            <a:custGeom>
              <a:avLst/>
              <a:gdLst/>
              <a:ahLst/>
              <a:cxnLst/>
              <a:rect l="l" t="t" r="r" b="b"/>
              <a:pathLst>
                <a:path w="1449" h="1449" extrusionOk="0">
                  <a:moveTo>
                    <a:pt x="728" y="1"/>
                  </a:moveTo>
                  <a:cubicBezTo>
                    <a:pt x="325" y="1"/>
                    <a:pt x="1" y="325"/>
                    <a:pt x="1" y="721"/>
                  </a:cubicBezTo>
                  <a:cubicBezTo>
                    <a:pt x="1" y="1124"/>
                    <a:pt x="325" y="1448"/>
                    <a:pt x="728" y="1448"/>
                  </a:cubicBezTo>
                  <a:cubicBezTo>
                    <a:pt x="1124" y="1448"/>
                    <a:pt x="1448" y="1124"/>
                    <a:pt x="1448" y="721"/>
                  </a:cubicBezTo>
                  <a:cubicBezTo>
                    <a:pt x="1448" y="325"/>
                    <a:pt x="1124" y="1"/>
                    <a:pt x="7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61"/>
            <p:cNvSpPr/>
            <p:nvPr/>
          </p:nvSpPr>
          <p:spPr>
            <a:xfrm>
              <a:off x="4648646" y="3627487"/>
              <a:ext cx="481840" cy="384821"/>
            </a:xfrm>
            <a:custGeom>
              <a:avLst/>
              <a:gdLst/>
              <a:ahLst/>
              <a:cxnLst/>
              <a:rect l="l" t="t" r="r" b="b"/>
              <a:pathLst>
                <a:path w="12441" h="9936" extrusionOk="0">
                  <a:moveTo>
                    <a:pt x="8160" y="2620"/>
                  </a:moveTo>
                  <a:cubicBezTo>
                    <a:pt x="8961" y="2620"/>
                    <a:pt x="9612" y="3271"/>
                    <a:pt x="9612" y="4072"/>
                  </a:cubicBezTo>
                  <a:cubicBezTo>
                    <a:pt x="9612" y="4469"/>
                    <a:pt x="9453" y="4826"/>
                    <a:pt x="9202" y="5084"/>
                  </a:cubicBezTo>
                  <a:cubicBezTo>
                    <a:pt x="9810" y="5447"/>
                    <a:pt x="10220" y="6108"/>
                    <a:pt x="10220" y="6862"/>
                  </a:cubicBezTo>
                  <a:lnTo>
                    <a:pt x="10220" y="9208"/>
                  </a:lnTo>
                  <a:lnTo>
                    <a:pt x="9493" y="9208"/>
                  </a:lnTo>
                  <a:lnTo>
                    <a:pt x="9493" y="6881"/>
                  </a:lnTo>
                  <a:cubicBezTo>
                    <a:pt x="9493" y="6181"/>
                    <a:pt x="8957" y="5586"/>
                    <a:pt x="8263" y="5533"/>
                  </a:cubicBezTo>
                  <a:cubicBezTo>
                    <a:pt x="8226" y="5530"/>
                    <a:pt x="8190" y="5529"/>
                    <a:pt x="8154" y="5529"/>
                  </a:cubicBezTo>
                  <a:cubicBezTo>
                    <a:pt x="7630" y="5529"/>
                    <a:pt x="7171" y="5836"/>
                    <a:pt x="6954" y="6293"/>
                  </a:cubicBezTo>
                  <a:cubicBezTo>
                    <a:pt x="7172" y="6491"/>
                    <a:pt x="7311" y="6782"/>
                    <a:pt x="7311" y="7100"/>
                  </a:cubicBezTo>
                  <a:cubicBezTo>
                    <a:pt x="7311" y="7338"/>
                    <a:pt x="7239" y="7556"/>
                    <a:pt x="7106" y="7741"/>
                  </a:cubicBezTo>
                  <a:cubicBezTo>
                    <a:pt x="7523" y="8018"/>
                    <a:pt x="7794" y="8501"/>
                    <a:pt x="7794" y="9036"/>
                  </a:cubicBezTo>
                  <a:lnTo>
                    <a:pt x="7794" y="9208"/>
                  </a:lnTo>
                  <a:lnTo>
                    <a:pt x="7073" y="9208"/>
                  </a:lnTo>
                  <a:lnTo>
                    <a:pt x="7073" y="9056"/>
                  </a:lnTo>
                  <a:cubicBezTo>
                    <a:pt x="7073" y="8607"/>
                    <a:pt x="6730" y="8223"/>
                    <a:pt x="6280" y="8190"/>
                  </a:cubicBezTo>
                  <a:cubicBezTo>
                    <a:pt x="6264" y="8189"/>
                    <a:pt x="6248" y="8189"/>
                    <a:pt x="6233" y="8189"/>
                  </a:cubicBezTo>
                  <a:cubicBezTo>
                    <a:pt x="5758" y="8189"/>
                    <a:pt x="5374" y="8569"/>
                    <a:pt x="5374" y="9036"/>
                  </a:cubicBezTo>
                  <a:lnTo>
                    <a:pt x="5374" y="9208"/>
                  </a:lnTo>
                  <a:lnTo>
                    <a:pt x="4647" y="9208"/>
                  </a:lnTo>
                  <a:lnTo>
                    <a:pt x="4647" y="9036"/>
                  </a:lnTo>
                  <a:cubicBezTo>
                    <a:pt x="4647" y="8501"/>
                    <a:pt x="4925" y="8018"/>
                    <a:pt x="5341" y="7741"/>
                  </a:cubicBezTo>
                  <a:cubicBezTo>
                    <a:pt x="5209" y="7556"/>
                    <a:pt x="5130" y="7338"/>
                    <a:pt x="5130" y="7100"/>
                  </a:cubicBezTo>
                  <a:cubicBezTo>
                    <a:pt x="5130" y="6782"/>
                    <a:pt x="5269" y="6491"/>
                    <a:pt x="5493" y="6293"/>
                  </a:cubicBezTo>
                  <a:cubicBezTo>
                    <a:pt x="5277" y="5836"/>
                    <a:pt x="4812" y="5529"/>
                    <a:pt x="4293" y="5529"/>
                  </a:cubicBezTo>
                  <a:cubicBezTo>
                    <a:pt x="4257" y="5529"/>
                    <a:pt x="4221" y="5530"/>
                    <a:pt x="4185" y="5533"/>
                  </a:cubicBezTo>
                  <a:cubicBezTo>
                    <a:pt x="3484" y="5586"/>
                    <a:pt x="2955" y="6181"/>
                    <a:pt x="2955" y="6881"/>
                  </a:cubicBezTo>
                  <a:lnTo>
                    <a:pt x="2955" y="9208"/>
                  </a:lnTo>
                  <a:lnTo>
                    <a:pt x="2228" y="9208"/>
                  </a:lnTo>
                  <a:lnTo>
                    <a:pt x="2228" y="6862"/>
                  </a:lnTo>
                  <a:cubicBezTo>
                    <a:pt x="2228" y="6108"/>
                    <a:pt x="2638" y="5447"/>
                    <a:pt x="3246" y="5084"/>
                  </a:cubicBezTo>
                  <a:cubicBezTo>
                    <a:pt x="2968" y="4799"/>
                    <a:pt x="2803" y="4403"/>
                    <a:pt x="2836" y="3973"/>
                  </a:cubicBezTo>
                  <a:cubicBezTo>
                    <a:pt x="2889" y="3259"/>
                    <a:pt x="3458" y="2684"/>
                    <a:pt x="4165" y="2625"/>
                  </a:cubicBezTo>
                  <a:cubicBezTo>
                    <a:pt x="4204" y="2622"/>
                    <a:pt x="4243" y="2620"/>
                    <a:pt x="4281" y="2620"/>
                  </a:cubicBezTo>
                  <a:cubicBezTo>
                    <a:pt x="5088" y="2620"/>
                    <a:pt x="5738" y="3271"/>
                    <a:pt x="5738" y="4072"/>
                  </a:cubicBezTo>
                  <a:cubicBezTo>
                    <a:pt x="5738" y="4469"/>
                    <a:pt x="5579" y="4826"/>
                    <a:pt x="5328" y="5084"/>
                  </a:cubicBezTo>
                  <a:cubicBezTo>
                    <a:pt x="5738" y="5322"/>
                    <a:pt x="6055" y="5705"/>
                    <a:pt x="6221" y="6161"/>
                  </a:cubicBezTo>
                  <a:cubicBezTo>
                    <a:pt x="6386" y="5705"/>
                    <a:pt x="6710" y="5322"/>
                    <a:pt x="7120" y="5084"/>
                  </a:cubicBezTo>
                  <a:cubicBezTo>
                    <a:pt x="6842" y="4799"/>
                    <a:pt x="6683" y="4403"/>
                    <a:pt x="6710" y="3973"/>
                  </a:cubicBezTo>
                  <a:cubicBezTo>
                    <a:pt x="6763" y="3259"/>
                    <a:pt x="7331" y="2684"/>
                    <a:pt x="8045" y="2625"/>
                  </a:cubicBezTo>
                  <a:cubicBezTo>
                    <a:pt x="8084" y="2622"/>
                    <a:pt x="8122" y="2620"/>
                    <a:pt x="8160" y="2620"/>
                  </a:cubicBezTo>
                  <a:close/>
                  <a:moveTo>
                    <a:pt x="6221" y="0"/>
                  </a:moveTo>
                  <a:lnTo>
                    <a:pt x="774" y="3140"/>
                  </a:lnTo>
                  <a:lnTo>
                    <a:pt x="774" y="9208"/>
                  </a:lnTo>
                  <a:lnTo>
                    <a:pt x="397" y="9208"/>
                  </a:lnTo>
                  <a:cubicBezTo>
                    <a:pt x="212" y="9208"/>
                    <a:pt x="47" y="9347"/>
                    <a:pt x="27" y="9532"/>
                  </a:cubicBezTo>
                  <a:cubicBezTo>
                    <a:pt x="0" y="9750"/>
                    <a:pt x="172" y="9935"/>
                    <a:pt x="384" y="9935"/>
                  </a:cubicBezTo>
                  <a:lnTo>
                    <a:pt x="12057" y="9935"/>
                  </a:lnTo>
                  <a:cubicBezTo>
                    <a:pt x="12275" y="9935"/>
                    <a:pt x="12441" y="9750"/>
                    <a:pt x="12421" y="9532"/>
                  </a:cubicBezTo>
                  <a:cubicBezTo>
                    <a:pt x="12401" y="9347"/>
                    <a:pt x="12236" y="9208"/>
                    <a:pt x="12051" y="9208"/>
                  </a:cubicBezTo>
                  <a:lnTo>
                    <a:pt x="11674" y="9208"/>
                  </a:lnTo>
                  <a:lnTo>
                    <a:pt x="11674" y="3140"/>
                  </a:lnTo>
                  <a:lnTo>
                    <a:pt x="622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 name="Google Shape;1101;p61"/>
          <p:cNvGrpSpPr/>
          <p:nvPr/>
        </p:nvGrpSpPr>
        <p:grpSpPr>
          <a:xfrm>
            <a:off x="981468" y="407712"/>
            <a:ext cx="805800" cy="805800"/>
            <a:chOff x="331013" y="983137"/>
            <a:chExt cx="805800" cy="805800"/>
          </a:xfrm>
        </p:grpSpPr>
        <p:sp>
          <p:nvSpPr>
            <p:cNvPr id="1102" name="Google Shape;1102;p61"/>
            <p:cNvSpPr/>
            <p:nvPr/>
          </p:nvSpPr>
          <p:spPr>
            <a:xfrm>
              <a:off x="331013" y="983137"/>
              <a:ext cx="805800" cy="805800"/>
            </a:xfrm>
            <a:prstGeom prst="diamond">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61"/>
            <p:cNvSpPr/>
            <p:nvPr/>
          </p:nvSpPr>
          <p:spPr>
            <a:xfrm>
              <a:off x="398847" y="1050987"/>
              <a:ext cx="670200" cy="670200"/>
            </a:xfrm>
            <a:prstGeom prst="diamon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4" name="Google Shape;1104;p61"/>
            <p:cNvGrpSpPr/>
            <p:nvPr/>
          </p:nvGrpSpPr>
          <p:grpSpPr>
            <a:xfrm>
              <a:off x="601511" y="1243801"/>
              <a:ext cx="264849" cy="284129"/>
              <a:chOff x="5960550" y="2519275"/>
              <a:chExt cx="332850" cy="357125"/>
            </a:xfrm>
          </p:grpSpPr>
          <p:sp>
            <p:nvSpPr>
              <p:cNvPr id="1105" name="Google Shape;1105;p61"/>
              <p:cNvSpPr/>
              <p:nvPr/>
            </p:nvSpPr>
            <p:spPr>
              <a:xfrm>
                <a:off x="6088300" y="2519275"/>
                <a:ext cx="78525" cy="75050"/>
              </a:xfrm>
              <a:custGeom>
                <a:avLst/>
                <a:gdLst/>
                <a:ahLst/>
                <a:cxnLst/>
                <a:rect l="l" t="t" r="r" b="b"/>
                <a:pathLst>
                  <a:path w="3141" h="3002" extrusionOk="0">
                    <a:moveTo>
                      <a:pt x="1569" y="0"/>
                    </a:moveTo>
                    <a:cubicBezTo>
                      <a:pt x="1047" y="0"/>
                      <a:pt x="553" y="283"/>
                      <a:pt x="285" y="727"/>
                    </a:cubicBezTo>
                    <a:cubicBezTo>
                      <a:pt x="7" y="1183"/>
                      <a:pt x="1" y="1772"/>
                      <a:pt x="265" y="2234"/>
                    </a:cubicBezTo>
                    <a:cubicBezTo>
                      <a:pt x="523" y="2697"/>
                      <a:pt x="1012" y="2995"/>
                      <a:pt x="1541" y="3001"/>
                    </a:cubicBezTo>
                    <a:lnTo>
                      <a:pt x="1574" y="3001"/>
                    </a:lnTo>
                    <a:cubicBezTo>
                      <a:pt x="2096" y="3001"/>
                      <a:pt x="2598" y="2717"/>
                      <a:pt x="2863" y="2268"/>
                    </a:cubicBezTo>
                    <a:cubicBezTo>
                      <a:pt x="3134" y="1805"/>
                      <a:pt x="3140" y="1217"/>
                      <a:pt x="2869" y="754"/>
                    </a:cubicBezTo>
                    <a:cubicBezTo>
                      <a:pt x="2612" y="298"/>
                      <a:pt x="2116"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06" name="Google Shape;1106;p61"/>
              <p:cNvSpPr/>
              <p:nvPr/>
            </p:nvSpPr>
            <p:spPr>
              <a:xfrm>
                <a:off x="6223800" y="2648525"/>
                <a:ext cx="49125" cy="48075"/>
              </a:xfrm>
              <a:custGeom>
                <a:avLst/>
                <a:gdLst/>
                <a:ahLst/>
                <a:cxnLst/>
                <a:rect l="l" t="t" r="r" b="b"/>
                <a:pathLst>
                  <a:path w="1965" h="1923" extrusionOk="0">
                    <a:moveTo>
                      <a:pt x="991" y="1"/>
                    </a:moveTo>
                    <a:cubicBezTo>
                      <a:pt x="760" y="1"/>
                      <a:pt x="531" y="81"/>
                      <a:pt x="358" y="231"/>
                    </a:cubicBezTo>
                    <a:cubicBezTo>
                      <a:pt x="160" y="396"/>
                      <a:pt x="34" y="641"/>
                      <a:pt x="21" y="905"/>
                    </a:cubicBezTo>
                    <a:cubicBezTo>
                      <a:pt x="1" y="1169"/>
                      <a:pt x="100" y="1427"/>
                      <a:pt x="279" y="1619"/>
                    </a:cubicBezTo>
                    <a:cubicBezTo>
                      <a:pt x="457" y="1811"/>
                      <a:pt x="715" y="1923"/>
                      <a:pt x="979" y="1923"/>
                    </a:cubicBezTo>
                    <a:cubicBezTo>
                      <a:pt x="1435" y="1923"/>
                      <a:pt x="1839" y="1579"/>
                      <a:pt x="1918" y="1130"/>
                    </a:cubicBezTo>
                    <a:cubicBezTo>
                      <a:pt x="1964" y="872"/>
                      <a:pt x="1905" y="594"/>
                      <a:pt x="1739" y="383"/>
                    </a:cubicBezTo>
                    <a:cubicBezTo>
                      <a:pt x="1587" y="178"/>
                      <a:pt x="1349" y="39"/>
                      <a:pt x="1092" y="6"/>
                    </a:cubicBezTo>
                    <a:cubicBezTo>
                      <a:pt x="1058" y="3"/>
                      <a:pt x="1025" y="1"/>
                      <a:pt x="9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07" name="Google Shape;1107;p61"/>
              <p:cNvSpPr/>
              <p:nvPr/>
            </p:nvSpPr>
            <p:spPr>
              <a:xfrm>
                <a:off x="5960550" y="2596675"/>
                <a:ext cx="332850" cy="279725"/>
              </a:xfrm>
              <a:custGeom>
                <a:avLst/>
                <a:gdLst/>
                <a:ahLst/>
                <a:cxnLst/>
                <a:rect l="l" t="t" r="r" b="b"/>
                <a:pathLst>
                  <a:path w="13314" h="11189" extrusionOk="0">
                    <a:moveTo>
                      <a:pt x="6685" y="0"/>
                    </a:moveTo>
                    <a:cubicBezTo>
                      <a:pt x="6414" y="0"/>
                      <a:pt x="6144" y="68"/>
                      <a:pt x="5891" y="203"/>
                    </a:cubicBezTo>
                    <a:cubicBezTo>
                      <a:pt x="5256" y="540"/>
                      <a:pt x="4747" y="1075"/>
                      <a:pt x="4423" y="1697"/>
                    </a:cubicBezTo>
                    <a:cubicBezTo>
                      <a:pt x="4245" y="2034"/>
                      <a:pt x="4119" y="2384"/>
                      <a:pt x="4027" y="2748"/>
                    </a:cubicBezTo>
                    <a:cubicBezTo>
                      <a:pt x="3927" y="3111"/>
                      <a:pt x="3874" y="3481"/>
                      <a:pt x="3841" y="3851"/>
                    </a:cubicBezTo>
                    <a:cubicBezTo>
                      <a:pt x="3808" y="4189"/>
                      <a:pt x="3808" y="4526"/>
                      <a:pt x="3808" y="4863"/>
                    </a:cubicBezTo>
                    <a:cubicBezTo>
                      <a:pt x="3808" y="4863"/>
                      <a:pt x="3802" y="4869"/>
                      <a:pt x="3802" y="4869"/>
                    </a:cubicBezTo>
                    <a:cubicBezTo>
                      <a:pt x="3802" y="4869"/>
                      <a:pt x="3694" y="4947"/>
                      <a:pt x="3573" y="4947"/>
                    </a:cubicBezTo>
                    <a:cubicBezTo>
                      <a:pt x="3557" y="4947"/>
                      <a:pt x="3540" y="4945"/>
                      <a:pt x="3524" y="4942"/>
                    </a:cubicBezTo>
                    <a:cubicBezTo>
                      <a:pt x="3465" y="4929"/>
                      <a:pt x="3412" y="4909"/>
                      <a:pt x="3359" y="4889"/>
                    </a:cubicBezTo>
                    <a:cubicBezTo>
                      <a:pt x="3247" y="4843"/>
                      <a:pt x="3141" y="4784"/>
                      <a:pt x="3035" y="4717"/>
                    </a:cubicBezTo>
                    <a:cubicBezTo>
                      <a:pt x="2837" y="4605"/>
                      <a:pt x="2652" y="4473"/>
                      <a:pt x="2473" y="4327"/>
                    </a:cubicBezTo>
                    <a:cubicBezTo>
                      <a:pt x="2262" y="4148"/>
                      <a:pt x="2029" y="4065"/>
                      <a:pt x="1796" y="4065"/>
                    </a:cubicBezTo>
                    <a:cubicBezTo>
                      <a:pt x="1643" y="4065"/>
                      <a:pt x="1490" y="4101"/>
                      <a:pt x="1343" y="4169"/>
                    </a:cubicBezTo>
                    <a:cubicBezTo>
                      <a:pt x="675" y="4486"/>
                      <a:pt x="272" y="5160"/>
                      <a:pt x="113" y="5848"/>
                    </a:cubicBezTo>
                    <a:cubicBezTo>
                      <a:pt x="21" y="6258"/>
                      <a:pt x="1" y="6674"/>
                      <a:pt x="1" y="7090"/>
                    </a:cubicBezTo>
                    <a:cubicBezTo>
                      <a:pt x="8" y="7236"/>
                      <a:pt x="127" y="7361"/>
                      <a:pt x="272" y="7375"/>
                    </a:cubicBezTo>
                    <a:cubicBezTo>
                      <a:pt x="276" y="7375"/>
                      <a:pt x="280" y="7375"/>
                      <a:pt x="284" y="7375"/>
                    </a:cubicBezTo>
                    <a:cubicBezTo>
                      <a:pt x="431" y="7375"/>
                      <a:pt x="563" y="7258"/>
                      <a:pt x="569" y="7110"/>
                    </a:cubicBezTo>
                    <a:cubicBezTo>
                      <a:pt x="602" y="6720"/>
                      <a:pt x="655" y="6324"/>
                      <a:pt x="794" y="5953"/>
                    </a:cubicBezTo>
                    <a:lnTo>
                      <a:pt x="807" y="6284"/>
                    </a:lnTo>
                    <a:lnTo>
                      <a:pt x="318" y="8479"/>
                    </a:lnTo>
                    <a:cubicBezTo>
                      <a:pt x="305" y="8531"/>
                      <a:pt x="318" y="8584"/>
                      <a:pt x="351" y="8624"/>
                    </a:cubicBezTo>
                    <a:cubicBezTo>
                      <a:pt x="384" y="8664"/>
                      <a:pt x="437" y="8683"/>
                      <a:pt x="483" y="8683"/>
                    </a:cubicBezTo>
                    <a:lnTo>
                      <a:pt x="887" y="8683"/>
                    </a:lnTo>
                    <a:lnTo>
                      <a:pt x="999" y="10852"/>
                    </a:lnTo>
                    <a:cubicBezTo>
                      <a:pt x="1006" y="11023"/>
                      <a:pt x="1158" y="11162"/>
                      <a:pt x="1330" y="11162"/>
                    </a:cubicBezTo>
                    <a:cubicBezTo>
                      <a:pt x="1501" y="11162"/>
                      <a:pt x="1653" y="11023"/>
                      <a:pt x="1660" y="10852"/>
                    </a:cubicBezTo>
                    <a:lnTo>
                      <a:pt x="1766" y="8683"/>
                    </a:lnTo>
                    <a:lnTo>
                      <a:pt x="1799" y="8683"/>
                    </a:lnTo>
                    <a:lnTo>
                      <a:pt x="1911" y="10852"/>
                    </a:lnTo>
                    <a:cubicBezTo>
                      <a:pt x="1924" y="11023"/>
                      <a:pt x="2070" y="11162"/>
                      <a:pt x="2242" y="11162"/>
                    </a:cubicBezTo>
                    <a:cubicBezTo>
                      <a:pt x="2420" y="11162"/>
                      <a:pt x="2566" y="11023"/>
                      <a:pt x="2579" y="10852"/>
                    </a:cubicBezTo>
                    <a:lnTo>
                      <a:pt x="2678" y="8683"/>
                    </a:lnTo>
                    <a:lnTo>
                      <a:pt x="3088" y="8683"/>
                    </a:lnTo>
                    <a:cubicBezTo>
                      <a:pt x="3134" y="8683"/>
                      <a:pt x="3187" y="8664"/>
                      <a:pt x="3220" y="8624"/>
                    </a:cubicBezTo>
                    <a:cubicBezTo>
                      <a:pt x="3253" y="8584"/>
                      <a:pt x="3266" y="8531"/>
                      <a:pt x="3253" y="8479"/>
                    </a:cubicBezTo>
                    <a:lnTo>
                      <a:pt x="2771" y="6284"/>
                    </a:lnTo>
                    <a:lnTo>
                      <a:pt x="2784" y="5405"/>
                    </a:lnTo>
                    <a:cubicBezTo>
                      <a:pt x="3018" y="5497"/>
                      <a:pt x="3275" y="5578"/>
                      <a:pt x="3528" y="5578"/>
                    </a:cubicBezTo>
                    <a:cubicBezTo>
                      <a:pt x="3546" y="5578"/>
                      <a:pt x="3565" y="5578"/>
                      <a:pt x="3584" y="5577"/>
                    </a:cubicBezTo>
                    <a:cubicBezTo>
                      <a:pt x="3722" y="5570"/>
                      <a:pt x="3855" y="5537"/>
                      <a:pt x="3967" y="5458"/>
                    </a:cubicBezTo>
                    <a:cubicBezTo>
                      <a:pt x="4040" y="5411"/>
                      <a:pt x="4093" y="5352"/>
                      <a:pt x="4145" y="5286"/>
                    </a:cubicBezTo>
                    <a:cubicBezTo>
                      <a:pt x="4172" y="5292"/>
                      <a:pt x="4205" y="5299"/>
                      <a:pt x="4238" y="5299"/>
                    </a:cubicBezTo>
                    <a:cubicBezTo>
                      <a:pt x="4246" y="5300"/>
                      <a:pt x="4254" y="5300"/>
                      <a:pt x="4261" y="5300"/>
                    </a:cubicBezTo>
                    <a:cubicBezTo>
                      <a:pt x="4483" y="5300"/>
                      <a:pt x="4682" y="5119"/>
                      <a:pt x="4701" y="4896"/>
                    </a:cubicBezTo>
                    <a:cubicBezTo>
                      <a:pt x="4707" y="4784"/>
                      <a:pt x="4714" y="4671"/>
                      <a:pt x="4727" y="4559"/>
                    </a:cubicBezTo>
                    <a:cubicBezTo>
                      <a:pt x="4747" y="4387"/>
                      <a:pt x="4773" y="4215"/>
                      <a:pt x="4800" y="4043"/>
                    </a:cubicBezTo>
                    <a:cubicBezTo>
                      <a:pt x="4853" y="3680"/>
                      <a:pt x="4952" y="3323"/>
                      <a:pt x="5078" y="2979"/>
                    </a:cubicBezTo>
                    <a:cubicBezTo>
                      <a:pt x="5111" y="2893"/>
                      <a:pt x="5144" y="2807"/>
                      <a:pt x="5183" y="2728"/>
                    </a:cubicBezTo>
                    <a:lnTo>
                      <a:pt x="5203" y="3785"/>
                    </a:lnTo>
                    <a:lnTo>
                      <a:pt x="4344" y="7632"/>
                    </a:lnTo>
                    <a:cubicBezTo>
                      <a:pt x="4331" y="7718"/>
                      <a:pt x="4350" y="7811"/>
                      <a:pt x="4410" y="7877"/>
                    </a:cubicBezTo>
                    <a:cubicBezTo>
                      <a:pt x="4469" y="7950"/>
                      <a:pt x="4549" y="7989"/>
                      <a:pt x="4641" y="7989"/>
                    </a:cubicBezTo>
                    <a:lnTo>
                      <a:pt x="5315" y="7989"/>
                    </a:lnTo>
                    <a:lnTo>
                      <a:pt x="5448" y="10700"/>
                    </a:lnTo>
                    <a:cubicBezTo>
                      <a:pt x="5461" y="10971"/>
                      <a:pt x="5692" y="11189"/>
                      <a:pt x="5970" y="11189"/>
                    </a:cubicBezTo>
                    <a:cubicBezTo>
                      <a:pt x="5974" y="11189"/>
                      <a:pt x="5978" y="11189"/>
                      <a:pt x="5982" y="11189"/>
                    </a:cubicBezTo>
                    <a:cubicBezTo>
                      <a:pt x="6241" y="11189"/>
                      <a:pt x="6472" y="10973"/>
                      <a:pt x="6485" y="10706"/>
                    </a:cubicBezTo>
                    <a:cubicBezTo>
                      <a:pt x="6485" y="10706"/>
                      <a:pt x="6485" y="10700"/>
                      <a:pt x="6485" y="10700"/>
                    </a:cubicBezTo>
                    <a:lnTo>
                      <a:pt x="6631" y="7989"/>
                    </a:lnTo>
                    <a:lnTo>
                      <a:pt x="6750" y="7989"/>
                    </a:lnTo>
                    <a:lnTo>
                      <a:pt x="6882" y="10700"/>
                    </a:lnTo>
                    <a:cubicBezTo>
                      <a:pt x="6895" y="10971"/>
                      <a:pt x="7127" y="11189"/>
                      <a:pt x="7398" y="11189"/>
                    </a:cubicBezTo>
                    <a:cubicBezTo>
                      <a:pt x="7402" y="11189"/>
                      <a:pt x="7406" y="11189"/>
                      <a:pt x="7410" y="11189"/>
                    </a:cubicBezTo>
                    <a:cubicBezTo>
                      <a:pt x="7675" y="11189"/>
                      <a:pt x="7900" y="10973"/>
                      <a:pt x="7920" y="10706"/>
                    </a:cubicBezTo>
                    <a:cubicBezTo>
                      <a:pt x="7920" y="10706"/>
                      <a:pt x="7920" y="10700"/>
                      <a:pt x="7920" y="10700"/>
                    </a:cubicBezTo>
                    <a:lnTo>
                      <a:pt x="8059" y="7989"/>
                    </a:lnTo>
                    <a:lnTo>
                      <a:pt x="8713" y="7989"/>
                    </a:lnTo>
                    <a:cubicBezTo>
                      <a:pt x="8806" y="7989"/>
                      <a:pt x="8892" y="7950"/>
                      <a:pt x="8944" y="7877"/>
                    </a:cubicBezTo>
                    <a:cubicBezTo>
                      <a:pt x="9004" y="7811"/>
                      <a:pt x="9024" y="7718"/>
                      <a:pt x="9011" y="7626"/>
                    </a:cubicBezTo>
                    <a:lnTo>
                      <a:pt x="8164" y="3766"/>
                    </a:lnTo>
                    <a:lnTo>
                      <a:pt x="8178" y="2728"/>
                    </a:lnTo>
                    <a:cubicBezTo>
                      <a:pt x="8323" y="3071"/>
                      <a:pt x="8422" y="3501"/>
                      <a:pt x="8488" y="3865"/>
                    </a:cubicBezTo>
                    <a:cubicBezTo>
                      <a:pt x="8548" y="4182"/>
                      <a:pt x="8581" y="4506"/>
                      <a:pt x="8607" y="4823"/>
                    </a:cubicBezTo>
                    <a:cubicBezTo>
                      <a:pt x="8607" y="4836"/>
                      <a:pt x="8607" y="4843"/>
                      <a:pt x="8614" y="4850"/>
                    </a:cubicBezTo>
                    <a:cubicBezTo>
                      <a:pt x="8633" y="5073"/>
                      <a:pt x="8825" y="5253"/>
                      <a:pt x="9053" y="5253"/>
                    </a:cubicBezTo>
                    <a:cubicBezTo>
                      <a:pt x="9061" y="5253"/>
                      <a:pt x="9069" y="5253"/>
                      <a:pt x="9077" y="5253"/>
                    </a:cubicBezTo>
                    <a:cubicBezTo>
                      <a:pt x="9096" y="5253"/>
                      <a:pt x="9123" y="5253"/>
                      <a:pt x="9143" y="5246"/>
                    </a:cubicBezTo>
                    <a:cubicBezTo>
                      <a:pt x="9196" y="5332"/>
                      <a:pt x="9255" y="5405"/>
                      <a:pt x="9341" y="5458"/>
                    </a:cubicBezTo>
                    <a:cubicBezTo>
                      <a:pt x="9453" y="5537"/>
                      <a:pt x="9592" y="5570"/>
                      <a:pt x="9724" y="5577"/>
                    </a:cubicBezTo>
                    <a:cubicBezTo>
                      <a:pt x="9744" y="5578"/>
                      <a:pt x="9763" y="5578"/>
                      <a:pt x="9782" y="5578"/>
                    </a:cubicBezTo>
                    <a:cubicBezTo>
                      <a:pt x="10039" y="5578"/>
                      <a:pt x="10290" y="5497"/>
                      <a:pt x="10524" y="5405"/>
                    </a:cubicBezTo>
                    <a:lnTo>
                      <a:pt x="10524" y="5405"/>
                    </a:lnTo>
                    <a:lnTo>
                      <a:pt x="10432" y="7097"/>
                    </a:lnTo>
                    <a:cubicBezTo>
                      <a:pt x="10425" y="7309"/>
                      <a:pt x="10471" y="7494"/>
                      <a:pt x="10564" y="7666"/>
                    </a:cubicBezTo>
                    <a:lnTo>
                      <a:pt x="10716" y="10852"/>
                    </a:lnTo>
                    <a:cubicBezTo>
                      <a:pt x="10729" y="11023"/>
                      <a:pt x="10875" y="11162"/>
                      <a:pt x="11053" y="11162"/>
                    </a:cubicBezTo>
                    <a:cubicBezTo>
                      <a:pt x="11225" y="11162"/>
                      <a:pt x="11370" y="11023"/>
                      <a:pt x="11384" y="10852"/>
                    </a:cubicBezTo>
                    <a:lnTo>
                      <a:pt x="11516" y="8340"/>
                    </a:lnTo>
                    <a:lnTo>
                      <a:pt x="11635" y="10852"/>
                    </a:lnTo>
                    <a:cubicBezTo>
                      <a:pt x="11641" y="11023"/>
                      <a:pt x="11793" y="11162"/>
                      <a:pt x="11965" y="11162"/>
                    </a:cubicBezTo>
                    <a:cubicBezTo>
                      <a:pt x="12137" y="11162"/>
                      <a:pt x="12289" y="11023"/>
                      <a:pt x="12296" y="10852"/>
                    </a:cubicBezTo>
                    <a:lnTo>
                      <a:pt x="12461" y="7659"/>
                    </a:lnTo>
                    <a:cubicBezTo>
                      <a:pt x="12554" y="7487"/>
                      <a:pt x="12587" y="7295"/>
                      <a:pt x="12580" y="7097"/>
                    </a:cubicBezTo>
                    <a:cubicBezTo>
                      <a:pt x="12573" y="7005"/>
                      <a:pt x="12567" y="6912"/>
                      <a:pt x="12560" y="6819"/>
                    </a:cubicBezTo>
                    <a:cubicBezTo>
                      <a:pt x="12547" y="6529"/>
                      <a:pt x="12534" y="6238"/>
                      <a:pt x="12514" y="5953"/>
                    </a:cubicBezTo>
                    <a:lnTo>
                      <a:pt x="12514" y="5953"/>
                    </a:lnTo>
                    <a:cubicBezTo>
                      <a:pt x="12653" y="6324"/>
                      <a:pt x="12706" y="6720"/>
                      <a:pt x="12739" y="7110"/>
                    </a:cubicBezTo>
                    <a:cubicBezTo>
                      <a:pt x="12752" y="7258"/>
                      <a:pt x="12877" y="7375"/>
                      <a:pt x="13024" y="7375"/>
                    </a:cubicBezTo>
                    <a:cubicBezTo>
                      <a:pt x="13028" y="7375"/>
                      <a:pt x="13032" y="7375"/>
                      <a:pt x="13036" y="7375"/>
                    </a:cubicBezTo>
                    <a:cubicBezTo>
                      <a:pt x="13188" y="7361"/>
                      <a:pt x="13307" y="7236"/>
                      <a:pt x="13307" y="7090"/>
                    </a:cubicBezTo>
                    <a:cubicBezTo>
                      <a:pt x="13314" y="6674"/>
                      <a:pt x="13287" y="6258"/>
                      <a:pt x="13195" y="5848"/>
                    </a:cubicBezTo>
                    <a:cubicBezTo>
                      <a:pt x="13036" y="5160"/>
                      <a:pt x="12633" y="4486"/>
                      <a:pt x="11972" y="4169"/>
                    </a:cubicBezTo>
                    <a:cubicBezTo>
                      <a:pt x="11825" y="4101"/>
                      <a:pt x="11672" y="4065"/>
                      <a:pt x="11519" y="4065"/>
                    </a:cubicBezTo>
                    <a:cubicBezTo>
                      <a:pt x="11285" y="4065"/>
                      <a:pt x="11050" y="4148"/>
                      <a:pt x="10835" y="4327"/>
                    </a:cubicBezTo>
                    <a:cubicBezTo>
                      <a:pt x="10663" y="4473"/>
                      <a:pt x="10471" y="4605"/>
                      <a:pt x="10280" y="4717"/>
                    </a:cubicBezTo>
                    <a:cubicBezTo>
                      <a:pt x="10174" y="4784"/>
                      <a:pt x="10062" y="4843"/>
                      <a:pt x="9949" y="4889"/>
                    </a:cubicBezTo>
                    <a:cubicBezTo>
                      <a:pt x="9896" y="4909"/>
                      <a:pt x="9843" y="4929"/>
                      <a:pt x="9791" y="4942"/>
                    </a:cubicBezTo>
                    <a:cubicBezTo>
                      <a:pt x="9753" y="4947"/>
                      <a:pt x="9707" y="4957"/>
                      <a:pt x="9666" y="4957"/>
                    </a:cubicBezTo>
                    <a:cubicBezTo>
                      <a:pt x="9657" y="4957"/>
                      <a:pt x="9647" y="4957"/>
                      <a:pt x="9639" y="4955"/>
                    </a:cubicBezTo>
                    <a:cubicBezTo>
                      <a:pt x="9632" y="4949"/>
                      <a:pt x="9513" y="4869"/>
                      <a:pt x="9513" y="4869"/>
                    </a:cubicBezTo>
                    <a:cubicBezTo>
                      <a:pt x="9506" y="4869"/>
                      <a:pt x="9500" y="4863"/>
                      <a:pt x="9500" y="4863"/>
                    </a:cubicBezTo>
                    <a:cubicBezTo>
                      <a:pt x="9500" y="4850"/>
                      <a:pt x="9500" y="4830"/>
                      <a:pt x="9500" y="4817"/>
                    </a:cubicBezTo>
                    <a:cubicBezTo>
                      <a:pt x="9500" y="4665"/>
                      <a:pt x="9506" y="4512"/>
                      <a:pt x="9500" y="4367"/>
                    </a:cubicBezTo>
                    <a:cubicBezTo>
                      <a:pt x="9500" y="4367"/>
                      <a:pt x="9500" y="4367"/>
                      <a:pt x="9500" y="4354"/>
                    </a:cubicBezTo>
                    <a:cubicBezTo>
                      <a:pt x="9500" y="4345"/>
                      <a:pt x="9500" y="4339"/>
                      <a:pt x="9500" y="4334"/>
                    </a:cubicBezTo>
                    <a:cubicBezTo>
                      <a:pt x="9493" y="3984"/>
                      <a:pt x="9467" y="3633"/>
                      <a:pt x="9414" y="3283"/>
                    </a:cubicBezTo>
                    <a:cubicBezTo>
                      <a:pt x="9354" y="2913"/>
                      <a:pt x="9262" y="2543"/>
                      <a:pt x="9130" y="2186"/>
                    </a:cubicBezTo>
                    <a:cubicBezTo>
                      <a:pt x="8885" y="1505"/>
                      <a:pt x="8469" y="857"/>
                      <a:pt x="7874" y="441"/>
                    </a:cubicBezTo>
                    <a:cubicBezTo>
                      <a:pt x="7748" y="355"/>
                      <a:pt x="7616" y="282"/>
                      <a:pt x="7484" y="209"/>
                    </a:cubicBezTo>
                    <a:cubicBezTo>
                      <a:pt x="7231" y="70"/>
                      <a:pt x="6958" y="0"/>
                      <a:pt x="6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08" name="Google Shape;1108;p61"/>
              <p:cNvSpPr/>
              <p:nvPr/>
            </p:nvSpPr>
            <p:spPr>
              <a:xfrm>
                <a:off x="5980875" y="2648525"/>
                <a:ext cx="49125" cy="48075"/>
              </a:xfrm>
              <a:custGeom>
                <a:avLst/>
                <a:gdLst/>
                <a:ahLst/>
                <a:cxnLst/>
                <a:rect l="l" t="t" r="r" b="b"/>
                <a:pathLst>
                  <a:path w="1965" h="1923" extrusionOk="0">
                    <a:moveTo>
                      <a:pt x="980" y="1"/>
                    </a:moveTo>
                    <a:cubicBezTo>
                      <a:pt x="947" y="1"/>
                      <a:pt x="913" y="3"/>
                      <a:pt x="880" y="6"/>
                    </a:cubicBezTo>
                    <a:cubicBezTo>
                      <a:pt x="622" y="39"/>
                      <a:pt x="384" y="178"/>
                      <a:pt x="226" y="383"/>
                    </a:cubicBezTo>
                    <a:cubicBezTo>
                      <a:pt x="67" y="594"/>
                      <a:pt x="1" y="872"/>
                      <a:pt x="47" y="1130"/>
                    </a:cubicBezTo>
                    <a:cubicBezTo>
                      <a:pt x="127" y="1579"/>
                      <a:pt x="536" y="1923"/>
                      <a:pt x="992" y="1923"/>
                    </a:cubicBezTo>
                    <a:cubicBezTo>
                      <a:pt x="1257" y="1923"/>
                      <a:pt x="1508" y="1811"/>
                      <a:pt x="1687" y="1619"/>
                    </a:cubicBezTo>
                    <a:cubicBezTo>
                      <a:pt x="1872" y="1427"/>
                      <a:pt x="1964" y="1169"/>
                      <a:pt x="1951" y="905"/>
                    </a:cubicBezTo>
                    <a:cubicBezTo>
                      <a:pt x="1931" y="641"/>
                      <a:pt x="1812" y="396"/>
                      <a:pt x="1614" y="231"/>
                    </a:cubicBezTo>
                    <a:cubicBezTo>
                      <a:pt x="1435" y="81"/>
                      <a:pt x="1210"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1109" name="Google Shape;1109;p61"/>
          <p:cNvGrpSpPr/>
          <p:nvPr/>
        </p:nvGrpSpPr>
        <p:grpSpPr>
          <a:xfrm>
            <a:off x="7408332" y="451962"/>
            <a:ext cx="754200" cy="717300"/>
            <a:chOff x="8286826" y="265837"/>
            <a:chExt cx="754200" cy="717300"/>
          </a:xfrm>
        </p:grpSpPr>
        <p:sp>
          <p:nvSpPr>
            <p:cNvPr id="1110" name="Google Shape;1110;p61"/>
            <p:cNvSpPr/>
            <p:nvPr/>
          </p:nvSpPr>
          <p:spPr>
            <a:xfrm>
              <a:off x="8286826" y="265837"/>
              <a:ext cx="754200" cy="717300"/>
            </a:xfrm>
            <a:prstGeom prst="decagon">
              <a:avLst>
                <a:gd name="vf" fmla="val 105146"/>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61"/>
            <p:cNvSpPr/>
            <p:nvPr/>
          </p:nvSpPr>
          <p:spPr>
            <a:xfrm>
              <a:off x="8326188" y="303288"/>
              <a:ext cx="675300" cy="642300"/>
            </a:xfrm>
            <a:prstGeom prst="decagon">
              <a:avLst>
                <a:gd name="vf" fmla="val 105146"/>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 name="Google Shape;1112;p61"/>
            <p:cNvGrpSpPr/>
            <p:nvPr/>
          </p:nvGrpSpPr>
          <p:grpSpPr>
            <a:xfrm>
              <a:off x="8488825" y="484882"/>
              <a:ext cx="350188" cy="279116"/>
              <a:chOff x="5469425" y="2526250"/>
              <a:chExt cx="440100" cy="350825"/>
            </a:xfrm>
          </p:grpSpPr>
          <p:sp>
            <p:nvSpPr>
              <p:cNvPr id="1113" name="Google Shape;1113;p61"/>
              <p:cNvSpPr/>
              <p:nvPr/>
            </p:nvSpPr>
            <p:spPr>
              <a:xfrm>
                <a:off x="5489925" y="2650200"/>
                <a:ext cx="49100" cy="48050"/>
              </a:xfrm>
              <a:custGeom>
                <a:avLst/>
                <a:gdLst/>
                <a:ahLst/>
                <a:cxnLst/>
                <a:rect l="l" t="t" r="r" b="b"/>
                <a:pathLst>
                  <a:path w="1964" h="1922" extrusionOk="0">
                    <a:moveTo>
                      <a:pt x="979" y="0"/>
                    </a:moveTo>
                    <a:cubicBezTo>
                      <a:pt x="946" y="0"/>
                      <a:pt x="913" y="2"/>
                      <a:pt x="879" y="5"/>
                    </a:cubicBezTo>
                    <a:cubicBezTo>
                      <a:pt x="622" y="38"/>
                      <a:pt x="384" y="177"/>
                      <a:pt x="225" y="382"/>
                    </a:cubicBezTo>
                    <a:cubicBezTo>
                      <a:pt x="66" y="593"/>
                      <a:pt x="0" y="871"/>
                      <a:pt x="46" y="1129"/>
                    </a:cubicBezTo>
                    <a:cubicBezTo>
                      <a:pt x="126" y="1578"/>
                      <a:pt x="536" y="1922"/>
                      <a:pt x="992" y="1922"/>
                    </a:cubicBezTo>
                    <a:cubicBezTo>
                      <a:pt x="1256" y="1922"/>
                      <a:pt x="1507" y="1810"/>
                      <a:pt x="1692" y="1618"/>
                    </a:cubicBezTo>
                    <a:cubicBezTo>
                      <a:pt x="1871" y="1426"/>
                      <a:pt x="1963" y="1168"/>
                      <a:pt x="1950" y="904"/>
                    </a:cubicBezTo>
                    <a:cubicBezTo>
                      <a:pt x="1937" y="640"/>
                      <a:pt x="1811" y="395"/>
                      <a:pt x="1613" y="230"/>
                    </a:cubicBezTo>
                    <a:cubicBezTo>
                      <a:pt x="1434" y="80"/>
                      <a:pt x="1209" y="0"/>
                      <a:pt x="9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14" name="Google Shape;1114;p61"/>
              <p:cNvSpPr/>
              <p:nvPr/>
            </p:nvSpPr>
            <p:spPr>
              <a:xfrm>
                <a:off x="5589725" y="2526250"/>
                <a:ext cx="78025" cy="73200"/>
              </a:xfrm>
              <a:custGeom>
                <a:avLst/>
                <a:gdLst/>
                <a:ahLst/>
                <a:cxnLst/>
                <a:rect l="l" t="t" r="r" b="b"/>
                <a:pathLst>
                  <a:path w="3121" h="2928" extrusionOk="0">
                    <a:moveTo>
                      <a:pt x="1559" y="1"/>
                    </a:moveTo>
                    <a:cubicBezTo>
                      <a:pt x="1485" y="1"/>
                      <a:pt x="1410" y="7"/>
                      <a:pt x="1336" y="19"/>
                    </a:cubicBezTo>
                    <a:cubicBezTo>
                      <a:pt x="801" y="105"/>
                      <a:pt x="351" y="488"/>
                      <a:pt x="179" y="997"/>
                    </a:cubicBezTo>
                    <a:cubicBezTo>
                      <a:pt x="1" y="1513"/>
                      <a:pt x="140" y="2108"/>
                      <a:pt x="530" y="2491"/>
                    </a:cubicBezTo>
                    <a:cubicBezTo>
                      <a:pt x="801" y="2769"/>
                      <a:pt x="1177" y="2927"/>
                      <a:pt x="1567" y="2927"/>
                    </a:cubicBezTo>
                    <a:cubicBezTo>
                      <a:pt x="2109" y="2927"/>
                      <a:pt x="2618" y="2616"/>
                      <a:pt x="2870" y="2141"/>
                    </a:cubicBezTo>
                    <a:cubicBezTo>
                      <a:pt x="3121" y="1651"/>
                      <a:pt x="3074" y="1043"/>
                      <a:pt x="2751" y="600"/>
                    </a:cubicBezTo>
                    <a:cubicBezTo>
                      <a:pt x="2472" y="225"/>
                      <a:pt x="2021" y="1"/>
                      <a:pt x="15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15" name="Google Shape;1115;p61"/>
              <p:cNvSpPr/>
              <p:nvPr/>
            </p:nvSpPr>
            <p:spPr>
              <a:xfrm>
                <a:off x="5708875" y="2526250"/>
                <a:ext cx="77875" cy="73200"/>
              </a:xfrm>
              <a:custGeom>
                <a:avLst/>
                <a:gdLst/>
                <a:ahLst/>
                <a:cxnLst/>
                <a:rect l="l" t="t" r="r" b="b"/>
                <a:pathLst>
                  <a:path w="3115" h="2928" extrusionOk="0">
                    <a:moveTo>
                      <a:pt x="1553" y="1"/>
                    </a:moveTo>
                    <a:cubicBezTo>
                      <a:pt x="1478" y="1"/>
                      <a:pt x="1404" y="7"/>
                      <a:pt x="1329" y="19"/>
                    </a:cubicBezTo>
                    <a:cubicBezTo>
                      <a:pt x="800" y="105"/>
                      <a:pt x="344" y="488"/>
                      <a:pt x="173" y="997"/>
                    </a:cubicBezTo>
                    <a:cubicBezTo>
                      <a:pt x="1" y="1513"/>
                      <a:pt x="133" y="2108"/>
                      <a:pt x="523" y="2491"/>
                    </a:cubicBezTo>
                    <a:cubicBezTo>
                      <a:pt x="794" y="2769"/>
                      <a:pt x="1171" y="2927"/>
                      <a:pt x="1561" y="2927"/>
                    </a:cubicBezTo>
                    <a:cubicBezTo>
                      <a:pt x="2103" y="2927"/>
                      <a:pt x="2612" y="2616"/>
                      <a:pt x="2863" y="2141"/>
                    </a:cubicBezTo>
                    <a:cubicBezTo>
                      <a:pt x="3114" y="1651"/>
                      <a:pt x="3068" y="1043"/>
                      <a:pt x="2744" y="600"/>
                    </a:cubicBezTo>
                    <a:cubicBezTo>
                      <a:pt x="2465" y="225"/>
                      <a:pt x="2014" y="1"/>
                      <a:pt x="15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16" name="Google Shape;1116;p61"/>
              <p:cNvSpPr/>
              <p:nvPr/>
            </p:nvSpPr>
            <p:spPr>
              <a:xfrm>
                <a:off x="5816625" y="2707500"/>
                <a:ext cx="25" cy="850"/>
              </a:xfrm>
              <a:custGeom>
                <a:avLst/>
                <a:gdLst/>
                <a:ahLst/>
                <a:cxnLst/>
                <a:rect l="l" t="t" r="r" b="b"/>
                <a:pathLst>
                  <a:path w="1" h="34" extrusionOk="0">
                    <a:moveTo>
                      <a:pt x="0" y="33"/>
                    </a:moveTo>
                    <a:cubicBezTo>
                      <a:pt x="0" y="33"/>
                      <a:pt x="0" y="33"/>
                      <a:pt x="0" y="33"/>
                    </a:cubicBezTo>
                    <a:cubicBezTo>
                      <a:pt x="0" y="20"/>
                      <a:pt x="0" y="0"/>
                      <a:pt x="0" y="3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17" name="Google Shape;1117;p61"/>
              <p:cNvSpPr/>
              <p:nvPr/>
            </p:nvSpPr>
            <p:spPr>
              <a:xfrm>
                <a:off x="5840250" y="2650200"/>
                <a:ext cx="49100" cy="48050"/>
              </a:xfrm>
              <a:custGeom>
                <a:avLst/>
                <a:gdLst/>
                <a:ahLst/>
                <a:cxnLst/>
                <a:rect l="l" t="t" r="r" b="b"/>
                <a:pathLst>
                  <a:path w="1964" h="1922" extrusionOk="0">
                    <a:moveTo>
                      <a:pt x="991" y="0"/>
                    </a:moveTo>
                    <a:cubicBezTo>
                      <a:pt x="760" y="0"/>
                      <a:pt x="531" y="80"/>
                      <a:pt x="358" y="230"/>
                    </a:cubicBezTo>
                    <a:cubicBezTo>
                      <a:pt x="159" y="395"/>
                      <a:pt x="34" y="640"/>
                      <a:pt x="14" y="904"/>
                    </a:cubicBezTo>
                    <a:cubicBezTo>
                      <a:pt x="1" y="1168"/>
                      <a:pt x="100" y="1426"/>
                      <a:pt x="278" y="1618"/>
                    </a:cubicBezTo>
                    <a:cubicBezTo>
                      <a:pt x="457" y="1810"/>
                      <a:pt x="715" y="1922"/>
                      <a:pt x="972" y="1922"/>
                    </a:cubicBezTo>
                    <a:cubicBezTo>
                      <a:pt x="1435" y="1922"/>
                      <a:pt x="1838" y="1578"/>
                      <a:pt x="1918" y="1129"/>
                    </a:cubicBezTo>
                    <a:cubicBezTo>
                      <a:pt x="1964" y="871"/>
                      <a:pt x="1898" y="593"/>
                      <a:pt x="1739" y="382"/>
                    </a:cubicBezTo>
                    <a:cubicBezTo>
                      <a:pt x="1587" y="177"/>
                      <a:pt x="1343" y="38"/>
                      <a:pt x="1091" y="5"/>
                    </a:cubicBezTo>
                    <a:cubicBezTo>
                      <a:pt x="1058" y="2"/>
                      <a:pt x="1025" y="0"/>
                      <a:pt x="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18" name="Google Shape;1118;p61"/>
              <p:cNvSpPr/>
              <p:nvPr/>
            </p:nvSpPr>
            <p:spPr>
              <a:xfrm>
                <a:off x="5469425" y="2603975"/>
                <a:ext cx="440100" cy="273100"/>
              </a:xfrm>
              <a:custGeom>
                <a:avLst/>
                <a:gdLst/>
                <a:ahLst/>
                <a:cxnLst/>
                <a:rect l="l" t="t" r="r" b="b"/>
                <a:pathLst>
                  <a:path w="17604" h="10924" extrusionOk="0">
                    <a:moveTo>
                      <a:pt x="6349" y="0"/>
                    </a:moveTo>
                    <a:cubicBezTo>
                      <a:pt x="6108" y="0"/>
                      <a:pt x="5851" y="50"/>
                      <a:pt x="5606" y="182"/>
                    </a:cubicBezTo>
                    <a:cubicBezTo>
                      <a:pt x="5328" y="334"/>
                      <a:pt x="5077" y="519"/>
                      <a:pt x="4852" y="737"/>
                    </a:cubicBezTo>
                    <a:cubicBezTo>
                      <a:pt x="4839" y="750"/>
                      <a:pt x="4826" y="763"/>
                      <a:pt x="4813" y="777"/>
                    </a:cubicBezTo>
                    <a:cubicBezTo>
                      <a:pt x="4780" y="803"/>
                      <a:pt x="4753" y="836"/>
                      <a:pt x="4720" y="869"/>
                    </a:cubicBezTo>
                    <a:cubicBezTo>
                      <a:pt x="4694" y="902"/>
                      <a:pt x="4667" y="929"/>
                      <a:pt x="4641" y="962"/>
                    </a:cubicBezTo>
                    <a:cubicBezTo>
                      <a:pt x="4608" y="995"/>
                      <a:pt x="4588" y="1028"/>
                      <a:pt x="4562" y="1054"/>
                    </a:cubicBezTo>
                    <a:cubicBezTo>
                      <a:pt x="4522" y="1101"/>
                      <a:pt x="4489" y="1147"/>
                      <a:pt x="4456" y="1193"/>
                    </a:cubicBezTo>
                    <a:cubicBezTo>
                      <a:pt x="4443" y="1206"/>
                      <a:pt x="4436" y="1220"/>
                      <a:pt x="4429" y="1233"/>
                    </a:cubicBezTo>
                    <a:cubicBezTo>
                      <a:pt x="4330" y="1365"/>
                      <a:pt x="4244" y="1504"/>
                      <a:pt x="4158" y="1649"/>
                    </a:cubicBezTo>
                    <a:cubicBezTo>
                      <a:pt x="3828" y="2244"/>
                      <a:pt x="3610" y="2951"/>
                      <a:pt x="3557" y="3692"/>
                    </a:cubicBezTo>
                    <a:cubicBezTo>
                      <a:pt x="3537" y="4002"/>
                      <a:pt x="3544" y="4326"/>
                      <a:pt x="3577" y="4650"/>
                    </a:cubicBezTo>
                    <a:cubicBezTo>
                      <a:pt x="3577" y="4683"/>
                      <a:pt x="3577" y="4703"/>
                      <a:pt x="3577" y="4703"/>
                    </a:cubicBezTo>
                    <a:lnTo>
                      <a:pt x="3524" y="4703"/>
                    </a:lnTo>
                    <a:cubicBezTo>
                      <a:pt x="3464" y="4690"/>
                      <a:pt x="3411" y="4670"/>
                      <a:pt x="3359" y="4644"/>
                    </a:cubicBezTo>
                    <a:cubicBezTo>
                      <a:pt x="3246" y="4597"/>
                      <a:pt x="3140" y="4544"/>
                      <a:pt x="3035" y="4478"/>
                    </a:cubicBezTo>
                    <a:cubicBezTo>
                      <a:pt x="2836" y="4359"/>
                      <a:pt x="2651" y="4234"/>
                      <a:pt x="2473" y="4088"/>
                    </a:cubicBezTo>
                    <a:cubicBezTo>
                      <a:pt x="2261" y="3908"/>
                      <a:pt x="2027" y="3823"/>
                      <a:pt x="1793" y="3823"/>
                    </a:cubicBezTo>
                    <a:cubicBezTo>
                      <a:pt x="1641" y="3823"/>
                      <a:pt x="1489" y="3859"/>
                      <a:pt x="1342" y="3930"/>
                    </a:cubicBezTo>
                    <a:cubicBezTo>
                      <a:pt x="675" y="4247"/>
                      <a:pt x="272" y="4921"/>
                      <a:pt x="113" y="5609"/>
                    </a:cubicBezTo>
                    <a:cubicBezTo>
                      <a:pt x="20" y="6018"/>
                      <a:pt x="1" y="6435"/>
                      <a:pt x="1" y="6851"/>
                    </a:cubicBezTo>
                    <a:cubicBezTo>
                      <a:pt x="7" y="6997"/>
                      <a:pt x="126" y="7122"/>
                      <a:pt x="272" y="7136"/>
                    </a:cubicBezTo>
                    <a:cubicBezTo>
                      <a:pt x="276" y="7136"/>
                      <a:pt x="280" y="7136"/>
                      <a:pt x="284" y="7136"/>
                    </a:cubicBezTo>
                    <a:cubicBezTo>
                      <a:pt x="431" y="7136"/>
                      <a:pt x="563" y="7019"/>
                      <a:pt x="569" y="6871"/>
                    </a:cubicBezTo>
                    <a:cubicBezTo>
                      <a:pt x="602" y="6481"/>
                      <a:pt x="655" y="6085"/>
                      <a:pt x="794" y="5714"/>
                    </a:cubicBezTo>
                    <a:lnTo>
                      <a:pt x="807" y="6045"/>
                    </a:lnTo>
                    <a:lnTo>
                      <a:pt x="318" y="8239"/>
                    </a:lnTo>
                    <a:cubicBezTo>
                      <a:pt x="305" y="8292"/>
                      <a:pt x="318" y="8345"/>
                      <a:pt x="351" y="8385"/>
                    </a:cubicBezTo>
                    <a:cubicBezTo>
                      <a:pt x="384" y="8425"/>
                      <a:pt x="437" y="8444"/>
                      <a:pt x="483" y="8444"/>
                    </a:cubicBezTo>
                    <a:lnTo>
                      <a:pt x="886" y="8444"/>
                    </a:lnTo>
                    <a:lnTo>
                      <a:pt x="999" y="10612"/>
                    </a:lnTo>
                    <a:cubicBezTo>
                      <a:pt x="1005" y="10784"/>
                      <a:pt x="1157" y="10923"/>
                      <a:pt x="1329" y="10923"/>
                    </a:cubicBezTo>
                    <a:cubicBezTo>
                      <a:pt x="1501" y="10923"/>
                      <a:pt x="1653" y="10784"/>
                      <a:pt x="1660" y="10612"/>
                    </a:cubicBezTo>
                    <a:lnTo>
                      <a:pt x="1765" y="8444"/>
                    </a:lnTo>
                    <a:lnTo>
                      <a:pt x="1799" y="8444"/>
                    </a:lnTo>
                    <a:lnTo>
                      <a:pt x="1911" y="10612"/>
                    </a:lnTo>
                    <a:cubicBezTo>
                      <a:pt x="1924" y="10784"/>
                      <a:pt x="2070" y="10923"/>
                      <a:pt x="2241" y="10923"/>
                    </a:cubicBezTo>
                    <a:cubicBezTo>
                      <a:pt x="2420" y="10923"/>
                      <a:pt x="2565" y="10784"/>
                      <a:pt x="2579" y="10612"/>
                    </a:cubicBezTo>
                    <a:lnTo>
                      <a:pt x="2678" y="8444"/>
                    </a:lnTo>
                    <a:lnTo>
                      <a:pt x="3088" y="8444"/>
                    </a:lnTo>
                    <a:cubicBezTo>
                      <a:pt x="3134" y="8444"/>
                      <a:pt x="3187" y="8425"/>
                      <a:pt x="3220" y="8385"/>
                    </a:cubicBezTo>
                    <a:cubicBezTo>
                      <a:pt x="3253" y="8345"/>
                      <a:pt x="3266" y="8292"/>
                      <a:pt x="3253" y="8239"/>
                    </a:cubicBezTo>
                    <a:lnTo>
                      <a:pt x="2770" y="6045"/>
                    </a:lnTo>
                    <a:lnTo>
                      <a:pt x="2783" y="5166"/>
                    </a:lnTo>
                    <a:cubicBezTo>
                      <a:pt x="3017" y="5258"/>
                      <a:pt x="3274" y="5339"/>
                      <a:pt x="3527" y="5339"/>
                    </a:cubicBezTo>
                    <a:cubicBezTo>
                      <a:pt x="3546" y="5339"/>
                      <a:pt x="3565" y="5339"/>
                      <a:pt x="3583" y="5338"/>
                    </a:cubicBezTo>
                    <a:cubicBezTo>
                      <a:pt x="3722" y="5331"/>
                      <a:pt x="3854" y="5298"/>
                      <a:pt x="3967" y="5219"/>
                    </a:cubicBezTo>
                    <a:cubicBezTo>
                      <a:pt x="4000" y="5199"/>
                      <a:pt x="4026" y="5179"/>
                      <a:pt x="4053" y="5153"/>
                    </a:cubicBezTo>
                    <a:cubicBezTo>
                      <a:pt x="4258" y="5133"/>
                      <a:pt x="4429" y="4967"/>
                      <a:pt x="4449" y="4756"/>
                    </a:cubicBezTo>
                    <a:lnTo>
                      <a:pt x="4449" y="4736"/>
                    </a:lnTo>
                    <a:cubicBezTo>
                      <a:pt x="4456" y="4644"/>
                      <a:pt x="4462" y="4544"/>
                      <a:pt x="4469" y="4445"/>
                    </a:cubicBezTo>
                    <a:cubicBezTo>
                      <a:pt x="4495" y="4260"/>
                      <a:pt x="4522" y="4075"/>
                      <a:pt x="4548" y="3890"/>
                    </a:cubicBezTo>
                    <a:cubicBezTo>
                      <a:pt x="4621" y="3526"/>
                      <a:pt x="4707" y="3163"/>
                      <a:pt x="4846" y="2819"/>
                    </a:cubicBezTo>
                    <a:cubicBezTo>
                      <a:pt x="4872" y="2760"/>
                      <a:pt x="4892" y="2700"/>
                      <a:pt x="4919" y="2641"/>
                    </a:cubicBezTo>
                    <a:lnTo>
                      <a:pt x="4919" y="3051"/>
                    </a:lnTo>
                    <a:lnTo>
                      <a:pt x="4152" y="6904"/>
                    </a:lnTo>
                    <a:cubicBezTo>
                      <a:pt x="4132" y="6984"/>
                      <a:pt x="4152" y="7063"/>
                      <a:pt x="4205" y="7122"/>
                    </a:cubicBezTo>
                    <a:cubicBezTo>
                      <a:pt x="4258" y="7188"/>
                      <a:pt x="4330" y="7221"/>
                      <a:pt x="4410" y="7221"/>
                    </a:cubicBezTo>
                    <a:lnTo>
                      <a:pt x="5018" y="7221"/>
                    </a:lnTo>
                    <a:lnTo>
                      <a:pt x="5170" y="10414"/>
                    </a:lnTo>
                    <a:cubicBezTo>
                      <a:pt x="5183" y="10679"/>
                      <a:pt x="5408" y="10897"/>
                      <a:pt x="5679" y="10897"/>
                    </a:cubicBezTo>
                    <a:cubicBezTo>
                      <a:pt x="5943" y="10897"/>
                      <a:pt x="6168" y="10679"/>
                      <a:pt x="6188" y="10414"/>
                    </a:cubicBezTo>
                    <a:lnTo>
                      <a:pt x="6353" y="7221"/>
                    </a:lnTo>
                    <a:lnTo>
                      <a:pt x="6412" y="7221"/>
                    </a:lnTo>
                    <a:lnTo>
                      <a:pt x="6571" y="10414"/>
                    </a:lnTo>
                    <a:cubicBezTo>
                      <a:pt x="6584" y="10679"/>
                      <a:pt x="6809" y="10897"/>
                      <a:pt x="7073" y="10897"/>
                    </a:cubicBezTo>
                    <a:cubicBezTo>
                      <a:pt x="7338" y="10897"/>
                      <a:pt x="7569" y="10685"/>
                      <a:pt x="7582" y="10414"/>
                    </a:cubicBezTo>
                    <a:lnTo>
                      <a:pt x="7748" y="7221"/>
                    </a:lnTo>
                    <a:lnTo>
                      <a:pt x="8349" y="7221"/>
                    </a:lnTo>
                    <a:cubicBezTo>
                      <a:pt x="8429" y="7221"/>
                      <a:pt x="8501" y="7188"/>
                      <a:pt x="8554" y="7122"/>
                    </a:cubicBezTo>
                    <a:cubicBezTo>
                      <a:pt x="8600" y="7063"/>
                      <a:pt x="8620" y="6984"/>
                      <a:pt x="8607" y="6904"/>
                    </a:cubicBezTo>
                    <a:lnTo>
                      <a:pt x="7840" y="2991"/>
                    </a:lnTo>
                    <a:lnTo>
                      <a:pt x="7840" y="2661"/>
                    </a:lnTo>
                    <a:cubicBezTo>
                      <a:pt x="7847" y="2687"/>
                      <a:pt x="7860" y="2720"/>
                      <a:pt x="7873" y="2746"/>
                    </a:cubicBezTo>
                    <a:cubicBezTo>
                      <a:pt x="7900" y="2813"/>
                      <a:pt x="7920" y="2872"/>
                      <a:pt x="7939" y="2932"/>
                    </a:cubicBezTo>
                    <a:cubicBezTo>
                      <a:pt x="8005" y="3136"/>
                      <a:pt x="8065" y="3348"/>
                      <a:pt x="8111" y="3559"/>
                    </a:cubicBezTo>
                    <a:cubicBezTo>
                      <a:pt x="8131" y="3645"/>
                      <a:pt x="8144" y="3725"/>
                      <a:pt x="8164" y="3811"/>
                    </a:cubicBezTo>
                    <a:cubicBezTo>
                      <a:pt x="8204" y="4088"/>
                      <a:pt x="8237" y="4366"/>
                      <a:pt x="8257" y="4650"/>
                    </a:cubicBezTo>
                    <a:lnTo>
                      <a:pt x="8263" y="4670"/>
                    </a:lnTo>
                    <a:cubicBezTo>
                      <a:pt x="8270" y="4782"/>
                      <a:pt x="8329" y="4888"/>
                      <a:pt x="8415" y="4961"/>
                    </a:cubicBezTo>
                    <a:cubicBezTo>
                      <a:pt x="8481" y="5067"/>
                      <a:pt x="8587" y="5139"/>
                      <a:pt x="8719" y="5153"/>
                    </a:cubicBezTo>
                    <a:cubicBezTo>
                      <a:pt x="8735" y="5154"/>
                      <a:pt x="8751" y="5155"/>
                      <a:pt x="8766" y="5155"/>
                    </a:cubicBezTo>
                    <a:cubicBezTo>
                      <a:pt x="8992" y="5155"/>
                      <a:pt x="9190" y="4979"/>
                      <a:pt x="9209" y="4756"/>
                    </a:cubicBezTo>
                    <a:lnTo>
                      <a:pt x="9209" y="4736"/>
                    </a:lnTo>
                    <a:cubicBezTo>
                      <a:pt x="9215" y="4644"/>
                      <a:pt x="9222" y="4544"/>
                      <a:pt x="9228" y="4445"/>
                    </a:cubicBezTo>
                    <a:cubicBezTo>
                      <a:pt x="9255" y="4260"/>
                      <a:pt x="9281" y="4075"/>
                      <a:pt x="9308" y="3890"/>
                    </a:cubicBezTo>
                    <a:cubicBezTo>
                      <a:pt x="9380" y="3526"/>
                      <a:pt x="9466" y="3163"/>
                      <a:pt x="9605" y="2819"/>
                    </a:cubicBezTo>
                    <a:cubicBezTo>
                      <a:pt x="9632" y="2760"/>
                      <a:pt x="9651" y="2700"/>
                      <a:pt x="9678" y="2641"/>
                    </a:cubicBezTo>
                    <a:lnTo>
                      <a:pt x="9678" y="3051"/>
                    </a:lnTo>
                    <a:lnTo>
                      <a:pt x="8911" y="6904"/>
                    </a:lnTo>
                    <a:cubicBezTo>
                      <a:pt x="8891" y="6984"/>
                      <a:pt x="8911" y="7063"/>
                      <a:pt x="8964" y="7122"/>
                    </a:cubicBezTo>
                    <a:cubicBezTo>
                      <a:pt x="9017" y="7188"/>
                      <a:pt x="9090" y="7221"/>
                      <a:pt x="9169" y="7221"/>
                    </a:cubicBezTo>
                    <a:lnTo>
                      <a:pt x="9777" y="7221"/>
                    </a:lnTo>
                    <a:lnTo>
                      <a:pt x="9929" y="10414"/>
                    </a:lnTo>
                    <a:cubicBezTo>
                      <a:pt x="9942" y="10679"/>
                      <a:pt x="10174" y="10897"/>
                      <a:pt x="10438" y="10897"/>
                    </a:cubicBezTo>
                    <a:cubicBezTo>
                      <a:pt x="10702" y="10897"/>
                      <a:pt x="10927" y="10679"/>
                      <a:pt x="10947" y="10414"/>
                    </a:cubicBezTo>
                    <a:lnTo>
                      <a:pt x="11112" y="7221"/>
                    </a:lnTo>
                    <a:lnTo>
                      <a:pt x="11172" y="7221"/>
                    </a:lnTo>
                    <a:lnTo>
                      <a:pt x="11330" y="10414"/>
                    </a:lnTo>
                    <a:cubicBezTo>
                      <a:pt x="11344" y="10679"/>
                      <a:pt x="11568" y="10897"/>
                      <a:pt x="11833" y="10897"/>
                    </a:cubicBezTo>
                    <a:cubicBezTo>
                      <a:pt x="12097" y="10897"/>
                      <a:pt x="12328" y="10685"/>
                      <a:pt x="12342" y="10414"/>
                    </a:cubicBezTo>
                    <a:lnTo>
                      <a:pt x="12507" y="7221"/>
                    </a:lnTo>
                    <a:lnTo>
                      <a:pt x="13108" y="7221"/>
                    </a:lnTo>
                    <a:cubicBezTo>
                      <a:pt x="13188" y="7221"/>
                      <a:pt x="13261" y="7188"/>
                      <a:pt x="13313" y="7122"/>
                    </a:cubicBezTo>
                    <a:cubicBezTo>
                      <a:pt x="13360" y="7063"/>
                      <a:pt x="13380" y="6984"/>
                      <a:pt x="13366" y="6904"/>
                    </a:cubicBezTo>
                    <a:lnTo>
                      <a:pt x="12600" y="2991"/>
                    </a:lnTo>
                    <a:lnTo>
                      <a:pt x="12600" y="2661"/>
                    </a:lnTo>
                    <a:cubicBezTo>
                      <a:pt x="12613" y="2687"/>
                      <a:pt x="12619" y="2720"/>
                      <a:pt x="12633" y="2746"/>
                    </a:cubicBezTo>
                    <a:cubicBezTo>
                      <a:pt x="12659" y="2813"/>
                      <a:pt x="12679" y="2872"/>
                      <a:pt x="12699" y="2932"/>
                    </a:cubicBezTo>
                    <a:cubicBezTo>
                      <a:pt x="12765" y="3136"/>
                      <a:pt x="12824" y="3348"/>
                      <a:pt x="12871" y="3559"/>
                    </a:cubicBezTo>
                    <a:cubicBezTo>
                      <a:pt x="12890" y="3645"/>
                      <a:pt x="12904" y="3725"/>
                      <a:pt x="12923" y="3811"/>
                    </a:cubicBezTo>
                    <a:cubicBezTo>
                      <a:pt x="12963" y="4088"/>
                      <a:pt x="12996" y="4366"/>
                      <a:pt x="13016" y="4650"/>
                    </a:cubicBezTo>
                    <a:lnTo>
                      <a:pt x="13023" y="4670"/>
                    </a:lnTo>
                    <a:cubicBezTo>
                      <a:pt x="13042" y="4891"/>
                      <a:pt x="13240" y="5067"/>
                      <a:pt x="13460" y="5067"/>
                    </a:cubicBezTo>
                    <a:cubicBezTo>
                      <a:pt x="13464" y="5067"/>
                      <a:pt x="13468" y="5067"/>
                      <a:pt x="13472" y="5067"/>
                    </a:cubicBezTo>
                    <a:cubicBezTo>
                      <a:pt x="13485" y="5073"/>
                      <a:pt x="13492" y="5080"/>
                      <a:pt x="13498" y="5086"/>
                    </a:cubicBezTo>
                    <a:cubicBezTo>
                      <a:pt x="13538" y="5139"/>
                      <a:pt x="13578" y="5186"/>
                      <a:pt x="13637" y="5219"/>
                    </a:cubicBezTo>
                    <a:cubicBezTo>
                      <a:pt x="13750" y="5298"/>
                      <a:pt x="13882" y="5331"/>
                      <a:pt x="14021" y="5338"/>
                    </a:cubicBezTo>
                    <a:cubicBezTo>
                      <a:pt x="14039" y="5339"/>
                      <a:pt x="14058" y="5339"/>
                      <a:pt x="14077" y="5339"/>
                    </a:cubicBezTo>
                    <a:cubicBezTo>
                      <a:pt x="14330" y="5339"/>
                      <a:pt x="14587" y="5258"/>
                      <a:pt x="14821" y="5166"/>
                    </a:cubicBezTo>
                    <a:lnTo>
                      <a:pt x="14821" y="5166"/>
                    </a:lnTo>
                    <a:lnTo>
                      <a:pt x="14728" y="6858"/>
                    </a:lnTo>
                    <a:cubicBezTo>
                      <a:pt x="14715" y="7069"/>
                      <a:pt x="14768" y="7255"/>
                      <a:pt x="14860" y="7426"/>
                    </a:cubicBezTo>
                    <a:lnTo>
                      <a:pt x="15012" y="10612"/>
                    </a:lnTo>
                    <a:cubicBezTo>
                      <a:pt x="15019" y="10784"/>
                      <a:pt x="15171" y="10923"/>
                      <a:pt x="15343" y="10923"/>
                    </a:cubicBezTo>
                    <a:cubicBezTo>
                      <a:pt x="15521" y="10923"/>
                      <a:pt x="15667" y="10784"/>
                      <a:pt x="15673" y="10612"/>
                    </a:cubicBezTo>
                    <a:lnTo>
                      <a:pt x="15805" y="8101"/>
                    </a:lnTo>
                    <a:lnTo>
                      <a:pt x="15924" y="10612"/>
                    </a:lnTo>
                    <a:cubicBezTo>
                      <a:pt x="15938" y="10784"/>
                      <a:pt x="16083" y="10923"/>
                      <a:pt x="16262" y="10923"/>
                    </a:cubicBezTo>
                    <a:cubicBezTo>
                      <a:pt x="16433" y="10923"/>
                      <a:pt x="16579" y="10784"/>
                      <a:pt x="16592" y="10612"/>
                    </a:cubicBezTo>
                    <a:lnTo>
                      <a:pt x="16757" y="7420"/>
                    </a:lnTo>
                    <a:cubicBezTo>
                      <a:pt x="16843" y="7248"/>
                      <a:pt x="16883" y="7050"/>
                      <a:pt x="16870" y="6858"/>
                    </a:cubicBezTo>
                    <a:cubicBezTo>
                      <a:pt x="16863" y="6765"/>
                      <a:pt x="16863" y="6673"/>
                      <a:pt x="16856" y="6574"/>
                    </a:cubicBezTo>
                    <a:cubicBezTo>
                      <a:pt x="16843" y="6289"/>
                      <a:pt x="16823" y="5999"/>
                      <a:pt x="16810" y="5714"/>
                    </a:cubicBezTo>
                    <a:lnTo>
                      <a:pt x="16810" y="5714"/>
                    </a:lnTo>
                    <a:cubicBezTo>
                      <a:pt x="16949" y="6085"/>
                      <a:pt x="17002" y="6481"/>
                      <a:pt x="17035" y="6871"/>
                    </a:cubicBezTo>
                    <a:cubicBezTo>
                      <a:pt x="17048" y="7019"/>
                      <a:pt x="17173" y="7136"/>
                      <a:pt x="17320" y="7136"/>
                    </a:cubicBezTo>
                    <a:cubicBezTo>
                      <a:pt x="17324" y="7136"/>
                      <a:pt x="17328" y="7136"/>
                      <a:pt x="17332" y="7136"/>
                    </a:cubicBezTo>
                    <a:cubicBezTo>
                      <a:pt x="17478" y="7122"/>
                      <a:pt x="17597" y="6997"/>
                      <a:pt x="17603" y="6851"/>
                    </a:cubicBezTo>
                    <a:cubicBezTo>
                      <a:pt x="17603" y="6435"/>
                      <a:pt x="17584" y="6018"/>
                      <a:pt x="17491" y="5609"/>
                    </a:cubicBezTo>
                    <a:cubicBezTo>
                      <a:pt x="17332" y="4921"/>
                      <a:pt x="16929" y="4247"/>
                      <a:pt x="16262" y="3930"/>
                    </a:cubicBezTo>
                    <a:cubicBezTo>
                      <a:pt x="16115" y="3859"/>
                      <a:pt x="15963" y="3823"/>
                      <a:pt x="15811" y="3823"/>
                    </a:cubicBezTo>
                    <a:cubicBezTo>
                      <a:pt x="15577" y="3823"/>
                      <a:pt x="15343" y="3908"/>
                      <a:pt x="15131" y="4088"/>
                    </a:cubicBezTo>
                    <a:cubicBezTo>
                      <a:pt x="14953" y="4234"/>
                      <a:pt x="14768" y="4359"/>
                      <a:pt x="14569" y="4478"/>
                    </a:cubicBezTo>
                    <a:cubicBezTo>
                      <a:pt x="14464" y="4544"/>
                      <a:pt x="14358" y="4597"/>
                      <a:pt x="14245" y="4644"/>
                    </a:cubicBezTo>
                    <a:cubicBezTo>
                      <a:pt x="14193" y="4670"/>
                      <a:pt x="14140" y="4690"/>
                      <a:pt x="14080" y="4703"/>
                    </a:cubicBezTo>
                    <a:cubicBezTo>
                      <a:pt x="14043" y="4708"/>
                      <a:pt x="14001" y="4718"/>
                      <a:pt x="13962" y="4718"/>
                    </a:cubicBezTo>
                    <a:cubicBezTo>
                      <a:pt x="13953" y="4718"/>
                      <a:pt x="13944" y="4718"/>
                      <a:pt x="13935" y="4716"/>
                    </a:cubicBezTo>
                    <a:cubicBezTo>
                      <a:pt x="13935" y="4716"/>
                      <a:pt x="13908" y="4696"/>
                      <a:pt x="13882" y="4683"/>
                    </a:cubicBezTo>
                    <a:cubicBezTo>
                      <a:pt x="13888" y="4670"/>
                      <a:pt x="13888" y="4650"/>
                      <a:pt x="13888" y="4637"/>
                    </a:cubicBezTo>
                    <a:cubicBezTo>
                      <a:pt x="13888" y="4486"/>
                      <a:pt x="13888" y="4341"/>
                      <a:pt x="13888" y="4197"/>
                    </a:cubicBezTo>
                    <a:cubicBezTo>
                      <a:pt x="13888" y="4197"/>
                      <a:pt x="13888" y="4192"/>
                      <a:pt x="13888" y="4187"/>
                    </a:cubicBezTo>
                    <a:cubicBezTo>
                      <a:pt x="13888" y="4181"/>
                      <a:pt x="13888" y="4181"/>
                      <a:pt x="13888" y="4174"/>
                    </a:cubicBezTo>
                    <a:cubicBezTo>
                      <a:pt x="13882" y="4016"/>
                      <a:pt x="13875" y="3857"/>
                      <a:pt x="13869" y="3698"/>
                    </a:cubicBezTo>
                    <a:cubicBezTo>
                      <a:pt x="13855" y="3599"/>
                      <a:pt x="13849" y="3500"/>
                      <a:pt x="13836" y="3401"/>
                    </a:cubicBezTo>
                    <a:cubicBezTo>
                      <a:pt x="13803" y="3150"/>
                      <a:pt x="13756" y="2892"/>
                      <a:pt x="13703" y="2641"/>
                    </a:cubicBezTo>
                    <a:cubicBezTo>
                      <a:pt x="13684" y="2568"/>
                      <a:pt x="13664" y="2489"/>
                      <a:pt x="13644" y="2409"/>
                    </a:cubicBezTo>
                    <a:cubicBezTo>
                      <a:pt x="13617" y="2337"/>
                      <a:pt x="13598" y="2257"/>
                      <a:pt x="13571" y="2185"/>
                    </a:cubicBezTo>
                    <a:cubicBezTo>
                      <a:pt x="13498" y="1993"/>
                      <a:pt x="13426" y="1847"/>
                      <a:pt x="13333" y="1662"/>
                    </a:cubicBezTo>
                    <a:cubicBezTo>
                      <a:pt x="13280" y="1557"/>
                      <a:pt x="13221" y="1451"/>
                      <a:pt x="13161" y="1345"/>
                    </a:cubicBezTo>
                    <a:cubicBezTo>
                      <a:pt x="12851" y="863"/>
                      <a:pt x="12441" y="446"/>
                      <a:pt x="11925" y="188"/>
                    </a:cubicBezTo>
                    <a:cubicBezTo>
                      <a:pt x="11719" y="87"/>
                      <a:pt x="11427" y="0"/>
                      <a:pt x="11109" y="0"/>
                    </a:cubicBezTo>
                    <a:cubicBezTo>
                      <a:pt x="10867" y="0"/>
                      <a:pt x="10611" y="50"/>
                      <a:pt x="10365" y="182"/>
                    </a:cubicBezTo>
                    <a:cubicBezTo>
                      <a:pt x="10088" y="334"/>
                      <a:pt x="9836" y="519"/>
                      <a:pt x="9612" y="737"/>
                    </a:cubicBezTo>
                    <a:cubicBezTo>
                      <a:pt x="9598" y="750"/>
                      <a:pt x="9585" y="763"/>
                      <a:pt x="9572" y="777"/>
                    </a:cubicBezTo>
                    <a:cubicBezTo>
                      <a:pt x="9539" y="803"/>
                      <a:pt x="9513" y="836"/>
                      <a:pt x="9480" y="869"/>
                    </a:cubicBezTo>
                    <a:cubicBezTo>
                      <a:pt x="9453" y="902"/>
                      <a:pt x="9427" y="929"/>
                      <a:pt x="9400" y="962"/>
                    </a:cubicBezTo>
                    <a:cubicBezTo>
                      <a:pt x="9374" y="995"/>
                      <a:pt x="9347" y="1028"/>
                      <a:pt x="9321" y="1054"/>
                    </a:cubicBezTo>
                    <a:cubicBezTo>
                      <a:pt x="9281" y="1101"/>
                      <a:pt x="9248" y="1147"/>
                      <a:pt x="9215" y="1193"/>
                    </a:cubicBezTo>
                    <a:cubicBezTo>
                      <a:pt x="9202" y="1206"/>
                      <a:pt x="9195" y="1220"/>
                      <a:pt x="9189" y="1233"/>
                    </a:cubicBezTo>
                    <a:cubicBezTo>
                      <a:pt x="9090" y="1365"/>
                      <a:pt x="9004" y="1504"/>
                      <a:pt x="8918" y="1649"/>
                    </a:cubicBezTo>
                    <a:cubicBezTo>
                      <a:pt x="8852" y="1762"/>
                      <a:pt x="8792" y="1881"/>
                      <a:pt x="8739" y="2006"/>
                    </a:cubicBezTo>
                    <a:cubicBezTo>
                      <a:pt x="8686" y="1894"/>
                      <a:pt x="8633" y="1788"/>
                      <a:pt x="8574" y="1662"/>
                    </a:cubicBezTo>
                    <a:cubicBezTo>
                      <a:pt x="8521" y="1557"/>
                      <a:pt x="8462" y="1451"/>
                      <a:pt x="8402" y="1345"/>
                    </a:cubicBezTo>
                    <a:cubicBezTo>
                      <a:pt x="8091" y="863"/>
                      <a:pt x="7682" y="446"/>
                      <a:pt x="7159" y="188"/>
                    </a:cubicBezTo>
                    <a:cubicBezTo>
                      <a:pt x="6957" y="87"/>
                      <a:pt x="6666" y="0"/>
                      <a:pt x="6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1119" name="Google Shape;1119;p61"/>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IS A MAP</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123"/>
        <p:cNvGrpSpPr/>
        <p:nvPr/>
      </p:nvGrpSpPr>
      <p:grpSpPr>
        <a:xfrm>
          <a:off x="0" y="0"/>
          <a:ext cx="0" cy="0"/>
          <a:chOff x="0" y="0"/>
          <a:chExt cx="0" cy="0"/>
        </a:xfrm>
      </p:grpSpPr>
      <p:cxnSp>
        <p:nvCxnSpPr>
          <p:cNvPr id="1124" name="Google Shape;1124;p62"/>
          <p:cNvCxnSpPr>
            <a:stCxn id="1125" idx="0"/>
            <a:endCxn id="1126" idx="2"/>
          </p:cNvCxnSpPr>
          <p:nvPr/>
        </p:nvCxnSpPr>
        <p:spPr>
          <a:xfrm rot="10800000">
            <a:off x="6139125" y="3362925"/>
            <a:ext cx="0" cy="125700"/>
          </a:xfrm>
          <a:prstGeom prst="straightConnector1">
            <a:avLst/>
          </a:prstGeom>
          <a:noFill/>
          <a:ln w="9525" cap="flat" cmpd="sng">
            <a:solidFill>
              <a:schemeClr val="dk1"/>
            </a:solidFill>
            <a:prstDash val="solid"/>
            <a:round/>
            <a:headEnd type="none" w="med" len="med"/>
            <a:tailEnd type="none" w="med" len="med"/>
          </a:ln>
        </p:spPr>
      </p:cxnSp>
      <p:cxnSp>
        <p:nvCxnSpPr>
          <p:cNvPr id="1127" name="Google Shape;1127;p62"/>
          <p:cNvCxnSpPr>
            <a:stCxn id="1128" idx="0"/>
            <a:endCxn id="1129" idx="2"/>
          </p:cNvCxnSpPr>
          <p:nvPr/>
        </p:nvCxnSpPr>
        <p:spPr>
          <a:xfrm rot="10800000">
            <a:off x="3004875" y="3362925"/>
            <a:ext cx="0" cy="125700"/>
          </a:xfrm>
          <a:prstGeom prst="straightConnector1">
            <a:avLst/>
          </a:prstGeom>
          <a:noFill/>
          <a:ln w="9525" cap="flat" cmpd="sng">
            <a:solidFill>
              <a:schemeClr val="dk1"/>
            </a:solidFill>
            <a:prstDash val="solid"/>
            <a:round/>
            <a:headEnd type="none" w="med" len="med"/>
            <a:tailEnd type="none" w="med" len="med"/>
          </a:ln>
        </p:spPr>
      </p:cxnSp>
      <p:cxnSp>
        <p:nvCxnSpPr>
          <p:cNvPr id="1130" name="Google Shape;1130;p62"/>
          <p:cNvCxnSpPr>
            <a:stCxn id="1131" idx="2"/>
            <a:endCxn id="1132" idx="0"/>
          </p:cNvCxnSpPr>
          <p:nvPr/>
        </p:nvCxnSpPr>
        <p:spPr>
          <a:xfrm>
            <a:off x="7706250" y="2767125"/>
            <a:ext cx="0" cy="154200"/>
          </a:xfrm>
          <a:prstGeom prst="straightConnector1">
            <a:avLst/>
          </a:prstGeom>
          <a:noFill/>
          <a:ln w="9525" cap="flat" cmpd="sng">
            <a:solidFill>
              <a:schemeClr val="dk1"/>
            </a:solidFill>
            <a:prstDash val="solid"/>
            <a:round/>
            <a:headEnd type="none" w="med" len="med"/>
            <a:tailEnd type="none" w="med" len="med"/>
          </a:ln>
        </p:spPr>
      </p:cxnSp>
      <p:cxnSp>
        <p:nvCxnSpPr>
          <p:cNvPr id="1133" name="Google Shape;1133;p62"/>
          <p:cNvCxnSpPr>
            <a:stCxn id="1134" idx="2"/>
            <a:endCxn id="1135" idx="0"/>
          </p:cNvCxnSpPr>
          <p:nvPr/>
        </p:nvCxnSpPr>
        <p:spPr>
          <a:xfrm>
            <a:off x="4572000" y="2767125"/>
            <a:ext cx="0" cy="154200"/>
          </a:xfrm>
          <a:prstGeom prst="straightConnector1">
            <a:avLst/>
          </a:prstGeom>
          <a:noFill/>
          <a:ln w="9525" cap="flat" cmpd="sng">
            <a:solidFill>
              <a:schemeClr val="dk1"/>
            </a:solidFill>
            <a:prstDash val="solid"/>
            <a:round/>
            <a:headEnd type="none" w="med" len="med"/>
            <a:tailEnd type="none" w="med" len="med"/>
          </a:ln>
        </p:spPr>
      </p:cxnSp>
      <p:cxnSp>
        <p:nvCxnSpPr>
          <p:cNvPr id="1136" name="Google Shape;1136;p62"/>
          <p:cNvCxnSpPr>
            <a:stCxn id="1137" idx="2"/>
            <a:endCxn id="1138" idx="0"/>
          </p:cNvCxnSpPr>
          <p:nvPr/>
        </p:nvCxnSpPr>
        <p:spPr>
          <a:xfrm>
            <a:off x="1437750" y="2767125"/>
            <a:ext cx="0" cy="154200"/>
          </a:xfrm>
          <a:prstGeom prst="straightConnector1">
            <a:avLst/>
          </a:prstGeom>
          <a:noFill/>
          <a:ln w="9525" cap="flat" cmpd="sng">
            <a:solidFill>
              <a:schemeClr val="dk1"/>
            </a:solidFill>
            <a:prstDash val="solid"/>
            <a:round/>
            <a:headEnd type="none" w="med" len="med"/>
            <a:tailEnd type="none" w="med" len="med"/>
          </a:ln>
        </p:spPr>
      </p:cxnSp>
      <p:cxnSp>
        <p:nvCxnSpPr>
          <p:cNvPr id="1139" name="Google Shape;1139;p62"/>
          <p:cNvCxnSpPr/>
          <p:nvPr/>
        </p:nvCxnSpPr>
        <p:spPr>
          <a:xfrm>
            <a:off x="3069450" y="1123950"/>
            <a:ext cx="3005100" cy="0"/>
          </a:xfrm>
          <a:prstGeom prst="straightConnector1">
            <a:avLst/>
          </a:prstGeom>
          <a:noFill/>
          <a:ln w="9525" cap="flat" cmpd="sng">
            <a:solidFill>
              <a:schemeClr val="dk1"/>
            </a:solidFill>
            <a:prstDash val="solid"/>
            <a:round/>
            <a:headEnd type="none" w="med" len="med"/>
            <a:tailEnd type="none" w="med" len="med"/>
          </a:ln>
        </p:spPr>
      </p:cxnSp>
      <p:grpSp>
        <p:nvGrpSpPr>
          <p:cNvPr id="1140" name="Google Shape;1140;p62"/>
          <p:cNvGrpSpPr/>
          <p:nvPr/>
        </p:nvGrpSpPr>
        <p:grpSpPr>
          <a:xfrm>
            <a:off x="752875" y="2878313"/>
            <a:ext cx="1369800" cy="527700"/>
            <a:chOff x="-1024775" y="1887525"/>
            <a:chExt cx="1369800" cy="527700"/>
          </a:xfrm>
        </p:grpSpPr>
        <p:sp>
          <p:nvSpPr>
            <p:cNvPr id="1141" name="Google Shape;1141;p62"/>
            <p:cNvSpPr/>
            <p:nvPr/>
          </p:nvSpPr>
          <p:spPr>
            <a:xfrm>
              <a:off x="-1024775" y="1887525"/>
              <a:ext cx="1369800" cy="527700"/>
            </a:xfrm>
            <a:prstGeom prst="rect">
              <a:avLst/>
            </a:prstGeom>
            <a:solidFill>
              <a:srgbClr val="FF6B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62"/>
            <p:cNvSpPr/>
            <p:nvPr/>
          </p:nvSpPr>
          <p:spPr>
            <a:xfrm>
              <a:off x="-970600" y="1943450"/>
              <a:ext cx="1261500" cy="415800"/>
            </a:xfrm>
            <a:prstGeom prst="rect">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 name="Google Shape;1138;p62"/>
          <p:cNvSpPr txBox="1"/>
          <p:nvPr/>
        </p:nvSpPr>
        <p:spPr>
          <a:xfrm>
            <a:off x="914425" y="2921275"/>
            <a:ext cx="10467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rgbClr val="FFFFFF"/>
                </a:solidFill>
                <a:latin typeface="M PLUS 1p"/>
                <a:ea typeface="M PLUS 1p"/>
                <a:cs typeface="M PLUS 1p"/>
                <a:sym typeface="M PLUS 1p"/>
              </a:rPr>
              <a:t>01</a:t>
            </a:r>
            <a:endParaRPr sz="2400" b="1">
              <a:solidFill>
                <a:srgbClr val="FFFFFF"/>
              </a:solidFill>
              <a:latin typeface="M PLUS 1p"/>
              <a:ea typeface="M PLUS 1p"/>
              <a:cs typeface="M PLUS 1p"/>
              <a:sym typeface="M PLUS 1p"/>
            </a:endParaRPr>
          </a:p>
        </p:txBody>
      </p:sp>
      <p:grpSp>
        <p:nvGrpSpPr>
          <p:cNvPr id="1143" name="Google Shape;1143;p62"/>
          <p:cNvGrpSpPr/>
          <p:nvPr/>
        </p:nvGrpSpPr>
        <p:grpSpPr>
          <a:xfrm>
            <a:off x="3887125" y="2878313"/>
            <a:ext cx="1369800" cy="527700"/>
            <a:chOff x="-1024775" y="1887525"/>
            <a:chExt cx="1369800" cy="527700"/>
          </a:xfrm>
        </p:grpSpPr>
        <p:sp>
          <p:nvSpPr>
            <p:cNvPr id="1144" name="Google Shape;1144;p62"/>
            <p:cNvSpPr/>
            <p:nvPr/>
          </p:nvSpPr>
          <p:spPr>
            <a:xfrm>
              <a:off x="-1024775" y="1887525"/>
              <a:ext cx="1369800" cy="527700"/>
            </a:xfrm>
            <a:prstGeom prst="rect">
              <a:avLst/>
            </a:prstGeom>
            <a:solidFill>
              <a:srgbClr val="FF6B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62"/>
            <p:cNvSpPr/>
            <p:nvPr/>
          </p:nvSpPr>
          <p:spPr>
            <a:xfrm>
              <a:off x="-970600" y="1943450"/>
              <a:ext cx="1261500" cy="415800"/>
            </a:xfrm>
            <a:prstGeom prst="rect">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5" name="Google Shape;1135;p62"/>
          <p:cNvSpPr txBox="1"/>
          <p:nvPr/>
        </p:nvSpPr>
        <p:spPr>
          <a:xfrm>
            <a:off x="4048675" y="2921275"/>
            <a:ext cx="10467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rgbClr val="FFFFFF"/>
                </a:solidFill>
                <a:latin typeface="M PLUS 1p"/>
                <a:ea typeface="M PLUS 1p"/>
                <a:cs typeface="M PLUS 1p"/>
                <a:sym typeface="M PLUS 1p"/>
              </a:rPr>
              <a:t>03</a:t>
            </a:r>
            <a:endParaRPr sz="2400" b="1">
              <a:solidFill>
                <a:srgbClr val="FFFFFF"/>
              </a:solidFill>
              <a:latin typeface="M PLUS 1p"/>
              <a:ea typeface="M PLUS 1p"/>
              <a:cs typeface="M PLUS 1p"/>
              <a:sym typeface="M PLUS 1p"/>
            </a:endParaRPr>
          </a:p>
        </p:txBody>
      </p:sp>
      <p:grpSp>
        <p:nvGrpSpPr>
          <p:cNvPr id="1146" name="Google Shape;1146;p62"/>
          <p:cNvGrpSpPr/>
          <p:nvPr/>
        </p:nvGrpSpPr>
        <p:grpSpPr>
          <a:xfrm>
            <a:off x="2320000" y="2878313"/>
            <a:ext cx="1369800" cy="527700"/>
            <a:chOff x="-1024775" y="1887525"/>
            <a:chExt cx="1369800" cy="527700"/>
          </a:xfrm>
        </p:grpSpPr>
        <p:sp>
          <p:nvSpPr>
            <p:cNvPr id="1147" name="Google Shape;1147;p62"/>
            <p:cNvSpPr/>
            <p:nvPr/>
          </p:nvSpPr>
          <p:spPr>
            <a:xfrm>
              <a:off x="-1024775" y="1887525"/>
              <a:ext cx="1369800" cy="527700"/>
            </a:xfrm>
            <a:prstGeom prst="rect">
              <a:avLst/>
            </a:prstGeom>
            <a:solidFill>
              <a:srgbClr val="FF6B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62"/>
            <p:cNvSpPr/>
            <p:nvPr/>
          </p:nvSpPr>
          <p:spPr>
            <a:xfrm>
              <a:off x="-970600" y="1943450"/>
              <a:ext cx="1261500" cy="415800"/>
            </a:xfrm>
            <a:prstGeom prst="rect">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9" name="Google Shape;1129;p62"/>
          <p:cNvSpPr txBox="1"/>
          <p:nvPr/>
        </p:nvSpPr>
        <p:spPr>
          <a:xfrm>
            <a:off x="2481550" y="2921275"/>
            <a:ext cx="10467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rgbClr val="FFFFFF"/>
                </a:solidFill>
                <a:latin typeface="M PLUS 1p"/>
                <a:ea typeface="M PLUS 1p"/>
                <a:cs typeface="M PLUS 1p"/>
                <a:sym typeface="M PLUS 1p"/>
              </a:rPr>
              <a:t>02</a:t>
            </a:r>
            <a:endParaRPr sz="2400" b="1">
              <a:solidFill>
                <a:srgbClr val="FFFFFF"/>
              </a:solidFill>
              <a:latin typeface="M PLUS 1p"/>
              <a:ea typeface="M PLUS 1p"/>
              <a:cs typeface="M PLUS 1p"/>
              <a:sym typeface="M PLUS 1p"/>
            </a:endParaRPr>
          </a:p>
        </p:txBody>
      </p:sp>
      <p:grpSp>
        <p:nvGrpSpPr>
          <p:cNvPr id="1149" name="Google Shape;1149;p62"/>
          <p:cNvGrpSpPr/>
          <p:nvPr/>
        </p:nvGrpSpPr>
        <p:grpSpPr>
          <a:xfrm>
            <a:off x="5454250" y="2878313"/>
            <a:ext cx="1369800" cy="527700"/>
            <a:chOff x="-1024775" y="1887525"/>
            <a:chExt cx="1369800" cy="527700"/>
          </a:xfrm>
        </p:grpSpPr>
        <p:sp>
          <p:nvSpPr>
            <p:cNvPr id="1150" name="Google Shape;1150;p62"/>
            <p:cNvSpPr/>
            <p:nvPr/>
          </p:nvSpPr>
          <p:spPr>
            <a:xfrm>
              <a:off x="-1024775" y="1887525"/>
              <a:ext cx="1369800" cy="527700"/>
            </a:xfrm>
            <a:prstGeom prst="rect">
              <a:avLst/>
            </a:prstGeom>
            <a:solidFill>
              <a:srgbClr val="FF6B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62"/>
            <p:cNvSpPr/>
            <p:nvPr/>
          </p:nvSpPr>
          <p:spPr>
            <a:xfrm>
              <a:off x="-970600" y="1943450"/>
              <a:ext cx="1261500" cy="415800"/>
            </a:xfrm>
            <a:prstGeom prst="rect">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 name="Google Shape;1126;p62"/>
          <p:cNvSpPr txBox="1"/>
          <p:nvPr/>
        </p:nvSpPr>
        <p:spPr>
          <a:xfrm>
            <a:off x="5615800" y="2921275"/>
            <a:ext cx="10467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rgbClr val="FFFFFF"/>
                </a:solidFill>
                <a:latin typeface="M PLUS 1p"/>
                <a:ea typeface="M PLUS 1p"/>
                <a:cs typeface="M PLUS 1p"/>
                <a:sym typeface="M PLUS 1p"/>
              </a:rPr>
              <a:t>04</a:t>
            </a:r>
            <a:endParaRPr sz="2400" b="1">
              <a:solidFill>
                <a:srgbClr val="FFFFFF"/>
              </a:solidFill>
              <a:latin typeface="M PLUS 1p"/>
              <a:ea typeface="M PLUS 1p"/>
              <a:cs typeface="M PLUS 1p"/>
              <a:sym typeface="M PLUS 1p"/>
            </a:endParaRPr>
          </a:p>
        </p:txBody>
      </p:sp>
      <p:grpSp>
        <p:nvGrpSpPr>
          <p:cNvPr id="1152" name="Google Shape;1152;p62"/>
          <p:cNvGrpSpPr/>
          <p:nvPr/>
        </p:nvGrpSpPr>
        <p:grpSpPr>
          <a:xfrm>
            <a:off x="7021375" y="2878313"/>
            <a:ext cx="1369800" cy="527700"/>
            <a:chOff x="-1024775" y="1887525"/>
            <a:chExt cx="1369800" cy="527700"/>
          </a:xfrm>
        </p:grpSpPr>
        <p:sp>
          <p:nvSpPr>
            <p:cNvPr id="1153" name="Google Shape;1153;p62"/>
            <p:cNvSpPr/>
            <p:nvPr/>
          </p:nvSpPr>
          <p:spPr>
            <a:xfrm>
              <a:off x="-1024775" y="1887525"/>
              <a:ext cx="1369800" cy="527700"/>
            </a:xfrm>
            <a:prstGeom prst="rect">
              <a:avLst/>
            </a:prstGeom>
            <a:solidFill>
              <a:srgbClr val="FF6B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62"/>
            <p:cNvSpPr/>
            <p:nvPr/>
          </p:nvSpPr>
          <p:spPr>
            <a:xfrm>
              <a:off x="-970600" y="1943450"/>
              <a:ext cx="1261500" cy="415800"/>
            </a:xfrm>
            <a:prstGeom prst="rect">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 name="Google Shape;1132;p62"/>
          <p:cNvSpPr txBox="1"/>
          <p:nvPr/>
        </p:nvSpPr>
        <p:spPr>
          <a:xfrm>
            <a:off x="7182925" y="2921275"/>
            <a:ext cx="10467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rgbClr val="FFFFFF"/>
                </a:solidFill>
                <a:latin typeface="M PLUS 1p"/>
                <a:ea typeface="M PLUS 1p"/>
                <a:cs typeface="M PLUS 1p"/>
                <a:sym typeface="M PLUS 1p"/>
              </a:rPr>
              <a:t>05</a:t>
            </a:r>
            <a:endParaRPr sz="2400" b="1">
              <a:solidFill>
                <a:srgbClr val="FFFFFF"/>
              </a:solidFill>
              <a:latin typeface="M PLUS 1p"/>
              <a:ea typeface="M PLUS 1p"/>
              <a:cs typeface="M PLUS 1p"/>
              <a:sym typeface="M PLUS 1p"/>
            </a:endParaRPr>
          </a:p>
        </p:txBody>
      </p:sp>
      <p:sp>
        <p:nvSpPr>
          <p:cNvPr id="1137" name="Google Shape;1137;p62"/>
          <p:cNvSpPr txBox="1"/>
          <p:nvPr/>
        </p:nvSpPr>
        <p:spPr>
          <a:xfrm flipH="1">
            <a:off x="643800" y="2239425"/>
            <a:ext cx="15879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rgbClr val="FF6B65"/>
                </a:solidFill>
                <a:latin typeface="M PLUS 1p"/>
                <a:ea typeface="M PLUS 1p"/>
                <a:cs typeface="M PLUS 1p"/>
                <a:sym typeface="M PLUS 1p"/>
              </a:rPr>
              <a:t>Mars</a:t>
            </a:r>
            <a:endParaRPr sz="2500" b="1">
              <a:solidFill>
                <a:srgbClr val="FF6B65"/>
              </a:solidFill>
              <a:latin typeface="M PLUS 1p"/>
              <a:ea typeface="M PLUS 1p"/>
              <a:cs typeface="M PLUS 1p"/>
              <a:sym typeface="M PLUS 1p"/>
            </a:endParaRPr>
          </a:p>
        </p:txBody>
      </p:sp>
      <p:sp>
        <p:nvSpPr>
          <p:cNvPr id="1155" name="Google Shape;1155;p62"/>
          <p:cNvSpPr txBox="1"/>
          <p:nvPr/>
        </p:nvSpPr>
        <p:spPr>
          <a:xfrm flipH="1">
            <a:off x="643800" y="1835925"/>
            <a:ext cx="15879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Mars is actually a cold place</a:t>
            </a:r>
            <a:endParaRPr>
              <a:solidFill>
                <a:srgbClr val="13181E"/>
              </a:solidFill>
              <a:latin typeface="Montserrat"/>
              <a:ea typeface="Montserrat"/>
              <a:cs typeface="Montserrat"/>
              <a:sym typeface="Montserrat"/>
            </a:endParaRPr>
          </a:p>
        </p:txBody>
      </p:sp>
      <p:sp>
        <p:nvSpPr>
          <p:cNvPr id="1134" name="Google Shape;1134;p62"/>
          <p:cNvSpPr txBox="1"/>
          <p:nvPr/>
        </p:nvSpPr>
        <p:spPr>
          <a:xfrm flipH="1">
            <a:off x="3778050" y="2239425"/>
            <a:ext cx="15879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rgbClr val="FF6B65"/>
                </a:solidFill>
                <a:latin typeface="M PLUS 1p"/>
                <a:ea typeface="M PLUS 1p"/>
                <a:cs typeface="M PLUS 1p"/>
                <a:sym typeface="M PLUS 1p"/>
              </a:rPr>
              <a:t>Earth</a:t>
            </a:r>
            <a:endParaRPr sz="2500" b="1">
              <a:solidFill>
                <a:srgbClr val="FF6B65"/>
              </a:solidFill>
              <a:latin typeface="M PLUS 1p"/>
              <a:ea typeface="M PLUS 1p"/>
              <a:cs typeface="M PLUS 1p"/>
              <a:sym typeface="M PLUS 1p"/>
            </a:endParaRPr>
          </a:p>
        </p:txBody>
      </p:sp>
      <p:sp>
        <p:nvSpPr>
          <p:cNvPr id="1156" name="Google Shape;1156;p62"/>
          <p:cNvSpPr txBox="1"/>
          <p:nvPr/>
        </p:nvSpPr>
        <p:spPr>
          <a:xfrm flipH="1">
            <a:off x="3778050" y="1835925"/>
            <a:ext cx="15879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Earth is where we all live</a:t>
            </a:r>
            <a:endParaRPr>
              <a:solidFill>
                <a:srgbClr val="13181E"/>
              </a:solidFill>
              <a:latin typeface="Montserrat"/>
              <a:ea typeface="Montserrat"/>
              <a:cs typeface="Montserrat"/>
              <a:sym typeface="Montserrat"/>
            </a:endParaRPr>
          </a:p>
        </p:txBody>
      </p:sp>
      <p:sp>
        <p:nvSpPr>
          <p:cNvPr id="1128" name="Google Shape;1128;p62"/>
          <p:cNvSpPr txBox="1"/>
          <p:nvPr/>
        </p:nvSpPr>
        <p:spPr>
          <a:xfrm>
            <a:off x="2210925" y="3488625"/>
            <a:ext cx="15879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rgbClr val="FF6B65"/>
                </a:solidFill>
                <a:latin typeface="M PLUS 1p"/>
                <a:ea typeface="M PLUS 1p"/>
                <a:cs typeface="M PLUS 1p"/>
                <a:sym typeface="M PLUS 1p"/>
              </a:rPr>
              <a:t>Neptune</a:t>
            </a:r>
            <a:endParaRPr sz="2500" b="1">
              <a:solidFill>
                <a:srgbClr val="FF6B65"/>
              </a:solidFill>
              <a:latin typeface="M PLUS 1p"/>
              <a:ea typeface="M PLUS 1p"/>
              <a:cs typeface="M PLUS 1p"/>
              <a:sym typeface="M PLUS 1p"/>
            </a:endParaRPr>
          </a:p>
        </p:txBody>
      </p:sp>
      <p:sp>
        <p:nvSpPr>
          <p:cNvPr id="1157" name="Google Shape;1157;p62"/>
          <p:cNvSpPr txBox="1"/>
          <p:nvPr/>
        </p:nvSpPr>
        <p:spPr>
          <a:xfrm>
            <a:off x="2210950" y="3978225"/>
            <a:ext cx="15879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Neptune is far away from us</a:t>
            </a:r>
            <a:endParaRPr>
              <a:solidFill>
                <a:srgbClr val="13181E"/>
              </a:solidFill>
              <a:latin typeface="Montserrat"/>
              <a:ea typeface="Montserrat"/>
              <a:cs typeface="Montserrat"/>
              <a:sym typeface="Montserrat"/>
            </a:endParaRPr>
          </a:p>
        </p:txBody>
      </p:sp>
      <p:sp>
        <p:nvSpPr>
          <p:cNvPr id="1125" name="Google Shape;1125;p62"/>
          <p:cNvSpPr txBox="1"/>
          <p:nvPr/>
        </p:nvSpPr>
        <p:spPr>
          <a:xfrm>
            <a:off x="5345175" y="3488625"/>
            <a:ext cx="15879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rgbClr val="FF6B65"/>
                </a:solidFill>
                <a:latin typeface="M PLUS 1p"/>
                <a:ea typeface="M PLUS 1p"/>
                <a:cs typeface="M PLUS 1p"/>
                <a:sym typeface="M PLUS 1p"/>
              </a:rPr>
              <a:t>Jupiter</a:t>
            </a:r>
            <a:endParaRPr sz="2500" b="1">
              <a:solidFill>
                <a:srgbClr val="FF6B65"/>
              </a:solidFill>
              <a:latin typeface="M PLUS 1p"/>
              <a:ea typeface="M PLUS 1p"/>
              <a:cs typeface="M PLUS 1p"/>
              <a:sym typeface="M PLUS 1p"/>
            </a:endParaRPr>
          </a:p>
        </p:txBody>
      </p:sp>
      <p:sp>
        <p:nvSpPr>
          <p:cNvPr id="1158" name="Google Shape;1158;p62"/>
          <p:cNvSpPr txBox="1"/>
          <p:nvPr/>
        </p:nvSpPr>
        <p:spPr>
          <a:xfrm>
            <a:off x="5345200" y="3978225"/>
            <a:ext cx="15879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Jupiter is the biggest planet</a:t>
            </a:r>
            <a:endParaRPr>
              <a:solidFill>
                <a:srgbClr val="13181E"/>
              </a:solidFill>
              <a:latin typeface="Montserrat"/>
              <a:ea typeface="Montserrat"/>
              <a:cs typeface="Montserrat"/>
              <a:sym typeface="Montserrat"/>
            </a:endParaRPr>
          </a:p>
        </p:txBody>
      </p:sp>
      <p:sp>
        <p:nvSpPr>
          <p:cNvPr id="1131" name="Google Shape;1131;p62"/>
          <p:cNvSpPr txBox="1"/>
          <p:nvPr/>
        </p:nvSpPr>
        <p:spPr>
          <a:xfrm flipH="1">
            <a:off x="6912300" y="2239425"/>
            <a:ext cx="15879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rgbClr val="FF6B65"/>
                </a:solidFill>
                <a:latin typeface="M PLUS 1p"/>
                <a:ea typeface="M PLUS 1p"/>
                <a:cs typeface="M PLUS 1p"/>
                <a:sym typeface="M PLUS 1p"/>
              </a:rPr>
              <a:t>Mercury</a:t>
            </a:r>
            <a:endParaRPr sz="2500" b="1">
              <a:solidFill>
                <a:srgbClr val="FF6B65"/>
              </a:solidFill>
              <a:latin typeface="M PLUS 1p"/>
              <a:ea typeface="M PLUS 1p"/>
              <a:cs typeface="M PLUS 1p"/>
              <a:sym typeface="M PLUS 1p"/>
            </a:endParaRPr>
          </a:p>
        </p:txBody>
      </p:sp>
      <p:sp>
        <p:nvSpPr>
          <p:cNvPr id="1159" name="Google Shape;1159;p62"/>
          <p:cNvSpPr txBox="1"/>
          <p:nvPr/>
        </p:nvSpPr>
        <p:spPr>
          <a:xfrm flipH="1">
            <a:off x="6912300" y="1835925"/>
            <a:ext cx="15879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Mercury is the smallest planet</a:t>
            </a:r>
            <a:endParaRPr>
              <a:solidFill>
                <a:srgbClr val="13181E"/>
              </a:solidFill>
              <a:latin typeface="Montserrat"/>
              <a:ea typeface="Montserrat"/>
              <a:cs typeface="Montserrat"/>
              <a:sym typeface="Montserrat"/>
            </a:endParaRPr>
          </a:p>
        </p:txBody>
      </p:sp>
      <p:grpSp>
        <p:nvGrpSpPr>
          <p:cNvPr id="1160" name="Google Shape;1160;p62"/>
          <p:cNvGrpSpPr/>
          <p:nvPr/>
        </p:nvGrpSpPr>
        <p:grpSpPr>
          <a:xfrm>
            <a:off x="1086531" y="459256"/>
            <a:ext cx="828000" cy="717300"/>
            <a:chOff x="-115219" y="1247688"/>
            <a:chExt cx="828000" cy="717300"/>
          </a:xfrm>
        </p:grpSpPr>
        <p:sp>
          <p:nvSpPr>
            <p:cNvPr id="1161" name="Google Shape;1161;p62"/>
            <p:cNvSpPr/>
            <p:nvPr/>
          </p:nvSpPr>
          <p:spPr>
            <a:xfrm>
              <a:off x="-115219" y="1247688"/>
              <a:ext cx="828000" cy="717300"/>
            </a:xfrm>
            <a:prstGeom prst="hexagon">
              <a:avLst>
                <a:gd name="adj" fmla="val 25000"/>
                <a:gd name="vf" fmla="val 11547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62"/>
            <p:cNvSpPr/>
            <p:nvPr/>
          </p:nvSpPr>
          <p:spPr>
            <a:xfrm>
              <a:off x="-72191" y="1285486"/>
              <a:ext cx="740700" cy="641700"/>
            </a:xfrm>
            <a:prstGeom prst="hexagon">
              <a:avLst>
                <a:gd name="adj" fmla="val 25000"/>
                <a:gd name="vf" fmla="val 11547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3" name="Google Shape;1163;p62"/>
            <p:cNvGrpSpPr/>
            <p:nvPr/>
          </p:nvGrpSpPr>
          <p:grpSpPr>
            <a:xfrm>
              <a:off x="160259" y="1464408"/>
              <a:ext cx="275770" cy="283890"/>
              <a:chOff x="4363050" y="2520250"/>
              <a:chExt cx="346575" cy="356825"/>
            </a:xfrm>
          </p:grpSpPr>
          <p:sp>
            <p:nvSpPr>
              <p:cNvPr id="1164" name="Google Shape;1164;p62"/>
              <p:cNvSpPr/>
              <p:nvPr/>
            </p:nvSpPr>
            <p:spPr>
              <a:xfrm>
                <a:off x="4640350" y="2650200"/>
                <a:ext cx="49100" cy="48050"/>
              </a:xfrm>
              <a:custGeom>
                <a:avLst/>
                <a:gdLst/>
                <a:ahLst/>
                <a:cxnLst/>
                <a:rect l="l" t="t" r="r" b="b"/>
                <a:pathLst>
                  <a:path w="1964" h="1922" extrusionOk="0">
                    <a:moveTo>
                      <a:pt x="991" y="0"/>
                    </a:moveTo>
                    <a:cubicBezTo>
                      <a:pt x="760" y="0"/>
                      <a:pt x="531" y="80"/>
                      <a:pt x="357" y="230"/>
                    </a:cubicBezTo>
                    <a:cubicBezTo>
                      <a:pt x="159" y="395"/>
                      <a:pt x="34" y="640"/>
                      <a:pt x="20" y="904"/>
                    </a:cubicBezTo>
                    <a:cubicBezTo>
                      <a:pt x="0" y="1168"/>
                      <a:pt x="100" y="1426"/>
                      <a:pt x="278" y="1618"/>
                    </a:cubicBezTo>
                    <a:cubicBezTo>
                      <a:pt x="457" y="1810"/>
                      <a:pt x="714" y="1922"/>
                      <a:pt x="972" y="1922"/>
                    </a:cubicBezTo>
                    <a:cubicBezTo>
                      <a:pt x="1435" y="1922"/>
                      <a:pt x="1838" y="1578"/>
                      <a:pt x="1917" y="1129"/>
                    </a:cubicBezTo>
                    <a:cubicBezTo>
                      <a:pt x="1964" y="871"/>
                      <a:pt x="1898" y="593"/>
                      <a:pt x="1739" y="382"/>
                    </a:cubicBezTo>
                    <a:cubicBezTo>
                      <a:pt x="1587" y="177"/>
                      <a:pt x="1349" y="38"/>
                      <a:pt x="1091" y="5"/>
                    </a:cubicBezTo>
                    <a:cubicBezTo>
                      <a:pt x="1058" y="2"/>
                      <a:pt x="1024" y="0"/>
                      <a:pt x="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5" name="Google Shape;1165;p62"/>
              <p:cNvSpPr/>
              <p:nvPr/>
            </p:nvSpPr>
            <p:spPr>
              <a:xfrm>
                <a:off x="4363050" y="2594650"/>
                <a:ext cx="346575" cy="282425"/>
              </a:xfrm>
              <a:custGeom>
                <a:avLst/>
                <a:gdLst/>
                <a:ahLst/>
                <a:cxnLst/>
                <a:rect l="l" t="t" r="r" b="b"/>
                <a:pathLst>
                  <a:path w="13863" h="11297" extrusionOk="0">
                    <a:moveTo>
                      <a:pt x="10312" y="3272"/>
                    </a:moveTo>
                    <a:cubicBezTo>
                      <a:pt x="10312" y="3275"/>
                      <a:pt x="10312" y="3284"/>
                      <a:pt x="10313" y="3301"/>
                    </a:cubicBezTo>
                    <a:lnTo>
                      <a:pt x="10313" y="3301"/>
                    </a:lnTo>
                    <a:cubicBezTo>
                      <a:pt x="10315" y="3322"/>
                      <a:pt x="10317" y="3343"/>
                      <a:pt x="10319" y="3364"/>
                    </a:cubicBezTo>
                    <a:cubicBezTo>
                      <a:pt x="10319" y="3324"/>
                      <a:pt x="10312" y="3285"/>
                      <a:pt x="10312" y="3272"/>
                    </a:cubicBezTo>
                    <a:close/>
                    <a:moveTo>
                      <a:pt x="2764" y="0"/>
                    </a:moveTo>
                    <a:cubicBezTo>
                      <a:pt x="2525" y="0"/>
                      <a:pt x="2281" y="54"/>
                      <a:pt x="1977" y="178"/>
                    </a:cubicBezTo>
                    <a:cubicBezTo>
                      <a:pt x="1845" y="231"/>
                      <a:pt x="1719" y="297"/>
                      <a:pt x="1594" y="370"/>
                    </a:cubicBezTo>
                    <a:cubicBezTo>
                      <a:pt x="1296" y="555"/>
                      <a:pt x="1038" y="799"/>
                      <a:pt x="827" y="1077"/>
                    </a:cubicBezTo>
                    <a:cubicBezTo>
                      <a:pt x="397" y="1645"/>
                      <a:pt x="166" y="2339"/>
                      <a:pt x="73" y="3040"/>
                    </a:cubicBezTo>
                    <a:cubicBezTo>
                      <a:pt x="1" y="3556"/>
                      <a:pt x="1" y="4085"/>
                      <a:pt x="40" y="4607"/>
                    </a:cubicBezTo>
                    <a:cubicBezTo>
                      <a:pt x="40" y="4607"/>
                      <a:pt x="40" y="4607"/>
                      <a:pt x="40" y="4613"/>
                    </a:cubicBezTo>
                    <a:cubicBezTo>
                      <a:pt x="106" y="5202"/>
                      <a:pt x="106" y="5440"/>
                      <a:pt x="529" y="5453"/>
                    </a:cubicBezTo>
                    <a:cubicBezTo>
                      <a:pt x="556" y="5453"/>
                      <a:pt x="582" y="5453"/>
                      <a:pt x="602" y="5446"/>
                    </a:cubicBezTo>
                    <a:cubicBezTo>
                      <a:pt x="807" y="5400"/>
                      <a:pt x="966" y="5215"/>
                      <a:pt x="953" y="4997"/>
                    </a:cubicBezTo>
                    <a:cubicBezTo>
                      <a:pt x="926" y="4389"/>
                      <a:pt x="959" y="3761"/>
                      <a:pt x="1098" y="3159"/>
                    </a:cubicBezTo>
                    <a:cubicBezTo>
                      <a:pt x="1171" y="2848"/>
                      <a:pt x="1276" y="2538"/>
                      <a:pt x="1435" y="2260"/>
                    </a:cubicBezTo>
                    <a:lnTo>
                      <a:pt x="1435" y="2260"/>
                    </a:lnTo>
                    <a:cubicBezTo>
                      <a:pt x="1415" y="2432"/>
                      <a:pt x="1395" y="2604"/>
                      <a:pt x="1376" y="2782"/>
                    </a:cubicBezTo>
                    <a:cubicBezTo>
                      <a:pt x="1329" y="3139"/>
                      <a:pt x="1290" y="3496"/>
                      <a:pt x="1243" y="3853"/>
                    </a:cubicBezTo>
                    <a:cubicBezTo>
                      <a:pt x="1210" y="4157"/>
                      <a:pt x="1171" y="4455"/>
                      <a:pt x="1138" y="4752"/>
                    </a:cubicBezTo>
                    <a:cubicBezTo>
                      <a:pt x="1131" y="4805"/>
                      <a:pt x="1124" y="4851"/>
                      <a:pt x="1118" y="4904"/>
                    </a:cubicBezTo>
                    <a:cubicBezTo>
                      <a:pt x="1078" y="5228"/>
                      <a:pt x="1138" y="5572"/>
                      <a:pt x="1283" y="5863"/>
                    </a:cubicBezTo>
                    <a:cubicBezTo>
                      <a:pt x="1316" y="5929"/>
                      <a:pt x="1356" y="5995"/>
                      <a:pt x="1395" y="6054"/>
                    </a:cubicBezTo>
                    <a:lnTo>
                      <a:pt x="1620" y="10807"/>
                    </a:lnTo>
                    <a:cubicBezTo>
                      <a:pt x="1633" y="11071"/>
                      <a:pt x="1858" y="11283"/>
                      <a:pt x="2122" y="11290"/>
                    </a:cubicBezTo>
                    <a:cubicBezTo>
                      <a:pt x="2380" y="11290"/>
                      <a:pt x="2605" y="11085"/>
                      <a:pt x="2631" y="10827"/>
                    </a:cubicBezTo>
                    <a:cubicBezTo>
                      <a:pt x="2631" y="10820"/>
                      <a:pt x="2631" y="10814"/>
                      <a:pt x="2631" y="10807"/>
                    </a:cubicBezTo>
                    <a:lnTo>
                      <a:pt x="2797" y="7211"/>
                    </a:lnTo>
                    <a:lnTo>
                      <a:pt x="2962" y="10807"/>
                    </a:lnTo>
                    <a:cubicBezTo>
                      <a:pt x="2975" y="11071"/>
                      <a:pt x="3200" y="11283"/>
                      <a:pt x="3464" y="11290"/>
                    </a:cubicBezTo>
                    <a:cubicBezTo>
                      <a:pt x="3722" y="11290"/>
                      <a:pt x="3947" y="11085"/>
                      <a:pt x="3973" y="10827"/>
                    </a:cubicBezTo>
                    <a:cubicBezTo>
                      <a:pt x="3973" y="10820"/>
                      <a:pt x="3973" y="10814"/>
                      <a:pt x="3973" y="10807"/>
                    </a:cubicBezTo>
                    <a:lnTo>
                      <a:pt x="4191" y="6034"/>
                    </a:lnTo>
                    <a:cubicBezTo>
                      <a:pt x="4403" y="5711"/>
                      <a:pt x="4509" y="5314"/>
                      <a:pt x="4462" y="4904"/>
                    </a:cubicBezTo>
                    <a:lnTo>
                      <a:pt x="4145" y="2260"/>
                    </a:lnTo>
                    <a:lnTo>
                      <a:pt x="4145" y="2260"/>
                    </a:lnTo>
                    <a:cubicBezTo>
                      <a:pt x="4476" y="2881"/>
                      <a:pt x="4588" y="3635"/>
                      <a:pt x="4615" y="4329"/>
                    </a:cubicBezTo>
                    <a:cubicBezTo>
                      <a:pt x="4621" y="4554"/>
                      <a:pt x="4621" y="4779"/>
                      <a:pt x="4608" y="4997"/>
                    </a:cubicBezTo>
                    <a:cubicBezTo>
                      <a:pt x="4601" y="5228"/>
                      <a:pt x="4773" y="5433"/>
                      <a:pt x="5005" y="5453"/>
                    </a:cubicBezTo>
                    <a:cubicBezTo>
                      <a:pt x="5019" y="5454"/>
                      <a:pt x="5034" y="5455"/>
                      <a:pt x="5048" y="5455"/>
                    </a:cubicBezTo>
                    <a:cubicBezTo>
                      <a:pt x="5090" y="5455"/>
                      <a:pt x="5130" y="5448"/>
                      <a:pt x="5170" y="5433"/>
                    </a:cubicBezTo>
                    <a:cubicBezTo>
                      <a:pt x="5216" y="5446"/>
                      <a:pt x="5262" y="5453"/>
                      <a:pt x="5322" y="5453"/>
                    </a:cubicBezTo>
                    <a:cubicBezTo>
                      <a:pt x="5355" y="5453"/>
                      <a:pt x="5375" y="5453"/>
                      <a:pt x="5395" y="5446"/>
                    </a:cubicBezTo>
                    <a:cubicBezTo>
                      <a:pt x="5599" y="5400"/>
                      <a:pt x="5758" y="5215"/>
                      <a:pt x="5745" y="4997"/>
                    </a:cubicBezTo>
                    <a:cubicBezTo>
                      <a:pt x="5718" y="4389"/>
                      <a:pt x="5751" y="3761"/>
                      <a:pt x="5890" y="3159"/>
                    </a:cubicBezTo>
                    <a:cubicBezTo>
                      <a:pt x="5963" y="2848"/>
                      <a:pt x="6069" y="2538"/>
                      <a:pt x="6227" y="2260"/>
                    </a:cubicBezTo>
                    <a:lnTo>
                      <a:pt x="6227" y="2260"/>
                    </a:lnTo>
                    <a:cubicBezTo>
                      <a:pt x="6208" y="2432"/>
                      <a:pt x="6188" y="2604"/>
                      <a:pt x="6168" y="2782"/>
                    </a:cubicBezTo>
                    <a:cubicBezTo>
                      <a:pt x="6122" y="3139"/>
                      <a:pt x="6082" y="3496"/>
                      <a:pt x="6036" y="3853"/>
                    </a:cubicBezTo>
                    <a:cubicBezTo>
                      <a:pt x="6003" y="4157"/>
                      <a:pt x="5963" y="4455"/>
                      <a:pt x="5930" y="4752"/>
                    </a:cubicBezTo>
                    <a:cubicBezTo>
                      <a:pt x="5923" y="4805"/>
                      <a:pt x="5917" y="4851"/>
                      <a:pt x="5910" y="4904"/>
                    </a:cubicBezTo>
                    <a:cubicBezTo>
                      <a:pt x="5870" y="5228"/>
                      <a:pt x="5930" y="5572"/>
                      <a:pt x="6075" y="5863"/>
                    </a:cubicBezTo>
                    <a:cubicBezTo>
                      <a:pt x="6108" y="5929"/>
                      <a:pt x="6148" y="5995"/>
                      <a:pt x="6188" y="6054"/>
                    </a:cubicBezTo>
                    <a:lnTo>
                      <a:pt x="6412" y="10807"/>
                    </a:lnTo>
                    <a:cubicBezTo>
                      <a:pt x="6426" y="11071"/>
                      <a:pt x="6650" y="11283"/>
                      <a:pt x="6915" y="11290"/>
                    </a:cubicBezTo>
                    <a:cubicBezTo>
                      <a:pt x="7173" y="11290"/>
                      <a:pt x="7404" y="11085"/>
                      <a:pt x="7424" y="10827"/>
                    </a:cubicBezTo>
                    <a:cubicBezTo>
                      <a:pt x="7424" y="10820"/>
                      <a:pt x="7424" y="10814"/>
                      <a:pt x="7424" y="10807"/>
                    </a:cubicBezTo>
                    <a:lnTo>
                      <a:pt x="7589" y="7211"/>
                    </a:lnTo>
                    <a:lnTo>
                      <a:pt x="7754" y="10807"/>
                    </a:lnTo>
                    <a:cubicBezTo>
                      <a:pt x="7768" y="11071"/>
                      <a:pt x="7992" y="11283"/>
                      <a:pt x="8257" y="11290"/>
                    </a:cubicBezTo>
                    <a:cubicBezTo>
                      <a:pt x="8515" y="11290"/>
                      <a:pt x="8739" y="11085"/>
                      <a:pt x="8766" y="10827"/>
                    </a:cubicBezTo>
                    <a:cubicBezTo>
                      <a:pt x="8766" y="10820"/>
                      <a:pt x="8766" y="10814"/>
                      <a:pt x="8766" y="10807"/>
                    </a:cubicBezTo>
                    <a:lnTo>
                      <a:pt x="8984" y="6034"/>
                    </a:lnTo>
                    <a:cubicBezTo>
                      <a:pt x="9202" y="5711"/>
                      <a:pt x="9301" y="5314"/>
                      <a:pt x="9255" y="4904"/>
                    </a:cubicBezTo>
                    <a:lnTo>
                      <a:pt x="8938" y="2260"/>
                    </a:lnTo>
                    <a:lnTo>
                      <a:pt x="8938" y="2260"/>
                    </a:lnTo>
                    <a:cubicBezTo>
                      <a:pt x="9275" y="2881"/>
                      <a:pt x="9380" y="3635"/>
                      <a:pt x="9407" y="4329"/>
                    </a:cubicBezTo>
                    <a:cubicBezTo>
                      <a:pt x="9413" y="4554"/>
                      <a:pt x="9413" y="4779"/>
                      <a:pt x="9400" y="4997"/>
                    </a:cubicBezTo>
                    <a:cubicBezTo>
                      <a:pt x="9394" y="5208"/>
                      <a:pt x="9539" y="5393"/>
                      <a:pt x="9737" y="5440"/>
                    </a:cubicBezTo>
                    <a:cubicBezTo>
                      <a:pt x="9744" y="5453"/>
                      <a:pt x="9751" y="5459"/>
                      <a:pt x="9757" y="5459"/>
                    </a:cubicBezTo>
                    <a:cubicBezTo>
                      <a:pt x="9797" y="5512"/>
                      <a:pt x="9843" y="5559"/>
                      <a:pt x="9896" y="5592"/>
                    </a:cubicBezTo>
                    <a:cubicBezTo>
                      <a:pt x="10008" y="5671"/>
                      <a:pt x="10141" y="5704"/>
                      <a:pt x="10279" y="5711"/>
                    </a:cubicBezTo>
                    <a:cubicBezTo>
                      <a:pt x="10298" y="5712"/>
                      <a:pt x="10317" y="5712"/>
                      <a:pt x="10335" y="5712"/>
                    </a:cubicBezTo>
                    <a:cubicBezTo>
                      <a:pt x="10588" y="5712"/>
                      <a:pt x="10845" y="5631"/>
                      <a:pt x="11079" y="5539"/>
                    </a:cubicBezTo>
                    <a:lnTo>
                      <a:pt x="11079" y="5539"/>
                    </a:lnTo>
                    <a:lnTo>
                      <a:pt x="10987" y="7231"/>
                    </a:lnTo>
                    <a:cubicBezTo>
                      <a:pt x="10973" y="7442"/>
                      <a:pt x="11026" y="7628"/>
                      <a:pt x="11119" y="7799"/>
                    </a:cubicBezTo>
                    <a:lnTo>
                      <a:pt x="11271" y="10985"/>
                    </a:lnTo>
                    <a:cubicBezTo>
                      <a:pt x="11278" y="11157"/>
                      <a:pt x="11430" y="11296"/>
                      <a:pt x="11601" y="11296"/>
                    </a:cubicBezTo>
                    <a:cubicBezTo>
                      <a:pt x="11780" y="11296"/>
                      <a:pt x="11925" y="11157"/>
                      <a:pt x="11939" y="10985"/>
                    </a:cubicBezTo>
                    <a:lnTo>
                      <a:pt x="12064" y="8474"/>
                    </a:lnTo>
                    <a:lnTo>
                      <a:pt x="12190" y="10985"/>
                    </a:lnTo>
                    <a:cubicBezTo>
                      <a:pt x="12196" y="11157"/>
                      <a:pt x="12342" y="11296"/>
                      <a:pt x="12520" y="11296"/>
                    </a:cubicBezTo>
                    <a:cubicBezTo>
                      <a:pt x="12692" y="11296"/>
                      <a:pt x="12844" y="11157"/>
                      <a:pt x="12851" y="10985"/>
                    </a:cubicBezTo>
                    <a:lnTo>
                      <a:pt x="13016" y="7793"/>
                    </a:lnTo>
                    <a:cubicBezTo>
                      <a:pt x="13109" y="7621"/>
                      <a:pt x="13142" y="7423"/>
                      <a:pt x="13128" y="7231"/>
                    </a:cubicBezTo>
                    <a:cubicBezTo>
                      <a:pt x="13128" y="7138"/>
                      <a:pt x="13122" y="7046"/>
                      <a:pt x="13115" y="6947"/>
                    </a:cubicBezTo>
                    <a:cubicBezTo>
                      <a:pt x="13102" y="6662"/>
                      <a:pt x="13082" y="6372"/>
                      <a:pt x="13069" y="6087"/>
                    </a:cubicBezTo>
                    <a:lnTo>
                      <a:pt x="13069" y="6087"/>
                    </a:lnTo>
                    <a:cubicBezTo>
                      <a:pt x="13208" y="6458"/>
                      <a:pt x="13261" y="6854"/>
                      <a:pt x="13294" y="7244"/>
                    </a:cubicBezTo>
                    <a:cubicBezTo>
                      <a:pt x="13307" y="7392"/>
                      <a:pt x="13432" y="7509"/>
                      <a:pt x="13579" y="7509"/>
                    </a:cubicBezTo>
                    <a:cubicBezTo>
                      <a:pt x="13583" y="7509"/>
                      <a:pt x="13587" y="7509"/>
                      <a:pt x="13591" y="7509"/>
                    </a:cubicBezTo>
                    <a:cubicBezTo>
                      <a:pt x="13737" y="7495"/>
                      <a:pt x="13856" y="7370"/>
                      <a:pt x="13862" y="7224"/>
                    </a:cubicBezTo>
                    <a:cubicBezTo>
                      <a:pt x="13862" y="6808"/>
                      <a:pt x="13842" y="6391"/>
                      <a:pt x="13750" y="5982"/>
                    </a:cubicBezTo>
                    <a:cubicBezTo>
                      <a:pt x="13591" y="5294"/>
                      <a:pt x="13188" y="4620"/>
                      <a:pt x="12527" y="4303"/>
                    </a:cubicBezTo>
                    <a:cubicBezTo>
                      <a:pt x="12378" y="4232"/>
                      <a:pt x="12224" y="4196"/>
                      <a:pt x="12071" y="4196"/>
                    </a:cubicBezTo>
                    <a:cubicBezTo>
                      <a:pt x="11836" y="4196"/>
                      <a:pt x="11602" y="4281"/>
                      <a:pt x="11390" y="4461"/>
                    </a:cubicBezTo>
                    <a:cubicBezTo>
                      <a:pt x="11211" y="4607"/>
                      <a:pt x="11026" y="4732"/>
                      <a:pt x="10828" y="4851"/>
                    </a:cubicBezTo>
                    <a:cubicBezTo>
                      <a:pt x="10722" y="4917"/>
                      <a:pt x="10617" y="4970"/>
                      <a:pt x="10504" y="5017"/>
                    </a:cubicBezTo>
                    <a:cubicBezTo>
                      <a:pt x="10451" y="5043"/>
                      <a:pt x="10398" y="5063"/>
                      <a:pt x="10339" y="5076"/>
                    </a:cubicBezTo>
                    <a:cubicBezTo>
                      <a:pt x="10319" y="5076"/>
                      <a:pt x="10293" y="5083"/>
                      <a:pt x="10266" y="5089"/>
                    </a:cubicBezTo>
                    <a:cubicBezTo>
                      <a:pt x="10266" y="5083"/>
                      <a:pt x="10266" y="5076"/>
                      <a:pt x="10266" y="5076"/>
                    </a:cubicBezTo>
                    <a:cubicBezTo>
                      <a:pt x="10343" y="4524"/>
                      <a:pt x="10364" y="3965"/>
                      <a:pt x="10323" y="3412"/>
                    </a:cubicBezTo>
                    <a:lnTo>
                      <a:pt x="10323" y="3412"/>
                    </a:lnTo>
                    <a:cubicBezTo>
                      <a:pt x="10324" y="3424"/>
                      <a:pt x="10326" y="3434"/>
                      <a:pt x="10326" y="3443"/>
                    </a:cubicBezTo>
                    <a:cubicBezTo>
                      <a:pt x="10326" y="3430"/>
                      <a:pt x="10326" y="3404"/>
                      <a:pt x="10319" y="3364"/>
                    </a:cubicBezTo>
                    <a:lnTo>
                      <a:pt x="10319" y="3364"/>
                    </a:lnTo>
                    <a:cubicBezTo>
                      <a:pt x="10319" y="3364"/>
                      <a:pt x="10319" y="3364"/>
                      <a:pt x="10319" y="3364"/>
                    </a:cubicBezTo>
                    <a:cubicBezTo>
                      <a:pt x="10316" y="3336"/>
                      <a:pt x="10314" y="3316"/>
                      <a:pt x="10313" y="3301"/>
                    </a:cubicBezTo>
                    <a:lnTo>
                      <a:pt x="10313" y="3301"/>
                    </a:lnTo>
                    <a:cubicBezTo>
                      <a:pt x="10249" y="2615"/>
                      <a:pt x="10077" y="1932"/>
                      <a:pt x="9711" y="1348"/>
                    </a:cubicBezTo>
                    <a:cubicBezTo>
                      <a:pt x="9367" y="793"/>
                      <a:pt x="8845" y="304"/>
                      <a:pt x="8210" y="112"/>
                    </a:cubicBezTo>
                    <a:cubicBezTo>
                      <a:pt x="7974" y="41"/>
                      <a:pt x="7768" y="0"/>
                      <a:pt x="7559" y="0"/>
                    </a:cubicBezTo>
                    <a:cubicBezTo>
                      <a:pt x="7319" y="0"/>
                      <a:pt x="7073" y="54"/>
                      <a:pt x="6769" y="178"/>
                    </a:cubicBezTo>
                    <a:cubicBezTo>
                      <a:pt x="6637" y="231"/>
                      <a:pt x="6512" y="297"/>
                      <a:pt x="6386" y="370"/>
                    </a:cubicBezTo>
                    <a:cubicBezTo>
                      <a:pt x="6089" y="555"/>
                      <a:pt x="5831" y="799"/>
                      <a:pt x="5619" y="1077"/>
                    </a:cubicBezTo>
                    <a:cubicBezTo>
                      <a:pt x="5441" y="1315"/>
                      <a:pt x="5295" y="1579"/>
                      <a:pt x="5176" y="1850"/>
                    </a:cubicBezTo>
                    <a:cubicBezTo>
                      <a:pt x="5104" y="1678"/>
                      <a:pt x="5018" y="1507"/>
                      <a:pt x="4919" y="1348"/>
                    </a:cubicBezTo>
                    <a:cubicBezTo>
                      <a:pt x="4575" y="793"/>
                      <a:pt x="4053" y="304"/>
                      <a:pt x="3418" y="112"/>
                    </a:cubicBezTo>
                    <a:cubicBezTo>
                      <a:pt x="3178" y="41"/>
                      <a:pt x="2973" y="0"/>
                      <a:pt x="27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6" name="Google Shape;1166;p62"/>
              <p:cNvSpPr/>
              <p:nvPr/>
            </p:nvSpPr>
            <p:spPr>
              <a:xfrm>
                <a:off x="4394450" y="2520250"/>
                <a:ext cx="76550" cy="73250"/>
              </a:xfrm>
              <a:custGeom>
                <a:avLst/>
                <a:gdLst/>
                <a:ahLst/>
                <a:cxnLst/>
                <a:rect l="l" t="t" r="r" b="b"/>
                <a:pathLst>
                  <a:path w="3062" h="2930" extrusionOk="0">
                    <a:moveTo>
                      <a:pt x="1529" y="1"/>
                    </a:moveTo>
                    <a:cubicBezTo>
                      <a:pt x="1020" y="1"/>
                      <a:pt x="539" y="271"/>
                      <a:pt x="278" y="708"/>
                    </a:cubicBezTo>
                    <a:cubicBezTo>
                      <a:pt x="7" y="1151"/>
                      <a:pt x="1" y="1726"/>
                      <a:pt x="258" y="2182"/>
                    </a:cubicBezTo>
                    <a:cubicBezTo>
                      <a:pt x="510" y="2632"/>
                      <a:pt x="985" y="2916"/>
                      <a:pt x="1501" y="2929"/>
                    </a:cubicBezTo>
                    <a:lnTo>
                      <a:pt x="1534" y="2929"/>
                    </a:lnTo>
                    <a:cubicBezTo>
                      <a:pt x="2050" y="2929"/>
                      <a:pt x="2532" y="2652"/>
                      <a:pt x="2797" y="2209"/>
                    </a:cubicBezTo>
                    <a:cubicBezTo>
                      <a:pt x="3061" y="1759"/>
                      <a:pt x="3061" y="1184"/>
                      <a:pt x="2803" y="735"/>
                    </a:cubicBezTo>
                    <a:cubicBezTo>
                      <a:pt x="2545" y="292"/>
                      <a:pt x="2063"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7" name="Google Shape;1167;p62"/>
              <p:cNvSpPr/>
              <p:nvPr/>
            </p:nvSpPr>
            <p:spPr>
              <a:xfrm>
                <a:off x="4514250" y="2520250"/>
                <a:ext cx="76550" cy="73250"/>
              </a:xfrm>
              <a:custGeom>
                <a:avLst/>
                <a:gdLst/>
                <a:ahLst/>
                <a:cxnLst/>
                <a:rect l="l" t="t" r="r" b="b"/>
                <a:pathLst>
                  <a:path w="3062" h="2930" extrusionOk="0">
                    <a:moveTo>
                      <a:pt x="1529" y="1"/>
                    </a:moveTo>
                    <a:cubicBezTo>
                      <a:pt x="1020" y="1"/>
                      <a:pt x="540" y="271"/>
                      <a:pt x="279" y="708"/>
                    </a:cubicBezTo>
                    <a:cubicBezTo>
                      <a:pt x="8" y="1151"/>
                      <a:pt x="1" y="1726"/>
                      <a:pt x="259" y="2182"/>
                    </a:cubicBezTo>
                    <a:cubicBezTo>
                      <a:pt x="510" y="2632"/>
                      <a:pt x="986" y="2916"/>
                      <a:pt x="1501" y="2929"/>
                    </a:cubicBezTo>
                    <a:lnTo>
                      <a:pt x="1534" y="2929"/>
                    </a:lnTo>
                    <a:cubicBezTo>
                      <a:pt x="2050" y="2929"/>
                      <a:pt x="2533" y="2652"/>
                      <a:pt x="2797" y="2209"/>
                    </a:cubicBezTo>
                    <a:cubicBezTo>
                      <a:pt x="3061" y="1759"/>
                      <a:pt x="3061" y="1184"/>
                      <a:pt x="2804" y="735"/>
                    </a:cubicBezTo>
                    <a:cubicBezTo>
                      <a:pt x="2546" y="292"/>
                      <a:pt x="2063" y="8"/>
                      <a:pt x="1548" y="1"/>
                    </a:cubicBezTo>
                    <a:cubicBezTo>
                      <a:pt x="1542"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8" name="Google Shape;1168;p62"/>
              <p:cNvSpPr/>
              <p:nvPr/>
            </p:nvSpPr>
            <p:spPr>
              <a:xfrm>
                <a:off x="4621175" y="2680875"/>
                <a:ext cx="25" cy="200"/>
              </a:xfrm>
              <a:custGeom>
                <a:avLst/>
                <a:gdLst/>
                <a:ahLst/>
                <a:cxnLst/>
                <a:rect l="l" t="t" r="r" b="b"/>
                <a:pathLst>
                  <a:path w="1" h="8" extrusionOk="0">
                    <a:moveTo>
                      <a:pt x="1" y="1"/>
                    </a:moveTo>
                    <a:cubicBezTo>
                      <a:pt x="1" y="8"/>
                      <a:pt x="1" y="8"/>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9" name="Google Shape;1169;p62"/>
              <p:cNvSpPr/>
              <p:nvPr/>
            </p:nvSpPr>
            <p:spPr>
              <a:xfrm>
                <a:off x="4621175" y="2680725"/>
                <a:ext cx="25" cy="175"/>
              </a:xfrm>
              <a:custGeom>
                <a:avLst/>
                <a:gdLst/>
                <a:ahLst/>
                <a:cxnLst/>
                <a:rect l="l" t="t" r="r" b="b"/>
                <a:pathLst>
                  <a:path w="1" h="7" extrusionOk="0">
                    <a:moveTo>
                      <a:pt x="1" y="0"/>
                    </a:moveTo>
                    <a:cubicBezTo>
                      <a:pt x="1" y="0"/>
                      <a:pt x="1" y="0"/>
                      <a:pt x="1" y="7"/>
                    </a:cubicBezTo>
                    <a:cubicBezTo>
                      <a:pt x="1" y="0"/>
                      <a:pt x="1"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1170" name="Google Shape;1170;p62"/>
          <p:cNvGrpSpPr/>
          <p:nvPr/>
        </p:nvGrpSpPr>
        <p:grpSpPr>
          <a:xfrm>
            <a:off x="7222640" y="459256"/>
            <a:ext cx="735600" cy="717300"/>
            <a:chOff x="805815" y="1224174"/>
            <a:chExt cx="735600" cy="717300"/>
          </a:xfrm>
        </p:grpSpPr>
        <p:sp>
          <p:nvSpPr>
            <p:cNvPr id="1171" name="Google Shape;1171;p62"/>
            <p:cNvSpPr/>
            <p:nvPr/>
          </p:nvSpPr>
          <p:spPr>
            <a:xfrm>
              <a:off x="805815" y="1224174"/>
              <a:ext cx="735600" cy="717300"/>
            </a:xfrm>
            <a:prstGeom prst="heptagon">
              <a:avLst>
                <a:gd name="hf" fmla="val 102572"/>
                <a:gd name="vf" fmla="val 10521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62"/>
            <p:cNvSpPr/>
            <p:nvPr/>
          </p:nvSpPr>
          <p:spPr>
            <a:xfrm>
              <a:off x="844594" y="1261986"/>
              <a:ext cx="658200" cy="641700"/>
            </a:xfrm>
            <a:prstGeom prst="heptagon">
              <a:avLst>
                <a:gd name="hf" fmla="val 102572"/>
                <a:gd name="vf" fmla="val 10521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3" name="Google Shape;1173;p62"/>
            <p:cNvGrpSpPr/>
            <p:nvPr/>
          </p:nvGrpSpPr>
          <p:grpSpPr>
            <a:xfrm>
              <a:off x="1030317" y="1459795"/>
              <a:ext cx="286783" cy="293105"/>
              <a:chOff x="4072473" y="2031100"/>
              <a:chExt cx="300579" cy="307206"/>
            </a:xfrm>
          </p:grpSpPr>
          <p:sp>
            <p:nvSpPr>
              <p:cNvPr id="1174" name="Google Shape;1174;p62"/>
              <p:cNvSpPr/>
              <p:nvPr/>
            </p:nvSpPr>
            <p:spPr>
              <a:xfrm>
                <a:off x="4100741" y="2031100"/>
                <a:ext cx="63126" cy="63001"/>
              </a:xfrm>
              <a:custGeom>
                <a:avLst/>
                <a:gdLst/>
                <a:ahLst/>
                <a:cxnLst/>
                <a:rect l="l" t="t" r="r" b="b"/>
                <a:pathLst>
                  <a:path w="3028" h="3022" extrusionOk="0">
                    <a:moveTo>
                      <a:pt x="1514" y="1"/>
                    </a:moveTo>
                    <a:cubicBezTo>
                      <a:pt x="681" y="1"/>
                      <a:pt x="0" y="675"/>
                      <a:pt x="0" y="1515"/>
                    </a:cubicBezTo>
                    <a:cubicBezTo>
                      <a:pt x="0" y="2348"/>
                      <a:pt x="681" y="3022"/>
                      <a:pt x="1514" y="3022"/>
                    </a:cubicBezTo>
                    <a:cubicBezTo>
                      <a:pt x="2353" y="3022"/>
                      <a:pt x="3027" y="2348"/>
                      <a:pt x="3027" y="1515"/>
                    </a:cubicBezTo>
                    <a:cubicBezTo>
                      <a:pt x="3027" y="675"/>
                      <a:pt x="2353" y="1"/>
                      <a:pt x="15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5" name="Google Shape;1175;p62"/>
              <p:cNvSpPr/>
              <p:nvPr/>
            </p:nvSpPr>
            <p:spPr>
              <a:xfrm>
                <a:off x="4281522" y="2040481"/>
                <a:ext cx="65482" cy="62584"/>
              </a:xfrm>
              <a:custGeom>
                <a:avLst/>
                <a:gdLst/>
                <a:ahLst/>
                <a:cxnLst/>
                <a:rect l="l" t="t" r="r" b="b"/>
                <a:pathLst>
                  <a:path w="3141" h="3002" extrusionOk="0">
                    <a:moveTo>
                      <a:pt x="1569" y="0"/>
                    </a:moveTo>
                    <a:cubicBezTo>
                      <a:pt x="1046" y="0"/>
                      <a:pt x="553" y="277"/>
                      <a:pt x="285" y="728"/>
                    </a:cubicBezTo>
                    <a:cubicBezTo>
                      <a:pt x="7" y="1184"/>
                      <a:pt x="1" y="1772"/>
                      <a:pt x="258" y="2235"/>
                    </a:cubicBezTo>
                    <a:cubicBezTo>
                      <a:pt x="516" y="2697"/>
                      <a:pt x="1012" y="2988"/>
                      <a:pt x="1534" y="3001"/>
                    </a:cubicBezTo>
                    <a:lnTo>
                      <a:pt x="1567" y="3001"/>
                    </a:lnTo>
                    <a:cubicBezTo>
                      <a:pt x="2096" y="3001"/>
                      <a:pt x="2592" y="2717"/>
                      <a:pt x="2863" y="2261"/>
                    </a:cubicBezTo>
                    <a:cubicBezTo>
                      <a:pt x="3134" y="1805"/>
                      <a:pt x="3140" y="1217"/>
                      <a:pt x="2869" y="754"/>
                    </a:cubicBezTo>
                    <a:cubicBezTo>
                      <a:pt x="2605" y="298"/>
                      <a:pt x="2109"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6" name="Google Shape;1176;p62"/>
              <p:cNvSpPr/>
              <p:nvPr/>
            </p:nvSpPr>
            <p:spPr>
              <a:xfrm>
                <a:off x="4072473" y="2095891"/>
                <a:ext cx="300579" cy="242415"/>
              </a:xfrm>
              <a:custGeom>
                <a:avLst/>
                <a:gdLst/>
                <a:ahLst/>
                <a:cxnLst/>
                <a:rect l="l" t="t" r="r" b="b"/>
                <a:pathLst>
                  <a:path w="14418" h="11628" extrusionOk="0">
                    <a:moveTo>
                      <a:pt x="2887" y="1"/>
                    </a:moveTo>
                    <a:cubicBezTo>
                      <a:pt x="2695" y="1"/>
                      <a:pt x="2506" y="20"/>
                      <a:pt x="2334" y="53"/>
                    </a:cubicBezTo>
                    <a:cubicBezTo>
                      <a:pt x="2308" y="59"/>
                      <a:pt x="2281" y="66"/>
                      <a:pt x="2248" y="72"/>
                    </a:cubicBezTo>
                    <a:cubicBezTo>
                      <a:pt x="2182" y="92"/>
                      <a:pt x="2103" y="119"/>
                      <a:pt x="2010" y="158"/>
                    </a:cubicBezTo>
                    <a:cubicBezTo>
                      <a:pt x="1832" y="231"/>
                      <a:pt x="1587" y="363"/>
                      <a:pt x="1343" y="562"/>
                    </a:cubicBezTo>
                    <a:cubicBezTo>
                      <a:pt x="1224" y="661"/>
                      <a:pt x="1098" y="780"/>
                      <a:pt x="986" y="912"/>
                    </a:cubicBezTo>
                    <a:cubicBezTo>
                      <a:pt x="867" y="1044"/>
                      <a:pt x="755" y="1190"/>
                      <a:pt x="662" y="1348"/>
                    </a:cubicBezTo>
                    <a:cubicBezTo>
                      <a:pt x="464" y="1665"/>
                      <a:pt x="312" y="2022"/>
                      <a:pt x="212" y="2386"/>
                    </a:cubicBezTo>
                    <a:cubicBezTo>
                      <a:pt x="107" y="2743"/>
                      <a:pt x="54" y="3107"/>
                      <a:pt x="27" y="3437"/>
                    </a:cubicBezTo>
                    <a:cubicBezTo>
                      <a:pt x="1" y="3774"/>
                      <a:pt x="1" y="4085"/>
                      <a:pt x="8" y="4343"/>
                    </a:cubicBezTo>
                    <a:cubicBezTo>
                      <a:pt x="21" y="4607"/>
                      <a:pt x="41" y="4819"/>
                      <a:pt x="54" y="4971"/>
                    </a:cubicBezTo>
                    <a:cubicBezTo>
                      <a:pt x="67" y="5123"/>
                      <a:pt x="80" y="5209"/>
                      <a:pt x="80" y="5209"/>
                    </a:cubicBezTo>
                    <a:cubicBezTo>
                      <a:pt x="112" y="5432"/>
                      <a:pt x="298" y="5599"/>
                      <a:pt x="518" y="5599"/>
                    </a:cubicBezTo>
                    <a:cubicBezTo>
                      <a:pt x="526" y="5599"/>
                      <a:pt x="535" y="5599"/>
                      <a:pt x="543" y="5599"/>
                    </a:cubicBezTo>
                    <a:cubicBezTo>
                      <a:pt x="794" y="5592"/>
                      <a:pt x="986" y="5380"/>
                      <a:pt x="973" y="5129"/>
                    </a:cubicBezTo>
                    <a:cubicBezTo>
                      <a:pt x="973" y="5129"/>
                      <a:pt x="973" y="5050"/>
                      <a:pt x="966" y="4918"/>
                    </a:cubicBezTo>
                    <a:cubicBezTo>
                      <a:pt x="966" y="4779"/>
                      <a:pt x="966" y="4581"/>
                      <a:pt x="979" y="4349"/>
                    </a:cubicBezTo>
                    <a:cubicBezTo>
                      <a:pt x="986" y="4111"/>
                      <a:pt x="1012" y="3847"/>
                      <a:pt x="1059" y="3563"/>
                    </a:cubicBezTo>
                    <a:cubicBezTo>
                      <a:pt x="1105" y="3285"/>
                      <a:pt x="1178" y="2994"/>
                      <a:pt x="1277" y="2730"/>
                    </a:cubicBezTo>
                    <a:cubicBezTo>
                      <a:pt x="1336" y="2578"/>
                      <a:pt x="1402" y="2432"/>
                      <a:pt x="1475" y="2300"/>
                    </a:cubicBezTo>
                    <a:lnTo>
                      <a:pt x="1475" y="2300"/>
                    </a:lnTo>
                    <a:lnTo>
                      <a:pt x="1145" y="5030"/>
                    </a:lnTo>
                    <a:cubicBezTo>
                      <a:pt x="1131" y="5162"/>
                      <a:pt x="1125" y="5314"/>
                      <a:pt x="1145" y="5453"/>
                    </a:cubicBezTo>
                    <a:cubicBezTo>
                      <a:pt x="1178" y="5737"/>
                      <a:pt x="1283" y="5995"/>
                      <a:pt x="1429" y="6220"/>
                    </a:cubicBezTo>
                    <a:lnTo>
                      <a:pt x="1667" y="11131"/>
                    </a:lnTo>
                    <a:cubicBezTo>
                      <a:pt x="1680" y="11396"/>
                      <a:pt x="1891" y="11614"/>
                      <a:pt x="2162" y="11627"/>
                    </a:cubicBezTo>
                    <a:cubicBezTo>
                      <a:pt x="2171" y="11627"/>
                      <a:pt x="2179" y="11627"/>
                      <a:pt x="2187" y="11627"/>
                    </a:cubicBezTo>
                    <a:cubicBezTo>
                      <a:pt x="2467" y="11627"/>
                      <a:pt x="2698" y="11407"/>
                      <a:pt x="2711" y="11131"/>
                    </a:cubicBezTo>
                    <a:lnTo>
                      <a:pt x="2876" y="7416"/>
                    </a:lnTo>
                    <a:lnTo>
                      <a:pt x="3048" y="11131"/>
                    </a:lnTo>
                    <a:cubicBezTo>
                      <a:pt x="3061" y="11396"/>
                      <a:pt x="3280" y="11614"/>
                      <a:pt x="3551" y="11627"/>
                    </a:cubicBezTo>
                    <a:cubicBezTo>
                      <a:pt x="3559" y="11627"/>
                      <a:pt x="3567" y="11627"/>
                      <a:pt x="3575" y="11627"/>
                    </a:cubicBezTo>
                    <a:cubicBezTo>
                      <a:pt x="3855" y="11627"/>
                      <a:pt x="4086" y="11407"/>
                      <a:pt x="4099" y="11131"/>
                    </a:cubicBezTo>
                    <a:lnTo>
                      <a:pt x="4324" y="6200"/>
                    </a:lnTo>
                    <a:cubicBezTo>
                      <a:pt x="4542" y="5870"/>
                      <a:pt x="4648" y="5460"/>
                      <a:pt x="4595" y="5030"/>
                    </a:cubicBezTo>
                    <a:lnTo>
                      <a:pt x="4271" y="2333"/>
                    </a:lnTo>
                    <a:lnTo>
                      <a:pt x="4271" y="2333"/>
                    </a:lnTo>
                    <a:cubicBezTo>
                      <a:pt x="4337" y="2452"/>
                      <a:pt x="4397" y="2584"/>
                      <a:pt x="4450" y="2730"/>
                    </a:cubicBezTo>
                    <a:cubicBezTo>
                      <a:pt x="4555" y="2994"/>
                      <a:pt x="4621" y="3285"/>
                      <a:pt x="4668" y="3563"/>
                    </a:cubicBezTo>
                    <a:cubicBezTo>
                      <a:pt x="4714" y="3847"/>
                      <a:pt x="4740" y="4111"/>
                      <a:pt x="4754" y="4349"/>
                    </a:cubicBezTo>
                    <a:cubicBezTo>
                      <a:pt x="4760" y="4581"/>
                      <a:pt x="4760" y="4779"/>
                      <a:pt x="4760" y="4918"/>
                    </a:cubicBezTo>
                    <a:cubicBezTo>
                      <a:pt x="4754" y="5050"/>
                      <a:pt x="4754" y="5129"/>
                      <a:pt x="4754" y="5129"/>
                    </a:cubicBezTo>
                    <a:cubicBezTo>
                      <a:pt x="4747" y="5341"/>
                      <a:pt x="4886" y="5532"/>
                      <a:pt x="5091" y="5585"/>
                    </a:cubicBezTo>
                    <a:cubicBezTo>
                      <a:pt x="5256" y="5770"/>
                      <a:pt x="5441" y="5922"/>
                      <a:pt x="5666" y="6028"/>
                    </a:cubicBezTo>
                    <a:cubicBezTo>
                      <a:pt x="5845" y="6115"/>
                      <a:pt x="6045" y="6156"/>
                      <a:pt x="6243" y="6156"/>
                    </a:cubicBezTo>
                    <a:cubicBezTo>
                      <a:pt x="6271" y="6156"/>
                      <a:pt x="6299" y="6155"/>
                      <a:pt x="6327" y="6154"/>
                    </a:cubicBezTo>
                    <a:lnTo>
                      <a:pt x="6327" y="6887"/>
                    </a:lnTo>
                    <a:lnTo>
                      <a:pt x="6333" y="7006"/>
                    </a:lnTo>
                    <a:lnTo>
                      <a:pt x="5838" y="9241"/>
                    </a:lnTo>
                    <a:cubicBezTo>
                      <a:pt x="5824" y="9294"/>
                      <a:pt x="5838" y="9346"/>
                      <a:pt x="5871" y="9386"/>
                    </a:cubicBezTo>
                    <a:cubicBezTo>
                      <a:pt x="5904" y="9432"/>
                      <a:pt x="5957" y="9452"/>
                      <a:pt x="6010" y="9452"/>
                    </a:cubicBezTo>
                    <a:lnTo>
                      <a:pt x="6380" y="9452"/>
                    </a:lnTo>
                    <a:lnTo>
                      <a:pt x="6466" y="11336"/>
                    </a:lnTo>
                    <a:cubicBezTo>
                      <a:pt x="6472" y="11501"/>
                      <a:pt x="6611" y="11627"/>
                      <a:pt x="6770" y="11627"/>
                    </a:cubicBezTo>
                    <a:cubicBezTo>
                      <a:pt x="6928" y="11627"/>
                      <a:pt x="7067" y="11501"/>
                      <a:pt x="7074" y="11343"/>
                    </a:cubicBezTo>
                    <a:lnTo>
                      <a:pt x="7180" y="9452"/>
                    </a:lnTo>
                    <a:lnTo>
                      <a:pt x="7219" y="9452"/>
                    </a:lnTo>
                    <a:lnTo>
                      <a:pt x="7305" y="11336"/>
                    </a:lnTo>
                    <a:cubicBezTo>
                      <a:pt x="7312" y="11501"/>
                      <a:pt x="7444" y="11627"/>
                      <a:pt x="7609" y="11627"/>
                    </a:cubicBezTo>
                    <a:cubicBezTo>
                      <a:pt x="7768" y="11627"/>
                      <a:pt x="7900" y="11501"/>
                      <a:pt x="7907" y="11343"/>
                    </a:cubicBezTo>
                    <a:lnTo>
                      <a:pt x="8012" y="9452"/>
                    </a:lnTo>
                    <a:lnTo>
                      <a:pt x="8383" y="9452"/>
                    </a:lnTo>
                    <a:cubicBezTo>
                      <a:pt x="8436" y="9452"/>
                      <a:pt x="8482" y="9432"/>
                      <a:pt x="8515" y="9386"/>
                    </a:cubicBezTo>
                    <a:cubicBezTo>
                      <a:pt x="8548" y="9346"/>
                      <a:pt x="8561" y="9294"/>
                      <a:pt x="8554" y="9241"/>
                    </a:cubicBezTo>
                    <a:lnTo>
                      <a:pt x="8072" y="7046"/>
                    </a:lnTo>
                    <a:lnTo>
                      <a:pt x="8079" y="6914"/>
                    </a:lnTo>
                    <a:lnTo>
                      <a:pt x="8079" y="6154"/>
                    </a:lnTo>
                    <a:cubicBezTo>
                      <a:pt x="8106" y="6155"/>
                      <a:pt x="8133" y="6156"/>
                      <a:pt x="8161" y="6156"/>
                    </a:cubicBezTo>
                    <a:cubicBezTo>
                      <a:pt x="8354" y="6156"/>
                      <a:pt x="8554" y="6116"/>
                      <a:pt x="8733" y="6035"/>
                    </a:cubicBezTo>
                    <a:cubicBezTo>
                      <a:pt x="8898" y="5962"/>
                      <a:pt x="9037" y="5856"/>
                      <a:pt x="9163" y="5737"/>
                    </a:cubicBezTo>
                    <a:cubicBezTo>
                      <a:pt x="9167" y="5737"/>
                      <a:pt x="9171" y="5737"/>
                      <a:pt x="9175" y="5737"/>
                    </a:cubicBezTo>
                    <a:cubicBezTo>
                      <a:pt x="9401" y="5737"/>
                      <a:pt x="9599" y="5555"/>
                      <a:pt x="9619" y="5327"/>
                    </a:cubicBezTo>
                    <a:cubicBezTo>
                      <a:pt x="9625" y="5222"/>
                      <a:pt x="9632" y="5109"/>
                      <a:pt x="9645" y="4997"/>
                    </a:cubicBezTo>
                    <a:cubicBezTo>
                      <a:pt x="9665" y="4825"/>
                      <a:pt x="9685" y="4653"/>
                      <a:pt x="9711" y="4481"/>
                    </a:cubicBezTo>
                    <a:cubicBezTo>
                      <a:pt x="9771" y="4118"/>
                      <a:pt x="9870" y="3761"/>
                      <a:pt x="9996" y="3417"/>
                    </a:cubicBezTo>
                    <a:cubicBezTo>
                      <a:pt x="10029" y="3331"/>
                      <a:pt x="10062" y="3245"/>
                      <a:pt x="10101" y="3166"/>
                    </a:cubicBezTo>
                    <a:lnTo>
                      <a:pt x="10114" y="4224"/>
                    </a:lnTo>
                    <a:lnTo>
                      <a:pt x="9262" y="8064"/>
                    </a:lnTo>
                    <a:cubicBezTo>
                      <a:pt x="9249" y="8157"/>
                      <a:pt x="9268" y="8243"/>
                      <a:pt x="9328" y="8315"/>
                    </a:cubicBezTo>
                    <a:cubicBezTo>
                      <a:pt x="9381" y="8388"/>
                      <a:pt x="9467" y="8428"/>
                      <a:pt x="9559" y="8428"/>
                    </a:cubicBezTo>
                    <a:lnTo>
                      <a:pt x="10233" y="8428"/>
                    </a:lnTo>
                    <a:lnTo>
                      <a:pt x="10366" y="11131"/>
                    </a:lnTo>
                    <a:cubicBezTo>
                      <a:pt x="10379" y="11409"/>
                      <a:pt x="10610" y="11627"/>
                      <a:pt x="10881" y="11627"/>
                    </a:cubicBezTo>
                    <a:cubicBezTo>
                      <a:pt x="11152" y="11627"/>
                      <a:pt x="11384" y="11415"/>
                      <a:pt x="11403" y="11144"/>
                    </a:cubicBezTo>
                    <a:cubicBezTo>
                      <a:pt x="11403" y="11138"/>
                      <a:pt x="11403" y="11138"/>
                      <a:pt x="11403" y="11138"/>
                    </a:cubicBezTo>
                    <a:lnTo>
                      <a:pt x="11542" y="8428"/>
                    </a:lnTo>
                    <a:lnTo>
                      <a:pt x="11668" y="8428"/>
                    </a:lnTo>
                    <a:lnTo>
                      <a:pt x="11800" y="11131"/>
                    </a:lnTo>
                    <a:cubicBezTo>
                      <a:pt x="11813" y="11409"/>
                      <a:pt x="12045" y="11627"/>
                      <a:pt x="12316" y="11627"/>
                    </a:cubicBezTo>
                    <a:cubicBezTo>
                      <a:pt x="12587" y="11627"/>
                      <a:pt x="12818" y="11415"/>
                      <a:pt x="12838" y="11144"/>
                    </a:cubicBezTo>
                    <a:cubicBezTo>
                      <a:pt x="12838" y="11138"/>
                      <a:pt x="12838" y="11138"/>
                      <a:pt x="12838" y="11138"/>
                    </a:cubicBezTo>
                    <a:lnTo>
                      <a:pt x="12977" y="8428"/>
                    </a:lnTo>
                    <a:lnTo>
                      <a:pt x="13631" y="8428"/>
                    </a:lnTo>
                    <a:cubicBezTo>
                      <a:pt x="13717" y="8428"/>
                      <a:pt x="13803" y="8388"/>
                      <a:pt x="13862" y="8315"/>
                    </a:cubicBezTo>
                    <a:cubicBezTo>
                      <a:pt x="13922" y="8249"/>
                      <a:pt x="13942" y="8157"/>
                      <a:pt x="13922" y="8064"/>
                    </a:cubicBezTo>
                    <a:lnTo>
                      <a:pt x="13082" y="4204"/>
                    </a:lnTo>
                    <a:lnTo>
                      <a:pt x="13096" y="3159"/>
                    </a:lnTo>
                    <a:cubicBezTo>
                      <a:pt x="13241" y="3510"/>
                      <a:pt x="13334" y="3933"/>
                      <a:pt x="13406" y="4303"/>
                    </a:cubicBezTo>
                    <a:cubicBezTo>
                      <a:pt x="13466" y="4620"/>
                      <a:pt x="13499" y="4944"/>
                      <a:pt x="13525" y="5261"/>
                    </a:cubicBezTo>
                    <a:cubicBezTo>
                      <a:pt x="13525" y="5268"/>
                      <a:pt x="13525" y="5281"/>
                      <a:pt x="13525" y="5288"/>
                    </a:cubicBezTo>
                    <a:cubicBezTo>
                      <a:pt x="13544" y="5511"/>
                      <a:pt x="13743" y="5692"/>
                      <a:pt x="13965" y="5692"/>
                    </a:cubicBezTo>
                    <a:cubicBezTo>
                      <a:pt x="13972" y="5692"/>
                      <a:pt x="13980" y="5691"/>
                      <a:pt x="13988" y="5691"/>
                    </a:cubicBezTo>
                    <a:cubicBezTo>
                      <a:pt x="14226" y="5684"/>
                      <a:pt x="14411" y="5486"/>
                      <a:pt x="14418" y="5255"/>
                    </a:cubicBezTo>
                    <a:cubicBezTo>
                      <a:pt x="14418" y="5103"/>
                      <a:pt x="14418" y="4951"/>
                      <a:pt x="14418" y="4805"/>
                    </a:cubicBezTo>
                    <a:lnTo>
                      <a:pt x="14418" y="4792"/>
                    </a:lnTo>
                    <a:cubicBezTo>
                      <a:pt x="14418" y="4784"/>
                      <a:pt x="14418" y="4777"/>
                      <a:pt x="14418" y="4772"/>
                    </a:cubicBezTo>
                    <a:cubicBezTo>
                      <a:pt x="14404" y="4422"/>
                      <a:pt x="14385" y="4072"/>
                      <a:pt x="14325" y="3721"/>
                    </a:cubicBezTo>
                    <a:cubicBezTo>
                      <a:pt x="14272" y="3344"/>
                      <a:pt x="14180" y="2981"/>
                      <a:pt x="14048" y="2624"/>
                    </a:cubicBezTo>
                    <a:cubicBezTo>
                      <a:pt x="13803" y="1943"/>
                      <a:pt x="13387" y="1295"/>
                      <a:pt x="12792" y="879"/>
                    </a:cubicBezTo>
                    <a:cubicBezTo>
                      <a:pt x="12666" y="793"/>
                      <a:pt x="12534" y="720"/>
                      <a:pt x="12402" y="648"/>
                    </a:cubicBezTo>
                    <a:cubicBezTo>
                      <a:pt x="12146" y="508"/>
                      <a:pt x="11873" y="438"/>
                      <a:pt x="11599" y="438"/>
                    </a:cubicBezTo>
                    <a:cubicBezTo>
                      <a:pt x="11329" y="438"/>
                      <a:pt x="11058" y="506"/>
                      <a:pt x="10802" y="641"/>
                    </a:cubicBezTo>
                    <a:cubicBezTo>
                      <a:pt x="10174" y="978"/>
                      <a:pt x="9665" y="1513"/>
                      <a:pt x="9334" y="2135"/>
                    </a:cubicBezTo>
                    <a:cubicBezTo>
                      <a:pt x="9163" y="2465"/>
                      <a:pt x="9037" y="2822"/>
                      <a:pt x="8938" y="3186"/>
                    </a:cubicBezTo>
                    <a:cubicBezTo>
                      <a:pt x="8845" y="3549"/>
                      <a:pt x="8792" y="3920"/>
                      <a:pt x="8753" y="4290"/>
                    </a:cubicBezTo>
                    <a:cubicBezTo>
                      <a:pt x="8720" y="4627"/>
                      <a:pt x="8726" y="4964"/>
                      <a:pt x="8726" y="5301"/>
                    </a:cubicBezTo>
                    <a:cubicBezTo>
                      <a:pt x="8726" y="5321"/>
                      <a:pt x="8726" y="5347"/>
                      <a:pt x="8733" y="5367"/>
                    </a:cubicBezTo>
                    <a:cubicBezTo>
                      <a:pt x="8634" y="5427"/>
                      <a:pt x="8521" y="5473"/>
                      <a:pt x="8402" y="5486"/>
                    </a:cubicBezTo>
                    <a:cubicBezTo>
                      <a:pt x="8364" y="5492"/>
                      <a:pt x="8325" y="5495"/>
                      <a:pt x="8286" y="5495"/>
                    </a:cubicBezTo>
                    <a:cubicBezTo>
                      <a:pt x="8111" y="5495"/>
                      <a:pt x="7938" y="5436"/>
                      <a:pt x="7814" y="5327"/>
                    </a:cubicBezTo>
                    <a:cubicBezTo>
                      <a:pt x="7633" y="5169"/>
                      <a:pt x="7427" y="5094"/>
                      <a:pt x="7219" y="5094"/>
                    </a:cubicBezTo>
                    <a:cubicBezTo>
                      <a:pt x="7002" y="5094"/>
                      <a:pt x="6784" y="5176"/>
                      <a:pt x="6591" y="5327"/>
                    </a:cubicBezTo>
                    <a:cubicBezTo>
                      <a:pt x="6460" y="5431"/>
                      <a:pt x="6288" y="5495"/>
                      <a:pt x="6117" y="5495"/>
                    </a:cubicBezTo>
                    <a:cubicBezTo>
                      <a:pt x="6081" y="5495"/>
                      <a:pt x="6045" y="5492"/>
                      <a:pt x="6010" y="5486"/>
                    </a:cubicBezTo>
                    <a:cubicBezTo>
                      <a:pt x="5858" y="5466"/>
                      <a:pt x="5732" y="5413"/>
                      <a:pt x="5613" y="5334"/>
                    </a:cubicBezTo>
                    <a:cubicBezTo>
                      <a:pt x="5633" y="5294"/>
                      <a:pt x="5639" y="5255"/>
                      <a:pt x="5646" y="5209"/>
                    </a:cubicBezTo>
                    <a:cubicBezTo>
                      <a:pt x="5646" y="5209"/>
                      <a:pt x="5659" y="5123"/>
                      <a:pt x="5672" y="4971"/>
                    </a:cubicBezTo>
                    <a:cubicBezTo>
                      <a:pt x="5692" y="4819"/>
                      <a:pt x="5706" y="4607"/>
                      <a:pt x="5719" y="4343"/>
                    </a:cubicBezTo>
                    <a:cubicBezTo>
                      <a:pt x="5725" y="4085"/>
                      <a:pt x="5725" y="3774"/>
                      <a:pt x="5699" y="3437"/>
                    </a:cubicBezTo>
                    <a:cubicBezTo>
                      <a:pt x="5672" y="3107"/>
                      <a:pt x="5620" y="2743"/>
                      <a:pt x="5514" y="2386"/>
                    </a:cubicBezTo>
                    <a:cubicBezTo>
                      <a:pt x="5415" y="2022"/>
                      <a:pt x="5263" y="1665"/>
                      <a:pt x="5071" y="1348"/>
                    </a:cubicBezTo>
                    <a:cubicBezTo>
                      <a:pt x="4972" y="1190"/>
                      <a:pt x="4859" y="1044"/>
                      <a:pt x="4747" y="912"/>
                    </a:cubicBezTo>
                    <a:cubicBezTo>
                      <a:pt x="4628" y="780"/>
                      <a:pt x="4502" y="661"/>
                      <a:pt x="4383" y="562"/>
                    </a:cubicBezTo>
                    <a:cubicBezTo>
                      <a:pt x="4139" y="363"/>
                      <a:pt x="3901" y="231"/>
                      <a:pt x="3716" y="158"/>
                    </a:cubicBezTo>
                    <a:cubicBezTo>
                      <a:pt x="3623" y="119"/>
                      <a:pt x="3544" y="92"/>
                      <a:pt x="3478" y="72"/>
                    </a:cubicBezTo>
                    <a:cubicBezTo>
                      <a:pt x="3289" y="22"/>
                      <a:pt x="3087" y="1"/>
                      <a:pt x="28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7" name="Google Shape;1177;p62"/>
              <p:cNvSpPr/>
              <p:nvPr/>
            </p:nvSpPr>
            <p:spPr>
              <a:xfrm>
                <a:off x="4203389" y="2163454"/>
                <a:ext cx="38464" cy="36608"/>
              </a:xfrm>
              <a:custGeom>
                <a:avLst/>
                <a:gdLst/>
                <a:ahLst/>
                <a:cxnLst/>
                <a:rect l="l" t="t" r="r" b="b"/>
                <a:pathLst>
                  <a:path w="1845" h="1756" extrusionOk="0">
                    <a:moveTo>
                      <a:pt x="916" y="0"/>
                    </a:moveTo>
                    <a:cubicBezTo>
                      <a:pt x="680" y="0"/>
                      <a:pt x="451" y="98"/>
                      <a:pt x="291" y="269"/>
                    </a:cubicBezTo>
                    <a:cubicBezTo>
                      <a:pt x="87" y="487"/>
                      <a:pt x="1" y="791"/>
                      <a:pt x="73" y="1082"/>
                    </a:cubicBezTo>
                    <a:cubicBezTo>
                      <a:pt x="139" y="1359"/>
                      <a:pt x="344" y="1597"/>
                      <a:pt x="615" y="1697"/>
                    </a:cubicBezTo>
                    <a:cubicBezTo>
                      <a:pt x="714" y="1736"/>
                      <a:pt x="820" y="1756"/>
                      <a:pt x="926" y="1756"/>
                    </a:cubicBezTo>
                    <a:cubicBezTo>
                      <a:pt x="1217" y="1756"/>
                      <a:pt x="1494" y="1604"/>
                      <a:pt x="1653" y="1359"/>
                    </a:cubicBezTo>
                    <a:cubicBezTo>
                      <a:pt x="1818" y="1115"/>
                      <a:pt x="1845" y="798"/>
                      <a:pt x="1726" y="527"/>
                    </a:cubicBezTo>
                    <a:cubicBezTo>
                      <a:pt x="1613" y="262"/>
                      <a:pt x="1369" y="64"/>
                      <a:pt x="1085" y="18"/>
                    </a:cubicBezTo>
                    <a:cubicBezTo>
                      <a:pt x="1029" y="6"/>
                      <a:pt x="972" y="0"/>
                      <a:pt x="9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1178" name="Google Shape;1178;p62"/>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FAMILY TIMELINE</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182"/>
        <p:cNvGrpSpPr/>
        <p:nvPr/>
      </p:nvGrpSpPr>
      <p:grpSpPr>
        <a:xfrm>
          <a:off x="0" y="0"/>
          <a:ext cx="0" cy="0"/>
          <a:chOff x="0" y="0"/>
          <a:chExt cx="0" cy="0"/>
        </a:xfrm>
      </p:grpSpPr>
      <p:grpSp>
        <p:nvGrpSpPr>
          <p:cNvPr id="1183" name="Google Shape;1183;p63"/>
          <p:cNvGrpSpPr/>
          <p:nvPr/>
        </p:nvGrpSpPr>
        <p:grpSpPr>
          <a:xfrm>
            <a:off x="723313" y="3752025"/>
            <a:ext cx="708000" cy="708000"/>
            <a:chOff x="762200" y="1561800"/>
            <a:chExt cx="708000" cy="708000"/>
          </a:xfrm>
        </p:grpSpPr>
        <p:sp>
          <p:nvSpPr>
            <p:cNvPr id="1184" name="Google Shape;1184;p63"/>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63"/>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 name="Google Shape;1186;p63"/>
          <p:cNvGrpSpPr/>
          <p:nvPr/>
        </p:nvGrpSpPr>
        <p:grpSpPr>
          <a:xfrm>
            <a:off x="723313" y="2644625"/>
            <a:ext cx="708000" cy="708000"/>
            <a:chOff x="762200" y="1561800"/>
            <a:chExt cx="708000" cy="708000"/>
          </a:xfrm>
        </p:grpSpPr>
        <p:sp>
          <p:nvSpPr>
            <p:cNvPr id="1187" name="Google Shape;1187;p63"/>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63"/>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89" name="Google Shape;1189;p63"/>
          <p:cNvCxnSpPr>
            <a:stCxn id="1190" idx="1"/>
            <a:endCxn id="1191" idx="3"/>
          </p:cNvCxnSpPr>
          <p:nvPr/>
        </p:nvCxnSpPr>
        <p:spPr>
          <a:xfrm rot="10800000">
            <a:off x="4716588" y="1891225"/>
            <a:ext cx="645000" cy="0"/>
          </a:xfrm>
          <a:prstGeom prst="straightConnector1">
            <a:avLst/>
          </a:prstGeom>
          <a:noFill/>
          <a:ln w="9525" cap="flat" cmpd="sng">
            <a:solidFill>
              <a:schemeClr val="dk1"/>
            </a:solidFill>
            <a:prstDash val="solid"/>
            <a:round/>
            <a:headEnd type="none" w="med" len="med"/>
            <a:tailEnd type="none" w="med" len="med"/>
          </a:ln>
        </p:spPr>
      </p:cxnSp>
      <p:cxnSp>
        <p:nvCxnSpPr>
          <p:cNvPr id="1192" name="Google Shape;1192;p63"/>
          <p:cNvCxnSpPr/>
          <p:nvPr/>
        </p:nvCxnSpPr>
        <p:spPr>
          <a:xfrm>
            <a:off x="2387675" y="1123950"/>
            <a:ext cx="4368600" cy="0"/>
          </a:xfrm>
          <a:prstGeom prst="straightConnector1">
            <a:avLst/>
          </a:prstGeom>
          <a:noFill/>
          <a:ln w="9525" cap="flat" cmpd="sng">
            <a:solidFill>
              <a:schemeClr val="dk1"/>
            </a:solidFill>
            <a:prstDash val="solid"/>
            <a:round/>
            <a:headEnd type="none" w="med" len="med"/>
            <a:tailEnd type="none" w="med" len="med"/>
          </a:ln>
        </p:spPr>
      </p:cxnSp>
      <p:sp>
        <p:nvSpPr>
          <p:cNvPr id="1193" name="Google Shape;1193;p63"/>
          <p:cNvSpPr txBox="1"/>
          <p:nvPr/>
        </p:nvSpPr>
        <p:spPr>
          <a:xfrm>
            <a:off x="2076313" y="3752025"/>
            <a:ext cx="2640300" cy="708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2"/>
                </a:solidFill>
                <a:latin typeface="M PLUS 1p"/>
                <a:ea typeface="M PLUS 1p"/>
                <a:cs typeface="M PLUS 1p"/>
                <a:sym typeface="M PLUS 1p"/>
              </a:rPr>
              <a:t>Addiction in the family</a:t>
            </a:r>
            <a:endParaRPr sz="2500" b="1">
              <a:solidFill>
                <a:schemeClr val="dk2"/>
              </a:solidFill>
              <a:latin typeface="M PLUS 1p"/>
              <a:ea typeface="M PLUS 1p"/>
              <a:cs typeface="M PLUS 1p"/>
              <a:sym typeface="M PLUS 1p"/>
            </a:endParaRPr>
          </a:p>
        </p:txBody>
      </p:sp>
      <p:sp>
        <p:nvSpPr>
          <p:cNvPr id="1194" name="Google Shape;1194;p63"/>
          <p:cNvSpPr txBox="1"/>
          <p:nvPr/>
        </p:nvSpPr>
        <p:spPr>
          <a:xfrm>
            <a:off x="5361588" y="3734475"/>
            <a:ext cx="3059100" cy="743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rgbClr val="13181E"/>
                </a:solidFill>
                <a:latin typeface="Montserrat"/>
                <a:ea typeface="Montserrat"/>
                <a:cs typeface="Montserrat"/>
                <a:sym typeface="Montserrat"/>
              </a:rPr>
              <a:t>Saturn is a gas giant with several rings and it’s composed of hydrogen and helium</a:t>
            </a:r>
            <a:endParaRPr>
              <a:solidFill>
                <a:srgbClr val="13181E"/>
              </a:solidFill>
              <a:latin typeface="Montserrat"/>
              <a:ea typeface="Montserrat"/>
              <a:cs typeface="Montserrat"/>
              <a:sym typeface="Montserrat"/>
            </a:endParaRPr>
          </a:p>
        </p:txBody>
      </p:sp>
      <p:sp>
        <p:nvSpPr>
          <p:cNvPr id="1191" name="Google Shape;1191;p63"/>
          <p:cNvSpPr txBox="1"/>
          <p:nvPr/>
        </p:nvSpPr>
        <p:spPr>
          <a:xfrm>
            <a:off x="2076313" y="1537225"/>
            <a:ext cx="2640300" cy="708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2"/>
                </a:solidFill>
                <a:latin typeface="M PLUS 1p"/>
                <a:ea typeface="M PLUS 1p"/>
                <a:cs typeface="M PLUS 1p"/>
                <a:sym typeface="M PLUS 1p"/>
              </a:rPr>
              <a:t>Trauma in </a:t>
            </a:r>
            <a:endParaRPr sz="2500" b="1">
              <a:solidFill>
                <a:schemeClr val="dk2"/>
              </a:solidFill>
              <a:latin typeface="M PLUS 1p"/>
              <a:ea typeface="M PLUS 1p"/>
              <a:cs typeface="M PLUS 1p"/>
              <a:sym typeface="M PLUS 1p"/>
            </a:endParaRPr>
          </a:p>
          <a:p>
            <a:pPr marL="0" lvl="0" indent="0" algn="ctr" rtl="0">
              <a:spcBef>
                <a:spcPts val="0"/>
              </a:spcBef>
              <a:spcAft>
                <a:spcPts val="0"/>
              </a:spcAft>
              <a:buNone/>
            </a:pPr>
            <a:r>
              <a:rPr lang="en" sz="2500" b="1">
                <a:solidFill>
                  <a:schemeClr val="dk2"/>
                </a:solidFill>
                <a:latin typeface="M PLUS 1p"/>
                <a:ea typeface="M PLUS 1p"/>
                <a:cs typeface="M PLUS 1p"/>
                <a:sym typeface="M PLUS 1p"/>
              </a:rPr>
              <a:t>the family</a:t>
            </a:r>
            <a:endParaRPr sz="2500" b="1">
              <a:solidFill>
                <a:schemeClr val="dk2"/>
              </a:solidFill>
              <a:latin typeface="M PLUS 1p"/>
              <a:ea typeface="M PLUS 1p"/>
              <a:cs typeface="M PLUS 1p"/>
              <a:sym typeface="M PLUS 1p"/>
            </a:endParaRPr>
          </a:p>
        </p:txBody>
      </p:sp>
      <p:sp>
        <p:nvSpPr>
          <p:cNvPr id="1190" name="Google Shape;1190;p63"/>
          <p:cNvSpPr txBox="1"/>
          <p:nvPr/>
        </p:nvSpPr>
        <p:spPr>
          <a:xfrm>
            <a:off x="5361588" y="1519675"/>
            <a:ext cx="3059100" cy="743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rgbClr val="13181E"/>
                </a:solidFill>
                <a:latin typeface="Montserrat"/>
                <a:ea typeface="Montserrat"/>
                <a:cs typeface="Montserrat"/>
                <a:sym typeface="Montserrat"/>
              </a:rPr>
              <a:t>Venus has a beautiful name and is the second planet from the Sun. It’s terribly hot there</a:t>
            </a:r>
            <a:endParaRPr>
              <a:solidFill>
                <a:srgbClr val="13181E"/>
              </a:solidFill>
              <a:latin typeface="Montserrat"/>
              <a:ea typeface="Montserrat"/>
              <a:cs typeface="Montserrat"/>
              <a:sym typeface="Montserrat"/>
            </a:endParaRPr>
          </a:p>
        </p:txBody>
      </p:sp>
      <p:sp>
        <p:nvSpPr>
          <p:cNvPr id="1195" name="Google Shape;1195;p63"/>
          <p:cNvSpPr txBox="1"/>
          <p:nvPr/>
        </p:nvSpPr>
        <p:spPr>
          <a:xfrm>
            <a:off x="2076313" y="2644625"/>
            <a:ext cx="2640300" cy="708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2"/>
                </a:solidFill>
                <a:latin typeface="M PLUS 1p"/>
                <a:ea typeface="M PLUS 1p"/>
                <a:cs typeface="M PLUS 1p"/>
                <a:sym typeface="M PLUS 1p"/>
              </a:rPr>
              <a:t>Mental illness in the family</a:t>
            </a:r>
            <a:endParaRPr sz="2500" b="1">
              <a:solidFill>
                <a:schemeClr val="dk2"/>
              </a:solidFill>
              <a:latin typeface="M PLUS 1p"/>
              <a:ea typeface="M PLUS 1p"/>
              <a:cs typeface="M PLUS 1p"/>
              <a:sym typeface="M PLUS 1p"/>
            </a:endParaRPr>
          </a:p>
        </p:txBody>
      </p:sp>
      <p:sp>
        <p:nvSpPr>
          <p:cNvPr id="1196" name="Google Shape;1196;p63"/>
          <p:cNvSpPr txBox="1"/>
          <p:nvPr/>
        </p:nvSpPr>
        <p:spPr>
          <a:xfrm>
            <a:off x="5361588" y="2627075"/>
            <a:ext cx="3059100" cy="743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rgbClr val="13181E"/>
                </a:solidFill>
                <a:latin typeface="Montserrat"/>
                <a:ea typeface="Montserrat"/>
                <a:cs typeface="Montserrat"/>
                <a:sym typeface="Montserrat"/>
              </a:rPr>
              <a:t>Earth is the third planet from the Sun and the only one that harbors life in the Solar System</a:t>
            </a:r>
            <a:endParaRPr>
              <a:solidFill>
                <a:srgbClr val="13181E"/>
              </a:solidFill>
              <a:latin typeface="Montserrat"/>
              <a:ea typeface="Montserrat"/>
              <a:cs typeface="Montserrat"/>
              <a:sym typeface="Montserrat"/>
            </a:endParaRPr>
          </a:p>
        </p:txBody>
      </p:sp>
      <p:cxnSp>
        <p:nvCxnSpPr>
          <p:cNvPr id="1197" name="Google Shape;1197;p63"/>
          <p:cNvCxnSpPr>
            <a:stCxn id="1196" idx="1"/>
            <a:endCxn id="1195" idx="3"/>
          </p:cNvCxnSpPr>
          <p:nvPr/>
        </p:nvCxnSpPr>
        <p:spPr>
          <a:xfrm rot="10800000">
            <a:off x="4716588" y="2998625"/>
            <a:ext cx="645000" cy="0"/>
          </a:xfrm>
          <a:prstGeom prst="straightConnector1">
            <a:avLst/>
          </a:prstGeom>
          <a:noFill/>
          <a:ln w="9525" cap="flat" cmpd="sng">
            <a:solidFill>
              <a:schemeClr val="dk1"/>
            </a:solidFill>
            <a:prstDash val="solid"/>
            <a:round/>
            <a:headEnd type="none" w="med" len="med"/>
            <a:tailEnd type="none" w="med" len="med"/>
          </a:ln>
        </p:spPr>
      </p:cxnSp>
      <p:cxnSp>
        <p:nvCxnSpPr>
          <p:cNvPr id="1198" name="Google Shape;1198;p63"/>
          <p:cNvCxnSpPr>
            <a:stCxn id="1194" idx="1"/>
            <a:endCxn id="1193" idx="3"/>
          </p:cNvCxnSpPr>
          <p:nvPr/>
        </p:nvCxnSpPr>
        <p:spPr>
          <a:xfrm rot="10800000">
            <a:off x="4716588" y="4106025"/>
            <a:ext cx="645000" cy="0"/>
          </a:xfrm>
          <a:prstGeom prst="straightConnector1">
            <a:avLst/>
          </a:prstGeom>
          <a:noFill/>
          <a:ln w="9525" cap="flat" cmpd="sng">
            <a:solidFill>
              <a:schemeClr val="dk1"/>
            </a:solidFill>
            <a:prstDash val="solid"/>
            <a:round/>
            <a:headEnd type="none" w="med" len="med"/>
            <a:tailEnd type="none" w="med" len="med"/>
          </a:ln>
        </p:spPr>
      </p:cxnSp>
      <p:grpSp>
        <p:nvGrpSpPr>
          <p:cNvPr id="1199" name="Google Shape;1199;p63"/>
          <p:cNvGrpSpPr/>
          <p:nvPr/>
        </p:nvGrpSpPr>
        <p:grpSpPr>
          <a:xfrm>
            <a:off x="723313" y="1537225"/>
            <a:ext cx="708000" cy="708000"/>
            <a:chOff x="762200" y="1561800"/>
            <a:chExt cx="708000" cy="708000"/>
          </a:xfrm>
        </p:grpSpPr>
        <p:sp>
          <p:nvSpPr>
            <p:cNvPr id="1200" name="Google Shape;1200;p63"/>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63"/>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 name="Google Shape;1202;p63"/>
          <p:cNvGrpSpPr/>
          <p:nvPr/>
        </p:nvGrpSpPr>
        <p:grpSpPr>
          <a:xfrm>
            <a:off x="904558" y="3900385"/>
            <a:ext cx="345509" cy="411281"/>
            <a:chOff x="2810763" y="1764271"/>
            <a:chExt cx="403256" cy="480020"/>
          </a:xfrm>
        </p:grpSpPr>
        <p:sp>
          <p:nvSpPr>
            <p:cNvPr id="1203" name="Google Shape;1203;p63"/>
            <p:cNvSpPr/>
            <p:nvPr/>
          </p:nvSpPr>
          <p:spPr>
            <a:xfrm>
              <a:off x="3026565" y="1764271"/>
              <a:ext cx="187453" cy="480020"/>
            </a:xfrm>
            <a:custGeom>
              <a:avLst/>
              <a:gdLst/>
              <a:ahLst/>
              <a:cxnLst/>
              <a:rect l="l" t="t" r="r" b="b"/>
              <a:pathLst>
                <a:path w="4840" h="12394" extrusionOk="0">
                  <a:moveTo>
                    <a:pt x="629" y="0"/>
                  </a:moveTo>
                  <a:cubicBezTo>
                    <a:pt x="278" y="0"/>
                    <a:pt x="1" y="278"/>
                    <a:pt x="1" y="621"/>
                  </a:cubicBezTo>
                  <a:cubicBezTo>
                    <a:pt x="1" y="694"/>
                    <a:pt x="14" y="767"/>
                    <a:pt x="34" y="833"/>
                  </a:cubicBezTo>
                  <a:lnTo>
                    <a:pt x="1111" y="3920"/>
                  </a:lnTo>
                  <a:cubicBezTo>
                    <a:pt x="1726" y="4092"/>
                    <a:pt x="2175" y="4654"/>
                    <a:pt x="2175" y="5321"/>
                  </a:cubicBezTo>
                  <a:lnTo>
                    <a:pt x="2175" y="7383"/>
                  </a:lnTo>
                  <a:cubicBezTo>
                    <a:pt x="2175" y="7581"/>
                    <a:pt x="2015" y="7743"/>
                    <a:pt x="1816" y="7743"/>
                  </a:cubicBezTo>
                  <a:cubicBezTo>
                    <a:pt x="1802" y="7743"/>
                    <a:pt x="1787" y="7742"/>
                    <a:pt x="1772" y="7740"/>
                  </a:cubicBezTo>
                  <a:cubicBezTo>
                    <a:pt x="1587" y="7721"/>
                    <a:pt x="1448" y="7555"/>
                    <a:pt x="1448" y="7370"/>
                  </a:cubicBezTo>
                  <a:lnTo>
                    <a:pt x="1448" y="5334"/>
                  </a:lnTo>
                  <a:cubicBezTo>
                    <a:pt x="1448" y="4951"/>
                    <a:pt x="1164" y="4627"/>
                    <a:pt x="781" y="4601"/>
                  </a:cubicBezTo>
                  <a:cubicBezTo>
                    <a:pt x="761" y="4599"/>
                    <a:pt x="742" y="4598"/>
                    <a:pt x="722" y="4598"/>
                  </a:cubicBezTo>
                  <a:cubicBezTo>
                    <a:pt x="320" y="4598"/>
                    <a:pt x="1" y="4924"/>
                    <a:pt x="1" y="5321"/>
                  </a:cubicBezTo>
                  <a:lnTo>
                    <a:pt x="1" y="9089"/>
                  </a:lnTo>
                  <a:cubicBezTo>
                    <a:pt x="1" y="9836"/>
                    <a:pt x="291" y="10530"/>
                    <a:pt x="814" y="11059"/>
                  </a:cubicBezTo>
                  <a:lnTo>
                    <a:pt x="2043" y="12288"/>
                  </a:lnTo>
                  <a:cubicBezTo>
                    <a:pt x="2109" y="12354"/>
                    <a:pt x="2202" y="12394"/>
                    <a:pt x="2301" y="12394"/>
                  </a:cubicBezTo>
                  <a:lnTo>
                    <a:pt x="4476" y="12394"/>
                  </a:lnTo>
                  <a:cubicBezTo>
                    <a:pt x="4681" y="12394"/>
                    <a:pt x="4839" y="12229"/>
                    <a:pt x="4839" y="12030"/>
                  </a:cubicBezTo>
                  <a:lnTo>
                    <a:pt x="4839" y="9849"/>
                  </a:lnTo>
                  <a:cubicBezTo>
                    <a:pt x="4839" y="9730"/>
                    <a:pt x="4780" y="9618"/>
                    <a:pt x="4681" y="9545"/>
                  </a:cubicBezTo>
                  <a:lnTo>
                    <a:pt x="3392" y="8686"/>
                  </a:lnTo>
                  <a:lnTo>
                    <a:pt x="3392" y="5116"/>
                  </a:lnTo>
                  <a:cubicBezTo>
                    <a:pt x="3392" y="4488"/>
                    <a:pt x="3233" y="3867"/>
                    <a:pt x="2929" y="3318"/>
                  </a:cubicBezTo>
                  <a:lnTo>
                    <a:pt x="1349" y="423"/>
                  </a:lnTo>
                  <a:cubicBezTo>
                    <a:pt x="1204" y="159"/>
                    <a:pt x="926" y="0"/>
                    <a:pt x="6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63"/>
            <p:cNvSpPr/>
            <p:nvPr/>
          </p:nvSpPr>
          <p:spPr>
            <a:xfrm>
              <a:off x="2810763" y="1764271"/>
              <a:ext cx="187686" cy="480020"/>
            </a:xfrm>
            <a:custGeom>
              <a:avLst/>
              <a:gdLst/>
              <a:ahLst/>
              <a:cxnLst/>
              <a:rect l="l" t="t" r="r" b="b"/>
              <a:pathLst>
                <a:path w="4846" h="12394" extrusionOk="0">
                  <a:moveTo>
                    <a:pt x="4217" y="0"/>
                  </a:moveTo>
                  <a:cubicBezTo>
                    <a:pt x="3913" y="0"/>
                    <a:pt x="3642" y="159"/>
                    <a:pt x="3497" y="423"/>
                  </a:cubicBezTo>
                  <a:lnTo>
                    <a:pt x="1911" y="3318"/>
                  </a:lnTo>
                  <a:cubicBezTo>
                    <a:pt x="1613" y="3867"/>
                    <a:pt x="1454" y="4488"/>
                    <a:pt x="1454" y="5116"/>
                  </a:cubicBezTo>
                  <a:lnTo>
                    <a:pt x="1454" y="8686"/>
                  </a:lnTo>
                  <a:lnTo>
                    <a:pt x="165" y="9545"/>
                  </a:lnTo>
                  <a:cubicBezTo>
                    <a:pt x="60" y="9618"/>
                    <a:pt x="0" y="9730"/>
                    <a:pt x="0" y="9849"/>
                  </a:cubicBezTo>
                  <a:lnTo>
                    <a:pt x="0" y="12030"/>
                  </a:lnTo>
                  <a:cubicBezTo>
                    <a:pt x="0" y="12229"/>
                    <a:pt x="165" y="12394"/>
                    <a:pt x="364" y="12394"/>
                  </a:cubicBezTo>
                  <a:lnTo>
                    <a:pt x="2545" y="12394"/>
                  </a:lnTo>
                  <a:cubicBezTo>
                    <a:pt x="2638" y="12394"/>
                    <a:pt x="2730" y="12354"/>
                    <a:pt x="2803" y="12288"/>
                  </a:cubicBezTo>
                  <a:lnTo>
                    <a:pt x="4026" y="11059"/>
                  </a:lnTo>
                  <a:cubicBezTo>
                    <a:pt x="4555" y="10530"/>
                    <a:pt x="4845" y="9836"/>
                    <a:pt x="4845" y="9089"/>
                  </a:cubicBezTo>
                  <a:lnTo>
                    <a:pt x="4845" y="5334"/>
                  </a:lnTo>
                  <a:cubicBezTo>
                    <a:pt x="4845" y="4951"/>
                    <a:pt x="4555" y="4627"/>
                    <a:pt x="4171" y="4601"/>
                  </a:cubicBezTo>
                  <a:cubicBezTo>
                    <a:pt x="4152" y="4599"/>
                    <a:pt x="4133" y="4598"/>
                    <a:pt x="4114" y="4598"/>
                  </a:cubicBezTo>
                  <a:cubicBezTo>
                    <a:pt x="3716" y="4598"/>
                    <a:pt x="3391" y="4924"/>
                    <a:pt x="3391" y="5321"/>
                  </a:cubicBezTo>
                  <a:lnTo>
                    <a:pt x="3391" y="7370"/>
                  </a:lnTo>
                  <a:cubicBezTo>
                    <a:pt x="3391" y="7555"/>
                    <a:pt x="3252" y="7721"/>
                    <a:pt x="3067" y="7740"/>
                  </a:cubicBezTo>
                  <a:cubicBezTo>
                    <a:pt x="3052" y="7742"/>
                    <a:pt x="3038" y="7743"/>
                    <a:pt x="3023" y="7743"/>
                  </a:cubicBezTo>
                  <a:cubicBezTo>
                    <a:pt x="2825" y="7743"/>
                    <a:pt x="2664" y="7581"/>
                    <a:pt x="2664" y="7383"/>
                  </a:cubicBezTo>
                  <a:lnTo>
                    <a:pt x="2664" y="5321"/>
                  </a:lnTo>
                  <a:cubicBezTo>
                    <a:pt x="2664" y="4654"/>
                    <a:pt x="3120" y="4092"/>
                    <a:pt x="3735" y="3920"/>
                  </a:cubicBezTo>
                  <a:lnTo>
                    <a:pt x="4806" y="833"/>
                  </a:lnTo>
                  <a:cubicBezTo>
                    <a:pt x="4832" y="767"/>
                    <a:pt x="4845" y="694"/>
                    <a:pt x="4845" y="621"/>
                  </a:cubicBezTo>
                  <a:cubicBezTo>
                    <a:pt x="4845" y="278"/>
                    <a:pt x="4561" y="0"/>
                    <a:pt x="42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 name="Google Shape;1205;p63"/>
          <p:cNvGrpSpPr/>
          <p:nvPr/>
        </p:nvGrpSpPr>
        <p:grpSpPr>
          <a:xfrm>
            <a:off x="872303" y="1685469"/>
            <a:ext cx="410019" cy="411512"/>
            <a:chOff x="5276108" y="2353352"/>
            <a:chExt cx="478546" cy="480289"/>
          </a:xfrm>
        </p:grpSpPr>
        <p:sp>
          <p:nvSpPr>
            <p:cNvPr id="1206" name="Google Shape;1206;p63"/>
            <p:cNvSpPr/>
            <p:nvPr/>
          </p:nvSpPr>
          <p:spPr>
            <a:xfrm>
              <a:off x="5387998" y="2353352"/>
              <a:ext cx="254766" cy="215842"/>
            </a:xfrm>
            <a:custGeom>
              <a:avLst/>
              <a:gdLst/>
              <a:ahLst/>
              <a:cxnLst/>
              <a:rect l="l" t="t" r="r" b="b"/>
              <a:pathLst>
                <a:path w="6578" h="5573" extrusionOk="0">
                  <a:moveTo>
                    <a:pt x="2029" y="0"/>
                  </a:moveTo>
                  <a:cubicBezTo>
                    <a:pt x="1556" y="0"/>
                    <a:pt x="1082" y="181"/>
                    <a:pt x="721" y="542"/>
                  </a:cubicBezTo>
                  <a:cubicBezTo>
                    <a:pt x="1" y="1262"/>
                    <a:pt x="1" y="2432"/>
                    <a:pt x="721" y="3153"/>
                  </a:cubicBezTo>
                  <a:lnTo>
                    <a:pt x="3035" y="5466"/>
                  </a:lnTo>
                  <a:cubicBezTo>
                    <a:pt x="3101" y="5533"/>
                    <a:pt x="3193" y="5572"/>
                    <a:pt x="3292" y="5572"/>
                  </a:cubicBezTo>
                  <a:cubicBezTo>
                    <a:pt x="3385" y="5572"/>
                    <a:pt x="3477" y="5533"/>
                    <a:pt x="3544" y="5466"/>
                  </a:cubicBezTo>
                  <a:lnTo>
                    <a:pt x="5857" y="3153"/>
                  </a:lnTo>
                  <a:cubicBezTo>
                    <a:pt x="6578" y="2432"/>
                    <a:pt x="6578" y="1262"/>
                    <a:pt x="5857" y="542"/>
                  </a:cubicBezTo>
                  <a:cubicBezTo>
                    <a:pt x="5496" y="181"/>
                    <a:pt x="5023" y="0"/>
                    <a:pt x="4550" y="0"/>
                  </a:cubicBezTo>
                  <a:cubicBezTo>
                    <a:pt x="4097" y="0"/>
                    <a:pt x="3645" y="166"/>
                    <a:pt x="3292" y="496"/>
                  </a:cubicBezTo>
                  <a:cubicBezTo>
                    <a:pt x="2937" y="166"/>
                    <a:pt x="2483" y="0"/>
                    <a:pt x="2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63"/>
            <p:cNvSpPr/>
            <p:nvPr/>
          </p:nvSpPr>
          <p:spPr>
            <a:xfrm>
              <a:off x="5529323" y="2411679"/>
              <a:ext cx="225331" cy="337493"/>
            </a:xfrm>
            <a:custGeom>
              <a:avLst/>
              <a:gdLst/>
              <a:ahLst/>
              <a:cxnLst/>
              <a:rect l="l" t="t" r="r" b="b"/>
              <a:pathLst>
                <a:path w="5818" h="8714" extrusionOk="0">
                  <a:moveTo>
                    <a:pt x="4905" y="1"/>
                  </a:moveTo>
                  <a:cubicBezTo>
                    <a:pt x="4403" y="1"/>
                    <a:pt x="3999" y="404"/>
                    <a:pt x="3999" y="907"/>
                  </a:cubicBezTo>
                  <a:lnTo>
                    <a:pt x="3999" y="2652"/>
                  </a:lnTo>
                  <a:cubicBezTo>
                    <a:pt x="4046" y="2685"/>
                    <a:pt x="4085" y="2724"/>
                    <a:pt x="4125" y="2764"/>
                  </a:cubicBezTo>
                  <a:cubicBezTo>
                    <a:pt x="4766" y="3399"/>
                    <a:pt x="4766" y="4436"/>
                    <a:pt x="4125" y="5078"/>
                  </a:cubicBezTo>
                  <a:lnTo>
                    <a:pt x="2803" y="6400"/>
                  </a:lnTo>
                  <a:cubicBezTo>
                    <a:pt x="2730" y="6473"/>
                    <a:pt x="2633" y="6511"/>
                    <a:pt x="2536" y="6511"/>
                  </a:cubicBezTo>
                  <a:cubicBezTo>
                    <a:pt x="2457" y="6511"/>
                    <a:pt x="2379" y="6486"/>
                    <a:pt x="2314" y="6433"/>
                  </a:cubicBezTo>
                  <a:cubicBezTo>
                    <a:pt x="2142" y="6294"/>
                    <a:pt x="2135" y="6043"/>
                    <a:pt x="2281" y="5891"/>
                  </a:cubicBezTo>
                  <a:lnTo>
                    <a:pt x="3616" y="4562"/>
                  </a:lnTo>
                  <a:cubicBezTo>
                    <a:pt x="3966" y="4205"/>
                    <a:pt x="3966" y="3630"/>
                    <a:pt x="3616" y="3280"/>
                  </a:cubicBezTo>
                  <a:cubicBezTo>
                    <a:pt x="3438" y="3101"/>
                    <a:pt x="3205" y="3012"/>
                    <a:pt x="2972" y="3012"/>
                  </a:cubicBezTo>
                  <a:cubicBezTo>
                    <a:pt x="2739" y="3012"/>
                    <a:pt x="2506" y="3101"/>
                    <a:pt x="2327" y="3280"/>
                  </a:cubicBezTo>
                  <a:lnTo>
                    <a:pt x="608" y="4998"/>
                  </a:lnTo>
                  <a:cubicBezTo>
                    <a:pt x="218" y="5388"/>
                    <a:pt x="0" y="5910"/>
                    <a:pt x="0" y="6459"/>
                  </a:cubicBezTo>
                  <a:lnTo>
                    <a:pt x="0" y="8713"/>
                  </a:lnTo>
                  <a:lnTo>
                    <a:pt x="3781" y="8713"/>
                  </a:lnTo>
                  <a:lnTo>
                    <a:pt x="3781" y="7801"/>
                  </a:lnTo>
                  <a:lnTo>
                    <a:pt x="5236" y="6036"/>
                  </a:lnTo>
                  <a:cubicBezTo>
                    <a:pt x="5612" y="5587"/>
                    <a:pt x="5817" y="5011"/>
                    <a:pt x="5817" y="4423"/>
                  </a:cubicBezTo>
                  <a:lnTo>
                    <a:pt x="5817" y="907"/>
                  </a:lnTo>
                  <a:cubicBezTo>
                    <a:pt x="5817" y="404"/>
                    <a:pt x="5407" y="1"/>
                    <a:pt x="49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63"/>
            <p:cNvSpPr/>
            <p:nvPr/>
          </p:nvSpPr>
          <p:spPr>
            <a:xfrm>
              <a:off x="5276108" y="2411641"/>
              <a:ext cx="225331" cy="337532"/>
            </a:xfrm>
            <a:custGeom>
              <a:avLst/>
              <a:gdLst/>
              <a:ahLst/>
              <a:cxnLst/>
              <a:rect l="l" t="t" r="r" b="b"/>
              <a:pathLst>
                <a:path w="5818" h="8715" extrusionOk="0">
                  <a:moveTo>
                    <a:pt x="912" y="0"/>
                  </a:moveTo>
                  <a:cubicBezTo>
                    <a:pt x="893" y="0"/>
                    <a:pt x="873" y="1"/>
                    <a:pt x="854" y="2"/>
                  </a:cubicBezTo>
                  <a:cubicBezTo>
                    <a:pt x="384" y="28"/>
                    <a:pt x="1" y="451"/>
                    <a:pt x="1" y="921"/>
                  </a:cubicBezTo>
                  <a:lnTo>
                    <a:pt x="1" y="4424"/>
                  </a:lnTo>
                  <a:cubicBezTo>
                    <a:pt x="1" y="5012"/>
                    <a:pt x="206" y="5588"/>
                    <a:pt x="583" y="6037"/>
                  </a:cubicBezTo>
                  <a:lnTo>
                    <a:pt x="2037" y="7802"/>
                  </a:lnTo>
                  <a:lnTo>
                    <a:pt x="2037" y="8714"/>
                  </a:lnTo>
                  <a:lnTo>
                    <a:pt x="5818" y="8714"/>
                  </a:lnTo>
                  <a:lnTo>
                    <a:pt x="5818" y="6460"/>
                  </a:lnTo>
                  <a:cubicBezTo>
                    <a:pt x="5818" y="5911"/>
                    <a:pt x="5600" y="5389"/>
                    <a:pt x="5210" y="4999"/>
                  </a:cubicBezTo>
                  <a:lnTo>
                    <a:pt x="3491" y="3281"/>
                  </a:lnTo>
                  <a:cubicBezTo>
                    <a:pt x="3313" y="3102"/>
                    <a:pt x="3080" y="3013"/>
                    <a:pt x="2847" y="3013"/>
                  </a:cubicBezTo>
                  <a:cubicBezTo>
                    <a:pt x="2614" y="3013"/>
                    <a:pt x="2381" y="3102"/>
                    <a:pt x="2202" y="3281"/>
                  </a:cubicBezTo>
                  <a:cubicBezTo>
                    <a:pt x="1852" y="3631"/>
                    <a:pt x="1852" y="4206"/>
                    <a:pt x="2202" y="4563"/>
                  </a:cubicBezTo>
                  <a:lnTo>
                    <a:pt x="3537" y="5892"/>
                  </a:lnTo>
                  <a:cubicBezTo>
                    <a:pt x="3683" y="6044"/>
                    <a:pt x="3676" y="6295"/>
                    <a:pt x="3504" y="6434"/>
                  </a:cubicBezTo>
                  <a:cubicBezTo>
                    <a:pt x="3439" y="6487"/>
                    <a:pt x="3361" y="6512"/>
                    <a:pt x="3282" y="6512"/>
                  </a:cubicBezTo>
                  <a:cubicBezTo>
                    <a:pt x="3185" y="6512"/>
                    <a:pt x="3088" y="6474"/>
                    <a:pt x="3015" y="6401"/>
                  </a:cubicBezTo>
                  <a:lnTo>
                    <a:pt x="1693" y="5079"/>
                  </a:lnTo>
                  <a:cubicBezTo>
                    <a:pt x="1052" y="4437"/>
                    <a:pt x="1052" y="3400"/>
                    <a:pt x="1693" y="2765"/>
                  </a:cubicBezTo>
                  <a:cubicBezTo>
                    <a:pt x="1733" y="2725"/>
                    <a:pt x="1772" y="2686"/>
                    <a:pt x="1819" y="2653"/>
                  </a:cubicBezTo>
                  <a:lnTo>
                    <a:pt x="1819" y="908"/>
                  </a:lnTo>
                  <a:cubicBezTo>
                    <a:pt x="1819" y="405"/>
                    <a:pt x="1414" y="0"/>
                    <a:pt x="9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63"/>
            <p:cNvSpPr/>
            <p:nvPr/>
          </p:nvSpPr>
          <p:spPr>
            <a:xfrm>
              <a:off x="5340902" y="2777289"/>
              <a:ext cx="160536" cy="56352"/>
            </a:xfrm>
            <a:custGeom>
              <a:avLst/>
              <a:gdLst/>
              <a:ahLst/>
              <a:cxnLst/>
              <a:rect l="l" t="t" r="r" b="b"/>
              <a:pathLst>
                <a:path w="4145" h="1455" extrusionOk="0">
                  <a:moveTo>
                    <a:pt x="364" y="0"/>
                  </a:moveTo>
                  <a:cubicBezTo>
                    <a:pt x="166" y="0"/>
                    <a:pt x="0" y="165"/>
                    <a:pt x="0" y="364"/>
                  </a:cubicBezTo>
                  <a:lnTo>
                    <a:pt x="0" y="1091"/>
                  </a:lnTo>
                  <a:cubicBezTo>
                    <a:pt x="0" y="1289"/>
                    <a:pt x="166" y="1454"/>
                    <a:pt x="364" y="1454"/>
                  </a:cubicBezTo>
                  <a:lnTo>
                    <a:pt x="4145" y="1454"/>
                  </a:lnTo>
                  <a:lnTo>
                    <a:pt x="414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63"/>
            <p:cNvSpPr/>
            <p:nvPr/>
          </p:nvSpPr>
          <p:spPr>
            <a:xfrm>
              <a:off x="5529323" y="2777289"/>
              <a:ext cx="160536" cy="56352"/>
            </a:xfrm>
            <a:custGeom>
              <a:avLst/>
              <a:gdLst/>
              <a:ahLst/>
              <a:cxnLst/>
              <a:rect l="l" t="t" r="r" b="b"/>
              <a:pathLst>
                <a:path w="4145" h="1455" extrusionOk="0">
                  <a:moveTo>
                    <a:pt x="0" y="0"/>
                  </a:moveTo>
                  <a:lnTo>
                    <a:pt x="0" y="1454"/>
                  </a:lnTo>
                  <a:lnTo>
                    <a:pt x="3781" y="1454"/>
                  </a:lnTo>
                  <a:cubicBezTo>
                    <a:pt x="3980" y="1454"/>
                    <a:pt x="4145" y="1289"/>
                    <a:pt x="4145" y="1091"/>
                  </a:cubicBezTo>
                  <a:lnTo>
                    <a:pt x="4145" y="364"/>
                  </a:lnTo>
                  <a:cubicBezTo>
                    <a:pt x="4145" y="165"/>
                    <a:pt x="3980" y="0"/>
                    <a:pt x="37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 name="Google Shape;1211;p63"/>
          <p:cNvGrpSpPr/>
          <p:nvPr/>
        </p:nvGrpSpPr>
        <p:grpSpPr>
          <a:xfrm>
            <a:off x="871555" y="2792935"/>
            <a:ext cx="411512" cy="411380"/>
            <a:chOff x="5901051" y="4121486"/>
            <a:chExt cx="480290" cy="480136"/>
          </a:xfrm>
        </p:grpSpPr>
        <p:sp>
          <p:nvSpPr>
            <p:cNvPr id="1212" name="Google Shape;1212;p63"/>
            <p:cNvSpPr/>
            <p:nvPr/>
          </p:nvSpPr>
          <p:spPr>
            <a:xfrm>
              <a:off x="6071811" y="4121486"/>
              <a:ext cx="309530" cy="480136"/>
            </a:xfrm>
            <a:custGeom>
              <a:avLst/>
              <a:gdLst/>
              <a:ahLst/>
              <a:cxnLst/>
              <a:rect l="l" t="t" r="r" b="b"/>
              <a:pathLst>
                <a:path w="7992" h="12397" extrusionOk="0">
                  <a:moveTo>
                    <a:pt x="3625" y="1"/>
                  </a:moveTo>
                  <a:cubicBezTo>
                    <a:pt x="3227" y="1"/>
                    <a:pt x="2902" y="326"/>
                    <a:pt x="2902" y="723"/>
                  </a:cubicBezTo>
                  <a:lnTo>
                    <a:pt x="2902" y="1450"/>
                  </a:lnTo>
                  <a:cubicBezTo>
                    <a:pt x="2902" y="1053"/>
                    <a:pt x="2583" y="728"/>
                    <a:pt x="2180" y="728"/>
                  </a:cubicBezTo>
                  <a:cubicBezTo>
                    <a:pt x="2161" y="728"/>
                    <a:pt x="2142" y="728"/>
                    <a:pt x="2122" y="730"/>
                  </a:cubicBezTo>
                  <a:cubicBezTo>
                    <a:pt x="1739" y="756"/>
                    <a:pt x="1448" y="1080"/>
                    <a:pt x="1448" y="1464"/>
                  </a:cubicBezTo>
                  <a:lnTo>
                    <a:pt x="1448" y="2178"/>
                  </a:lnTo>
                  <a:cubicBezTo>
                    <a:pt x="1448" y="1777"/>
                    <a:pt x="1123" y="1449"/>
                    <a:pt x="715" y="1449"/>
                  </a:cubicBezTo>
                  <a:cubicBezTo>
                    <a:pt x="699" y="1449"/>
                    <a:pt x="684" y="1450"/>
                    <a:pt x="668" y="1450"/>
                  </a:cubicBezTo>
                  <a:cubicBezTo>
                    <a:pt x="291" y="1484"/>
                    <a:pt x="0" y="1807"/>
                    <a:pt x="0" y="2191"/>
                  </a:cubicBezTo>
                  <a:lnTo>
                    <a:pt x="0" y="3268"/>
                  </a:lnTo>
                  <a:lnTo>
                    <a:pt x="2155" y="3268"/>
                  </a:lnTo>
                  <a:cubicBezTo>
                    <a:pt x="2909" y="3268"/>
                    <a:pt x="3583" y="3883"/>
                    <a:pt x="3629" y="4630"/>
                  </a:cubicBezTo>
                  <a:cubicBezTo>
                    <a:pt x="3636" y="4775"/>
                    <a:pt x="3623" y="4921"/>
                    <a:pt x="3590" y="5060"/>
                  </a:cubicBezTo>
                  <a:cubicBezTo>
                    <a:pt x="3913" y="5324"/>
                    <a:pt x="4112" y="5727"/>
                    <a:pt x="4112" y="6177"/>
                  </a:cubicBezTo>
                  <a:cubicBezTo>
                    <a:pt x="4112" y="6441"/>
                    <a:pt x="4046" y="6686"/>
                    <a:pt x="3920" y="6897"/>
                  </a:cubicBezTo>
                  <a:cubicBezTo>
                    <a:pt x="4052" y="7135"/>
                    <a:pt x="4125" y="7413"/>
                    <a:pt x="4112" y="7704"/>
                  </a:cubicBezTo>
                  <a:cubicBezTo>
                    <a:pt x="4072" y="8464"/>
                    <a:pt x="3398" y="9079"/>
                    <a:pt x="2638" y="9079"/>
                  </a:cubicBezTo>
                  <a:lnTo>
                    <a:pt x="2552" y="9079"/>
                  </a:lnTo>
                  <a:cubicBezTo>
                    <a:pt x="2552" y="9878"/>
                    <a:pt x="1897" y="10533"/>
                    <a:pt x="1098" y="10533"/>
                  </a:cubicBezTo>
                  <a:lnTo>
                    <a:pt x="575" y="10533"/>
                  </a:lnTo>
                  <a:cubicBezTo>
                    <a:pt x="688" y="10685"/>
                    <a:pt x="820" y="10824"/>
                    <a:pt x="965" y="10949"/>
                  </a:cubicBezTo>
                  <a:lnTo>
                    <a:pt x="965" y="12033"/>
                  </a:lnTo>
                  <a:cubicBezTo>
                    <a:pt x="965" y="12232"/>
                    <a:pt x="1131" y="12397"/>
                    <a:pt x="1329" y="12397"/>
                  </a:cubicBezTo>
                  <a:lnTo>
                    <a:pt x="6657" y="12397"/>
                  </a:lnTo>
                  <a:cubicBezTo>
                    <a:pt x="6855" y="12397"/>
                    <a:pt x="7020" y="12232"/>
                    <a:pt x="7020" y="12033"/>
                  </a:cubicBezTo>
                  <a:lnTo>
                    <a:pt x="7020" y="10949"/>
                  </a:lnTo>
                  <a:cubicBezTo>
                    <a:pt x="7628" y="10420"/>
                    <a:pt x="7992" y="9647"/>
                    <a:pt x="7992" y="8834"/>
                  </a:cubicBezTo>
                  <a:lnTo>
                    <a:pt x="7992" y="4841"/>
                  </a:lnTo>
                  <a:cubicBezTo>
                    <a:pt x="7992" y="4440"/>
                    <a:pt x="7668" y="4114"/>
                    <a:pt x="7269" y="4114"/>
                  </a:cubicBezTo>
                  <a:cubicBezTo>
                    <a:pt x="7261" y="4114"/>
                    <a:pt x="7253" y="4114"/>
                    <a:pt x="7245" y="4114"/>
                  </a:cubicBezTo>
                  <a:cubicBezTo>
                    <a:pt x="6848" y="4128"/>
                    <a:pt x="6538" y="4458"/>
                    <a:pt x="6538" y="4855"/>
                  </a:cubicBezTo>
                  <a:lnTo>
                    <a:pt x="6538" y="7545"/>
                  </a:lnTo>
                  <a:cubicBezTo>
                    <a:pt x="6538" y="7717"/>
                    <a:pt x="6412" y="7862"/>
                    <a:pt x="6247" y="7895"/>
                  </a:cubicBezTo>
                  <a:cubicBezTo>
                    <a:pt x="5573" y="8034"/>
                    <a:pt x="5090" y="8629"/>
                    <a:pt x="5083" y="9310"/>
                  </a:cubicBezTo>
                  <a:cubicBezTo>
                    <a:pt x="5083" y="9495"/>
                    <a:pt x="4951" y="9660"/>
                    <a:pt x="4766" y="9680"/>
                  </a:cubicBezTo>
                  <a:cubicBezTo>
                    <a:pt x="4749" y="9683"/>
                    <a:pt x="4731" y="9684"/>
                    <a:pt x="4714" y="9684"/>
                  </a:cubicBezTo>
                  <a:cubicBezTo>
                    <a:pt x="4518" y="9684"/>
                    <a:pt x="4356" y="9518"/>
                    <a:pt x="4356" y="9323"/>
                  </a:cubicBezTo>
                  <a:cubicBezTo>
                    <a:pt x="4356" y="8391"/>
                    <a:pt x="4951" y="7571"/>
                    <a:pt x="5811" y="7267"/>
                  </a:cubicBezTo>
                  <a:lnTo>
                    <a:pt x="5811" y="1464"/>
                  </a:lnTo>
                  <a:cubicBezTo>
                    <a:pt x="5811" y="1080"/>
                    <a:pt x="5520" y="756"/>
                    <a:pt x="5136" y="730"/>
                  </a:cubicBezTo>
                  <a:cubicBezTo>
                    <a:pt x="5117" y="728"/>
                    <a:pt x="5098" y="728"/>
                    <a:pt x="5079" y="728"/>
                  </a:cubicBezTo>
                  <a:cubicBezTo>
                    <a:pt x="4682" y="728"/>
                    <a:pt x="4356" y="1053"/>
                    <a:pt x="4356" y="1450"/>
                  </a:cubicBezTo>
                  <a:lnTo>
                    <a:pt x="4356" y="737"/>
                  </a:lnTo>
                  <a:cubicBezTo>
                    <a:pt x="4356" y="360"/>
                    <a:pt x="4065" y="29"/>
                    <a:pt x="3682" y="3"/>
                  </a:cubicBezTo>
                  <a:cubicBezTo>
                    <a:pt x="3663" y="1"/>
                    <a:pt x="3644" y="1"/>
                    <a:pt x="36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63"/>
            <p:cNvSpPr/>
            <p:nvPr/>
          </p:nvSpPr>
          <p:spPr>
            <a:xfrm>
              <a:off x="5901051" y="4276212"/>
              <a:ext cx="303411" cy="225060"/>
            </a:xfrm>
            <a:custGeom>
              <a:avLst/>
              <a:gdLst/>
              <a:ahLst/>
              <a:cxnLst/>
              <a:rect l="l" t="t" r="r" b="b"/>
              <a:pathLst>
                <a:path w="7834" h="5811" extrusionOk="0">
                  <a:moveTo>
                    <a:pt x="3887" y="0"/>
                  </a:moveTo>
                  <a:cubicBezTo>
                    <a:pt x="3087" y="0"/>
                    <a:pt x="2314" y="318"/>
                    <a:pt x="1745" y="886"/>
                  </a:cubicBezTo>
                  <a:lnTo>
                    <a:pt x="1666" y="965"/>
                  </a:lnTo>
                  <a:lnTo>
                    <a:pt x="364" y="965"/>
                  </a:lnTo>
                  <a:cubicBezTo>
                    <a:pt x="166" y="965"/>
                    <a:pt x="0" y="1131"/>
                    <a:pt x="0" y="1329"/>
                  </a:cubicBezTo>
                  <a:lnTo>
                    <a:pt x="0" y="4641"/>
                  </a:lnTo>
                  <a:cubicBezTo>
                    <a:pt x="0" y="4753"/>
                    <a:pt x="86" y="4846"/>
                    <a:pt x="199" y="4846"/>
                  </a:cubicBezTo>
                  <a:lnTo>
                    <a:pt x="1666" y="4846"/>
                  </a:lnTo>
                  <a:lnTo>
                    <a:pt x="2149" y="5328"/>
                  </a:lnTo>
                  <a:cubicBezTo>
                    <a:pt x="2459" y="5639"/>
                    <a:pt x="2882" y="5811"/>
                    <a:pt x="3319" y="5811"/>
                  </a:cubicBezTo>
                  <a:lnTo>
                    <a:pt x="5493" y="5811"/>
                  </a:lnTo>
                  <a:cubicBezTo>
                    <a:pt x="5877" y="5811"/>
                    <a:pt x="6201" y="5520"/>
                    <a:pt x="6234" y="5136"/>
                  </a:cubicBezTo>
                  <a:cubicBezTo>
                    <a:pt x="6260" y="4713"/>
                    <a:pt x="5923" y="4356"/>
                    <a:pt x="5507" y="4356"/>
                  </a:cubicBezTo>
                  <a:lnTo>
                    <a:pt x="7067" y="4356"/>
                  </a:lnTo>
                  <a:cubicBezTo>
                    <a:pt x="7450" y="4356"/>
                    <a:pt x="7780" y="4066"/>
                    <a:pt x="7807" y="3689"/>
                  </a:cubicBezTo>
                  <a:cubicBezTo>
                    <a:pt x="7833" y="3259"/>
                    <a:pt x="7503" y="2902"/>
                    <a:pt x="7080" y="2902"/>
                  </a:cubicBezTo>
                  <a:cubicBezTo>
                    <a:pt x="7503" y="2902"/>
                    <a:pt x="7833" y="2552"/>
                    <a:pt x="7807" y="2122"/>
                  </a:cubicBezTo>
                  <a:cubicBezTo>
                    <a:pt x="7780" y="1745"/>
                    <a:pt x="7450" y="1455"/>
                    <a:pt x="7067" y="1455"/>
                  </a:cubicBezTo>
                  <a:lnTo>
                    <a:pt x="6597" y="1455"/>
                  </a:lnTo>
                  <a:cubicBezTo>
                    <a:pt x="7014" y="1455"/>
                    <a:pt x="7351" y="1098"/>
                    <a:pt x="7324" y="675"/>
                  </a:cubicBezTo>
                  <a:cubicBezTo>
                    <a:pt x="7291" y="291"/>
                    <a:pt x="6967" y="0"/>
                    <a:pt x="65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 name="Google Shape;1214;p63"/>
          <p:cNvGrpSpPr/>
          <p:nvPr/>
        </p:nvGrpSpPr>
        <p:grpSpPr>
          <a:xfrm>
            <a:off x="992175" y="359377"/>
            <a:ext cx="805800" cy="805800"/>
            <a:chOff x="823900" y="721062"/>
            <a:chExt cx="805800" cy="805800"/>
          </a:xfrm>
        </p:grpSpPr>
        <p:sp>
          <p:nvSpPr>
            <p:cNvPr id="1215" name="Google Shape;1215;p63"/>
            <p:cNvSpPr/>
            <p:nvPr/>
          </p:nvSpPr>
          <p:spPr>
            <a:xfrm>
              <a:off x="823900" y="721062"/>
              <a:ext cx="805800" cy="805800"/>
            </a:xfrm>
            <a:prstGeom prst="diamond">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63"/>
            <p:cNvSpPr/>
            <p:nvPr/>
          </p:nvSpPr>
          <p:spPr>
            <a:xfrm>
              <a:off x="891734" y="788912"/>
              <a:ext cx="670200" cy="670200"/>
            </a:xfrm>
            <a:prstGeom prst="diamon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7" name="Google Shape;1217;p63"/>
            <p:cNvGrpSpPr/>
            <p:nvPr/>
          </p:nvGrpSpPr>
          <p:grpSpPr>
            <a:xfrm>
              <a:off x="1089472" y="987439"/>
              <a:ext cx="274669" cy="290718"/>
              <a:chOff x="3278493" y="2036478"/>
              <a:chExt cx="287883" cy="304704"/>
            </a:xfrm>
          </p:grpSpPr>
          <p:sp>
            <p:nvSpPr>
              <p:cNvPr id="1218" name="Google Shape;1218;p63"/>
              <p:cNvSpPr/>
              <p:nvPr/>
            </p:nvSpPr>
            <p:spPr>
              <a:xfrm>
                <a:off x="3306178" y="2036478"/>
                <a:ext cx="62042" cy="61896"/>
              </a:xfrm>
              <a:custGeom>
                <a:avLst/>
                <a:gdLst/>
                <a:ahLst/>
                <a:cxnLst/>
                <a:rect l="l" t="t" r="r" b="b"/>
                <a:pathLst>
                  <a:path w="2976" h="2969" extrusionOk="0">
                    <a:moveTo>
                      <a:pt x="1488" y="1"/>
                    </a:moveTo>
                    <a:cubicBezTo>
                      <a:pt x="669" y="1"/>
                      <a:pt x="1" y="662"/>
                      <a:pt x="1" y="1481"/>
                    </a:cubicBezTo>
                    <a:cubicBezTo>
                      <a:pt x="1" y="2301"/>
                      <a:pt x="669" y="2969"/>
                      <a:pt x="1488" y="2969"/>
                    </a:cubicBezTo>
                    <a:cubicBezTo>
                      <a:pt x="2308" y="2969"/>
                      <a:pt x="2976" y="2301"/>
                      <a:pt x="2976" y="1481"/>
                    </a:cubicBezTo>
                    <a:cubicBezTo>
                      <a:pt x="2976" y="662"/>
                      <a:pt x="2308" y="1"/>
                      <a:pt x="1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19" name="Google Shape;1219;p63"/>
              <p:cNvSpPr/>
              <p:nvPr/>
            </p:nvSpPr>
            <p:spPr>
              <a:xfrm>
                <a:off x="3509431" y="2152218"/>
                <a:ext cx="40277" cy="39172"/>
              </a:xfrm>
              <a:custGeom>
                <a:avLst/>
                <a:gdLst/>
                <a:ahLst/>
                <a:cxnLst/>
                <a:rect l="l" t="t" r="r" b="b"/>
                <a:pathLst>
                  <a:path w="1932" h="1879" extrusionOk="0">
                    <a:moveTo>
                      <a:pt x="956" y="1"/>
                    </a:moveTo>
                    <a:cubicBezTo>
                      <a:pt x="736" y="1"/>
                      <a:pt x="520" y="79"/>
                      <a:pt x="351" y="219"/>
                    </a:cubicBezTo>
                    <a:cubicBezTo>
                      <a:pt x="153" y="385"/>
                      <a:pt x="34" y="629"/>
                      <a:pt x="21" y="887"/>
                    </a:cubicBezTo>
                    <a:cubicBezTo>
                      <a:pt x="1" y="1145"/>
                      <a:pt x="100" y="1396"/>
                      <a:pt x="272" y="1588"/>
                    </a:cubicBezTo>
                    <a:cubicBezTo>
                      <a:pt x="450" y="1773"/>
                      <a:pt x="702" y="1879"/>
                      <a:pt x="959" y="1879"/>
                    </a:cubicBezTo>
                    <a:cubicBezTo>
                      <a:pt x="1409" y="1879"/>
                      <a:pt x="1805" y="1548"/>
                      <a:pt x="1885" y="1105"/>
                    </a:cubicBezTo>
                    <a:cubicBezTo>
                      <a:pt x="1931" y="847"/>
                      <a:pt x="1865" y="583"/>
                      <a:pt x="1713" y="371"/>
                    </a:cubicBezTo>
                    <a:cubicBezTo>
                      <a:pt x="1554" y="173"/>
                      <a:pt x="1323" y="34"/>
                      <a:pt x="1072" y="8"/>
                    </a:cubicBezTo>
                    <a:cubicBezTo>
                      <a:pt x="1033" y="3"/>
                      <a:pt x="994" y="1"/>
                      <a:pt x="9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20" name="Google Shape;1220;p63"/>
              <p:cNvSpPr/>
              <p:nvPr/>
            </p:nvSpPr>
            <p:spPr>
              <a:xfrm>
                <a:off x="3278493" y="2100081"/>
                <a:ext cx="287883" cy="241101"/>
              </a:xfrm>
              <a:custGeom>
                <a:avLst/>
                <a:gdLst/>
                <a:ahLst/>
                <a:cxnLst/>
                <a:rect l="l" t="t" r="r" b="b"/>
                <a:pathLst>
                  <a:path w="13809" h="11565" extrusionOk="0">
                    <a:moveTo>
                      <a:pt x="6164" y="2116"/>
                    </a:moveTo>
                    <a:cubicBezTo>
                      <a:pt x="6185" y="2116"/>
                      <a:pt x="6206" y="2117"/>
                      <a:pt x="6227" y="2119"/>
                    </a:cubicBezTo>
                    <a:cubicBezTo>
                      <a:pt x="6505" y="2145"/>
                      <a:pt x="6743" y="2363"/>
                      <a:pt x="6789" y="2641"/>
                    </a:cubicBezTo>
                    <a:cubicBezTo>
                      <a:pt x="6796" y="2694"/>
                      <a:pt x="6796" y="2753"/>
                      <a:pt x="6789" y="2806"/>
                    </a:cubicBezTo>
                    <a:cubicBezTo>
                      <a:pt x="6880" y="2764"/>
                      <a:pt x="6978" y="2741"/>
                      <a:pt x="7078" y="2741"/>
                    </a:cubicBezTo>
                    <a:cubicBezTo>
                      <a:pt x="7167" y="2741"/>
                      <a:pt x="7257" y="2759"/>
                      <a:pt x="7344" y="2800"/>
                    </a:cubicBezTo>
                    <a:lnTo>
                      <a:pt x="8488" y="3315"/>
                    </a:lnTo>
                    <a:cubicBezTo>
                      <a:pt x="8812" y="3467"/>
                      <a:pt x="8950" y="3844"/>
                      <a:pt x="8805" y="4168"/>
                    </a:cubicBezTo>
                    <a:cubicBezTo>
                      <a:pt x="8824" y="4129"/>
                      <a:pt x="8842" y="4091"/>
                      <a:pt x="8847" y="4080"/>
                    </a:cubicBezTo>
                    <a:lnTo>
                      <a:pt x="8847" y="4080"/>
                    </a:lnTo>
                    <a:cubicBezTo>
                      <a:pt x="8843" y="4089"/>
                      <a:pt x="8831" y="4117"/>
                      <a:pt x="8805" y="4175"/>
                    </a:cubicBezTo>
                    <a:cubicBezTo>
                      <a:pt x="8805" y="4175"/>
                      <a:pt x="8805" y="4175"/>
                      <a:pt x="8805" y="4175"/>
                    </a:cubicBezTo>
                    <a:lnTo>
                      <a:pt x="8805" y="4175"/>
                    </a:lnTo>
                    <a:cubicBezTo>
                      <a:pt x="8804" y="4178"/>
                      <a:pt x="8802" y="4181"/>
                      <a:pt x="8801" y="4183"/>
                    </a:cubicBezTo>
                    <a:lnTo>
                      <a:pt x="8801" y="4183"/>
                    </a:lnTo>
                    <a:cubicBezTo>
                      <a:pt x="8693" y="4415"/>
                      <a:pt x="8462" y="4550"/>
                      <a:pt x="8220" y="4550"/>
                    </a:cubicBezTo>
                    <a:cubicBezTo>
                      <a:pt x="8130" y="4550"/>
                      <a:pt x="8039" y="4531"/>
                      <a:pt x="7952" y="4492"/>
                    </a:cubicBezTo>
                    <a:lnTo>
                      <a:pt x="7000" y="4056"/>
                    </a:lnTo>
                    <a:cubicBezTo>
                      <a:pt x="7139" y="3923"/>
                      <a:pt x="7139" y="3685"/>
                      <a:pt x="7000" y="3547"/>
                    </a:cubicBezTo>
                    <a:cubicBezTo>
                      <a:pt x="6941" y="3487"/>
                      <a:pt x="6862" y="3448"/>
                      <a:pt x="6776" y="3441"/>
                    </a:cubicBezTo>
                    <a:cubicBezTo>
                      <a:pt x="6723" y="3441"/>
                      <a:pt x="6670" y="3448"/>
                      <a:pt x="6624" y="3454"/>
                    </a:cubicBezTo>
                    <a:cubicBezTo>
                      <a:pt x="6558" y="3461"/>
                      <a:pt x="6498" y="3461"/>
                      <a:pt x="6439" y="3461"/>
                    </a:cubicBezTo>
                    <a:cubicBezTo>
                      <a:pt x="6432" y="3421"/>
                      <a:pt x="6432" y="3381"/>
                      <a:pt x="6432" y="3342"/>
                    </a:cubicBezTo>
                    <a:cubicBezTo>
                      <a:pt x="6342" y="3388"/>
                      <a:pt x="6245" y="3410"/>
                      <a:pt x="6148" y="3410"/>
                    </a:cubicBezTo>
                    <a:cubicBezTo>
                      <a:pt x="5966" y="3410"/>
                      <a:pt x="5786" y="3332"/>
                      <a:pt x="5665" y="3190"/>
                    </a:cubicBezTo>
                    <a:cubicBezTo>
                      <a:pt x="5507" y="3005"/>
                      <a:pt x="5473" y="2740"/>
                      <a:pt x="5573" y="2522"/>
                    </a:cubicBezTo>
                    <a:lnTo>
                      <a:pt x="5592" y="2482"/>
                    </a:lnTo>
                    <a:cubicBezTo>
                      <a:pt x="5690" y="2257"/>
                      <a:pt x="5917" y="2116"/>
                      <a:pt x="6164" y="2116"/>
                    </a:cubicBezTo>
                    <a:close/>
                    <a:moveTo>
                      <a:pt x="2845" y="0"/>
                    </a:moveTo>
                    <a:cubicBezTo>
                      <a:pt x="2653" y="0"/>
                      <a:pt x="2463" y="20"/>
                      <a:pt x="2287" y="50"/>
                    </a:cubicBezTo>
                    <a:cubicBezTo>
                      <a:pt x="2261" y="57"/>
                      <a:pt x="2235" y="63"/>
                      <a:pt x="2201" y="70"/>
                    </a:cubicBezTo>
                    <a:cubicBezTo>
                      <a:pt x="2142" y="90"/>
                      <a:pt x="2063" y="116"/>
                      <a:pt x="1977" y="156"/>
                    </a:cubicBezTo>
                    <a:cubicBezTo>
                      <a:pt x="1792" y="228"/>
                      <a:pt x="1560" y="354"/>
                      <a:pt x="1316" y="552"/>
                    </a:cubicBezTo>
                    <a:cubicBezTo>
                      <a:pt x="1197" y="651"/>
                      <a:pt x="1078" y="764"/>
                      <a:pt x="965" y="896"/>
                    </a:cubicBezTo>
                    <a:cubicBezTo>
                      <a:pt x="846" y="1022"/>
                      <a:pt x="741" y="1167"/>
                      <a:pt x="648" y="1326"/>
                    </a:cubicBezTo>
                    <a:cubicBezTo>
                      <a:pt x="450" y="1636"/>
                      <a:pt x="304" y="1987"/>
                      <a:pt x="205" y="2344"/>
                    </a:cubicBezTo>
                    <a:cubicBezTo>
                      <a:pt x="106" y="2694"/>
                      <a:pt x="53" y="3051"/>
                      <a:pt x="27" y="3375"/>
                    </a:cubicBezTo>
                    <a:cubicBezTo>
                      <a:pt x="0" y="3705"/>
                      <a:pt x="0" y="4009"/>
                      <a:pt x="7" y="4261"/>
                    </a:cubicBezTo>
                    <a:cubicBezTo>
                      <a:pt x="20" y="4518"/>
                      <a:pt x="33" y="4730"/>
                      <a:pt x="53" y="4882"/>
                    </a:cubicBezTo>
                    <a:cubicBezTo>
                      <a:pt x="66" y="5027"/>
                      <a:pt x="80" y="5107"/>
                      <a:pt x="80" y="5107"/>
                    </a:cubicBezTo>
                    <a:lnTo>
                      <a:pt x="80" y="5113"/>
                    </a:lnTo>
                    <a:cubicBezTo>
                      <a:pt x="105" y="5330"/>
                      <a:pt x="290" y="5497"/>
                      <a:pt x="511" y="5497"/>
                    </a:cubicBezTo>
                    <a:cubicBezTo>
                      <a:pt x="519" y="5497"/>
                      <a:pt x="527" y="5497"/>
                      <a:pt x="536" y="5497"/>
                    </a:cubicBezTo>
                    <a:cubicBezTo>
                      <a:pt x="780" y="5483"/>
                      <a:pt x="965" y="5279"/>
                      <a:pt x="959" y="5034"/>
                    </a:cubicBezTo>
                    <a:cubicBezTo>
                      <a:pt x="959" y="5034"/>
                      <a:pt x="952" y="4961"/>
                      <a:pt x="952" y="4822"/>
                    </a:cubicBezTo>
                    <a:cubicBezTo>
                      <a:pt x="946" y="4690"/>
                      <a:pt x="946" y="4499"/>
                      <a:pt x="959" y="4267"/>
                    </a:cubicBezTo>
                    <a:cubicBezTo>
                      <a:pt x="965" y="4036"/>
                      <a:pt x="992" y="3771"/>
                      <a:pt x="1038" y="3500"/>
                    </a:cubicBezTo>
                    <a:cubicBezTo>
                      <a:pt x="1084" y="3223"/>
                      <a:pt x="1150" y="2939"/>
                      <a:pt x="1250" y="2674"/>
                    </a:cubicBezTo>
                    <a:cubicBezTo>
                      <a:pt x="1309" y="2529"/>
                      <a:pt x="1375" y="2383"/>
                      <a:pt x="1448" y="2258"/>
                    </a:cubicBezTo>
                    <a:lnTo>
                      <a:pt x="1448" y="2258"/>
                    </a:lnTo>
                    <a:lnTo>
                      <a:pt x="1124" y="4941"/>
                    </a:lnTo>
                    <a:cubicBezTo>
                      <a:pt x="1104" y="5067"/>
                      <a:pt x="1104" y="5212"/>
                      <a:pt x="1124" y="5351"/>
                    </a:cubicBezTo>
                    <a:cubicBezTo>
                      <a:pt x="1157" y="5629"/>
                      <a:pt x="1256" y="5887"/>
                      <a:pt x="1402" y="6105"/>
                    </a:cubicBezTo>
                    <a:lnTo>
                      <a:pt x="1633" y="10924"/>
                    </a:lnTo>
                    <a:cubicBezTo>
                      <a:pt x="1646" y="11188"/>
                      <a:pt x="1858" y="11399"/>
                      <a:pt x="2122" y="11413"/>
                    </a:cubicBezTo>
                    <a:cubicBezTo>
                      <a:pt x="2130" y="11413"/>
                      <a:pt x="2139" y="11413"/>
                      <a:pt x="2147" y="11413"/>
                    </a:cubicBezTo>
                    <a:cubicBezTo>
                      <a:pt x="2420" y="11413"/>
                      <a:pt x="2645" y="11200"/>
                      <a:pt x="2658" y="10924"/>
                    </a:cubicBezTo>
                    <a:lnTo>
                      <a:pt x="2823" y="7281"/>
                    </a:lnTo>
                    <a:lnTo>
                      <a:pt x="2995" y="10924"/>
                    </a:lnTo>
                    <a:cubicBezTo>
                      <a:pt x="3008" y="11188"/>
                      <a:pt x="3213" y="11399"/>
                      <a:pt x="3484" y="11413"/>
                    </a:cubicBezTo>
                    <a:cubicBezTo>
                      <a:pt x="3492" y="11413"/>
                      <a:pt x="3500" y="11413"/>
                      <a:pt x="3508" y="11413"/>
                    </a:cubicBezTo>
                    <a:cubicBezTo>
                      <a:pt x="3782" y="11413"/>
                      <a:pt x="4006" y="11200"/>
                      <a:pt x="4019" y="10924"/>
                    </a:cubicBezTo>
                    <a:lnTo>
                      <a:pt x="4244" y="6085"/>
                    </a:lnTo>
                    <a:cubicBezTo>
                      <a:pt x="4456" y="5761"/>
                      <a:pt x="4561" y="5358"/>
                      <a:pt x="4515" y="4941"/>
                    </a:cubicBezTo>
                    <a:lnTo>
                      <a:pt x="4191" y="2291"/>
                    </a:lnTo>
                    <a:lnTo>
                      <a:pt x="4191" y="2291"/>
                    </a:lnTo>
                    <a:cubicBezTo>
                      <a:pt x="4257" y="2410"/>
                      <a:pt x="4317" y="2542"/>
                      <a:pt x="4370" y="2674"/>
                    </a:cubicBezTo>
                    <a:cubicBezTo>
                      <a:pt x="4469" y="2939"/>
                      <a:pt x="4535" y="3223"/>
                      <a:pt x="4581" y="3500"/>
                    </a:cubicBezTo>
                    <a:cubicBezTo>
                      <a:pt x="4627" y="3771"/>
                      <a:pt x="4654" y="4036"/>
                      <a:pt x="4660" y="4267"/>
                    </a:cubicBezTo>
                    <a:cubicBezTo>
                      <a:pt x="4674" y="4499"/>
                      <a:pt x="4674" y="4690"/>
                      <a:pt x="4667" y="4822"/>
                    </a:cubicBezTo>
                    <a:cubicBezTo>
                      <a:pt x="4667" y="4961"/>
                      <a:pt x="4660" y="5034"/>
                      <a:pt x="4660" y="5034"/>
                    </a:cubicBezTo>
                    <a:cubicBezTo>
                      <a:pt x="4654" y="5265"/>
                      <a:pt x="4819" y="5464"/>
                      <a:pt x="5050" y="5497"/>
                    </a:cubicBezTo>
                    <a:cubicBezTo>
                      <a:pt x="5067" y="5499"/>
                      <a:pt x="5084" y="5499"/>
                      <a:pt x="5100" y="5499"/>
                    </a:cubicBezTo>
                    <a:cubicBezTo>
                      <a:pt x="5319" y="5499"/>
                      <a:pt x="5515" y="5341"/>
                      <a:pt x="5540" y="5113"/>
                    </a:cubicBezTo>
                    <a:lnTo>
                      <a:pt x="5540" y="5107"/>
                    </a:lnTo>
                    <a:cubicBezTo>
                      <a:pt x="5540" y="5107"/>
                      <a:pt x="5553" y="5027"/>
                      <a:pt x="5566" y="4882"/>
                    </a:cubicBezTo>
                    <a:cubicBezTo>
                      <a:pt x="5586" y="4730"/>
                      <a:pt x="5599" y="4518"/>
                      <a:pt x="5612" y="4261"/>
                    </a:cubicBezTo>
                    <a:cubicBezTo>
                      <a:pt x="5612" y="4234"/>
                      <a:pt x="5612" y="4201"/>
                      <a:pt x="5612" y="4175"/>
                    </a:cubicBezTo>
                    <a:cubicBezTo>
                      <a:pt x="5612" y="4148"/>
                      <a:pt x="5612" y="4115"/>
                      <a:pt x="5612" y="4089"/>
                    </a:cubicBezTo>
                    <a:cubicBezTo>
                      <a:pt x="5659" y="4115"/>
                      <a:pt x="5711" y="4148"/>
                      <a:pt x="5764" y="4175"/>
                    </a:cubicBezTo>
                    <a:lnTo>
                      <a:pt x="4991" y="7711"/>
                    </a:lnTo>
                    <a:cubicBezTo>
                      <a:pt x="4978" y="7784"/>
                      <a:pt x="4991" y="7856"/>
                      <a:pt x="5037" y="7916"/>
                    </a:cubicBezTo>
                    <a:cubicBezTo>
                      <a:pt x="5084" y="7975"/>
                      <a:pt x="5156" y="8009"/>
                      <a:pt x="5229" y="8009"/>
                    </a:cubicBezTo>
                    <a:lnTo>
                      <a:pt x="6022" y="8009"/>
                    </a:lnTo>
                    <a:lnTo>
                      <a:pt x="6174" y="11062"/>
                    </a:lnTo>
                    <a:cubicBezTo>
                      <a:pt x="6187" y="11333"/>
                      <a:pt x="6419" y="11558"/>
                      <a:pt x="6690" y="11565"/>
                    </a:cubicBezTo>
                    <a:cubicBezTo>
                      <a:pt x="6694" y="11565"/>
                      <a:pt x="6698" y="11565"/>
                      <a:pt x="6703" y="11565"/>
                    </a:cubicBezTo>
                    <a:cubicBezTo>
                      <a:pt x="6968" y="11565"/>
                      <a:pt x="7199" y="11362"/>
                      <a:pt x="7225" y="11095"/>
                    </a:cubicBezTo>
                    <a:cubicBezTo>
                      <a:pt x="7232" y="11089"/>
                      <a:pt x="7232" y="11076"/>
                      <a:pt x="7232" y="11062"/>
                    </a:cubicBezTo>
                    <a:lnTo>
                      <a:pt x="7390" y="8009"/>
                    </a:lnTo>
                    <a:lnTo>
                      <a:pt x="7476" y="8009"/>
                    </a:lnTo>
                    <a:lnTo>
                      <a:pt x="7628" y="11062"/>
                    </a:lnTo>
                    <a:cubicBezTo>
                      <a:pt x="7642" y="11333"/>
                      <a:pt x="7873" y="11558"/>
                      <a:pt x="8151" y="11565"/>
                    </a:cubicBezTo>
                    <a:cubicBezTo>
                      <a:pt x="8155" y="11565"/>
                      <a:pt x="8159" y="11565"/>
                      <a:pt x="8163" y="11565"/>
                    </a:cubicBezTo>
                    <a:cubicBezTo>
                      <a:pt x="8422" y="11565"/>
                      <a:pt x="8653" y="11362"/>
                      <a:pt x="8686" y="11095"/>
                    </a:cubicBezTo>
                    <a:cubicBezTo>
                      <a:pt x="8686" y="11089"/>
                      <a:pt x="8686" y="11076"/>
                      <a:pt x="8686" y="11062"/>
                    </a:cubicBezTo>
                    <a:lnTo>
                      <a:pt x="8851" y="8009"/>
                    </a:lnTo>
                    <a:lnTo>
                      <a:pt x="9618" y="8009"/>
                    </a:lnTo>
                    <a:cubicBezTo>
                      <a:pt x="9691" y="8009"/>
                      <a:pt x="9757" y="7975"/>
                      <a:pt x="9803" y="7916"/>
                    </a:cubicBezTo>
                    <a:cubicBezTo>
                      <a:pt x="9856" y="7863"/>
                      <a:pt x="9869" y="7784"/>
                      <a:pt x="9856" y="7711"/>
                    </a:cubicBezTo>
                    <a:lnTo>
                      <a:pt x="8957" y="3454"/>
                    </a:lnTo>
                    <a:lnTo>
                      <a:pt x="8957" y="3110"/>
                    </a:lnTo>
                    <a:cubicBezTo>
                      <a:pt x="9228" y="3758"/>
                      <a:pt x="9334" y="4459"/>
                      <a:pt x="9393" y="5153"/>
                    </a:cubicBezTo>
                    <a:cubicBezTo>
                      <a:pt x="9393" y="5173"/>
                      <a:pt x="9393" y="5186"/>
                      <a:pt x="9393" y="5199"/>
                    </a:cubicBezTo>
                    <a:cubicBezTo>
                      <a:pt x="9413" y="5384"/>
                      <a:pt x="9539" y="5536"/>
                      <a:pt x="9704" y="5589"/>
                    </a:cubicBezTo>
                    <a:lnTo>
                      <a:pt x="9704" y="5596"/>
                    </a:lnTo>
                    <a:cubicBezTo>
                      <a:pt x="9757" y="5682"/>
                      <a:pt x="9823" y="5761"/>
                      <a:pt x="9909" y="5821"/>
                    </a:cubicBezTo>
                    <a:cubicBezTo>
                      <a:pt x="10021" y="5893"/>
                      <a:pt x="10153" y="5933"/>
                      <a:pt x="10286" y="5933"/>
                    </a:cubicBezTo>
                    <a:cubicBezTo>
                      <a:pt x="10306" y="5934"/>
                      <a:pt x="10326" y="5934"/>
                      <a:pt x="10345" y="5934"/>
                    </a:cubicBezTo>
                    <a:cubicBezTo>
                      <a:pt x="10596" y="5934"/>
                      <a:pt x="10846" y="5860"/>
                      <a:pt x="11072" y="5768"/>
                    </a:cubicBezTo>
                    <a:lnTo>
                      <a:pt x="11092" y="6627"/>
                    </a:lnTo>
                    <a:lnTo>
                      <a:pt x="10616" y="8788"/>
                    </a:lnTo>
                    <a:cubicBezTo>
                      <a:pt x="10603" y="8835"/>
                      <a:pt x="10616" y="8888"/>
                      <a:pt x="10649" y="8927"/>
                    </a:cubicBezTo>
                    <a:cubicBezTo>
                      <a:pt x="10682" y="8967"/>
                      <a:pt x="10729" y="8987"/>
                      <a:pt x="10781" y="8987"/>
                    </a:cubicBezTo>
                    <a:lnTo>
                      <a:pt x="11165" y="8987"/>
                    </a:lnTo>
                    <a:lnTo>
                      <a:pt x="11264" y="11109"/>
                    </a:lnTo>
                    <a:cubicBezTo>
                      <a:pt x="11271" y="11281"/>
                      <a:pt x="11416" y="11419"/>
                      <a:pt x="11588" y="11419"/>
                    </a:cubicBezTo>
                    <a:cubicBezTo>
                      <a:pt x="11760" y="11419"/>
                      <a:pt x="11905" y="11281"/>
                      <a:pt x="11918" y="11109"/>
                    </a:cubicBezTo>
                    <a:lnTo>
                      <a:pt x="12024" y="8987"/>
                    </a:lnTo>
                    <a:lnTo>
                      <a:pt x="12057" y="8987"/>
                    </a:lnTo>
                    <a:lnTo>
                      <a:pt x="12163" y="11109"/>
                    </a:lnTo>
                    <a:cubicBezTo>
                      <a:pt x="12170" y="11281"/>
                      <a:pt x="12315" y="11419"/>
                      <a:pt x="12487" y="11419"/>
                    </a:cubicBezTo>
                    <a:cubicBezTo>
                      <a:pt x="12659" y="11419"/>
                      <a:pt x="12804" y="11281"/>
                      <a:pt x="12811" y="11109"/>
                    </a:cubicBezTo>
                    <a:lnTo>
                      <a:pt x="12923" y="8987"/>
                    </a:lnTo>
                    <a:lnTo>
                      <a:pt x="13333" y="8987"/>
                    </a:lnTo>
                    <a:cubicBezTo>
                      <a:pt x="13379" y="8987"/>
                      <a:pt x="13432" y="8967"/>
                      <a:pt x="13459" y="8927"/>
                    </a:cubicBezTo>
                    <a:cubicBezTo>
                      <a:pt x="13492" y="8888"/>
                      <a:pt x="13505" y="8835"/>
                      <a:pt x="13498" y="8788"/>
                    </a:cubicBezTo>
                    <a:lnTo>
                      <a:pt x="13016" y="6627"/>
                    </a:lnTo>
                    <a:lnTo>
                      <a:pt x="13029" y="6303"/>
                    </a:lnTo>
                    <a:cubicBezTo>
                      <a:pt x="13168" y="6667"/>
                      <a:pt x="13214" y="7057"/>
                      <a:pt x="13247" y="7440"/>
                    </a:cubicBezTo>
                    <a:cubicBezTo>
                      <a:pt x="13260" y="7588"/>
                      <a:pt x="13385" y="7698"/>
                      <a:pt x="13526" y="7698"/>
                    </a:cubicBezTo>
                    <a:cubicBezTo>
                      <a:pt x="13530" y="7698"/>
                      <a:pt x="13534" y="7698"/>
                      <a:pt x="13538" y="7698"/>
                    </a:cubicBezTo>
                    <a:cubicBezTo>
                      <a:pt x="13683" y="7691"/>
                      <a:pt x="13802" y="7566"/>
                      <a:pt x="13802" y="7420"/>
                    </a:cubicBezTo>
                    <a:cubicBezTo>
                      <a:pt x="13809" y="7010"/>
                      <a:pt x="13789" y="6607"/>
                      <a:pt x="13697" y="6204"/>
                    </a:cubicBezTo>
                    <a:cubicBezTo>
                      <a:pt x="13538" y="5530"/>
                      <a:pt x="13141" y="4869"/>
                      <a:pt x="12493" y="4558"/>
                    </a:cubicBezTo>
                    <a:cubicBezTo>
                      <a:pt x="12349" y="4487"/>
                      <a:pt x="12198" y="4451"/>
                      <a:pt x="12047" y="4451"/>
                    </a:cubicBezTo>
                    <a:cubicBezTo>
                      <a:pt x="11818" y="4451"/>
                      <a:pt x="11588" y="4535"/>
                      <a:pt x="11376" y="4710"/>
                    </a:cubicBezTo>
                    <a:cubicBezTo>
                      <a:pt x="11204" y="4849"/>
                      <a:pt x="11019" y="4981"/>
                      <a:pt x="10828" y="5093"/>
                    </a:cubicBezTo>
                    <a:cubicBezTo>
                      <a:pt x="10729" y="5153"/>
                      <a:pt x="10623" y="5212"/>
                      <a:pt x="10510" y="5259"/>
                    </a:cubicBezTo>
                    <a:cubicBezTo>
                      <a:pt x="10458" y="5279"/>
                      <a:pt x="10405" y="5298"/>
                      <a:pt x="10352" y="5312"/>
                    </a:cubicBezTo>
                    <a:cubicBezTo>
                      <a:pt x="10325" y="5318"/>
                      <a:pt x="10299" y="5318"/>
                      <a:pt x="10272" y="5318"/>
                    </a:cubicBezTo>
                    <a:cubicBezTo>
                      <a:pt x="10292" y="5272"/>
                      <a:pt x="10299" y="5219"/>
                      <a:pt x="10299" y="5166"/>
                    </a:cubicBezTo>
                    <a:cubicBezTo>
                      <a:pt x="10299" y="4558"/>
                      <a:pt x="10299" y="4492"/>
                      <a:pt x="10292" y="4373"/>
                    </a:cubicBezTo>
                    <a:cubicBezTo>
                      <a:pt x="10246" y="3633"/>
                      <a:pt x="10114" y="2892"/>
                      <a:pt x="9810" y="2205"/>
                    </a:cubicBezTo>
                    <a:cubicBezTo>
                      <a:pt x="9526" y="1550"/>
                      <a:pt x="9063" y="949"/>
                      <a:pt x="8435" y="585"/>
                    </a:cubicBezTo>
                    <a:cubicBezTo>
                      <a:pt x="8157" y="420"/>
                      <a:pt x="7734" y="275"/>
                      <a:pt x="7437" y="275"/>
                    </a:cubicBezTo>
                    <a:cubicBezTo>
                      <a:pt x="7139" y="275"/>
                      <a:pt x="6881" y="341"/>
                      <a:pt x="6597" y="493"/>
                    </a:cubicBezTo>
                    <a:cubicBezTo>
                      <a:pt x="6320" y="638"/>
                      <a:pt x="6042" y="803"/>
                      <a:pt x="5784" y="982"/>
                    </a:cubicBezTo>
                    <a:cubicBezTo>
                      <a:pt x="5546" y="1154"/>
                      <a:pt x="5315" y="1346"/>
                      <a:pt x="5123" y="1564"/>
                    </a:cubicBezTo>
                    <a:lnTo>
                      <a:pt x="5110" y="1564"/>
                    </a:lnTo>
                    <a:cubicBezTo>
                      <a:pt x="5110" y="1564"/>
                      <a:pt x="5024" y="1405"/>
                      <a:pt x="4971" y="1326"/>
                    </a:cubicBezTo>
                    <a:cubicBezTo>
                      <a:pt x="4879" y="1167"/>
                      <a:pt x="4766" y="1022"/>
                      <a:pt x="4654" y="896"/>
                    </a:cubicBezTo>
                    <a:cubicBezTo>
                      <a:pt x="4541" y="764"/>
                      <a:pt x="4422" y="651"/>
                      <a:pt x="4304" y="552"/>
                    </a:cubicBezTo>
                    <a:cubicBezTo>
                      <a:pt x="4059" y="354"/>
                      <a:pt x="3828" y="228"/>
                      <a:pt x="3642" y="156"/>
                    </a:cubicBezTo>
                    <a:cubicBezTo>
                      <a:pt x="3550" y="116"/>
                      <a:pt x="3477" y="90"/>
                      <a:pt x="3418" y="70"/>
                    </a:cubicBezTo>
                    <a:cubicBezTo>
                      <a:pt x="3233" y="20"/>
                      <a:pt x="3038" y="0"/>
                      <a:pt x="2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21" name="Google Shape;1221;p63"/>
              <p:cNvSpPr/>
              <p:nvPr/>
            </p:nvSpPr>
            <p:spPr>
              <a:xfrm>
                <a:off x="3399882" y="2040689"/>
                <a:ext cx="66858" cy="63752"/>
              </a:xfrm>
              <a:custGeom>
                <a:avLst/>
                <a:gdLst/>
                <a:ahLst/>
                <a:cxnLst/>
                <a:rect l="l" t="t" r="r" b="b"/>
                <a:pathLst>
                  <a:path w="3207" h="3058" extrusionOk="0">
                    <a:moveTo>
                      <a:pt x="1613" y="1"/>
                    </a:moveTo>
                    <a:cubicBezTo>
                      <a:pt x="1118" y="1"/>
                      <a:pt x="644" y="247"/>
                      <a:pt x="358" y="651"/>
                    </a:cubicBezTo>
                    <a:cubicBezTo>
                      <a:pt x="54" y="1094"/>
                      <a:pt x="1" y="1676"/>
                      <a:pt x="219" y="2159"/>
                    </a:cubicBezTo>
                    <a:cubicBezTo>
                      <a:pt x="437" y="2635"/>
                      <a:pt x="893" y="2978"/>
                      <a:pt x="1415" y="3044"/>
                    </a:cubicBezTo>
                    <a:cubicBezTo>
                      <a:pt x="1482" y="3051"/>
                      <a:pt x="1548" y="3058"/>
                      <a:pt x="1607" y="3058"/>
                    </a:cubicBezTo>
                    <a:cubicBezTo>
                      <a:pt x="2136" y="3058"/>
                      <a:pt x="2638" y="2773"/>
                      <a:pt x="2916" y="2324"/>
                    </a:cubicBezTo>
                    <a:cubicBezTo>
                      <a:pt x="3194" y="1868"/>
                      <a:pt x="3207" y="1286"/>
                      <a:pt x="2962" y="810"/>
                    </a:cubicBezTo>
                    <a:cubicBezTo>
                      <a:pt x="2711" y="347"/>
                      <a:pt x="2235" y="37"/>
                      <a:pt x="1706" y="4"/>
                    </a:cubicBezTo>
                    <a:cubicBezTo>
                      <a:pt x="1675" y="2"/>
                      <a:pt x="1644" y="1"/>
                      <a:pt x="16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1222" name="Google Shape;1222;p63"/>
          <p:cNvGrpSpPr/>
          <p:nvPr/>
        </p:nvGrpSpPr>
        <p:grpSpPr>
          <a:xfrm>
            <a:off x="7118013" y="441139"/>
            <a:ext cx="777060" cy="642276"/>
            <a:chOff x="-203512" y="802650"/>
            <a:chExt cx="777060" cy="642276"/>
          </a:xfrm>
        </p:grpSpPr>
        <p:sp>
          <p:nvSpPr>
            <p:cNvPr id="1223" name="Google Shape;1223;p63"/>
            <p:cNvSpPr/>
            <p:nvPr/>
          </p:nvSpPr>
          <p:spPr>
            <a:xfrm>
              <a:off x="-203512" y="802650"/>
              <a:ext cx="777060" cy="642276"/>
            </a:xfrm>
            <a:prstGeom prst="cloud">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63"/>
            <p:cNvSpPr/>
            <p:nvPr/>
          </p:nvSpPr>
          <p:spPr>
            <a:xfrm>
              <a:off x="-154669" y="842988"/>
              <a:ext cx="679428" cy="561600"/>
            </a:xfrm>
            <a:prstGeom prst="clou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5" name="Google Shape;1225;p63"/>
            <p:cNvGrpSpPr/>
            <p:nvPr/>
          </p:nvGrpSpPr>
          <p:grpSpPr>
            <a:xfrm>
              <a:off x="91932" y="984224"/>
              <a:ext cx="186214" cy="279116"/>
              <a:chOff x="2582950" y="2526250"/>
              <a:chExt cx="234025" cy="350825"/>
            </a:xfrm>
          </p:grpSpPr>
          <p:sp>
            <p:nvSpPr>
              <p:cNvPr id="1226" name="Google Shape;1226;p63"/>
              <p:cNvSpPr/>
              <p:nvPr/>
            </p:nvSpPr>
            <p:spPr>
              <a:xfrm>
                <a:off x="2709025" y="2526250"/>
                <a:ext cx="78025" cy="73200"/>
              </a:xfrm>
              <a:custGeom>
                <a:avLst/>
                <a:gdLst/>
                <a:ahLst/>
                <a:cxnLst/>
                <a:rect l="l" t="t" r="r" b="b"/>
                <a:pathLst>
                  <a:path w="3121" h="2928" extrusionOk="0">
                    <a:moveTo>
                      <a:pt x="1559" y="1"/>
                    </a:moveTo>
                    <a:cubicBezTo>
                      <a:pt x="1485" y="1"/>
                      <a:pt x="1410" y="7"/>
                      <a:pt x="1336" y="19"/>
                    </a:cubicBezTo>
                    <a:cubicBezTo>
                      <a:pt x="801" y="105"/>
                      <a:pt x="351" y="488"/>
                      <a:pt x="179" y="997"/>
                    </a:cubicBezTo>
                    <a:cubicBezTo>
                      <a:pt x="1" y="1513"/>
                      <a:pt x="140" y="2108"/>
                      <a:pt x="523" y="2491"/>
                    </a:cubicBezTo>
                    <a:cubicBezTo>
                      <a:pt x="801" y="2769"/>
                      <a:pt x="1177" y="2927"/>
                      <a:pt x="1567" y="2927"/>
                    </a:cubicBezTo>
                    <a:cubicBezTo>
                      <a:pt x="2109" y="2927"/>
                      <a:pt x="2618" y="2616"/>
                      <a:pt x="2863" y="2141"/>
                    </a:cubicBezTo>
                    <a:cubicBezTo>
                      <a:pt x="3121" y="1651"/>
                      <a:pt x="3074" y="1043"/>
                      <a:pt x="2751" y="600"/>
                    </a:cubicBezTo>
                    <a:cubicBezTo>
                      <a:pt x="2472" y="225"/>
                      <a:pt x="2021" y="1"/>
                      <a:pt x="15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27" name="Google Shape;1227;p63"/>
              <p:cNvSpPr/>
              <p:nvPr/>
            </p:nvSpPr>
            <p:spPr>
              <a:xfrm>
                <a:off x="2816950" y="2707500"/>
                <a:ext cx="25" cy="850"/>
              </a:xfrm>
              <a:custGeom>
                <a:avLst/>
                <a:gdLst/>
                <a:ahLst/>
                <a:cxnLst/>
                <a:rect l="l" t="t" r="r" b="b"/>
                <a:pathLst>
                  <a:path w="1" h="34" extrusionOk="0">
                    <a:moveTo>
                      <a:pt x="0" y="33"/>
                    </a:moveTo>
                    <a:lnTo>
                      <a:pt x="0" y="33"/>
                    </a:lnTo>
                    <a:cubicBezTo>
                      <a:pt x="0" y="20"/>
                      <a:pt x="0" y="0"/>
                      <a:pt x="0" y="3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28" name="Google Shape;1228;p63"/>
              <p:cNvSpPr/>
              <p:nvPr/>
            </p:nvSpPr>
            <p:spPr>
              <a:xfrm>
                <a:off x="2582950" y="2603975"/>
                <a:ext cx="234025" cy="273100"/>
              </a:xfrm>
              <a:custGeom>
                <a:avLst/>
                <a:gdLst/>
                <a:ahLst/>
                <a:cxnLst/>
                <a:rect l="l" t="t" r="r" b="b"/>
                <a:pathLst>
                  <a:path w="9361" h="10924" extrusionOk="0">
                    <a:moveTo>
                      <a:pt x="6575" y="0"/>
                    </a:moveTo>
                    <a:cubicBezTo>
                      <a:pt x="6334" y="0"/>
                      <a:pt x="6080" y="50"/>
                      <a:pt x="5837" y="182"/>
                    </a:cubicBezTo>
                    <a:cubicBezTo>
                      <a:pt x="5559" y="334"/>
                      <a:pt x="5308" y="519"/>
                      <a:pt x="5083" y="737"/>
                    </a:cubicBezTo>
                    <a:cubicBezTo>
                      <a:pt x="5070" y="750"/>
                      <a:pt x="5057" y="763"/>
                      <a:pt x="5044" y="777"/>
                    </a:cubicBezTo>
                    <a:cubicBezTo>
                      <a:pt x="5011" y="803"/>
                      <a:pt x="4984" y="836"/>
                      <a:pt x="4951" y="869"/>
                    </a:cubicBezTo>
                    <a:cubicBezTo>
                      <a:pt x="4925" y="902"/>
                      <a:pt x="4898" y="929"/>
                      <a:pt x="4865" y="962"/>
                    </a:cubicBezTo>
                    <a:cubicBezTo>
                      <a:pt x="4839" y="995"/>
                      <a:pt x="4812" y="1028"/>
                      <a:pt x="4793" y="1054"/>
                    </a:cubicBezTo>
                    <a:cubicBezTo>
                      <a:pt x="4753" y="1101"/>
                      <a:pt x="4720" y="1147"/>
                      <a:pt x="4687" y="1193"/>
                    </a:cubicBezTo>
                    <a:cubicBezTo>
                      <a:pt x="4674" y="1206"/>
                      <a:pt x="4667" y="1220"/>
                      <a:pt x="4654" y="1233"/>
                    </a:cubicBezTo>
                    <a:cubicBezTo>
                      <a:pt x="4561" y="1365"/>
                      <a:pt x="4475" y="1504"/>
                      <a:pt x="4389" y="1649"/>
                    </a:cubicBezTo>
                    <a:cubicBezTo>
                      <a:pt x="4059" y="2244"/>
                      <a:pt x="3841" y="2951"/>
                      <a:pt x="3788" y="3692"/>
                    </a:cubicBezTo>
                    <a:cubicBezTo>
                      <a:pt x="3761" y="4002"/>
                      <a:pt x="3768" y="4326"/>
                      <a:pt x="3808" y="4650"/>
                    </a:cubicBezTo>
                    <a:cubicBezTo>
                      <a:pt x="3775" y="4657"/>
                      <a:pt x="3748" y="4663"/>
                      <a:pt x="3715" y="4677"/>
                    </a:cubicBezTo>
                    <a:cubicBezTo>
                      <a:pt x="3674" y="4692"/>
                      <a:pt x="3621" y="4707"/>
                      <a:pt x="3569" y="4707"/>
                    </a:cubicBezTo>
                    <a:cubicBezTo>
                      <a:pt x="3553" y="4707"/>
                      <a:pt x="3538" y="4706"/>
                      <a:pt x="3523" y="4703"/>
                    </a:cubicBezTo>
                    <a:cubicBezTo>
                      <a:pt x="3464" y="4690"/>
                      <a:pt x="3411" y="4670"/>
                      <a:pt x="3358" y="4644"/>
                    </a:cubicBezTo>
                    <a:cubicBezTo>
                      <a:pt x="3246" y="4597"/>
                      <a:pt x="3133" y="4544"/>
                      <a:pt x="3034" y="4478"/>
                    </a:cubicBezTo>
                    <a:cubicBezTo>
                      <a:pt x="2836" y="4359"/>
                      <a:pt x="2651" y="4234"/>
                      <a:pt x="2472" y="4088"/>
                    </a:cubicBezTo>
                    <a:cubicBezTo>
                      <a:pt x="2256" y="3908"/>
                      <a:pt x="2021" y="3823"/>
                      <a:pt x="1787" y="3823"/>
                    </a:cubicBezTo>
                    <a:cubicBezTo>
                      <a:pt x="1634" y="3823"/>
                      <a:pt x="1482" y="3859"/>
                      <a:pt x="1335" y="3930"/>
                    </a:cubicBezTo>
                    <a:cubicBezTo>
                      <a:pt x="674" y="4247"/>
                      <a:pt x="271" y="4921"/>
                      <a:pt x="113" y="5609"/>
                    </a:cubicBezTo>
                    <a:cubicBezTo>
                      <a:pt x="20" y="6018"/>
                      <a:pt x="0" y="6435"/>
                      <a:pt x="0" y="6851"/>
                    </a:cubicBezTo>
                    <a:cubicBezTo>
                      <a:pt x="0" y="6997"/>
                      <a:pt x="126" y="7122"/>
                      <a:pt x="271" y="7136"/>
                    </a:cubicBezTo>
                    <a:cubicBezTo>
                      <a:pt x="275" y="7136"/>
                      <a:pt x="279" y="7136"/>
                      <a:pt x="283" y="7136"/>
                    </a:cubicBezTo>
                    <a:cubicBezTo>
                      <a:pt x="430" y="7136"/>
                      <a:pt x="556" y="7019"/>
                      <a:pt x="569" y="6871"/>
                    </a:cubicBezTo>
                    <a:cubicBezTo>
                      <a:pt x="602" y="6481"/>
                      <a:pt x="655" y="6085"/>
                      <a:pt x="793" y="5714"/>
                    </a:cubicBezTo>
                    <a:lnTo>
                      <a:pt x="800" y="6045"/>
                    </a:lnTo>
                    <a:lnTo>
                      <a:pt x="317" y="8239"/>
                    </a:lnTo>
                    <a:cubicBezTo>
                      <a:pt x="304" y="8292"/>
                      <a:pt x="317" y="8345"/>
                      <a:pt x="350" y="8385"/>
                    </a:cubicBezTo>
                    <a:cubicBezTo>
                      <a:pt x="384" y="8425"/>
                      <a:pt x="430" y="8444"/>
                      <a:pt x="483" y="8444"/>
                    </a:cubicBezTo>
                    <a:lnTo>
                      <a:pt x="886" y="8444"/>
                    </a:lnTo>
                    <a:lnTo>
                      <a:pt x="992" y="10612"/>
                    </a:lnTo>
                    <a:cubicBezTo>
                      <a:pt x="1005" y="10784"/>
                      <a:pt x="1150" y="10923"/>
                      <a:pt x="1329" y="10923"/>
                    </a:cubicBezTo>
                    <a:cubicBezTo>
                      <a:pt x="1501" y="10923"/>
                      <a:pt x="1653" y="10784"/>
                      <a:pt x="1659" y="10612"/>
                    </a:cubicBezTo>
                    <a:lnTo>
                      <a:pt x="1765" y="8444"/>
                    </a:lnTo>
                    <a:lnTo>
                      <a:pt x="1798" y="8444"/>
                    </a:lnTo>
                    <a:lnTo>
                      <a:pt x="1910" y="10612"/>
                    </a:lnTo>
                    <a:cubicBezTo>
                      <a:pt x="1917" y="10784"/>
                      <a:pt x="2069" y="10923"/>
                      <a:pt x="2241" y="10923"/>
                    </a:cubicBezTo>
                    <a:cubicBezTo>
                      <a:pt x="2419" y="10923"/>
                      <a:pt x="2565" y="10784"/>
                      <a:pt x="2571" y="10612"/>
                    </a:cubicBezTo>
                    <a:lnTo>
                      <a:pt x="2677" y="8444"/>
                    </a:lnTo>
                    <a:lnTo>
                      <a:pt x="3080" y="8444"/>
                    </a:lnTo>
                    <a:cubicBezTo>
                      <a:pt x="3133" y="8444"/>
                      <a:pt x="3180" y="8425"/>
                      <a:pt x="3213" y="8385"/>
                    </a:cubicBezTo>
                    <a:cubicBezTo>
                      <a:pt x="3246" y="8345"/>
                      <a:pt x="3259" y="8292"/>
                      <a:pt x="3252" y="8239"/>
                    </a:cubicBezTo>
                    <a:lnTo>
                      <a:pt x="2770" y="6045"/>
                    </a:lnTo>
                    <a:lnTo>
                      <a:pt x="2783" y="5166"/>
                    </a:lnTo>
                    <a:cubicBezTo>
                      <a:pt x="3017" y="5258"/>
                      <a:pt x="3268" y="5339"/>
                      <a:pt x="3526" y="5339"/>
                    </a:cubicBezTo>
                    <a:cubicBezTo>
                      <a:pt x="3545" y="5339"/>
                      <a:pt x="3564" y="5339"/>
                      <a:pt x="3583" y="5338"/>
                    </a:cubicBezTo>
                    <a:cubicBezTo>
                      <a:pt x="3715" y="5331"/>
                      <a:pt x="3854" y="5298"/>
                      <a:pt x="3966" y="5219"/>
                    </a:cubicBezTo>
                    <a:cubicBezTo>
                      <a:pt x="4013" y="5192"/>
                      <a:pt x="4046" y="5159"/>
                      <a:pt x="4079" y="5126"/>
                    </a:cubicBezTo>
                    <a:cubicBezTo>
                      <a:pt x="4112" y="5139"/>
                      <a:pt x="4151" y="5146"/>
                      <a:pt x="4191" y="5153"/>
                    </a:cubicBezTo>
                    <a:cubicBezTo>
                      <a:pt x="4207" y="5154"/>
                      <a:pt x="4222" y="5155"/>
                      <a:pt x="4238" y="5155"/>
                    </a:cubicBezTo>
                    <a:cubicBezTo>
                      <a:pt x="4463" y="5155"/>
                      <a:pt x="4655" y="4979"/>
                      <a:pt x="4680" y="4756"/>
                    </a:cubicBezTo>
                    <a:lnTo>
                      <a:pt x="4680" y="4736"/>
                    </a:lnTo>
                    <a:cubicBezTo>
                      <a:pt x="4687" y="4644"/>
                      <a:pt x="4693" y="4544"/>
                      <a:pt x="4700" y="4445"/>
                    </a:cubicBezTo>
                    <a:cubicBezTo>
                      <a:pt x="4726" y="4260"/>
                      <a:pt x="4746" y="4075"/>
                      <a:pt x="4779" y="3890"/>
                    </a:cubicBezTo>
                    <a:cubicBezTo>
                      <a:pt x="4852" y="3526"/>
                      <a:pt x="4938" y="3163"/>
                      <a:pt x="5077" y="2819"/>
                    </a:cubicBezTo>
                    <a:cubicBezTo>
                      <a:pt x="5103" y="2760"/>
                      <a:pt x="5123" y="2700"/>
                      <a:pt x="5149" y="2641"/>
                    </a:cubicBezTo>
                    <a:lnTo>
                      <a:pt x="5149" y="3051"/>
                    </a:lnTo>
                    <a:lnTo>
                      <a:pt x="4376" y="6904"/>
                    </a:lnTo>
                    <a:cubicBezTo>
                      <a:pt x="4363" y="6984"/>
                      <a:pt x="4383" y="7063"/>
                      <a:pt x="4436" y="7122"/>
                    </a:cubicBezTo>
                    <a:cubicBezTo>
                      <a:pt x="4482" y="7188"/>
                      <a:pt x="4561" y="7221"/>
                      <a:pt x="4640" y="7221"/>
                    </a:cubicBezTo>
                    <a:lnTo>
                      <a:pt x="5249" y="7221"/>
                    </a:lnTo>
                    <a:lnTo>
                      <a:pt x="5401" y="10414"/>
                    </a:lnTo>
                    <a:cubicBezTo>
                      <a:pt x="5414" y="10679"/>
                      <a:pt x="5639" y="10897"/>
                      <a:pt x="5910" y="10897"/>
                    </a:cubicBezTo>
                    <a:cubicBezTo>
                      <a:pt x="6174" y="10897"/>
                      <a:pt x="6399" y="10679"/>
                      <a:pt x="6412" y="10414"/>
                    </a:cubicBezTo>
                    <a:lnTo>
                      <a:pt x="6577" y="7221"/>
                    </a:lnTo>
                    <a:lnTo>
                      <a:pt x="6643" y="7221"/>
                    </a:lnTo>
                    <a:lnTo>
                      <a:pt x="6795" y="10414"/>
                    </a:lnTo>
                    <a:cubicBezTo>
                      <a:pt x="6815" y="10679"/>
                      <a:pt x="7040" y="10897"/>
                      <a:pt x="7304" y="10897"/>
                    </a:cubicBezTo>
                    <a:cubicBezTo>
                      <a:pt x="7569" y="10897"/>
                      <a:pt x="7800" y="10685"/>
                      <a:pt x="7813" y="10414"/>
                    </a:cubicBezTo>
                    <a:lnTo>
                      <a:pt x="7979" y="7221"/>
                    </a:lnTo>
                    <a:lnTo>
                      <a:pt x="8580" y="7221"/>
                    </a:lnTo>
                    <a:cubicBezTo>
                      <a:pt x="8659" y="7221"/>
                      <a:pt x="8732" y="7188"/>
                      <a:pt x="8785" y="7122"/>
                    </a:cubicBezTo>
                    <a:cubicBezTo>
                      <a:pt x="8831" y="7063"/>
                      <a:pt x="8851" y="6984"/>
                      <a:pt x="8838" y="6904"/>
                    </a:cubicBezTo>
                    <a:lnTo>
                      <a:pt x="8065" y="2991"/>
                    </a:lnTo>
                    <a:lnTo>
                      <a:pt x="8065" y="2661"/>
                    </a:lnTo>
                    <a:cubicBezTo>
                      <a:pt x="8078" y="2687"/>
                      <a:pt x="8091" y="2720"/>
                      <a:pt x="8104" y="2746"/>
                    </a:cubicBezTo>
                    <a:cubicBezTo>
                      <a:pt x="8131" y="2813"/>
                      <a:pt x="8150" y="2872"/>
                      <a:pt x="8170" y="2932"/>
                    </a:cubicBezTo>
                    <a:cubicBezTo>
                      <a:pt x="8236" y="3136"/>
                      <a:pt x="8296" y="3348"/>
                      <a:pt x="8342" y="3559"/>
                    </a:cubicBezTo>
                    <a:cubicBezTo>
                      <a:pt x="8362" y="3645"/>
                      <a:pt x="8375" y="3725"/>
                      <a:pt x="8395" y="3811"/>
                    </a:cubicBezTo>
                    <a:cubicBezTo>
                      <a:pt x="8435" y="4088"/>
                      <a:pt x="8468" y="4366"/>
                      <a:pt x="8488" y="4650"/>
                    </a:cubicBezTo>
                    <a:lnTo>
                      <a:pt x="8494" y="4670"/>
                    </a:lnTo>
                    <a:cubicBezTo>
                      <a:pt x="8514" y="4891"/>
                      <a:pt x="8705" y="5067"/>
                      <a:pt x="8931" y="5067"/>
                    </a:cubicBezTo>
                    <a:cubicBezTo>
                      <a:pt x="8935" y="5067"/>
                      <a:pt x="8940" y="5067"/>
                      <a:pt x="8944" y="5067"/>
                    </a:cubicBezTo>
                    <a:cubicBezTo>
                      <a:pt x="9175" y="5053"/>
                      <a:pt x="9354" y="4862"/>
                      <a:pt x="9360" y="4637"/>
                    </a:cubicBezTo>
                    <a:cubicBezTo>
                      <a:pt x="9360" y="4486"/>
                      <a:pt x="9360" y="4341"/>
                      <a:pt x="9360" y="4197"/>
                    </a:cubicBezTo>
                    <a:cubicBezTo>
                      <a:pt x="9360" y="4197"/>
                      <a:pt x="9360" y="4192"/>
                      <a:pt x="9360" y="4187"/>
                    </a:cubicBezTo>
                    <a:cubicBezTo>
                      <a:pt x="9360" y="4181"/>
                      <a:pt x="9360" y="4181"/>
                      <a:pt x="9360" y="4174"/>
                    </a:cubicBezTo>
                    <a:cubicBezTo>
                      <a:pt x="9354" y="4016"/>
                      <a:pt x="9347" y="3857"/>
                      <a:pt x="9340" y="3698"/>
                    </a:cubicBezTo>
                    <a:cubicBezTo>
                      <a:pt x="9327" y="3599"/>
                      <a:pt x="9320" y="3500"/>
                      <a:pt x="9307" y="3401"/>
                    </a:cubicBezTo>
                    <a:cubicBezTo>
                      <a:pt x="9274" y="3150"/>
                      <a:pt x="9228" y="2892"/>
                      <a:pt x="9175" y="2641"/>
                    </a:cubicBezTo>
                    <a:cubicBezTo>
                      <a:pt x="9155" y="2568"/>
                      <a:pt x="9135" y="2489"/>
                      <a:pt x="9116" y="2409"/>
                    </a:cubicBezTo>
                    <a:cubicBezTo>
                      <a:pt x="9089" y="2337"/>
                      <a:pt x="9069" y="2257"/>
                      <a:pt x="9043" y="2185"/>
                    </a:cubicBezTo>
                    <a:cubicBezTo>
                      <a:pt x="8970" y="1993"/>
                      <a:pt x="8891" y="1847"/>
                      <a:pt x="8805" y="1662"/>
                    </a:cubicBezTo>
                    <a:cubicBezTo>
                      <a:pt x="8752" y="1557"/>
                      <a:pt x="8692" y="1451"/>
                      <a:pt x="8626" y="1345"/>
                    </a:cubicBezTo>
                    <a:cubicBezTo>
                      <a:pt x="8322" y="863"/>
                      <a:pt x="7912" y="446"/>
                      <a:pt x="7390" y="188"/>
                    </a:cubicBezTo>
                    <a:cubicBezTo>
                      <a:pt x="7184" y="87"/>
                      <a:pt x="6892" y="0"/>
                      <a:pt x="65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29" name="Google Shape;1229;p63"/>
              <p:cNvSpPr/>
              <p:nvPr/>
            </p:nvSpPr>
            <p:spPr>
              <a:xfrm>
                <a:off x="2603425" y="2650200"/>
                <a:ext cx="49125" cy="48050"/>
              </a:xfrm>
              <a:custGeom>
                <a:avLst/>
                <a:gdLst/>
                <a:ahLst/>
                <a:cxnLst/>
                <a:rect l="l" t="t" r="r" b="b"/>
                <a:pathLst>
                  <a:path w="1965" h="1922" extrusionOk="0">
                    <a:moveTo>
                      <a:pt x="978" y="0"/>
                    </a:moveTo>
                    <a:cubicBezTo>
                      <a:pt x="945" y="0"/>
                      <a:pt x="912" y="2"/>
                      <a:pt x="880" y="5"/>
                    </a:cubicBezTo>
                    <a:cubicBezTo>
                      <a:pt x="622" y="38"/>
                      <a:pt x="384" y="177"/>
                      <a:pt x="226" y="382"/>
                    </a:cubicBezTo>
                    <a:cubicBezTo>
                      <a:pt x="67" y="593"/>
                      <a:pt x="1" y="871"/>
                      <a:pt x="47" y="1129"/>
                    </a:cubicBezTo>
                    <a:cubicBezTo>
                      <a:pt x="126" y="1578"/>
                      <a:pt x="530" y="1922"/>
                      <a:pt x="992" y="1922"/>
                    </a:cubicBezTo>
                    <a:cubicBezTo>
                      <a:pt x="1250" y="1922"/>
                      <a:pt x="1508" y="1810"/>
                      <a:pt x="1686" y="1618"/>
                    </a:cubicBezTo>
                    <a:cubicBezTo>
                      <a:pt x="1871" y="1426"/>
                      <a:pt x="1964" y="1168"/>
                      <a:pt x="1951" y="904"/>
                    </a:cubicBezTo>
                    <a:cubicBezTo>
                      <a:pt x="1931" y="640"/>
                      <a:pt x="1812" y="395"/>
                      <a:pt x="1607" y="230"/>
                    </a:cubicBezTo>
                    <a:cubicBezTo>
                      <a:pt x="1434" y="80"/>
                      <a:pt x="1205" y="0"/>
                      <a:pt x="9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1230" name="Google Shape;1230;p63"/>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FAMILY DYNAMICS</a:t>
            </a:r>
            <a:endParaRPr/>
          </a:p>
        </p:txBody>
      </p:sp>
      <p:cxnSp>
        <p:nvCxnSpPr>
          <p:cNvPr id="1231" name="Google Shape;1231;p63"/>
          <p:cNvCxnSpPr>
            <a:stCxn id="1191" idx="1"/>
            <a:endCxn id="1200" idx="3"/>
          </p:cNvCxnSpPr>
          <p:nvPr/>
        </p:nvCxnSpPr>
        <p:spPr>
          <a:xfrm rot="10800000">
            <a:off x="1431313" y="1891225"/>
            <a:ext cx="645000" cy="0"/>
          </a:xfrm>
          <a:prstGeom prst="straightConnector1">
            <a:avLst/>
          </a:prstGeom>
          <a:noFill/>
          <a:ln w="9525" cap="flat" cmpd="sng">
            <a:solidFill>
              <a:schemeClr val="dk1"/>
            </a:solidFill>
            <a:prstDash val="solid"/>
            <a:round/>
            <a:headEnd type="none" w="med" len="med"/>
            <a:tailEnd type="none" w="med" len="med"/>
          </a:ln>
        </p:spPr>
      </p:cxnSp>
      <p:cxnSp>
        <p:nvCxnSpPr>
          <p:cNvPr id="1232" name="Google Shape;1232;p63"/>
          <p:cNvCxnSpPr>
            <a:stCxn id="1195" idx="1"/>
            <a:endCxn id="1187" idx="3"/>
          </p:cNvCxnSpPr>
          <p:nvPr/>
        </p:nvCxnSpPr>
        <p:spPr>
          <a:xfrm rot="10800000">
            <a:off x="1431313" y="2998625"/>
            <a:ext cx="645000" cy="0"/>
          </a:xfrm>
          <a:prstGeom prst="straightConnector1">
            <a:avLst/>
          </a:prstGeom>
          <a:noFill/>
          <a:ln w="9525" cap="flat" cmpd="sng">
            <a:solidFill>
              <a:schemeClr val="dk1"/>
            </a:solidFill>
            <a:prstDash val="solid"/>
            <a:round/>
            <a:headEnd type="none" w="med" len="med"/>
            <a:tailEnd type="none" w="med" len="med"/>
          </a:ln>
        </p:spPr>
      </p:cxnSp>
      <p:cxnSp>
        <p:nvCxnSpPr>
          <p:cNvPr id="1233" name="Google Shape;1233;p63"/>
          <p:cNvCxnSpPr>
            <a:stCxn id="1193" idx="1"/>
            <a:endCxn id="1184" idx="3"/>
          </p:cNvCxnSpPr>
          <p:nvPr/>
        </p:nvCxnSpPr>
        <p:spPr>
          <a:xfrm rot="10800000">
            <a:off x="1431313" y="4106025"/>
            <a:ext cx="645000" cy="0"/>
          </a:xfrm>
          <a:prstGeom prst="straightConnector1">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237"/>
        <p:cNvGrpSpPr/>
        <p:nvPr/>
      </p:nvGrpSpPr>
      <p:grpSpPr>
        <a:xfrm>
          <a:off x="0" y="0"/>
          <a:ext cx="0" cy="0"/>
          <a:chOff x="0" y="0"/>
          <a:chExt cx="0" cy="0"/>
        </a:xfrm>
      </p:grpSpPr>
      <p:cxnSp>
        <p:nvCxnSpPr>
          <p:cNvPr id="1238" name="Google Shape;1238;p64"/>
          <p:cNvCxnSpPr>
            <a:stCxn id="1239" idx="3"/>
            <a:endCxn id="1240" idx="1"/>
          </p:cNvCxnSpPr>
          <p:nvPr/>
        </p:nvCxnSpPr>
        <p:spPr>
          <a:xfrm rot="10800000" flipH="1">
            <a:off x="1579803" y="1716225"/>
            <a:ext cx="711300" cy="1271100"/>
          </a:xfrm>
          <a:prstGeom prst="bentConnector3">
            <a:avLst>
              <a:gd name="adj1" fmla="val 50000"/>
            </a:avLst>
          </a:prstGeom>
          <a:noFill/>
          <a:ln w="9525" cap="flat" cmpd="sng">
            <a:solidFill>
              <a:schemeClr val="dk1"/>
            </a:solidFill>
            <a:prstDash val="solid"/>
            <a:round/>
            <a:headEnd type="none" w="med" len="med"/>
            <a:tailEnd type="none" w="med" len="med"/>
          </a:ln>
        </p:spPr>
      </p:cxnSp>
      <p:cxnSp>
        <p:nvCxnSpPr>
          <p:cNvPr id="1241" name="Google Shape;1241;p64"/>
          <p:cNvCxnSpPr>
            <a:stCxn id="1242" idx="1"/>
            <a:endCxn id="1239" idx="3"/>
          </p:cNvCxnSpPr>
          <p:nvPr/>
        </p:nvCxnSpPr>
        <p:spPr>
          <a:xfrm flipH="1">
            <a:off x="1579800" y="2351769"/>
            <a:ext cx="711300" cy="635700"/>
          </a:xfrm>
          <a:prstGeom prst="bentConnector3">
            <a:avLst>
              <a:gd name="adj1" fmla="val 50000"/>
            </a:avLst>
          </a:prstGeom>
          <a:noFill/>
          <a:ln w="9525" cap="flat" cmpd="sng">
            <a:solidFill>
              <a:schemeClr val="dk1"/>
            </a:solidFill>
            <a:prstDash val="solid"/>
            <a:round/>
            <a:headEnd type="none" w="med" len="med"/>
            <a:tailEnd type="none" w="med" len="med"/>
          </a:ln>
        </p:spPr>
      </p:cxnSp>
      <p:cxnSp>
        <p:nvCxnSpPr>
          <p:cNvPr id="1243" name="Google Shape;1243;p64"/>
          <p:cNvCxnSpPr>
            <a:stCxn id="1244" idx="1"/>
            <a:endCxn id="1245" idx="3"/>
          </p:cNvCxnSpPr>
          <p:nvPr/>
        </p:nvCxnSpPr>
        <p:spPr>
          <a:xfrm flipH="1">
            <a:off x="1497600" y="2987338"/>
            <a:ext cx="793500" cy="600"/>
          </a:xfrm>
          <a:prstGeom prst="bentConnector3">
            <a:avLst>
              <a:gd name="adj1" fmla="val 49997"/>
            </a:avLst>
          </a:prstGeom>
          <a:noFill/>
          <a:ln w="9525" cap="flat" cmpd="sng">
            <a:solidFill>
              <a:schemeClr val="dk1"/>
            </a:solidFill>
            <a:prstDash val="solid"/>
            <a:round/>
            <a:headEnd type="none" w="med" len="med"/>
            <a:tailEnd type="none" w="med" len="med"/>
          </a:ln>
        </p:spPr>
      </p:cxnSp>
      <p:cxnSp>
        <p:nvCxnSpPr>
          <p:cNvPr id="1246" name="Google Shape;1246;p64"/>
          <p:cNvCxnSpPr>
            <a:stCxn id="1247" idx="1"/>
            <a:endCxn id="1239" idx="3"/>
          </p:cNvCxnSpPr>
          <p:nvPr/>
        </p:nvCxnSpPr>
        <p:spPr>
          <a:xfrm rot="10800000">
            <a:off x="1579800" y="2987206"/>
            <a:ext cx="711300" cy="635700"/>
          </a:xfrm>
          <a:prstGeom prst="bentConnector3">
            <a:avLst>
              <a:gd name="adj1" fmla="val 50000"/>
            </a:avLst>
          </a:prstGeom>
          <a:noFill/>
          <a:ln w="9525" cap="flat" cmpd="sng">
            <a:solidFill>
              <a:schemeClr val="dk1"/>
            </a:solidFill>
            <a:prstDash val="solid"/>
            <a:round/>
            <a:headEnd type="none" w="med" len="med"/>
            <a:tailEnd type="none" w="med" len="med"/>
          </a:ln>
        </p:spPr>
      </p:cxnSp>
      <p:cxnSp>
        <p:nvCxnSpPr>
          <p:cNvPr id="1248" name="Google Shape;1248;p64"/>
          <p:cNvCxnSpPr>
            <a:stCxn id="1249" idx="1"/>
            <a:endCxn id="1239" idx="3"/>
          </p:cNvCxnSpPr>
          <p:nvPr/>
        </p:nvCxnSpPr>
        <p:spPr>
          <a:xfrm rot="10800000">
            <a:off x="1579800" y="2987375"/>
            <a:ext cx="711300" cy="1271100"/>
          </a:xfrm>
          <a:prstGeom prst="bentConnector3">
            <a:avLst>
              <a:gd name="adj1" fmla="val 50000"/>
            </a:avLst>
          </a:prstGeom>
          <a:noFill/>
          <a:ln w="9525" cap="flat" cmpd="sng">
            <a:solidFill>
              <a:schemeClr val="dk1"/>
            </a:solidFill>
            <a:prstDash val="solid"/>
            <a:round/>
            <a:headEnd type="none" w="med" len="med"/>
            <a:tailEnd type="none" w="med" len="med"/>
          </a:ln>
        </p:spPr>
      </p:cxnSp>
      <p:cxnSp>
        <p:nvCxnSpPr>
          <p:cNvPr id="1250" name="Google Shape;1250;p64"/>
          <p:cNvCxnSpPr/>
          <p:nvPr/>
        </p:nvCxnSpPr>
        <p:spPr>
          <a:xfrm>
            <a:off x="3436800" y="1123950"/>
            <a:ext cx="2270400" cy="0"/>
          </a:xfrm>
          <a:prstGeom prst="straightConnector1">
            <a:avLst/>
          </a:prstGeom>
          <a:noFill/>
          <a:ln w="9525" cap="flat" cmpd="sng">
            <a:solidFill>
              <a:schemeClr val="dk1"/>
            </a:solidFill>
            <a:prstDash val="solid"/>
            <a:round/>
            <a:headEnd type="none" w="med" len="med"/>
            <a:tailEnd type="none" w="med" len="med"/>
          </a:ln>
        </p:spPr>
      </p:cxnSp>
      <p:sp>
        <p:nvSpPr>
          <p:cNvPr id="1240" name="Google Shape;1240;p64"/>
          <p:cNvSpPr txBox="1"/>
          <p:nvPr/>
        </p:nvSpPr>
        <p:spPr>
          <a:xfrm>
            <a:off x="2291100" y="1483100"/>
            <a:ext cx="3360900" cy="46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b="1">
                <a:solidFill>
                  <a:srgbClr val="FF6B65"/>
                </a:solidFill>
                <a:latin typeface="M PLUS 1p"/>
                <a:ea typeface="M PLUS 1p"/>
                <a:cs typeface="M PLUS 1p"/>
                <a:sym typeface="M PLUS 1p"/>
              </a:rPr>
              <a:t>Love and affection</a:t>
            </a:r>
            <a:endParaRPr sz="2500" b="1">
              <a:solidFill>
                <a:srgbClr val="FF6B65"/>
              </a:solidFill>
              <a:latin typeface="M PLUS 1p"/>
              <a:ea typeface="M PLUS 1p"/>
              <a:cs typeface="M PLUS 1p"/>
              <a:sym typeface="M PLUS 1p"/>
            </a:endParaRPr>
          </a:p>
        </p:txBody>
      </p:sp>
      <p:sp>
        <p:nvSpPr>
          <p:cNvPr id="1251" name="Google Shape;1251;p64"/>
          <p:cNvSpPr txBox="1"/>
          <p:nvPr/>
        </p:nvSpPr>
        <p:spPr>
          <a:xfrm>
            <a:off x="5651975" y="1483100"/>
            <a:ext cx="2778900" cy="46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13181E"/>
                </a:solidFill>
                <a:latin typeface="Montserrat"/>
                <a:ea typeface="Montserrat"/>
                <a:cs typeface="Montserrat"/>
                <a:sym typeface="Montserrat"/>
              </a:rPr>
              <a:t>Earth is where we all live</a:t>
            </a:r>
            <a:endParaRPr>
              <a:solidFill>
                <a:srgbClr val="13181E"/>
              </a:solidFill>
              <a:latin typeface="Montserrat"/>
              <a:ea typeface="Montserrat"/>
              <a:cs typeface="Montserrat"/>
              <a:sym typeface="Montserrat"/>
            </a:endParaRPr>
          </a:p>
        </p:txBody>
      </p:sp>
      <p:grpSp>
        <p:nvGrpSpPr>
          <p:cNvPr id="1252" name="Google Shape;1252;p64"/>
          <p:cNvGrpSpPr/>
          <p:nvPr/>
        </p:nvGrpSpPr>
        <p:grpSpPr>
          <a:xfrm>
            <a:off x="720007" y="2557427"/>
            <a:ext cx="859795" cy="859795"/>
            <a:chOff x="762200" y="1561800"/>
            <a:chExt cx="708000" cy="708000"/>
          </a:xfrm>
        </p:grpSpPr>
        <p:sp>
          <p:nvSpPr>
            <p:cNvPr id="1239" name="Google Shape;1239;p64"/>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64"/>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4" name="Google Shape;1244;p64"/>
          <p:cNvSpPr txBox="1"/>
          <p:nvPr/>
        </p:nvSpPr>
        <p:spPr>
          <a:xfrm>
            <a:off x="2291100" y="2754238"/>
            <a:ext cx="3360900" cy="46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b="1">
                <a:solidFill>
                  <a:srgbClr val="FF6B65"/>
                </a:solidFill>
                <a:latin typeface="M PLUS 1p"/>
                <a:ea typeface="M PLUS 1p"/>
                <a:cs typeface="M PLUS 1p"/>
                <a:sym typeface="M PLUS 1p"/>
              </a:rPr>
              <a:t>Relationships skills</a:t>
            </a:r>
            <a:endParaRPr sz="2500" b="1">
              <a:solidFill>
                <a:srgbClr val="FF6B65"/>
              </a:solidFill>
              <a:latin typeface="M PLUS 1p"/>
              <a:ea typeface="M PLUS 1p"/>
              <a:cs typeface="M PLUS 1p"/>
              <a:sym typeface="M PLUS 1p"/>
            </a:endParaRPr>
          </a:p>
        </p:txBody>
      </p:sp>
      <p:sp>
        <p:nvSpPr>
          <p:cNvPr id="1253" name="Google Shape;1253;p64"/>
          <p:cNvSpPr txBox="1"/>
          <p:nvPr/>
        </p:nvSpPr>
        <p:spPr>
          <a:xfrm>
            <a:off x="5651975" y="2754238"/>
            <a:ext cx="2778900" cy="46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13181E"/>
                </a:solidFill>
                <a:latin typeface="Montserrat"/>
                <a:ea typeface="Montserrat"/>
                <a:cs typeface="Montserrat"/>
                <a:sym typeface="Montserrat"/>
              </a:rPr>
              <a:t>Mars is actually a cold place</a:t>
            </a:r>
            <a:endParaRPr>
              <a:solidFill>
                <a:srgbClr val="13181E"/>
              </a:solidFill>
              <a:latin typeface="Montserrat"/>
              <a:ea typeface="Montserrat"/>
              <a:cs typeface="Montserrat"/>
              <a:sym typeface="Montserrat"/>
            </a:endParaRPr>
          </a:p>
        </p:txBody>
      </p:sp>
      <p:sp>
        <p:nvSpPr>
          <p:cNvPr id="1247" name="Google Shape;1247;p64"/>
          <p:cNvSpPr txBox="1"/>
          <p:nvPr/>
        </p:nvSpPr>
        <p:spPr>
          <a:xfrm>
            <a:off x="2291100" y="3389806"/>
            <a:ext cx="3360900" cy="46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b="1">
                <a:solidFill>
                  <a:srgbClr val="FF6B65"/>
                </a:solidFill>
                <a:latin typeface="M PLUS 1p"/>
                <a:ea typeface="M PLUS 1p"/>
                <a:cs typeface="M PLUS 1p"/>
                <a:sym typeface="M PLUS 1p"/>
              </a:rPr>
              <a:t>Independence skills</a:t>
            </a:r>
            <a:endParaRPr sz="2500" b="1">
              <a:solidFill>
                <a:srgbClr val="FF6B65"/>
              </a:solidFill>
              <a:latin typeface="M PLUS 1p"/>
              <a:ea typeface="M PLUS 1p"/>
              <a:cs typeface="M PLUS 1p"/>
              <a:sym typeface="M PLUS 1p"/>
            </a:endParaRPr>
          </a:p>
        </p:txBody>
      </p:sp>
      <p:sp>
        <p:nvSpPr>
          <p:cNvPr id="1254" name="Google Shape;1254;p64"/>
          <p:cNvSpPr txBox="1"/>
          <p:nvPr/>
        </p:nvSpPr>
        <p:spPr>
          <a:xfrm>
            <a:off x="5651975" y="3389806"/>
            <a:ext cx="2778900" cy="46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13181E"/>
                </a:solidFill>
                <a:latin typeface="Montserrat"/>
                <a:ea typeface="Montserrat"/>
                <a:cs typeface="Montserrat"/>
                <a:sym typeface="Montserrat"/>
              </a:rPr>
              <a:t>Venus is hotter than Mercury</a:t>
            </a:r>
            <a:endParaRPr>
              <a:solidFill>
                <a:srgbClr val="13181E"/>
              </a:solidFill>
              <a:latin typeface="Montserrat"/>
              <a:ea typeface="Montserrat"/>
              <a:cs typeface="Montserrat"/>
              <a:sym typeface="Montserrat"/>
            </a:endParaRPr>
          </a:p>
        </p:txBody>
      </p:sp>
      <p:sp>
        <p:nvSpPr>
          <p:cNvPr id="1249" name="Google Shape;1249;p64"/>
          <p:cNvSpPr txBox="1"/>
          <p:nvPr/>
        </p:nvSpPr>
        <p:spPr>
          <a:xfrm>
            <a:off x="2291100" y="4025375"/>
            <a:ext cx="3360900" cy="46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b="1">
                <a:solidFill>
                  <a:srgbClr val="FF6B65"/>
                </a:solidFill>
                <a:latin typeface="M PLUS 1p"/>
                <a:ea typeface="M PLUS 1p"/>
                <a:cs typeface="M PLUS 1p"/>
                <a:sym typeface="M PLUS 1p"/>
              </a:rPr>
              <a:t>Modeling learning</a:t>
            </a:r>
            <a:endParaRPr sz="2500" b="1">
              <a:solidFill>
                <a:srgbClr val="FF6B65"/>
              </a:solidFill>
              <a:latin typeface="M PLUS 1p"/>
              <a:ea typeface="M PLUS 1p"/>
              <a:cs typeface="M PLUS 1p"/>
              <a:sym typeface="M PLUS 1p"/>
            </a:endParaRPr>
          </a:p>
        </p:txBody>
      </p:sp>
      <p:sp>
        <p:nvSpPr>
          <p:cNvPr id="1255" name="Google Shape;1255;p64"/>
          <p:cNvSpPr txBox="1"/>
          <p:nvPr/>
        </p:nvSpPr>
        <p:spPr>
          <a:xfrm>
            <a:off x="5651975" y="4025375"/>
            <a:ext cx="2778900" cy="46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13181E"/>
                </a:solidFill>
                <a:latin typeface="Montserrat"/>
                <a:ea typeface="Montserrat"/>
                <a:cs typeface="Montserrat"/>
                <a:sym typeface="Montserrat"/>
              </a:rPr>
              <a:t>Mercury is very small</a:t>
            </a:r>
            <a:endParaRPr>
              <a:solidFill>
                <a:srgbClr val="13181E"/>
              </a:solidFill>
              <a:latin typeface="Montserrat"/>
              <a:ea typeface="Montserrat"/>
              <a:cs typeface="Montserrat"/>
              <a:sym typeface="Montserrat"/>
            </a:endParaRPr>
          </a:p>
        </p:txBody>
      </p:sp>
      <p:sp>
        <p:nvSpPr>
          <p:cNvPr id="1242" name="Google Shape;1242;p64"/>
          <p:cNvSpPr txBox="1"/>
          <p:nvPr/>
        </p:nvSpPr>
        <p:spPr>
          <a:xfrm>
            <a:off x="2291100" y="2118669"/>
            <a:ext cx="3360900" cy="46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b="1">
                <a:solidFill>
                  <a:srgbClr val="FF6B65"/>
                </a:solidFill>
                <a:latin typeface="M PLUS 1p"/>
                <a:ea typeface="M PLUS 1p"/>
                <a:cs typeface="M PLUS 1p"/>
                <a:sym typeface="M PLUS 1p"/>
              </a:rPr>
              <a:t>Stress management</a:t>
            </a:r>
            <a:endParaRPr sz="2500" b="1">
              <a:solidFill>
                <a:srgbClr val="FF6B65"/>
              </a:solidFill>
              <a:latin typeface="M PLUS 1p"/>
              <a:ea typeface="M PLUS 1p"/>
              <a:cs typeface="M PLUS 1p"/>
              <a:sym typeface="M PLUS 1p"/>
            </a:endParaRPr>
          </a:p>
        </p:txBody>
      </p:sp>
      <p:sp>
        <p:nvSpPr>
          <p:cNvPr id="1256" name="Google Shape;1256;p64"/>
          <p:cNvSpPr txBox="1"/>
          <p:nvPr/>
        </p:nvSpPr>
        <p:spPr>
          <a:xfrm>
            <a:off x="5651975" y="2118669"/>
            <a:ext cx="2778900" cy="46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13181E"/>
                </a:solidFill>
                <a:latin typeface="Montserrat"/>
                <a:ea typeface="Montserrat"/>
                <a:cs typeface="Montserrat"/>
                <a:sym typeface="Montserrat"/>
              </a:rPr>
              <a:t>Jupiter is the biggest planet </a:t>
            </a:r>
            <a:endParaRPr>
              <a:solidFill>
                <a:srgbClr val="13181E"/>
              </a:solidFill>
              <a:latin typeface="Montserrat"/>
              <a:ea typeface="Montserrat"/>
              <a:cs typeface="Montserrat"/>
              <a:sym typeface="Montserrat"/>
            </a:endParaRPr>
          </a:p>
        </p:txBody>
      </p:sp>
      <p:grpSp>
        <p:nvGrpSpPr>
          <p:cNvPr id="1257" name="Google Shape;1257;p64"/>
          <p:cNvGrpSpPr/>
          <p:nvPr/>
        </p:nvGrpSpPr>
        <p:grpSpPr>
          <a:xfrm>
            <a:off x="910638" y="2747476"/>
            <a:ext cx="478509" cy="480328"/>
            <a:chOff x="2147438" y="2353313"/>
            <a:chExt cx="478509" cy="480328"/>
          </a:xfrm>
        </p:grpSpPr>
        <p:sp>
          <p:nvSpPr>
            <p:cNvPr id="1258" name="Google Shape;1258;p64"/>
            <p:cNvSpPr/>
            <p:nvPr/>
          </p:nvSpPr>
          <p:spPr>
            <a:xfrm>
              <a:off x="2255455" y="2720937"/>
              <a:ext cx="262473" cy="112704"/>
            </a:xfrm>
            <a:custGeom>
              <a:avLst/>
              <a:gdLst/>
              <a:ahLst/>
              <a:cxnLst/>
              <a:rect l="l" t="t" r="r" b="b"/>
              <a:pathLst>
                <a:path w="6777" h="2910" extrusionOk="0">
                  <a:moveTo>
                    <a:pt x="4601" y="1092"/>
                  </a:moveTo>
                  <a:cubicBezTo>
                    <a:pt x="4800" y="1092"/>
                    <a:pt x="4965" y="1257"/>
                    <a:pt x="4965" y="1455"/>
                  </a:cubicBezTo>
                  <a:cubicBezTo>
                    <a:pt x="4965" y="1660"/>
                    <a:pt x="4800" y="1819"/>
                    <a:pt x="4601" y="1819"/>
                  </a:cubicBezTo>
                  <a:lnTo>
                    <a:pt x="2176" y="1819"/>
                  </a:lnTo>
                  <a:cubicBezTo>
                    <a:pt x="1977" y="1819"/>
                    <a:pt x="1812" y="1660"/>
                    <a:pt x="1812" y="1455"/>
                  </a:cubicBezTo>
                  <a:cubicBezTo>
                    <a:pt x="1812" y="1257"/>
                    <a:pt x="1977" y="1092"/>
                    <a:pt x="2176" y="1092"/>
                  </a:cubicBezTo>
                  <a:close/>
                  <a:moveTo>
                    <a:pt x="364" y="1"/>
                  </a:moveTo>
                  <a:cubicBezTo>
                    <a:pt x="159" y="1"/>
                    <a:pt x="1" y="166"/>
                    <a:pt x="1" y="365"/>
                  </a:cubicBezTo>
                  <a:lnTo>
                    <a:pt x="1" y="2546"/>
                  </a:lnTo>
                  <a:cubicBezTo>
                    <a:pt x="1" y="2744"/>
                    <a:pt x="159" y="2909"/>
                    <a:pt x="364" y="2909"/>
                  </a:cubicBezTo>
                  <a:lnTo>
                    <a:pt x="6413" y="2909"/>
                  </a:lnTo>
                  <a:cubicBezTo>
                    <a:pt x="6618" y="2909"/>
                    <a:pt x="6776" y="2744"/>
                    <a:pt x="6776" y="2546"/>
                  </a:cubicBezTo>
                  <a:lnTo>
                    <a:pt x="6776" y="365"/>
                  </a:lnTo>
                  <a:cubicBezTo>
                    <a:pt x="6776" y="166"/>
                    <a:pt x="6618" y="1"/>
                    <a:pt x="64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64"/>
            <p:cNvSpPr/>
            <p:nvPr/>
          </p:nvSpPr>
          <p:spPr>
            <a:xfrm>
              <a:off x="2333302" y="2641347"/>
              <a:ext cx="107050" cy="51472"/>
            </a:xfrm>
            <a:custGeom>
              <a:avLst/>
              <a:gdLst/>
              <a:ahLst/>
              <a:cxnLst/>
              <a:rect l="l" t="t" r="r" b="b"/>
              <a:pathLst>
                <a:path w="2764" h="1329" extrusionOk="0">
                  <a:moveTo>
                    <a:pt x="589" y="0"/>
                  </a:moveTo>
                  <a:cubicBezTo>
                    <a:pt x="496" y="483"/>
                    <a:pt x="291" y="939"/>
                    <a:pt x="0" y="1329"/>
                  </a:cubicBezTo>
                  <a:lnTo>
                    <a:pt x="2763" y="1329"/>
                  </a:lnTo>
                  <a:cubicBezTo>
                    <a:pt x="2466" y="939"/>
                    <a:pt x="2261" y="483"/>
                    <a:pt x="21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64"/>
            <p:cNvSpPr/>
            <p:nvPr/>
          </p:nvSpPr>
          <p:spPr>
            <a:xfrm>
              <a:off x="2147438" y="2353313"/>
              <a:ext cx="478509" cy="273976"/>
            </a:xfrm>
            <a:custGeom>
              <a:avLst/>
              <a:gdLst/>
              <a:ahLst/>
              <a:cxnLst/>
              <a:rect l="l" t="t" r="r" b="b"/>
              <a:pathLst>
                <a:path w="12355" h="7074" extrusionOk="0">
                  <a:moveTo>
                    <a:pt x="2909" y="2228"/>
                  </a:moveTo>
                  <a:lnTo>
                    <a:pt x="2909" y="3597"/>
                  </a:lnTo>
                  <a:cubicBezTo>
                    <a:pt x="2909" y="3934"/>
                    <a:pt x="2968" y="4264"/>
                    <a:pt x="3081" y="4568"/>
                  </a:cubicBezTo>
                  <a:lnTo>
                    <a:pt x="2730" y="4344"/>
                  </a:lnTo>
                  <a:cubicBezTo>
                    <a:pt x="2016" y="3874"/>
                    <a:pt x="1587" y="3088"/>
                    <a:pt x="1580" y="2228"/>
                  </a:cubicBezTo>
                  <a:close/>
                  <a:moveTo>
                    <a:pt x="10781" y="2228"/>
                  </a:moveTo>
                  <a:cubicBezTo>
                    <a:pt x="10775" y="3088"/>
                    <a:pt x="10345" y="3874"/>
                    <a:pt x="9625" y="4344"/>
                  </a:cubicBezTo>
                  <a:lnTo>
                    <a:pt x="9274" y="4568"/>
                  </a:lnTo>
                  <a:cubicBezTo>
                    <a:pt x="9387" y="4264"/>
                    <a:pt x="9446" y="3934"/>
                    <a:pt x="9446" y="3597"/>
                  </a:cubicBezTo>
                  <a:lnTo>
                    <a:pt x="9446" y="2228"/>
                  </a:lnTo>
                  <a:close/>
                  <a:moveTo>
                    <a:pt x="6808" y="1626"/>
                  </a:moveTo>
                  <a:cubicBezTo>
                    <a:pt x="7091" y="1626"/>
                    <a:pt x="7373" y="1735"/>
                    <a:pt x="7589" y="1951"/>
                  </a:cubicBezTo>
                  <a:cubicBezTo>
                    <a:pt x="8018" y="2381"/>
                    <a:pt x="8018" y="3081"/>
                    <a:pt x="7589" y="3511"/>
                  </a:cubicBezTo>
                  <a:lnTo>
                    <a:pt x="6432" y="4668"/>
                  </a:lnTo>
                  <a:cubicBezTo>
                    <a:pt x="6363" y="4737"/>
                    <a:pt x="6270" y="4772"/>
                    <a:pt x="6177" y="4772"/>
                  </a:cubicBezTo>
                  <a:cubicBezTo>
                    <a:pt x="6085" y="4772"/>
                    <a:pt x="5992" y="4737"/>
                    <a:pt x="5923" y="4668"/>
                  </a:cubicBezTo>
                  <a:lnTo>
                    <a:pt x="4766" y="3511"/>
                  </a:lnTo>
                  <a:cubicBezTo>
                    <a:pt x="4337" y="3081"/>
                    <a:pt x="4337" y="2381"/>
                    <a:pt x="4766" y="1951"/>
                  </a:cubicBezTo>
                  <a:cubicBezTo>
                    <a:pt x="4982" y="1735"/>
                    <a:pt x="5264" y="1626"/>
                    <a:pt x="5548" y="1626"/>
                  </a:cubicBezTo>
                  <a:cubicBezTo>
                    <a:pt x="5769" y="1626"/>
                    <a:pt x="5990" y="1692"/>
                    <a:pt x="6181" y="1825"/>
                  </a:cubicBezTo>
                  <a:cubicBezTo>
                    <a:pt x="6369" y="1692"/>
                    <a:pt x="6588" y="1626"/>
                    <a:pt x="6808" y="1626"/>
                  </a:cubicBezTo>
                  <a:close/>
                  <a:moveTo>
                    <a:pt x="2545" y="1"/>
                  </a:moveTo>
                  <a:cubicBezTo>
                    <a:pt x="2347" y="1"/>
                    <a:pt x="2182" y="166"/>
                    <a:pt x="2182" y="364"/>
                  </a:cubicBezTo>
                  <a:cubicBezTo>
                    <a:pt x="2182" y="569"/>
                    <a:pt x="2347" y="728"/>
                    <a:pt x="2545" y="728"/>
                  </a:cubicBezTo>
                  <a:lnTo>
                    <a:pt x="2909" y="728"/>
                  </a:lnTo>
                  <a:lnTo>
                    <a:pt x="2909" y="1508"/>
                  </a:lnTo>
                  <a:lnTo>
                    <a:pt x="1580" y="1508"/>
                  </a:lnTo>
                  <a:lnTo>
                    <a:pt x="1580" y="1144"/>
                  </a:lnTo>
                  <a:cubicBezTo>
                    <a:pt x="1580" y="543"/>
                    <a:pt x="1091" y="54"/>
                    <a:pt x="489" y="54"/>
                  </a:cubicBezTo>
                  <a:lnTo>
                    <a:pt x="364" y="54"/>
                  </a:lnTo>
                  <a:cubicBezTo>
                    <a:pt x="166" y="54"/>
                    <a:pt x="0" y="212"/>
                    <a:pt x="0" y="417"/>
                  </a:cubicBezTo>
                  <a:cubicBezTo>
                    <a:pt x="0" y="616"/>
                    <a:pt x="166" y="781"/>
                    <a:pt x="364" y="781"/>
                  </a:cubicBezTo>
                  <a:lnTo>
                    <a:pt x="489" y="781"/>
                  </a:lnTo>
                  <a:cubicBezTo>
                    <a:pt x="688" y="781"/>
                    <a:pt x="853" y="939"/>
                    <a:pt x="853" y="1144"/>
                  </a:cubicBezTo>
                  <a:lnTo>
                    <a:pt x="853" y="2209"/>
                  </a:lnTo>
                  <a:cubicBezTo>
                    <a:pt x="853" y="3319"/>
                    <a:pt x="1408" y="4344"/>
                    <a:pt x="2334" y="4952"/>
                  </a:cubicBezTo>
                  <a:lnTo>
                    <a:pt x="3510" y="5719"/>
                  </a:lnTo>
                  <a:cubicBezTo>
                    <a:pt x="3609" y="5778"/>
                    <a:pt x="3669" y="5890"/>
                    <a:pt x="3669" y="6003"/>
                  </a:cubicBezTo>
                  <a:cubicBezTo>
                    <a:pt x="3669" y="6195"/>
                    <a:pt x="3510" y="6347"/>
                    <a:pt x="3325" y="6347"/>
                  </a:cubicBezTo>
                  <a:lnTo>
                    <a:pt x="3061" y="6347"/>
                  </a:lnTo>
                  <a:cubicBezTo>
                    <a:pt x="2863" y="6347"/>
                    <a:pt x="2697" y="6512"/>
                    <a:pt x="2697" y="6710"/>
                  </a:cubicBezTo>
                  <a:cubicBezTo>
                    <a:pt x="2697" y="6908"/>
                    <a:pt x="2863" y="7074"/>
                    <a:pt x="3061" y="7074"/>
                  </a:cubicBezTo>
                  <a:lnTo>
                    <a:pt x="3325" y="7074"/>
                  </a:lnTo>
                  <a:cubicBezTo>
                    <a:pt x="3887" y="7074"/>
                    <a:pt x="4350" y="6631"/>
                    <a:pt x="4389" y="6076"/>
                  </a:cubicBezTo>
                  <a:lnTo>
                    <a:pt x="5341" y="6710"/>
                  </a:lnTo>
                  <a:lnTo>
                    <a:pt x="7014" y="6710"/>
                  </a:lnTo>
                  <a:lnTo>
                    <a:pt x="7966" y="6076"/>
                  </a:lnTo>
                  <a:cubicBezTo>
                    <a:pt x="8005" y="6631"/>
                    <a:pt x="8468" y="7074"/>
                    <a:pt x="9036" y="7074"/>
                  </a:cubicBezTo>
                  <a:lnTo>
                    <a:pt x="9294" y="7074"/>
                  </a:lnTo>
                  <a:cubicBezTo>
                    <a:pt x="9499" y="7074"/>
                    <a:pt x="9658" y="6908"/>
                    <a:pt x="9658" y="6710"/>
                  </a:cubicBezTo>
                  <a:cubicBezTo>
                    <a:pt x="9658" y="6512"/>
                    <a:pt x="9499" y="6347"/>
                    <a:pt x="9294" y="6347"/>
                  </a:cubicBezTo>
                  <a:lnTo>
                    <a:pt x="9036" y="6347"/>
                  </a:lnTo>
                  <a:cubicBezTo>
                    <a:pt x="8845" y="6347"/>
                    <a:pt x="8693" y="6195"/>
                    <a:pt x="8693" y="6003"/>
                  </a:cubicBezTo>
                  <a:cubicBezTo>
                    <a:pt x="8693" y="5890"/>
                    <a:pt x="8746" y="5778"/>
                    <a:pt x="8845" y="5719"/>
                  </a:cubicBezTo>
                  <a:lnTo>
                    <a:pt x="10021" y="4952"/>
                  </a:lnTo>
                  <a:cubicBezTo>
                    <a:pt x="10953" y="4344"/>
                    <a:pt x="11502" y="3319"/>
                    <a:pt x="11502" y="2209"/>
                  </a:cubicBezTo>
                  <a:lnTo>
                    <a:pt x="11502" y="1144"/>
                  </a:lnTo>
                  <a:cubicBezTo>
                    <a:pt x="11502" y="939"/>
                    <a:pt x="11667" y="781"/>
                    <a:pt x="11866" y="781"/>
                  </a:cubicBezTo>
                  <a:lnTo>
                    <a:pt x="11991" y="781"/>
                  </a:lnTo>
                  <a:cubicBezTo>
                    <a:pt x="12189" y="781"/>
                    <a:pt x="12355" y="616"/>
                    <a:pt x="12355" y="417"/>
                  </a:cubicBezTo>
                  <a:cubicBezTo>
                    <a:pt x="12355" y="212"/>
                    <a:pt x="12189" y="54"/>
                    <a:pt x="11991" y="54"/>
                  </a:cubicBezTo>
                  <a:lnTo>
                    <a:pt x="11866" y="54"/>
                  </a:lnTo>
                  <a:cubicBezTo>
                    <a:pt x="11271" y="54"/>
                    <a:pt x="10781" y="543"/>
                    <a:pt x="10781" y="1144"/>
                  </a:cubicBezTo>
                  <a:lnTo>
                    <a:pt x="10781" y="1508"/>
                  </a:lnTo>
                  <a:lnTo>
                    <a:pt x="9446" y="1508"/>
                  </a:lnTo>
                  <a:lnTo>
                    <a:pt x="9446" y="728"/>
                  </a:lnTo>
                  <a:lnTo>
                    <a:pt x="9810" y="728"/>
                  </a:lnTo>
                  <a:cubicBezTo>
                    <a:pt x="10008" y="728"/>
                    <a:pt x="10173" y="569"/>
                    <a:pt x="10173" y="364"/>
                  </a:cubicBezTo>
                  <a:cubicBezTo>
                    <a:pt x="10173" y="166"/>
                    <a:pt x="10008" y="1"/>
                    <a:pt x="98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64"/>
            <p:cNvSpPr/>
            <p:nvPr/>
          </p:nvSpPr>
          <p:spPr>
            <a:xfrm>
              <a:off x="2346083" y="2444406"/>
              <a:ext cx="81217" cy="59760"/>
            </a:xfrm>
            <a:custGeom>
              <a:avLst/>
              <a:gdLst/>
              <a:ahLst/>
              <a:cxnLst/>
              <a:rect l="l" t="t" r="r" b="b"/>
              <a:pathLst>
                <a:path w="2097" h="1543" extrusionOk="0">
                  <a:moveTo>
                    <a:pt x="418" y="0"/>
                  </a:moveTo>
                  <a:cubicBezTo>
                    <a:pt x="321" y="0"/>
                    <a:pt x="226" y="38"/>
                    <a:pt x="153" y="114"/>
                  </a:cubicBezTo>
                  <a:cubicBezTo>
                    <a:pt x="1" y="260"/>
                    <a:pt x="1" y="498"/>
                    <a:pt x="153" y="650"/>
                  </a:cubicBezTo>
                  <a:lnTo>
                    <a:pt x="1052" y="1542"/>
                  </a:lnTo>
                  <a:lnTo>
                    <a:pt x="1944" y="650"/>
                  </a:lnTo>
                  <a:cubicBezTo>
                    <a:pt x="2096" y="498"/>
                    <a:pt x="2096" y="260"/>
                    <a:pt x="1944" y="114"/>
                  </a:cubicBezTo>
                  <a:cubicBezTo>
                    <a:pt x="1871" y="38"/>
                    <a:pt x="1776" y="0"/>
                    <a:pt x="1679" y="0"/>
                  </a:cubicBezTo>
                  <a:cubicBezTo>
                    <a:pt x="1582" y="0"/>
                    <a:pt x="1485" y="38"/>
                    <a:pt x="1409" y="114"/>
                  </a:cubicBezTo>
                  <a:lnTo>
                    <a:pt x="1303" y="214"/>
                  </a:lnTo>
                  <a:cubicBezTo>
                    <a:pt x="1234" y="286"/>
                    <a:pt x="1141" y="323"/>
                    <a:pt x="1048" y="323"/>
                  </a:cubicBezTo>
                  <a:cubicBezTo>
                    <a:pt x="956" y="323"/>
                    <a:pt x="863" y="286"/>
                    <a:pt x="794" y="214"/>
                  </a:cubicBezTo>
                  <a:lnTo>
                    <a:pt x="688" y="114"/>
                  </a:lnTo>
                  <a:cubicBezTo>
                    <a:pt x="612" y="38"/>
                    <a:pt x="515" y="0"/>
                    <a:pt x="4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 name="Google Shape;1262;p64"/>
          <p:cNvGrpSpPr/>
          <p:nvPr/>
        </p:nvGrpSpPr>
        <p:grpSpPr>
          <a:xfrm>
            <a:off x="7887626" y="298462"/>
            <a:ext cx="754200" cy="717300"/>
            <a:chOff x="94726" y="1789587"/>
            <a:chExt cx="754200" cy="717300"/>
          </a:xfrm>
        </p:grpSpPr>
        <p:sp>
          <p:nvSpPr>
            <p:cNvPr id="1263" name="Google Shape;1263;p64"/>
            <p:cNvSpPr/>
            <p:nvPr/>
          </p:nvSpPr>
          <p:spPr>
            <a:xfrm>
              <a:off x="94726" y="1789587"/>
              <a:ext cx="754200" cy="717300"/>
            </a:xfrm>
            <a:prstGeom prst="decagon">
              <a:avLst>
                <a:gd name="vf" fmla="val 105146"/>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64"/>
            <p:cNvSpPr/>
            <p:nvPr/>
          </p:nvSpPr>
          <p:spPr>
            <a:xfrm>
              <a:off x="134088" y="1827038"/>
              <a:ext cx="675300" cy="642300"/>
            </a:xfrm>
            <a:prstGeom prst="decagon">
              <a:avLst>
                <a:gd name="vf" fmla="val 105146"/>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5" name="Google Shape;1265;p64"/>
            <p:cNvGrpSpPr/>
            <p:nvPr/>
          </p:nvGrpSpPr>
          <p:grpSpPr>
            <a:xfrm>
              <a:off x="375104" y="2004397"/>
              <a:ext cx="193290" cy="287952"/>
              <a:chOff x="4806248" y="2040210"/>
              <a:chExt cx="202589" cy="301805"/>
            </a:xfrm>
          </p:grpSpPr>
          <p:sp>
            <p:nvSpPr>
              <p:cNvPr id="1266" name="Google Shape;1266;p64"/>
              <p:cNvSpPr/>
              <p:nvPr/>
            </p:nvSpPr>
            <p:spPr>
              <a:xfrm>
                <a:off x="4957427" y="2170813"/>
                <a:ext cx="36525" cy="35649"/>
              </a:xfrm>
              <a:custGeom>
                <a:avLst/>
                <a:gdLst/>
                <a:ahLst/>
                <a:cxnLst/>
                <a:rect l="l" t="t" r="r" b="b"/>
                <a:pathLst>
                  <a:path w="1752" h="1710" extrusionOk="0">
                    <a:moveTo>
                      <a:pt x="853" y="1"/>
                    </a:moveTo>
                    <a:cubicBezTo>
                      <a:pt x="840" y="1"/>
                      <a:pt x="827" y="1"/>
                      <a:pt x="813" y="2"/>
                    </a:cubicBezTo>
                    <a:cubicBezTo>
                      <a:pt x="542" y="15"/>
                      <a:pt x="285" y="160"/>
                      <a:pt x="139" y="392"/>
                    </a:cubicBezTo>
                    <a:cubicBezTo>
                      <a:pt x="47" y="530"/>
                      <a:pt x="0" y="689"/>
                      <a:pt x="0" y="854"/>
                    </a:cubicBezTo>
                    <a:cubicBezTo>
                      <a:pt x="0" y="1132"/>
                      <a:pt x="139" y="1390"/>
                      <a:pt x="357" y="1548"/>
                    </a:cubicBezTo>
                    <a:cubicBezTo>
                      <a:pt x="503" y="1655"/>
                      <a:pt x="678" y="1710"/>
                      <a:pt x="856" y="1710"/>
                    </a:cubicBezTo>
                    <a:cubicBezTo>
                      <a:pt x="953" y="1710"/>
                      <a:pt x="1051" y="1693"/>
                      <a:pt x="1144" y="1661"/>
                    </a:cubicBezTo>
                    <a:cubicBezTo>
                      <a:pt x="1395" y="1575"/>
                      <a:pt x="1600" y="1363"/>
                      <a:pt x="1673" y="1106"/>
                    </a:cubicBezTo>
                    <a:cubicBezTo>
                      <a:pt x="1752" y="841"/>
                      <a:pt x="1699" y="544"/>
                      <a:pt x="1527" y="326"/>
                    </a:cubicBezTo>
                    <a:cubicBezTo>
                      <a:pt x="1364" y="124"/>
                      <a:pt x="1116" y="1"/>
                      <a:pt x="8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7" name="Google Shape;1267;p64"/>
              <p:cNvSpPr/>
              <p:nvPr/>
            </p:nvSpPr>
            <p:spPr>
              <a:xfrm>
                <a:off x="4832160" y="2063495"/>
                <a:ext cx="61479" cy="58456"/>
              </a:xfrm>
              <a:custGeom>
                <a:avLst/>
                <a:gdLst/>
                <a:ahLst/>
                <a:cxnLst/>
                <a:rect l="l" t="t" r="r" b="b"/>
                <a:pathLst>
                  <a:path w="2949" h="2804" extrusionOk="0">
                    <a:moveTo>
                      <a:pt x="1437" y="0"/>
                    </a:moveTo>
                    <a:cubicBezTo>
                      <a:pt x="1281" y="0"/>
                      <a:pt x="1123" y="26"/>
                      <a:pt x="972" y="80"/>
                    </a:cubicBezTo>
                    <a:cubicBezTo>
                      <a:pt x="457" y="265"/>
                      <a:pt x="87" y="747"/>
                      <a:pt x="47" y="1289"/>
                    </a:cubicBezTo>
                    <a:cubicBezTo>
                      <a:pt x="1" y="1838"/>
                      <a:pt x="298" y="2373"/>
                      <a:pt x="781" y="2638"/>
                    </a:cubicBezTo>
                    <a:cubicBezTo>
                      <a:pt x="986" y="2744"/>
                      <a:pt x="1210" y="2803"/>
                      <a:pt x="1442" y="2803"/>
                    </a:cubicBezTo>
                    <a:cubicBezTo>
                      <a:pt x="1990" y="2803"/>
                      <a:pt x="2499" y="2473"/>
                      <a:pt x="2724" y="1970"/>
                    </a:cubicBezTo>
                    <a:cubicBezTo>
                      <a:pt x="2949" y="1461"/>
                      <a:pt x="2850" y="853"/>
                      <a:pt x="2473" y="443"/>
                    </a:cubicBezTo>
                    <a:cubicBezTo>
                      <a:pt x="2200" y="157"/>
                      <a:pt x="1821" y="0"/>
                      <a:pt x="1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8" name="Google Shape;1268;p64"/>
              <p:cNvSpPr/>
              <p:nvPr/>
            </p:nvSpPr>
            <p:spPr>
              <a:xfrm>
                <a:off x="4886736" y="2040210"/>
                <a:ext cx="65065" cy="61062"/>
              </a:xfrm>
              <a:custGeom>
                <a:avLst/>
                <a:gdLst/>
                <a:ahLst/>
                <a:cxnLst/>
                <a:rect l="l" t="t" r="r" b="b"/>
                <a:pathLst>
                  <a:path w="3121" h="2929" extrusionOk="0">
                    <a:moveTo>
                      <a:pt x="1550" y="0"/>
                    </a:moveTo>
                    <a:cubicBezTo>
                      <a:pt x="1459" y="0"/>
                      <a:pt x="1367" y="9"/>
                      <a:pt x="1276" y="27"/>
                    </a:cubicBezTo>
                    <a:cubicBezTo>
                      <a:pt x="747" y="132"/>
                      <a:pt x="304" y="542"/>
                      <a:pt x="152" y="1064"/>
                    </a:cubicBezTo>
                    <a:cubicBezTo>
                      <a:pt x="0" y="1593"/>
                      <a:pt x="172" y="2182"/>
                      <a:pt x="582" y="2552"/>
                    </a:cubicBezTo>
                    <a:cubicBezTo>
                      <a:pt x="846" y="2796"/>
                      <a:pt x="1203" y="2929"/>
                      <a:pt x="1560" y="2929"/>
                    </a:cubicBezTo>
                    <a:cubicBezTo>
                      <a:pt x="2109" y="2929"/>
                      <a:pt x="2618" y="2611"/>
                      <a:pt x="2869" y="2122"/>
                    </a:cubicBezTo>
                    <a:cubicBezTo>
                      <a:pt x="3120" y="1626"/>
                      <a:pt x="3061" y="1018"/>
                      <a:pt x="2724" y="575"/>
                    </a:cubicBezTo>
                    <a:cubicBezTo>
                      <a:pt x="2443" y="212"/>
                      <a:pt x="2002" y="0"/>
                      <a:pt x="15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9" name="Google Shape;1269;p64"/>
              <p:cNvSpPr/>
              <p:nvPr/>
            </p:nvSpPr>
            <p:spPr>
              <a:xfrm>
                <a:off x="4941709" y="2208212"/>
                <a:ext cx="67129" cy="133111"/>
              </a:xfrm>
              <a:custGeom>
                <a:avLst/>
                <a:gdLst/>
                <a:ahLst/>
                <a:cxnLst/>
                <a:rect l="l" t="t" r="r" b="b"/>
                <a:pathLst>
                  <a:path w="3220" h="6385" extrusionOk="0">
                    <a:moveTo>
                      <a:pt x="1614" y="1"/>
                    </a:moveTo>
                    <a:cubicBezTo>
                      <a:pt x="1486" y="1"/>
                      <a:pt x="1359" y="29"/>
                      <a:pt x="1243" y="85"/>
                    </a:cubicBezTo>
                    <a:cubicBezTo>
                      <a:pt x="1184" y="105"/>
                      <a:pt x="1124" y="138"/>
                      <a:pt x="1072" y="177"/>
                    </a:cubicBezTo>
                    <a:cubicBezTo>
                      <a:pt x="999" y="224"/>
                      <a:pt x="933" y="270"/>
                      <a:pt x="873" y="323"/>
                    </a:cubicBezTo>
                    <a:cubicBezTo>
                      <a:pt x="721" y="442"/>
                      <a:pt x="589" y="581"/>
                      <a:pt x="477" y="726"/>
                    </a:cubicBezTo>
                    <a:cubicBezTo>
                      <a:pt x="272" y="991"/>
                      <a:pt x="120" y="1301"/>
                      <a:pt x="54" y="1632"/>
                    </a:cubicBezTo>
                    <a:cubicBezTo>
                      <a:pt x="14" y="1823"/>
                      <a:pt x="1" y="2022"/>
                      <a:pt x="1" y="2220"/>
                    </a:cubicBezTo>
                    <a:cubicBezTo>
                      <a:pt x="1" y="2352"/>
                      <a:pt x="113" y="2465"/>
                      <a:pt x="245" y="2471"/>
                    </a:cubicBezTo>
                    <a:cubicBezTo>
                      <a:pt x="250" y="2471"/>
                      <a:pt x="254" y="2471"/>
                      <a:pt x="258" y="2471"/>
                    </a:cubicBezTo>
                    <a:cubicBezTo>
                      <a:pt x="385" y="2471"/>
                      <a:pt x="491" y="2374"/>
                      <a:pt x="510" y="2246"/>
                    </a:cubicBezTo>
                    <a:cubicBezTo>
                      <a:pt x="536" y="1962"/>
                      <a:pt x="602" y="1685"/>
                      <a:pt x="761" y="1447"/>
                    </a:cubicBezTo>
                    <a:lnTo>
                      <a:pt x="761" y="1718"/>
                    </a:lnTo>
                    <a:lnTo>
                      <a:pt x="192" y="3998"/>
                    </a:lnTo>
                    <a:cubicBezTo>
                      <a:pt x="166" y="4097"/>
                      <a:pt x="153" y="4203"/>
                      <a:pt x="344" y="4203"/>
                    </a:cubicBezTo>
                    <a:lnTo>
                      <a:pt x="814" y="4203"/>
                    </a:lnTo>
                    <a:lnTo>
                      <a:pt x="900" y="6107"/>
                    </a:lnTo>
                    <a:cubicBezTo>
                      <a:pt x="906" y="6259"/>
                      <a:pt x="1039" y="6384"/>
                      <a:pt x="1197" y="6384"/>
                    </a:cubicBezTo>
                    <a:cubicBezTo>
                      <a:pt x="1349" y="6384"/>
                      <a:pt x="1481" y="6259"/>
                      <a:pt x="1495" y="6107"/>
                    </a:cubicBezTo>
                    <a:lnTo>
                      <a:pt x="1594" y="4203"/>
                    </a:lnTo>
                    <a:lnTo>
                      <a:pt x="1627" y="4203"/>
                    </a:lnTo>
                    <a:lnTo>
                      <a:pt x="1713" y="6107"/>
                    </a:lnTo>
                    <a:cubicBezTo>
                      <a:pt x="1726" y="6259"/>
                      <a:pt x="1858" y="6384"/>
                      <a:pt x="2010" y="6384"/>
                    </a:cubicBezTo>
                    <a:cubicBezTo>
                      <a:pt x="2169" y="6384"/>
                      <a:pt x="2301" y="6259"/>
                      <a:pt x="2308" y="6107"/>
                    </a:cubicBezTo>
                    <a:lnTo>
                      <a:pt x="2413" y="4203"/>
                    </a:lnTo>
                    <a:lnTo>
                      <a:pt x="2870" y="4203"/>
                    </a:lnTo>
                    <a:cubicBezTo>
                      <a:pt x="2922" y="4203"/>
                      <a:pt x="2969" y="4177"/>
                      <a:pt x="3002" y="4137"/>
                    </a:cubicBezTo>
                    <a:cubicBezTo>
                      <a:pt x="3035" y="4097"/>
                      <a:pt x="3048" y="4051"/>
                      <a:pt x="3035" y="3998"/>
                    </a:cubicBezTo>
                    <a:lnTo>
                      <a:pt x="2460" y="1711"/>
                    </a:lnTo>
                    <a:lnTo>
                      <a:pt x="2460" y="1447"/>
                    </a:lnTo>
                    <a:cubicBezTo>
                      <a:pt x="2618" y="1685"/>
                      <a:pt x="2678" y="1969"/>
                      <a:pt x="2711" y="2246"/>
                    </a:cubicBezTo>
                    <a:cubicBezTo>
                      <a:pt x="2724" y="2374"/>
                      <a:pt x="2836" y="2471"/>
                      <a:pt x="2963" y="2471"/>
                    </a:cubicBezTo>
                    <a:cubicBezTo>
                      <a:pt x="2967" y="2471"/>
                      <a:pt x="2971" y="2471"/>
                      <a:pt x="2975" y="2471"/>
                    </a:cubicBezTo>
                    <a:cubicBezTo>
                      <a:pt x="3108" y="2465"/>
                      <a:pt x="3213" y="2352"/>
                      <a:pt x="3213" y="2220"/>
                    </a:cubicBezTo>
                    <a:cubicBezTo>
                      <a:pt x="3220" y="2141"/>
                      <a:pt x="3213" y="2068"/>
                      <a:pt x="3213" y="1995"/>
                    </a:cubicBezTo>
                    <a:cubicBezTo>
                      <a:pt x="3207" y="1817"/>
                      <a:pt x="3174" y="1632"/>
                      <a:pt x="3121" y="1466"/>
                    </a:cubicBezTo>
                    <a:cubicBezTo>
                      <a:pt x="3074" y="1321"/>
                      <a:pt x="3022" y="1176"/>
                      <a:pt x="2949" y="1043"/>
                    </a:cubicBezTo>
                    <a:cubicBezTo>
                      <a:pt x="2770" y="719"/>
                      <a:pt x="2519" y="435"/>
                      <a:pt x="2215" y="217"/>
                    </a:cubicBezTo>
                    <a:cubicBezTo>
                      <a:pt x="2142" y="171"/>
                      <a:pt x="2063" y="118"/>
                      <a:pt x="1984" y="85"/>
                    </a:cubicBezTo>
                    <a:cubicBezTo>
                      <a:pt x="1868" y="29"/>
                      <a:pt x="1741" y="1"/>
                      <a:pt x="16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0" name="Google Shape;1270;p64"/>
              <p:cNvSpPr/>
              <p:nvPr/>
            </p:nvSpPr>
            <p:spPr>
              <a:xfrm>
                <a:off x="4884110" y="2104501"/>
                <a:ext cx="90833" cy="236557"/>
              </a:xfrm>
              <a:custGeom>
                <a:avLst/>
                <a:gdLst/>
                <a:ahLst/>
                <a:cxnLst/>
                <a:rect l="l" t="t" r="r" b="b"/>
                <a:pathLst>
                  <a:path w="4357" h="11347" extrusionOk="0">
                    <a:moveTo>
                      <a:pt x="1722" y="0"/>
                    </a:moveTo>
                    <a:cubicBezTo>
                      <a:pt x="1079" y="0"/>
                      <a:pt x="631" y="437"/>
                      <a:pt x="615" y="453"/>
                    </a:cubicBezTo>
                    <a:cubicBezTo>
                      <a:pt x="411" y="631"/>
                      <a:pt x="206" y="816"/>
                      <a:pt x="1" y="995"/>
                    </a:cubicBezTo>
                    <a:cubicBezTo>
                      <a:pt x="543" y="1378"/>
                      <a:pt x="992" y="1887"/>
                      <a:pt x="1303" y="2469"/>
                    </a:cubicBezTo>
                    <a:cubicBezTo>
                      <a:pt x="1501" y="2839"/>
                      <a:pt x="1640" y="3249"/>
                      <a:pt x="1713" y="3665"/>
                    </a:cubicBezTo>
                    <a:cubicBezTo>
                      <a:pt x="1759" y="3949"/>
                      <a:pt x="1772" y="4234"/>
                      <a:pt x="1766" y="4518"/>
                    </a:cubicBezTo>
                    <a:cubicBezTo>
                      <a:pt x="1766" y="4904"/>
                      <a:pt x="1442" y="5232"/>
                      <a:pt x="1057" y="5232"/>
                    </a:cubicBezTo>
                    <a:cubicBezTo>
                      <a:pt x="1053" y="5232"/>
                      <a:pt x="1049" y="5232"/>
                      <a:pt x="1045" y="5232"/>
                    </a:cubicBezTo>
                    <a:cubicBezTo>
                      <a:pt x="986" y="5232"/>
                      <a:pt x="926" y="5225"/>
                      <a:pt x="873" y="5212"/>
                    </a:cubicBezTo>
                    <a:lnTo>
                      <a:pt x="873" y="5212"/>
                    </a:lnTo>
                    <a:cubicBezTo>
                      <a:pt x="873" y="5212"/>
                      <a:pt x="1409" y="7175"/>
                      <a:pt x="1442" y="7301"/>
                    </a:cubicBezTo>
                    <a:cubicBezTo>
                      <a:pt x="1481" y="7473"/>
                      <a:pt x="1495" y="7823"/>
                      <a:pt x="1105" y="7823"/>
                    </a:cubicBezTo>
                    <a:lnTo>
                      <a:pt x="450" y="7823"/>
                    </a:lnTo>
                    <a:lnTo>
                      <a:pt x="397" y="8709"/>
                    </a:lnTo>
                    <a:lnTo>
                      <a:pt x="490" y="10864"/>
                    </a:lnTo>
                    <a:cubicBezTo>
                      <a:pt x="503" y="11128"/>
                      <a:pt x="728" y="11346"/>
                      <a:pt x="999" y="11346"/>
                    </a:cubicBezTo>
                    <a:cubicBezTo>
                      <a:pt x="1263" y="11346"/>
                      <a:pt x="1488" y="11135"/>
                      <a:pt x="1501" y="10864"/>
                    </a:cubicBezTo>
                    <a:lnTo>
                      <a:pt x="1686" y="7254"/>
                    </a:lnTo>
                    <a:lnTo>
                      <a:pt x="1832" y="10864"/>
                    </a:lnTo>
                    <a:cubicBezTo>
                      <a:pt x="1845" y="11128"/>
                      <a:pt x="2076" y="11346"/>
                      <a:pt x="2341" y="11346"/>
                    </a:cubicBezTo>
                    <a:cubicBezTo>
                      <a:pt x="2605" y="11346"/>
                      <a:pt x="2836" y="11135"/>
                      <a:pt x="2850" y="10864"/>
                    </a:cubicBezTo>
                    <a:lnTo>
                      <a:pt x="2929" y="9297"/>
                    </a:lnTo>
                    <a:cubicBezTo>
                      <a:pt x="2717" y="9284"/>
                      <a:pt x="2784" y="9085"/>
                      <a:pt x="2784" y="9085"/>
                    </a:cubicBezTo>
                    <a:lnTo>
                      <a:pt x="2982" y="8239"/>
                    </a:lnTo>
                    <a:lnTo>
                      <a:pt x="3008" y="7717"/>
                    </a:lnTo>
                    <a:cubicBezTo>
                      <a:pt x="2764" y="7658"/>
                      <a:pt x="2585" y="7440"/>
                      <a:pt x="2585" y="7182"/>
                    </a:cubicBezTo>
                    <a:cubicBezTo>
                      <a:pt x="2585" y="6944"/>
                      <a:pt x="2599" y="6712"/>
                      <a:pt x="2651" y="6488"/>
                    </a:cubicBezTo>
                    <a:cubicBezTo>
                      <a:pt x="2704" y="6256"/>
                      <a:pt x="2790" y="6038"/>
                      <a:pt x="2903" y="5833"/>
                    </a:cubicBezTo>
                    <a:cubicBezTo>
                      <a:pt x="2969" y="5708"/>
                      <a:pt x="3048" y="5595"/>
                      <a:pt x="3134" y="5483"/>
                    </a:cubicBezTo>
                    <a:cubicBezTo>
                      <a:pt x="3147" y="5390"/>
                      <a:pt x="3147" y="5291"/>
                      <a:pt x="3147" y="5199"/>
                    </a:cubicBezTo>
                    <a:lnTo>
                      <a:pt x="3147" y="4789"/>
                    </a:lnTo>
                    <a:lnTo>
                      <a:pt x="3147" y="3632"/>
                    </a:lnTo>
                    <a:lnTo>
                      <a:pt x="3147" y="2799"/>
                    </a:lnTo>
                    <a:lnTo>
                      <a:pt x="3147" y="2753"/>
                    </a:lnTo>
                    <a:cubicBezTo>
                      <a:pt x="3266" y="3017"/>
                      <a:pt x="3352" y="3302"/>
                      <a:pt x="3425" y="3586"/>
                    </a:cubicBezTo>
                    <a:cubicBezTo>
                      <a:pt x="3577" y="3216"/>
                      <a:pt x="3907" y="3024"/>
                      <a:pt x="4357" y="2951"/>
                    </a:cubicBezTo>
                    <a:cubicBezTo>
                      <a:pt x="4284" y="2660"/>
                      <a:pt x="4165" y="2297"/>
                      <a:pt x="4040" y="2026"/>
                    </a:cubicBezTo>
                    <a:cubicBezTo>
                      <a:pt x="3881" y="1676"/>
                      <a:pt x="3683" y="1352"/>
                      <a:pt x="3445" y="1054"/>
                    </a:cubicBezTo>
                    <a:cubicBezTo>
                      <a:pt x="3286" y="856"/>
                      <a:pt x="3107" y="677"/>
                      <a:pt x="2916" y="519"/>
                    </a:cubicBezTo>
                    <a:cubicBezTo>
                      <a:pt x="2823" y="439"/>
                      <a:pt x="2731" y="367"/>
                      <a:pt x="2625" y="301"/>
                    </a:cubicBezTo>
                    <a:cubicBezTo>
                      <a:pt x="2539" y="241"/>
                      <a:pt x="2453" y="195"/>
                      <a:pt x="2361" y="149"/>
                    </a:cubicBezTo>
                    <a:cubicBezTo>
                      <a:pt x="2134" y="42"/>
                      <a:pt x="1919" y="0"/>
                      <a:pt x="1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1" name="Google Shape;1271;p64"/>
              <p:cNvSpPr/>
              <p:nvPr/>
            </p:nvSpPr>
            <p:spPr>
              <a:xfrm>
                <a:off x="4806248" y="2123784"/>
                <a:ext cx="109991" cy="218232"/>
              </a:xfrm>
              <a:custGeom>
                <a:avLst/>
                <a:gdLst/>
                <a:ahLst/>
                <a:cxnLst/>
                <a:rect l="l" t="t" r="r" b="b"/>
                <a:pathLst>
                  <a:path w="5276" h="10468" extrusionOk="0">
                    <a:moveTo>
                      <a:pt x="2637" y="0"/>
                    </a:moveTo>
                    <a:cubicBezTo>
                      <a:pt x="2433" y="0"/>
                      <a:pt x="2229" y="45"/>
                      <a:pt x="2044" y="136"/>
                    </a:cubicBezTo>
                    <a:cubicBezTo>
                      <a:pt x="1905" y="182"/>
                      <a:pt x="1779" y="268"/>
                      <a:pt x="1667" y="347"/>
                    </a:cubicBezTo>
                    <a:cubicBezTo>
                      <a:pt x="1515" y="453"/>
                      <a:pt x="1376" y="565"/>
                      <a:pt x="1244" y="684"/>
                    </a:cubicBezTo>
                    <a:cubicBezTo>
                      <a:pt x="959" y="949"/>
                      <a:pt x="721" y="1246"/>
                      <a:pt x="523" y="1577"/>
                    </a:cubicBezTo>
                    <a:cubicBezTo>
                      <a:pt x="424" y="1735"/>
                      <a:pt x="338" y="1914"/>
                      <a:pt x="265" y="2092"/>
                    </a:cubicBezTo>
                    <a:cubicBezTo>
                      <a:pt x="199" y="2264"/>
                      <a:pt x="140" y="2449"/>
                      <a:pt x="100" y="2634"/>
                    </a:cubicBezTo>
                    <a:cubicBezTo>
                      <a:pt x="60" y="2820"/>
                      <a:pt x="34" y="2998"/>
                      <a:pt x="14" y="3190"/>
                    </a:cubicBezTo>
                    <a:cubicBezTo>
                      <a:pt x="1" y="3335"/>
                      <a:pt x="1" y="3481"/>
                      <a:pt x="8" y="3633"/>
                    </a:cubicBezTo>
                    <a:lnTo>
                      <a:pt x="8" y="3639"/>
                    </a:lnTo>
                    <a:cubicBezTo>
                      <a:pt x="8" y="3857"/>
                      <a:pt x="186" y="4036"/>
                      <a:pt x="404" y="4049"/>
                    </a:cubicBezTo>
                    <a:cubicBezTo>
                      <a:pt x="408" y="4049"/>
                      <a:pt x="412" y="4049"/>
                      <a:pt x="416" y="4049"/>
                    </a:cubicBezTo>
                    <a:cubicBezTo>
                      <a:pt x="623" y="4049"/>
                      <a:pt x="814" y="3886"/>
                      <a:pt x="834" y="3679"/>
                    </a:cubicBezTo>
                    <a:cubicBezTo>
                      <a:pt x="854" y="3481"/>
                      <a:pt x="880" y="3282"/>
                      <a:pt x="933" y="3091"/>
                    </a:cubicBezTo>
                    <a:cubicBezTo>
                      <a:pt x="1006" y="2839"/>
                      <a:pt x="1105" y="2588"/>
                      <a:pt x="1244" y="2370"/>
                    </a:cubicBezTo>
                    <a:lnTo>
                      <a:pt x="1244" y="2892"/>
                    </a:lnTo>
                    <a:lnTo>
                      <a:pt x="272" y="6448"/>
                    </a:lnTo>
                    <a:cubicBezTo>
                      <a:pt x="259" y="6521"/>
                      <a:pt x="279" y="6594"/>
                      <a:pt x="325" y="6653"/>
                    </a:cubicBezTo>
                    <a:cubicBezTo>
                      <a:pt x="378" y="6713"/>
                      <a:pt x="444" y="6746"/>
                      <a:pt x="523" y="6746"/>
                    </a:cubicBezTo>
                    <a:lnTo>
                      <a:pt x="1330" y="6746"/>
                    </a:lnTo>
                    <a:lnTo>
                      <a:pt x="1475" y="10005"/>
                    </a:lnTo>
                    <a:cubicBezTo>
                      <a:pt x="1488" y="10256"/>
                      <a:pt x="1706" y="10467"/>
                      <a:pt x="1964" y="10467"/>
                    </a:cubicBezTo>
                    <a:cubicBezTo>
                      <a:pt x="2215" y="10467"/>
                      <a:pt x="2434" y="10262"/>
                      <a:pt x="2447" y="10005"/>
                    </a:cubicBezTo>
                    <a:lnTo>
                      <a:pt x="2625" y="6746"/>
                    </a:lnTo>
                    <a:lnTo>
                      <a:pt x="2665" y="6746"/>
                    </a:lnTo>
                    <a:lnTo>
                      <a:pt x="2817" y="10005"/>
                    </a:lnTo>
                    <a:cubicBezTo>
                      <a:pt x="2824" y="10256"/>
                      <a:pt x="3042" y="10467"/>
                      <a:pt x="3299" y="10467"/>
                    </a:cubicBezTo>
                    <a:cubicBezTo>
                      <a:pt x="3551" y="10467"/>
                      <a:pt x="3769" y="10262"/>
                      <a:pt x="3782" y="10005"/>
                    </a:cubicBezTo>
                    <a:lnTo>
                      <a:pt x="3960" y="6746"/>
                    </a:lnTo>
                    <a:lnTo>
                      <a:pt x="4760" y="6746"/>
                    </a:lnTo>
                    <a:cubicBezTo>
                      <a:pt x="4833" y="6746"/>
                      <a:pt x="4906" y="6713"/>
                      <a:pt x="4952" y="6653"/>
                    </a:cubicBezTo>
                    <a:cubicBezTo>
                      <a:pt x="5005" y="6594"/>
                      <a:pt x="5025" y="6528"/>
                      <a:pt x="5005" y="6442"/>
                    </a:cubicBezTo>
                    <a:lnTo>
                      <a:pt x="4040" y="2932"/>
                    </a:lnTo>
                    <a:lnTo>
                      <a:pt x="4040" y="2377"/>
                    </a:lnTo>
                    <a:cubicBezTo>
                      <a:pt x="4179" y="2595"/>
                      <a:pt x="4278" y="2839"/>
                      <a:pt x="4344" y="3091"/>
                    </a:cubicBezTo>
                    <a:cubicBezTo>
                      <a:pt x="4397" y="3282"/>
                      <a:pt x="4423" y="3481"/>
                      <a:pt x="4443" y="3679"/>
                    </a:cubicBezTo>
                    <a:cubicBezTo>
                      <a:pt x="4468" y="3889"/>
                      <a:pt x="4647" y="4050"/>
                      <a:pt x="4855" y="4050"/>
                    </a:cubicBezTo>
                    <a:cubicBezTo>
                      <a:pt x="4863" y="4050"/>
                      <a:pt x="4871" y="4049"/>
                      <a:pt x="4879" y="4049"/>
                    </a:cubicBezTo>
                    <a:cubicBezTo>
                      <a:pt x="5097" y="4036"/>
                      <a:pt x="5269" y="3851"/>
                      <a:pt x="5276" y="3639"/>
                    </a:cubicBezTo>
                    <a:cubicBezTo>
                      <a:pt x="5276" y="3500"/>
                      <a:pt x="5276" y="3368"/>
                      <a:pt x="5269" y="3236"/>
                    </a:cubicBezTo>
                    <a:cubicBezTo>
                      <a:pt x="5256" y="3051"/>
                      <a:pt x="5230" y="2872"/>
                      <a:pt x="5190" y="2694"/>
                    </a:cubicBezTo>
                    <a:cubicBezTo>
                      <a:pt x="5117" y="2317"/>
                      <a:pt x="4978" y="1954"/>
                      <a:pt x="4787" y="1623"/>
                    </a:cubicBezTo>
                    <a:cubicBezTo>
                      <a:pt x="4595" y="1293"/>
                      <a:pt x="4357" y="989"/>
                      <a:pt x="4079" y="724"/>
                    </a:cubicBezTo>
                    <a:cubicBezTo>
                      <a:pt x="3941" y="599"/>
                      <a:pt x="3802" y="480"/>
                      <a:pt x="3650" y="374"/>
                    </a:cubicBezTo>
                    <a:cubicBezTo>
                      <a:pt x="3537" y="294"/>
                      <a:pt x="3418" y="215"/>
                      <a:pt x="3286" y="156"/>
                    </a:cubicBezTo>
                    <a:cubicBezTo>
                      <a:pt x="3280" y="149"/>
                      <a:pt x="3266" y="142"/>
                      <a:pt x="3253" y="142"/>
                    </a:cubicBezTo>
                    <a:cubicBezTo>
                      <a:pt x="3061" y="48"/>
                      <a:pt x="2849" y="0"/>
                      <a:pt x="26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1272" name="Google Shape;1272;p64"/>
          <p:cNvGrpSpPr/>
          <p:nvPr/>
        </p:nvGrpSpPr>
        <p:grpSpPr>
          <a:xfrm>
            <a:off x="1140469" y="406638"/>
            <a:ext cx="828000" cy="717300"/>
            <a:chOff x="864019" y="1789713"/>
            <a:chExt cx="828000" cy="717300"/>
          </a:xfrm>
        </p:grpSpPr>
        <p:sp>
          <p:nvSpPr>
            <p:cNvPr id="1273" name="Google Shape;1273;p64"/>
            <p:cNvSpPr/>
            <p:nvPr/>
          </p:nvSpPr>
          <p:spPr>
            <a:xfrm>
              <a:off x="864019" y="1789713"/>
              <a:ext cx="828000" cy="717300"/>
            </a:xfrm>
            <a:prstGeom prst="hexagon">
              <a:avLst>
                <a:gd name="adj" fmla="val 25000"/>
                <a:gd name="vf" fmla="val 11547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64"/>
            <p:cNvSpPr/>
            <p:nvPr/>
          </p:nvSpPr>
          <p:spPr>
            <a:xfrm>
              <a:off x="907047" y="1827511"/>
              <a:ext cx="740700" cy="641700"/>
            </a:xfrm>
            <a:prstGeom prst="hexagon">
              <a:avLst>
                <a:gd name="adj" fmla="val 25000"/>
                <a:gd name="vf" fmla="val 11547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5" name="Google Shape;1275;p64"/>
            <p:cNvGrpSpPr/>
            <p:nvPr/>
          </p:nvGrpSpPr>
          <p:grpSpPr>
            <a:xfrm>
              <a:off x="1080927" y="2006588"/>
              <a:ext cx="379075" cy="283219"/>
              <a:chOff x="3630299" y="2041315"/>
              <a:chExt cx="397312" cy="296845"/>
            </a:xfrm>
          </p:grpSpPr>
          <p:sp>
            <p:nvSpPr>
              <p:cNvPr id="1276" name="Google Shape;1276;p64"/>
              <p:cNvSpPr/>
              <p:nvPr/>
            </p:nvSpPr>
            <p:spPr>
              <a:xfrm>
                <a:off x="3646955" y="2152364"/>
                <a:ext cx="39986" cy="39172"/>
              </a:xfrm>
              <a:custGeom>
                <a:avLst/>
                <a:gdLst/>
                <a:ahLst/>
                <a:cxnLst/>
                <a:rect l="l" t="t" r="r" b="b"/>
                <a:pathLst>
                  <a:path w="1918" h="1879" extrusionOk="0">
                    <a:moveTo>
                      <a:pt x="969" y="0"/>
                    </a:moveTo>
                    <a:cubicBezTo>
                      <a:pt x="931" y="0"/>
                      <a:pt x="892" y="3"/>
                      <a:pt x="854" y="8"/>
                    </a:cubicBezTo>
                    <a:cubicBezTo>
                      <a:pt x="602" y="41"/>
                      <a:pt x="371" y="173"/>
                      <a:pt x="219" y="371"/>
                    </a:cubicBezTo>
                    <a:cubicBezTo>
                      <a:pt x="60" y="583"/>
                      <a:pt x="1" y="847"/>
                      <a:pt x="47" y="1105"/>
                    </a:cubicBezTo>
                    <a:cubicBezTo>
                      <a:pt x="126" y="1548"/>
                      <a:pt x="523" y="1878"/>
                      <a:pt x="966" y="1878"/>
                    </a:cubicBezTo>
                    <a:cubicBezTo>
                      <a:pt x="1224" y="1878"/>
                      <a:pt x="1475" y="1766"/>
                      <a:pt x="1647" y="1581"/>
                    </a:cubicBezTo>
                    <a:cubicBezTo>
                      <a:pt x="1825" y="1396"/>
                      <a:pt x="1918" y="1138"/>
                      <a:pt x="1905" y="880"/>
                    </a:cubicBezTo>
                    <a:cubicBezTo>
                      <a:pt x="1885" y="629"/>
                      <a:pt x="1766" y="384"/>
                      <a:pt x="1574" y="226"/>
                    </a:cubicBezTo>
                    <a:cubicBezTo>
                      <a:pt x="1405" y="79"/>
                      <a:pt x="1189" y="0"/>
                      <a:pt x="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7" name="Google Shape;1277;p64"/>
              <p:cNvSpPr/>
              <p:nvPr/>
            </p:nvSpPr>
            <p:spPr>
              <a:xfrm>
                <a:off x="3991464" y="2220074"/>
                <a:ext cx="25517" cy="24913"/>
              </a:xfrm>
              <a:custGeom>
                <a:avLst/>
                <a:gdLst/>
                <a:ahLst/>
                <a:cxnLst/>
                <a:rect l="l" t="t" r="r" b="b"/>
                <a:pathLst>
                  <a:path w="1224" h="1195" extrusionOk="0">
                    <a:moveTo>
                      <a:pt x="606" y="1"/>
                    </a:moveTo>
                    <a:cubicBezTo>
                      <a:pt x="467" y="1"/>
                      <a:pt x="332" y="47"/>
                      <a:pt x="225" y="137"/>
                    </a:cubicBezTo>
                    <a:cubicBezTo>
                      <a:pt x="99" y="243"/>
                      <a:pt x="20" y="395"/>
                      <a:pt x="13" y="560"/>
                    </a:cubicBezTo>
                    <a:cubicBezTo>
                      <a:pt x="0" y="726"/>
                      <a:pt x="60" y="891"/>
                      <a:pt x="172" y="1010"/>
                    </a:cubicBezTo>
                    <a:cubicBezTo>
                      <a:pt x="284" y="1122"/>
                      <a:pt x="443" y="1195"/>
                      <a:pt x="608" y="1195"/>
                    </a:cubicBezTo>
                    <a:cubicBezTo>
                      <a:pt x="893" y="1195"/>
                      <a:pt x="1144" y="983"/>
                      <a:pt x="1197" y="699"/>
                    </a:cubicBezTo>
                    <a:cubicBezTo>
                      <a:pt x="1223" y="540"/>
                      <a:pt x="1183" y="369"/>
                      <a:pt x="1084" y="236"/>
                    </a:cubicBezTo>
                    <a:cubicBezTo>
                      <a:pt x="985" y="104"/>
                      <a:pt x="840" y="25"/>
                      <a:pt x="681" y="5"/>
                    </a:cubicBezTo>
                    <a:cubicBezTo>
                      <a:pt x="656" y="2"/>
                      <a:pt x="631" y="1"/>
                      <a:pt x="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8" name="Google Shape;1278;p64"/>
              <p:cNvSpPr/>
              <p:nvPr/>
            </p:nvSpPr>
            <p:spPr>
              <a:xfrm>
                <a:off x="3630299" y="2103521"/>
                <a:ext cx="397312" cy="234639"/>
              </a:xfrm>
              <a:custGeom>
                <a:avLst/>
                <a:gdLst/>
                <a:ahLst/>
                <a:cxnLst/>
                <a:rect l="l" t="t" r="r" b="b"/>
                <a:pathLst>
                  <a:path w="19058" h="11255" extrusionOk="0">
                    <a:moveTo>
                      <a:pt x="9366" y="2030"/>
                    </a:moveTo>
                    <a:cubicBezTo>
                      <a:pt x="9386" y="2030"/>
                      <a:pt x="9406" y="2031"/>
                      <a:pt x="9426" y="2033"/>
                    </a:cubicBezTo>
                    <a:cubicBezTo>
                      <a:pt x="9697" y="2060"/>
                      <a:pt x="9922" y="2271"/>
                      <a:pt x="9961" y="2536"/>
                    </a:cubicBezTo>
                    <a:cubicBezTo>
                      <a:pt x="9975" y="2588"/>
                      <a:pt x="9975" y="2641"/>
                      <a:pt x="9968" y="2694"/>
                    </a:cubicBezTo>
                    <a:cubicBezTo>
                      <a:pt x="10051" y="2653"/>
                      <a:pt x="10144" y="2631"/>
                      <a:pt x="10239" y="2631"/>
                    </a:cubicBezTo>
                    <a:cubicBezTo>
                      <a:pt x="10326" y="2631"/>
                      <a:pt x="10415" y="2650"/>
                      <a:pt x="10497" y="2688"/>
                    </a:cubicBezTo>
                    <a:lnTo>
                      <a:pt x="11594" y="3183"/>
                    </a:lnTo>
                    <a:cubicBezTo>
                      <a:pt x="11905" y="3329"/>
                      <a:pt x="12044" y="3692"/>
                      <a:pt x="11898" y="4003"/>
                    </a:cubicBezTo>
                    <a:cubicBezTo>
                      <a:pt x="11796" y="4232"/>
                      <a:pt x="11568" y="4368"/>
                      <a:pt x="11331" y="4368"/>
                    </a:cubicBezTo>
                    <a:cubicBezTo>
                      <a:pt x="11246" y="4368"/>
                      <a:pt x="11160" y="4350"/>
                      <a:pt x="11079" y="4314"/>
                    </a:cubicBezTo>
                    <a:lnTo>
                      <a:pt x="10166" y="3897"/>
                    </a:lnTo>
                    <a:cubicBezTo>
                      <a:pt x="10305" y="3765"/>
                      <a:pt x="10305" y="3540"/>
                      <a:pt x="10173" y="3402"/>
                    </a:cubicBezTo>
                    <a:cubicBezTo>
                      <a:pt x="10114" y="3349"/>
                      <a:pt x="10034" y="3309"/>
                      <a:pt x="9948" y="3302"/>
                    </a:cubicBezTo>
                    <a:cubicBezTo>
                      <a:pt x="9902" y="3302"/>
                      <a:pt x="9856" y="3309"/>
                      <a:pt x="9803" y="3316"/>
                    </a:cubicBezTo>
                    <a:cubicBezTo>
                      <a:pt x="9743" y="3322"/>
                      <a:pt x="9690" y="3322"/>
                      <a:pt x="9631" y="3322"/>
                    </a:cubicBezTo>
                    <a:cubicBezTo>
                      <a:pt x="9624" y="3283"/>
                      <a:pt x="9624" y="3249"/>
                      <a:pt x="9624" y="3210"/>
                    </a:cubicBezTo>
                    <a:cubicBezTo>
                      <a:pt x="9539" y="3254"/>
                      <a:pt x="9446" y="3275"/>
                      <a:pt x="9353" y="3275"/>
                    </a:cubicBezTo>
                    <a:cubicBezTo>
                      <a:pt x="9180" y="3275"/>
                      <a:pt x="9007" y="3200"/>
                      <a:pt x="8891" y="3058"/>
                    </a:cubicBezTo>
                    <a:cubicBezTo>
                      <a:pt x="8739" y="2886"/>
                      <a:pt x="8706" y="2628"/>
                      <a:pt x="8798" y="2417"/>
                    </a:cubicBezTo>
                    <a:lnTo>
                      <a:pt x="8818" y="2384"/>
                    </a:lnTo>
                    <a:cubicBezTo>
                      <a:pt x="8915" y="2170"/>
                      <a:pt x="9131" y="2030"/>
                      <a:pt x="9366" y="2030"/>
                    </a:cubicBezTo>
                    <a:close/>
                    <a:moveTo>
                      <a:pt x="8838" y="3924"/>
                    </a:moveTo>
                    <a:cubicBezTo>
                      <a:pt x="8884" y="3950"/>
                      <a:pt x="8937" y="3977"/>
                      <a:pt x="8983" y="4003"/>
                    </a:cubicBezTo>
                    <a:lnTo>
                      <a:pt x="8765" y="4997"/>
                    </a:lnTo>
                    <a:lnTo>
                      <a:pt x="8765" y="4997"/>
                    </a:lnTo>
                    <a:cubicBezTo>
                      <a:pt x="8765" y="4996"/>
                      <a:pt x="8765" y="4995"/>
                      <a:pt x="8765" y="4995"/>
                    </a:cubicBezTo>
                    <a:cubicBezTo>
                      <a:pt x="8765" y="4995"/>
                      <a:pt x="8778" y="4909"/>
                      <a:pt x="8791" y="4770"/>
                    </a:cubicBezTo>
                    <a:cubicBezTo>
                      <a:pt x="8805" y="4624"/>
                      <a:pt x="8825" y="4419"/>
                      <a:pt x="8831" y="4168"/>
                    </a:cubicBezTo>
                    <a:cubicBezTo>
                      <a:pt x="8838" y="4089"/>
                      <a:pt x="8838" y="4010"/>
                      <a:pt x="8838" y="3924"/>
                    </a:cubicBezTo>
                    <a:close/>
                    <a:moveTo>
                      <a:pt x="6129" y="1"/>
                    </a:moveTo>
                    <a:cubicBezTo>
                      <a:pt x="5941" y="1"/>
                      <a:pt x="5754" y="20"/>
                      <a:pt x="5586" y="50"/>
                    </a:cubicBezTo>
                    <a:cubicBezTo>
                      <a:pt x="5559" y="57"/>
                      <a:pt x="5533" y="63"/>
                      <a:pt x="5500" y="70"/>
                    </a:cubicBezTo>
                    <a:cubicBezTo>
                      <a:pt x="5440" y="90"/>
                      <a:pt x="5367" y="110"/>
                      <a:pt x="5282" y="149"/>
                    </a:cubicBezTo>
                    <a:cubicBezTo>
                      <a:pt x="5103" y="222"/>
                      <a:pt x="4872" y="348"/>
                      <a:pt x="4640" y="539"/>
                    </a:cubicBezTo>
                    <a:cubicBezTo>
                      <a:pt x="4521" y="632"/>
                      <a:pt x="4402" y="744"/>
                      <a:pt x="4290" y="870"/>
                    </a:cubicBezTo>
                    <a:cubicBezTo>
                      <a:pt x="4178" y="1002"/>
                      <a:pt x="4072" y="1141"/>
                      <a:pt x="3979" y="1293"/>
                    </a:cubicBezTo>
                    <a:cubicBezTo>
                      <a:pt x="3794" y="1597"/>
                      <a:pt x="3649" y="1941"/>
                      <a:pt x="3550" y="2284"/>
                    </a:cubicBezTo>
                    <a:cubicBezTo>
                      <a:pt x="3450" y="2635"/>
                      <a:pt x="3398" y="2978"/>
                      <a:pt x="3371" y="3296"/>
                    </a:cubicBezTo>
                    <a:cubicBezTo>
                      <a:pt x="3345" y="3620"/>
                      <a:pt x="3345" y="3917"/>
                      <a:pt x="3358" y="4168"/>
                    </a:cubicBezTo>
                    <a:cubicBezTo>
                      <a:pt x="3365" y="4419"/>
                      <a:pt x="3384" y="4624"/>
                      <a:pt x="3398" y="4770"/>
                    </a:cubicBezTo>
                    <a:cubicBezTo>
                      <a:pt x="3411" y="4909"/>
                      <a:pt x="3424" y="4995"/>
                      <a:pt x="3424" y="4995"/>
                    </a:cubicBezTo>
                    <a:cubicBezTo>
                      <a:pt x="3431" y="5054"/>
                      <a:pt x="3450" y="5100"/>
                      <a:pt x="3477" y="5147"/>
                    </a:cubicBezTo>
                    <a:cubicBezTo>
                      <a:pt x="3464" y="5147"/>
                      <a:pt x="3457" y="5147"/>
                      <a:pt x="3444" y="5140"/>
                    </a:cubicBezTo>
                    <a:cubicBezTo>
                      <a:pt x="3391" y="5127"/>
                      <a:pt x="3338" y="5114"/>
                      <a:pt x="3285" y="5087"/>
                    </a:cubicBezTo>
                    <a:cubicBezTo>
                      <a:pt x="3173" y="5047"/>
                      <a:pt x="3067" y="4988"/>
                      <a:pt x="2968" y="4928"/>
                    </a:cubicBezTo>
                    <a:cubicBezTo>
                      <a:pt x="2776" y="4809"/>
                      <a:pt x="2591" y="4684"/>
                      <a:pt x="2419" y="4545"/>
                    </a:cubicBezTo>
                    <a:cubicBezTo>
                      <a:pt x="2213" y="4370"/>
                      <a:pt x="1985" y="4289"/>
                      <a:pt x="1758" y="4289"/>
                    </a:cubicBezTo>
                    <a:cubicBezTo>
                      <a:pt x="1608" y="4289"/>
                      <a:pt x="1458" y="4324"/>
                      <a:pt x="1315" y="4393"/>
                    </a:cubicBezTo>
                    <a:cubicBezTo>
                      <a:pt x="668" y="4697"/>
                      <a:pt x="271" y="5358"/>
                      <a:pt x="112" y="6032"/>
                    </a:cubicBezTo>
                    <a:cubicBezTo>
                      <a:pt x="26" y="6429"/>
                      <a:pt x="0" y="6832"/>
                      <a:pt x="7" y="7242"/>
                    </a:cubicBezTo>
                    <a:cubicBezTo>
                      <a:pt x="7" y="7387"/>
                      <a:pt x="126" y="7513"/>
                      <a:pt x="271" y="7520"/>
                    </a:cubicBezTo>
                    <a:cubicBezTo>
                      <a:pt x="275" y="7520"/>
                      <a:pt x="279" y="7520"/>
                      <a:pt x="283" y="7520"/>
                    </a:cubicBezTo>
                    <a:cubicBezTo>
                      <a:pt x="424" y="7520"/>
                      <a:pt x="549" y="7410"/>
                      <a:pt x="562" y="7262"/>
                    </a:cubicBezTo>
                    <a:cubicBezTo>
                      <a:pt x="595" y="6878"/>
                      <a:pt x="641" y="6495"/>
                      <a:pt x="780" y="6131"/>
                    </a:cubicBezTo>
                    <a:lnTo>
                      <a:pt x="780" y="6131"/>
                    </a:lnTo>
                    <a:cubicBezTo>
                      <a:pt x="767" y="6416"/>
                      <a:pt x="747" y="6693"/>
                      <a:pt x="734" y="6978"/>
                    </a:cubicBezTo>
                    <a:cubicBezTo>
                      <a:pt x="727" y="7070"/>
                      <a:pt x="727" y="7156"/>
                      <a:pt x="721" y="7249"/>
                    </a:cubicBezTo>
                    <a:cubicBezTo>
                      <a:pt x="707" y="7440"/>
                      <a:pt x="747" y="7632"/>
                      <a:pt x="833" y="7804"/>
                    </a:cubicBezTo>
                    <a:lnTo>
                      <a:pt x="992" y="10917"/>
                    </a:lnTo>
                    <a:cubicBezTo>
                      <a:pt x="1005" y="11089"/>
                      <a:pt x="1150" y="11228"/>
                      <a:pt x="1315" y="11228"/>
                    </a:cubicBezTo>
                    <a:cubicBezTo>
                      <a:pt x="1487" y="11228"/>
                      <a:pt x="1633" y="11089"/>
                      <a:pt x="1639" y="10917"/>
                    </a:cubicBezTo>
                    <a:lnTo>
                      <a:pt x="1758" y="8465"/>
                    </a:lnTo>
                    <a:lnTo>
                      <a:pt x="1891" y="10917"/>
                    </a:lnTo>
                    <a:cubicBezTo>
                      <a:pt x="1897" y="11089"/>
                      <a:pt x="2043" y="11228"/>
                      <a:pt x="2214" y="11228"/>
                    </a:cubicBezTo>
                    <a:cubicBezTo>
                      <a:pt x="2380" y="11228"/>
                      <a:pt x="2525" y="11089"/>
                      <a:pt x="2538" y="10917"/>
                    </a:cubicBezTo>
                    <a:lnTo>
                      <a:pt x="2684" y="7804"/>
                    </a:lnTo>
                    <a:cubicBezTo>
                      <a:pt x="2776" y="7639"/>
                      <a:pt x="2823" y="7460"/>
                      <a:pt x="2816" y="7255"/>
                    </a:cubicBezTo>
                    <a:lnTo>
                      <a:pt x="2723" y="5596"/>
                    </a:lnTo>
                    <a:lnTo>
                      <a:pt x="2723" y="5596"/>
                    </a:lnTo>
                    <a:cubicBezTo>
                      <a:pt x="2958" y="5691"/>
                      <a:pt x="3218" y="5768"/>
                      <a:pt x="3472" y="5768"/>
                    </a:cubicBezTo>
                    <a:cubicBezTo>
                      <a:pt x="3483" y="5768"/>
                      <a:pt x="3493" y="5768"/>
                      <a:pt x="3503" y="5768"/>
                    </a:cubicBezTo>
                    <a:cubicBezTo>
                      <a:pt x="3636" y="5761"/>
                      <a:pt x="3768" y="5722"/>
                      <a:pt x="3880" y="5649"/>
                    </a:cubicBezTo>
                    <a:cubicBezTo>
                      <a:pt x="3973" y="5596"/>
                      <a:pt x="4039" y="5517"/>
                      <a:pt x="4085" y="5424"/>
                    </a:cubicBezTo>
                    <a:cubicBezTo>
                      <a:pt x="4112" y="5378"/>
                      <a:pt x="4125" y="5325"/>
                      <a:pt x="4118" y="5279"/>
                    </a:cubicBezTo>
                    <a:cubicBezTo>
                      <a:pt x="4224" y="5193"/>
                      <a:pt x="4290" y="5067"/>
                      <a:pt x="4283" y="4922"/>
                    </a:cubicBezTo>
                    <a:cubicBezTo>
                      <a:pt x="4283" y="4922"/>
                      <a:pt x="4277" y="4843"/>
                      <a:pt x="4277" y="4710"/>
                    </a:cubicBezTo>
                    <a:cubicBezTo>
                      <a:pt x="4277" y="4578"/>
                      <a:pt x="4277" y="4393"/>
                      <a:pt x="4283" y="4168"/>
                    </a:cubicBezTo>
                    <a:cubicBezTo>
                      <a:pt x="4297" y="3944"/>
                      <a:pt x="4316" y="3686"/>
                      <a:pt x="4363" y="3421"/>
                    </a:cubicBezTo>
                    <a:cubicBezTo>
                      <a:pt x="4409" y="3150"/>
                      <a:pt x="4475" y="2873"/>
                      <a:pt x="4574" y="2615"/>
                    </a:cubicBezTo>
                    <a:cubicBezTo>
                      <a:pt x="4627" y="2469"/>
                      <a:pt x="4693" y="2331"/>
                      <a:pt x="4759" y="2205"/>
                    </a:cubicBezTo>
                    <a:lnTo>
                      <a:pt x="4759" y="2205"/>
                    </a:lnTo>
                    <a:lnTo>
                      <a:pt x="4442" y="4823"/>
                    </a:lnTo>
                    <a:cubicBezTo>
                      <a:pt x="4429" y="4955"/>
                      <a:pt x="4429" y="5094"/>
                      <a:pt x="4442" y="5226"/>
                    </a:cubicBezTo>
                    <a:cubicBezTo>
                      <a:pt x="4475" y="5504"/>
                      <a:pt x="4574" y="5748"/>
                      <a:pt x="4720" y="5966"/>
                    </a:cubicBezTo>
                    <a:lnTo>
                      <a:pt x="4944" y="10673"/>
                    </a:lnTo>
                    <a:cubicBezTo>
                      <a:pt x="4958" y="10930"/>
                      <a:pt x="5163" y="11142"/>
                      <a:pt x="5427" y="11149"/>
                    </a:cubicBezTo>
                    <a:cubicBezTo>
                      <a:pt x="5435" y="11149"/>
                      <a:pt x="5443" y="11149"/>
                      <a:pt x="5451" y="11149"/>
                    </a:cubicBezTo>
                    <a:cubicBezTo>
                      <a:pt x="5712" y="11149"/>
                      <a:pt x="5936" y="10942"/>
                      <a:pt x="5949" y="10673"/>
                    </a:cubicBezTo>
                    <a:lnTo>
                      <a:pt x="6108" y="7116"/>
                    </a:lnTo>
                    <a:lnTo>
                      <a:pt x="6273" y="10673"/>
                    </a:lnTo>
                    <a:cubicBezTo>
                      <a:pt x="6286" y="10930"/>
                      <a:pt x="6491" y="11142"/>
                      <a:pt x="6756" y="11149"/>
                    </a:cubicBezTo>
                    <a:cubicBezTo>
                      <a:pt x="6764" y="11149"/>
                      <a:pt x="6772" y="11149"/>
                      <a:pt x="6780" y="11149"/>
                    </a:cubicBezTo>
                    <a:cubicBezTo>
                      <a:pt x="7047" y="11149"/>
                      <a:pt x="7265" y="10942"/>
                      <a:pt x="7278" y="10673"/>
                    </a:cubicBezTo>
                    <a:lnTo>
                      <a:pt x="7496" y="5946"/>
                    </a:lnTo>
                    <a:cubicBezTo>
                      <a:pt x="7701" y="5629"/>
                      <a:pt x="7807" y="5233"/>
                      <a:pt x="7760" y="4823"/>
                    </a:cubicBezTo>
                    <a:lnTo>
                      <a:pt x="7443" y="2238"/>
                    </a:lnTo>
                    <a:lnTo>
                      <a:pt x="7443" y="2238"/>
                    </a:lnTo>
                    <a:cubicBezTo>
                      <a:pt x="7509" y="2357"/>
                      <a:pt x="7569" y="2483"/>
                      <a:pt x="7615" y="2615"/>
                    </a:cubicBezTo>
                    <a:cubicBezTo>
                      <a:pt x="7714" y="2873"/>
                      <a:pt x="7780" y="3150"/>
                      <a:pt x="7826" y="3421"/>
                    </a:cubicBezTo>
                    <a:cubicBezTo>
                      <a:pt x="7873" y="3686"/>
                      <a:pt x="7893" y="3944"/>
                      <a:pt x="7906" y="4168"/>
                    </a:cubicBezTo>
                    <a:cubicBezTo>
                      <a:pt x="7912" y="4393"/>
                      <a:pt x="7912" y="4578"/>
                      <a:pt x="7912" y="4710"/>
                    </a:cubicBezTo>
                    <a:cubicBezTo>
                      <a:pt x="7912" y="4843"/>
                      <a:pt x="7906" y="4922"/>
                      <a:pt x="7906" y="4922"/>
                    </a:cubicBezTo>
                    <a:cubicBezTo>
                      <a:pt x="7899" y="5140"/>
                      <a:pt x="8058" y="5338"/>
                      <a:pt x="8283" y="5371"/>
                    </a:cubicBezTo>
                    <a:cubicBezTo>
                      <a:pt x="8299" y="5373"/>
                      <a:pt x="8316" y="5374"/>
                      <a:pt x="8332" y="5374"/>
                    </a:cubicBezTo>
                    <a:cubicBezTo>
                      <a:pt x="8526" y="5374"/>
                      <a:pt x="8695" y="5248"/>
                      <a:pt x="8750" y="5063"/>
                    </a:cubicBezTo>
                    <a:lnTo>
                      <a:pt x="8750" y="5063"/>
                    </a:lnTo>
                    <a:lnTo>
                      <a:pt x="8236" y="7401"/>
                    </a:lnTo>
                    <a:cubicBezTo>
                      <a:pt x="8223" y="7467"/>
                      <a:pt x="8243" y="7539"/>
                      <a:pt x="8289" y="7592"/>
                    </a:cubicBezTo>
                    <a:cubicBezTo>
                      <a:pt x="8335" y="7652"/>
                      <a:pt x="8401" y="7678"/>
                      <a:pt x="8468" y="7678"/>
                    </a:cubicBezTo>
                    <a:lnTo>
                      <a:pt x="9215" y="7678"/>
                    </a:lnTo>
                    <a:lnTo>
                      <a:pt x="9360" y="10699"/>
                    </a:lnTo>
                    <a:cubicBezTo>
                      <a:pt x="9373" y="10957"/>
                      <a:pt x="9598" y="11175"/>
                      <a:pt x="9856" y="11182"/>
                    </a:cubicBezTo>
                    <a:cubicBezTo>
                      <a:pt x="10120" y="11182"/>
                      <a:pt x="10345" y="10983"/>
                      <a:pt x="10371" y="10732"/>
                    </a:cubicBezTo>
                    <a:cubicBezTo>
                      <a:pt x="10371" y="10719"/>
                      <a:pt x="10378" y="10706"/>
                      <a:pt x="10378" y="10699"/>
                    </a:cubicBezTo>
                    <a:lnTo>
                      <a:pt x="10530" y="7678"/>
                    </a:lnTo>
                    <a:lnTo>
                      <a:pt x="10616" y="7678"/>
                    </a:lnTo>
                    <a:lnTo>
                      <a:pt x="10761" y="10699"/>
                    </a:lnTo>
                    <a:cubicBezTo>
                      <a:pt x="10775" y="10957"/>
                      <a:pt x="10993" y="11175"/>
                      <a:pt x="11257" y="11182"/>
                    </a:cubicBezTo>
                    <a:cubicBezTo>
                      <a:pt x="11515" y="11182"/>
                      <a:pt x="11740" y="10983"/>
                      <a:pt x="11773" y="10732"/>
                    </a:cubicBezTo>
                    <a:cubicBezTo>
                      <a:pt x="11773" y="10719"/>
                      <a:pt x="11773" y="10706"/>
                      <a:pt x="11773" y="10699"/>
                    </a:cubicBezTo>
                    <a:lnTo>
                      <a:pt x="11931" y="7678"/>
                    </a:lnTo>
                    <a:lnTo>
                      <a:pt x="12678" y="7678"/>
                    </a:lnTo>
                    <a:cubicBezTo>
                      <a:pt x="12751" y="7678"/>
                      <a:pt x="12817" y="7652"/>
                      <a:pt x="12857" y="7592"/>
                    </a:cubicBezTo>
                    <a:cubicBezTo>
                      <a:pt x="12903" y="7539"/>
                      <a:pt x="12923" y="7467"/>
                      <a:pt x="12910" y="7401"/>
                    </a:cubicBezTo>
                    <a:lnTo>
                      <a:pt x="12044" y="3316"/>
                    </a:lnTo>
                    <a:lnTo>
                      <a:pt x="12044" y="2985"/>
                    </a:lnTo>
                    <a:cubicBezTo>
                      <a:pt x="12301" y="3606"/>
                      <a:pt x="12407" y="4274"/>
                      <a:pt x="12460" y="4948"/>
                    </a:cubicBezTo>
                    <a:cubicBezTo>
                      <a:pt x="12460" y="4961"/>
                      <a:pt x="12467" y="4975"/>
                      <a:pt x="12467" y="4988"/>
                    </a:cubicBezTo>
                    <a:cubicBezTo>
                      <a:pt x="12480" y="5180"/>
                      <a:pt x="12625" y="5332"/>
                      <a:pt x="12804" y="5378"/>
                    </a:cubicBezTo>
                    <a:cubicBezTo>
                      <a:pt x="12804" y="5404"/>
                      <a:pt x="12817" y="5437"/>
                      <a:pt x="12830" y="5464"/>
                    </a:cubicBezTo>
                    <a:cubicBezTo>
                      <a:pt x="12883" y="5550"/>
                      <a:pt x="12949" y="5629"/>
                      <a:pt x="13035" y="5689"/>
                    </a:cubicBezTo>
                    <a:cubicBezTo>
                      <a:pt x="13141" y="5761"/>
                      <a:pt x="13273" y="5794"/>
                      <a:pt x="13405" y="5801"/>
                    </a:cubicBezTo>
                    <a:cubicBezTo>
                      <a:pt x="13423" y="5802"/>
                      <a:pt x="13441" y="5802"/>
                      <a:pt x="13459" y="5802"/>
                    </a:cubicBezTo>
                    <a:cubicBezTo>
                      <a:pt x="13699" y="5802"/>
                      <a:pt x="13944" y="5721"/>
                      <a:pt x="14172" y="5629"/>
                    </a:cubicBezTo>
                    <a:lnTo>
                      <a:pt x="14185" y="6475"/>
                    </a:lnTo>
                    <a:lnTo>
                      <a:pt x="13723" y="8584"/>
                    </a:lnTo>
                    <a:cubicBezTo>
                      <a:pt x="13709" y="8630"/>
                      <a:pt x="13723" y="8683"/>
                      <a:pt x="13756" y="8723"/>
                    </a:cubicBezTo>
                    <a:cubicBezTo>
                      <a:pt x="13789" y="8756"/>
                      <a:pt x="13835" y="8782"/>
                      <a:pt x="13881" y="8782"/>
                    </a:cubicBezTo>
                    <a:lnTo>
                      <a:pt x="14271" y="8782"/>
                    </a:lnTo>
                    <a:lnTo>
                      <a:pt x="14370" y="10858"/>
                    </a:lnTo>
                    <a:cubicBezTo>
                      <a:pt x="14384" y="11023"/>
                      <a:pt x="14522" y="11155"/>
                      <a:pt x="14694" y="11155"/>
                    </a:cubicBezTo>
                    <a:cubicBezTo>
                      <a:pt x="14698" y="11155"/>
                      <a:pt x="14702" y="11155"/>
                      <a:pt x="14706" y="11155"/>
                    </a:cubicBezTo>
                    <a:cubicBezTo>
                      <a:pt x="14866" y="11155"/>
                      <a:pt x="14999" y="11019"/>
                      <a:pt x="15012" y="10858"/>
                    </a:cubicBezTo>
                    <a:lnTo>
                      <a:pt x="15117" y="8782"/>
                    </a:lnTo>
                    <a:lnTo>
                      <a:pt x="15150" y="8782"/>
                    </a:lnTo>
                    <a:lnTo>
                      <a:pt x="15250" y="10858"/>
                    </a:lnTo>
                    <a:cubicBezTo>
                      <a:pt x="15256" y="11023"/>
                      <a:pt x="15402" y="11155"/>
                      <a:pt x="15567" y="11155"/>
                    </a:cubicBezTo>
                    <a:cubicBezTo>
                      <a:pt x="15571" y="11155"/>
                      <a:pt x="15575" y="11155"/>
                      <a:pt x="15579" y="11155"/>
                    </a:cubicBezTo>
                    <a:cubicBezTo>
                      <a:pt x="15745" y="11155"/>
                      <a:pt x="15878" y="11019"/>
                      <a:pt x="15891" y="10858"/>
                    </a:cubicBezTo>
                    <a:lnTo>
                      <a:pt x="15997" y="8782"/>
                    </a:lnTo>
                    <a:lnTo>
                      <a:pt x="16373" y="8782"/>
                    </a:lnTo>
                    <a:cubicBezTo>
                      <a:pt x="16426" y="8782"/>
                      <a:pt x="16472" y="8756"/>
                      <a:pt x="16499" y="8723"/>
                    </a:cubicBezTo>
                    <a:cubicBezTo>
                      <a:pt x="16532" y="8683"/>
                      <a:pt x="16545" y="8630"/>
                      <a:pt x="16539" y="8584"/>
                    </a:cubicBezTo>
                    <a:lnTo>
                      <a:pt x="16069" y="6475"/>
                    </a:lnTo>
                    <a:lnTo>
                      <a:pt x="16076" y="6158"/>
                    </a:lnTo>
                    <a:cubicBezTo>
                      <a:pt x="16215" y="6515"/>
                      <a:pt x="16261" y="6892"/>
                      <a:pt x="16294" y="7268"/>
                    </a:cubicBezTo>
                    <a:cubicBezTo>
                      <a:pt x="16301" y="7368"/>
                      <a:pt x="16354" y="7447"/>
                      <a:pt x="16433" y="7487"/>
                    </a:cubicBezTo>
                    <a:cubicBezTo>
                      <a:pt x="16433" y="7513"/>
                      <a:pt x="16439" y="7533"/>
                      <a:pt x="16453" y="7553"/>
                    </a:cubicBezTo>
                    <a:cubicBezTo>
                      <a:pt x="16486" y="7612"/>
                      <a:pt x="16525" y="7658"/>
                      <a:pt x="16585" y="7698"/>
                    </a:cubicBezTo>
                    <a:cubicBezTo>
                      <a:pt x="16658" y="7744"/>
                      <a:pt x="16737" y="7764"/>
                      <a:pt x="16823" y="7771"/>
                    </a:cubicBezTo>
                    <a:cubicBezTo>
                      <a:pt x="16833" y="7771"/>
                      <a:pt x="16842" y="7771"/>
                      <a:pt x="16852" y="7771"/>
                    </a:cubicBezTo>
                    <a:cubicBezTo>
                      <a:pt x="17014" y="7771"/>
                      <a:pt x="17176" y="7721"/>
                      <a:pt x="17325" y="7665"/>
                    </a:cubicBezTo>
                    <a:lnTo>
                      <a:pt x="17325" y="7665"/>
                    </a:lnTo>
                    <a:lnTo>
                      <a:pt x="17266" y="8723"/>
                    </a:lnTo>
                    <a:cubicBezTo>
                      <a:pt x="17259" y="8848"/>
                      <a:pt x="17292" y="8967"/>
                      <a:pt x="17345" y="9073"/>
                    </a:cubicBezTo>
                    <a:lnTo>
                      <a:pt x="17444" y="11056"/>
                    </a:lnTo>
                    <a:cubicBezTo>
                      <a:pt x="17451" y="11162"/>
                      <a:pt x="17543" y="11254"/>
                      <a:pt x="17649" y="11254"/>
                    </a:cubicBezTo>
                    <a:cubicBezTo>
                      <a:pt x="17755" y="11254"/>
                      <a:pt x="17847" y="11162"/>
                      <a:pt x="17854" y="11056"/>
                    </a:cubicBezTo>
                    <a:lnTo>
                      <a:pt x="17940" y="9489"/>
                    </a:lnTo>
                    <a:lnTo>
                      <a:pt x="18013" y="11056"/>
                    </a:lnTo>
                    <a:cubicBezTo>
                      <a:pt x="18019" y="11162"/>
                      <a:pt x="18112" y="11254"/>
                      <a:pt x="18218" y="11254"/>
                    </a:cubicBezTo>
                    <a:cubicBezTo>
                      <a:pt x="18330" y="11254"/>
                      <a:pt x="18422" y="11162"/>
                      <a:pt x="18429" y="11056"/>
                    </a:cubicBezTo>
                    <a:lnTo>
                      <a:pt x="18528" y="9066"/>
                    </a:lnTo>
                    <a:cubicBezTo>
                      <a:pt x="18588" y="8961"/>
                      <a:pt x="18608" y="8842"/>
                      <a:pt x="18601" y="8716"/>
                    </a:cubicBezTo>
                    <a:cubicBezTo>
                      <a:pt x="18594" y="8657"/>
                      <a:pt x="18594" y="8604"/>
                      <a:pt x="18594" y="8544"/>
                    </a:cubicBezTo>
                    <a:cubicBezTo>
                      <a:pt x="18581" y="8366"/>
                      <a:pt x="18575" y="8181"/>
                      <a:pt x="18561" y="8002"/>
                    </a:cubicBezTo>
                    <a:lnTo>
                      <a:pt x="18561" y="8002"/>
                    </a:lnTo>
                    <a:cubicBezTo>
                      <a:pt x="18647" y="8233"/>
                      <a:pt x="18680" y="8485"/>
                      <a:pt x="18700" y="8729"/>
                    </a:cubicBezTo>
                    <a:cubicBezTo>
                      <a:pt x="18706" y="8818"/>
                      <a:pt x="18786" y="8888"/>
                      <a:pt x="18873" y="8888"/>
                    </a:cubicBezTo>
                    <a:cubicBezTo>
                      <a:pt x="18877" y="8888"/>
                      <a:pt x="18881" y="8888"/>
                      <a:pt x="18885" y="8888"/>
                    </a:cubicBezTo>
                    <a:cubicBezTo>
                      <a:pt x="18978" y="8881"/>
                      <a:pt x="19057" y="8809"/>
                      <a:pt x="19057" y="8716"/>
                    </a:cubicBezTo>
                    <a:cubicBezTo>
                      <a:pt x="19057" y="8452"/>
                      <a:pt x="19044" y="8194"/>
                      <a:pt x="18984" y="7943"/>
                    </a:cubicBezTo>
                    <a:cubicBezTo>
                      <a:pt x="18885" y="7513"/>
                      <a:pt x="18634" y="7090"/>
                      <a:pt x="18224" y="6898"/>
                    </a:cubicBezTo>
                    <a:cubicBezTo>
                      <a:pt x="18131" y="6853"/>
                      <a:pt x="18033" y="6829"/>
                      <a:pt x="17935" y="6829"/>
                    </a:cubicBezTo>
                    <a:cubicBezTo>
                      <a:pt x="17791" y="6829"/>
                      <a:pt x="17647" y="6881"/>
                      <a:pt x="17517" y="6991"/>
                    </a:cubicBezTo>
                    <a:cubicBezTo>
                      <a:pt x="17405" y="7083"/>
                      <a:pt x="17292" y="7163"/>
                      <a:pt x="17167" y="7235"/>
                    </a:cubicBezTo>
                    <a:cubicBezTo>
                      <a:pt x="17100" y="7275"/>
                      <a:pt x="17034" y="7315"/>
                      <a:pt x="16962" y="7341"/>
                    </a:cubicBezTo>
                    <a:cubicBezTo>
                      <a:pt x="16929" y="7354"/>
                      <a:pt x="16896" y="7368"/>
                      <a:pt x="16862" y="7374"/>
                    </a:cubicBezTo>
                    <a:cubicBezTo>
                      <a:pt x="16843" y="7381"/>
                      <a:pt x="16823" y="7381"/>
                      <a:pt x="16803" y="7381"/>
                    </a:cubicBezTo>
                    <a:cubicBezTo>
                      <a:pt x="16823" y="7341"/>
                      <a:pt x="16836" y="7301"/>
                      <a:pt x="16836" y="7249"/>
                    </a:cubicBezTo>
                    <a:cubicBezTo>
                      <a:pt x="16843" y="6852"/>
                      <a:pt x="16823" y="6455"/>
                      <a:pt x="16730" y="6059"/>
                    </a:cubicBezTo>
                    <a:cubicBezTo>
                      <a:pt x="16578" y="5404"/>
                      <a:pt x="16188" y="4757"/>
                      <a:pt x="15554" y="4453"/>
                    </a:cubicBezTo>
                    <a:cubicBezTo>
                      <a:pt x="15412" y="4384"/>
                      <a:pt x="15265" y="4349"/>
                      <a:pt x="15119" y="4349"/>
                    </a:cubicBezTo>
                    <a:cubicBezTo>
                      <a:pt x="14896" y="4349"/>
                      <a:pt x="14673" y="4430"/>
                      <a:pt x="14470" y="4598"/>
                    </a:cubicBezTo>
                    <a:cubicBezTo>
                      <a:pt x="14298" y="4737"/>
                      <a:pt x="14119" y="4862"/>
                      <a:pt x="13934" y="4975"/>
                    </a:cubicBezTo>
                    <a:cubicBezTo>
                      <a:pt x="13828" y="5034"/>
                      <a:pt x="13729" y="5094"/>
                      <a:pt x="13617" y="5140"/>
                    </a:cubicBezTo>
                    <a:cubicBezTo>
                      <a:pt x="13564" y="5160"/>
                      <a:pt x="13518" y="5180"/>
                      <a:pt x="13465" y="5186"/>
                    </a:cubicBezTo>
                    <a:cubicBezTo>
                      <a:pt x="13444" y="5192"/>
                      <a:pt x="13423" y="5194"/>
                      <a:pt x="13403" y="5194"/>
                    </a:cubicBezTo>
                    <a:cubicBezTo>
                      <a:pt x="13355" y="5194"/>
                      <a:pt x="13311" y="5180"/>
                      <a:pt x="13273" y="5166"/>
                    </a:cubicBezTo>
                    <a:cubicBezTo>
                      <a:pt x="13313" y="5100"/>
                      <a:pt x="13333" y="5034"/>
                      <a:pt x="13333" y="4955"/>
                    </a:cubicBezTo>
                    <a:cubicBezTo>
                      <a:pt x="13333" y="4380"/>
                      <a:pt x="13326" y="4307"/>
                      <a:pt x="13319" y="4201"/>
                    </a:cubicBezTo>
                    <a:cubicBezTo>
                      <a:pt x="13280" y="3487"/>
                      <a:pt x="13154" y="2774"/>
                      <a:pt x="12863" y="2119"/>
                    </a:cubicBezTo>
                    <a:cubicBezTo>
                      <a:pt x="12586" y="1491"/>
                      <a:pt x="12143" y="910"/>
                      <a:pt x="11548" y="559"/>
                    </a:cubicBezTo>
                    <a:cubicBezTo>
                      <a:pt x="11283" y="404"/>
                      <a:pt x="10892" y="268"/>
                      <a:pt x="10609" y="268"/>
                    </a:cubicBezTo>
                    <a:cubicBezTo>
                      <a:pt x="10603" y="268"/>
                      <a:pt x="10596" y="268"/>
                      <a:pt x="10589" y="268"/>
                    </a:cubicBezTo>
                    <a:cubicBezTo>
                      <a:pt x="10299" y="268"/>
                      <a:pt x="10054" y="328"/>
                      <a:pt x="9783" y="473"/>
                    </a:cubicBezTo>
                    <a:cubicBezTo>
                      <a:pt x="9512" y="612"/>
                      <a:pt x="9254" y="771"/>
                      <a:pt x="9003" y="949"/>
                    </a:cubicBezTo>
                    <a:cubicBezTo>
                      <a:pt x="8765" y="1114"/>
                      <a:pt x="8534" y="1306"/>
                      <a:pt x="8342" y="1531"/>
                    </a:cubicBezTo>
                    <a:cubicBezTo>
                      <a:pt x="8302" y="1445"/>
                      <a:pt x="8256" y="1372"/>
                      <a:pt x="8210" y="1293"/>
                    </a:cubicBezTo>
                    <a:cubicBezTo>
                      <a:pt x="8117" y="1141"/>
                      <a:pt x="8011" y="1002"/>
                      <a:pt x="7899" y="870"/>
                    </a:cubicBezTo>
                    <a:cubicBezTo>
                      <a:pt x="7787" y="744"/>
                      <a:pt x="7668" y="632"/>
                      <a:pt x="7549" y="539"/>
                    </a:cubicBezTo>
                    <a:cubicBezTo>
                      <a:pt x="7317" y="348"/>
                      <a:pt x="7086" y="222"/>
                      <a:pt x="6908" y="149"/>
                    </a:cubicBezTo>
                    <a:cubicBezTo>
                      <a:pt x="6822" y="110"/>
                      <a:pt x="6749" y="90"/>
                      <a:pt x="6683" y="70"/>
                    </a:cubicBezTo>
                    <a:cubicBezTo>
                      <a:pt x="6508" y="20"/>
                      <a:pt x="6318" y="1"/>
                      <a:pt x="61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9" name="Google Shape;1279;p64"/>
              <p:cNvSpPr/>
              <p:nvPr/>
            </p:nvSpPr>
            <p:spPr>
              <a:xfrm>
                <a:off x="3727297" y="2041315"/>
                <a:ext cx="60520" cy="60499"/>
              </a:xfrm>
              <a:custGeom>
                <a:avLst/>
                <a:gdLst/>
                <a:ahLst/>
                <a:cxnLst/>
                <a:rect l="l" t="t" r="r" b="b"/>
                <a:pathLst>
                  <a:path w="2903" h="2902" extrusionOk="0">
                    <a:moveTo>
                      <a:pt x="1448" y="0"/>
                    </a:moveTo>
                    <a:cubicBezTo>
                      <a:pt x="648" y="0"/>
                      <a:pt x="1" y="655"/>
                      <a:pt x="1" y="1454"/>
                    </a:cubicBezTo>
                    <a:cubicBezTo>
                      <a:pt x="1" y="2254"/>
                      <a:pt x="648" y="2902"/>
                      <a:pt x="1448" y="2902"/>
                    </a:cubicBezTo>
                    <a:cubicBezTo>
                      <a:pt x="2248" y="2902"/>
                      <a:pt x="2902" y="2254"/>
                      <a:pt x="2902" y="1454"/>
                    </a:cubicBezTo>
                    <a:cubicBezTo>
                      <a:pt x="2902" y="655"/>
                      <a:pt x="2248" y="0"/>
                      <a:pt x="14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0" name="Google Shape;1280;p64"/>
              <p:cNvSpPr/>
              <p:nvPr/>
            </p:nvSpPr>
            <p:spPr>
              <a:xfrm>
                <a:off x="3925860" y="2154428"/>
                <a:ext cx="39298" cy="38339"/>
              </a:xfrm>
              <a:custGeom>
                <a:avLst/>
                <a:gdLst/>
                <a:ahLst/>
                <a:cxnLst/>
                <a:rect l="l" t="t" r="r" b="b"/>
                <a:pathLst>
                  <a:path w="1885" h="1839" extrusionOk="0">
                    <a:moveTo>
                      <a:pt x="926" y="0"/>
                    </a:moveTo>
                    <a:cubicBezTo>
                      <a:pt x="712" y="0"/>
                      <a:pt x="501" y="79"/>
                      <a:pt x="338" y="219"/>
                    </a:cubicBezTo>
                    <a:cubicBezTo>
                      <a:pt x="146" y="378"/>
                      <a:pt x="27" y="616"/>
                      <a:pt x="14" y="867"/>
                    </a:cubicBezTo>
                    <a:cubicBezTo>
                      <a:pt x="1" y="1118"/>
                      <a:pt x="87" y="1369"/>
                      <a:pt x="265" y="1554"/>
                    </a:cubicBezTo>
                    <a:cubicBezTo>
                      <a:pt x="437" y="1733"/>
                      <a:pt x="682" y="1839"/>
                      <a:pt x="933" y="1839"/>
                    </a:cubicBezTo>
                    <a:cubicBezTo>
                      <a:pt x="1369" y="1839"/>
                      <a:pt x="1759" y="1515"/>
                      <a:pt x="1838" y="1078"/>
                    </a:cubicBezTo>
                    <a:cubicBezTo>
                      <a:pt x="1885" y="834"/>
                      <a:pt x="1819" y="570"/>
                      <a:pt x="1667" y="365"/>
                    </a:cubicBezTo>
                    <a:cubicBezTo>
                      <a:pt x="1514" y="166"/>
                      <a:pt x="1290" y="34"/>
                      <a:pt x="1039" y="8"/>
                    </a:cubicBezTo>
                    <a:cubicBezTo>
                      <a:pt x="1001" y="3"/>
                      <a:pt x="963" y="0"/>
                      <a:pt x="9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1" name="Google Shape;1281;p64"/>
              <p:cNvSpPr/>
              <p:nvPr/>
            </p:nvSpPr>
            <p:spPr>
              <a:xfrm>
                <a:off x="3818667" y="2045797"/>
                <a:ext cx="64231" cy="60979"/>
              </a:xfrm>
              <a:custGeom>
                <a:avLst/>
                <a:gdLst/>
                <a:ahLst/>
                <a:cxnLst/>
                <a:rect l="l" t="t" r="r" b="b"/>
                <a:pathLst>
                  <a:path w="3081" h="2925" extrusionOk="0">
                    <a:moveTo>
                      <a:pt x="1547" y="0"/>
                    </a:moveTo>
                    <a:cubicBezTo>
                      <a:pt x="1076" y="0"/>
                      <a:pt x="617" y="234"/>
                      <a:pt x="344" y="625"/>
                    </a:cubicBezTo>
                    <a:cubicBezTo>
                      <a:pt x="53" y="1048"/>
                      <a:pt x="0" y="1603"/>
                      <a:pt x="212" y="2072"/>
                    </a:cubicBezTo>
                    <a:cubicBezTo>
                      <a:pt x="423" y="2528"/>
                      <a:pt x="859" y="2852"/>
                      <a:pt x="1362" y="2918"/>
                    </a:cubicBezTo>
                    <a:cubicBezTo>
                      <a:pt x="1421" y="2925"/>
                      <a:pt x="1487" y="2925"/>
                      <a:pt x="1547" y="2925"/>
                    </a:cubicBezTo>
                    <a:cubicBezTo>
                      <a:pt x="2049" y="2925"/>
                      <a:pt x="2532" y="2661"/>
                      <a:pt x="2796" y="2224"/>
                    </a:cubicBezTo>
                    <a:cubicBezTo>
                      <a:pt x="3067" y="1788"/>
                      <a:pt x="3080" y="1226"/>
                      <a:pt x="2842" y="777"/>
                    </a:cubicBezTo>
                    <a:cubicBezTo>
                      <a:pt x="2604" y="334"/>
                      <a:pt x="2142" y="36"/>
                      <a:pt x="1639" y="3"/>
                    </a:cubicBezTo>
                    <a:cubicBezTo>
                      <a:pt x="1608" y="1"/>
                      <a:pt x="1577" y="0"/>
                      <a:pt x="15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1282" name="Google Shape;1282;p64"/>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FAMILY SKILLS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286"/>
        <p:cNvGrpSpPr/>
        <p:nvPr/>
      </p:nvGrpSpPr>
      <p:grpSpPr>
        <a:xfrm>
          <a:off x="0" y="0"/>
          <a:ext cx="0" cy="0"/>
          <a:chOff x="0" y="0"/>
          <a:chExt cx="0" cy="0"/>
        </a:xfrm>
      </p:grpSpPr>
      <p:graphicFrame>
        <p:nvGraphicFramePr>
          <p:cNvPr id="1287" name="Google Shape;1287;p65"/>
          <p:cNvGraphicFramePr/>
          <p:nvPr/>
        </p:nvGraphicFramePr>
        <p:xfrm>
          <a:off x="940138" y="2345005"/>
          <a:ext cx="3000000" cy="3000000"/>
        </p:xfrm>
        <a:graphic>
          <a:graphicData uri="http://schemas.openxmlformats.org/drawingml/2006/table">
            <a:tbl>
              <a:tblPr>
                <a:noFill/>
                <a:tableStyleId>{C24C5A11-0915-40F6-85A9-2BD45B5DC75F}</a:tableStyleId>
              </a:tblPr>
              <a:tblGrid>
                <a:gridCol w="1815925">
                  <a:extLst>
                    <a:ext uri="{9D8B030D-6E8A-4147-A177-3AD203B41FA5}">
                      <a16:colId xmlns:a16="http://schemas.microsoft.com/office/drawing/2014/main" val="20000"/>
                    </a:ext>
                  </a:extLst>
                </a:gridCol>
                <a:gridCol w="1815925">
                  <a:extLst>
                    <a:ext uri="{9D8B030D-6E8A-4147-A177-3AD203B41FA5}">
                      <a16:colId xmlns:a16="http://schemas.microsoft.com/office/drawing/2014/main" val="20001"/>
                    </a:ext>
                  </a:extLst>
                </a:gridCol>
                <a:gridCol w="1815925">
                  <a:extLst>
                    <a:ext uri="{9D8B030D-6E8A-4147-A177-3AD203B41FA5}">
                      <a16:colId xmlns:a16="http://schemas.microsoft.com/office/drawing/2014/main" val="20002"/>
                    </a:ext>
                  </a:extLst>
                </a:gridCol>
                <a:gridCol w="1815925">
                  <a:extLst>
                    <a:ext uri="{9D8B030D-6E8A-4147-A177-3AD203B41FA5}">
                      <a16:colId xmlns:a16="http://schemas.microsoft.com/office/drawing/2014/main" val="20003"/>
                    </a:ext>
                  </a:extLst>
                </a:gridCol>
              </a:tblGrid>
              <a:tr h="469775">
                <a:tc>
                  <a:txBody>
                    <a:bodyPr/>
                    <a:lstStyle/>
                    <a:p>
                      <a:pPr marL="0" lvl="0" indent="0" algn="ctr" rtl="0">
                        <a:spcBef>
                          <a:spcPts val="0"/>
                        </a:spcBef>
                        <a:spcAft>
                          <a:spcPts val="0"/>
                        </a:spcAft>
                        <a:buNone/>
                      </a:pPr>
                      <a:r>
                        <a:rPr lang="en" sz="2500" b="1">
                          <a:solidFill>
                            <a:schemeClr val="lt1"/>
                          </a:solidFill>
                          <a:latin typeface="M PLUS 1p"/>
                          <a:ea typeface="M PLUS 1p"/>
                          <a:cs typeface="M PLUS 1p"/>
                          <a:sym typeface="M PLUS 1p"/>
                        </a:rPr>
                        <a:t>01</a:t>
                      </a:r>
                      <a:endParaRPr sz="2500" b="1">
                        <a:solidFill>
                          <a:schemeClr val="lt1"/>
                        </a:solidFill>
                        <a:latin typeface="M PLUS 1p"/>
                        <a:ea typeface="M PLUS 1p"/>
                        <a:cs typeface="M PLUS 1p"/>
                        <a:sym typeface="M PLUS 1p"/>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2500" b="1">
                          <a:solidFill>
                            <a:schemeClr val="lt1"/>
                          </a:solidFill>
                          <a:latin typeface="M PLUS 1p"/>
                          <a:ea typeface="M PLUS 1p"/>
                          <a:cs typeface="M PLUS 1p"/>
                          <a:sym typeface="M PLUS 1p"/>
                        </a:rPr>
                        <a:t>02</a:t>
                      </a:r>
                      <a:endParaRPr sz="2500" b="1">
                        <a:solidFill>
                          <a:schemeClr val="dk2"/>
                        </a:solidFill>
                        <a:latin typeface="M PLUS 1p"/>
                        <a:ea typeface="M PLUS 1p"/>
                        <a:cs typeface="M PLUS 1p"/>
                        <a:sym typeface="M PLUS 1p"/>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2500" b="1">
                          <a:solidFill>
                            <a:schemeClr val="lt1"/>
                          </a:solidFill>
                          <a:latin typeface="M PLUS 1p"/>
                          <a:ea typeface="M PLUS 1p"/>
                          <a:cs typeface="M PLUS 1p"/>
                          <a:sym typeface="M PLUS 1p"/>
                        </a:rPr>
                        <a:t>03</a:t>
                      </a:r>
                      <a:endParaRPr sz="2500" b="1">
                        <a:solidFill>
                          <a:schemeClr val="dk2"/>
                        </a:solidFill>
                        <a:latin typeface="M PLUS 1p"/>
                        <a:ea typeface="M PLUS 1p"/>
                        <a:cs typeface="M PLUS 1p"/>
                        <a:sym typeface="M PLUS 1p"/>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2500" b="1">
                          <a:solidFill>
                            <a:schemeClr val="lt1"/>
                          </a:solidFill>
                          <a:latin typeface="M PLUS 1p"/>
                          <a:ea typeface="M PLUS 1p"/>
                          <a:cs typeface="M PLUS 1p"/>
                          <a:sym typeface="M PLUS 1p"/>
                        </a:rPr>
                        <a:t>04</a:t>
                      </a:r>
                      <a:endParaRPr sz="2500" b="1">
                        <a:solidFill>
                          <a:schemeClr val="dk2"/>
                        </a:solidFill>
                        <a:latin typeface="M PLUS 1p"/>
                        <a:ea typeface="M PLUS 1p"/>
                        <a:cs typeface="M PLUS 1p"/>
                        <a:sym typeface="M PLUS 1p"/>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787225">
                <a:tc>
                  <a:txBody>
                    <a:bodyPr/>
                    <a:lstStyle/>
                    <a:p>
                      <a:pPr marL="0" lvl="0" indent="0" algn="ctr" rtl="0">
                        <a:spcBef>
                          <a:spcPts val="0"/>
                        </a:spcBef>
                        <a:spcAft>
                          <a:spcPts val="0"/>
                        </a:spcAft>
                        <a:buNone/>
                      </a:pPr>
                      <a:r>
                        <a:rPr lang="en" sz="2500" b="1">
                          <a:solidFill>
                            <a:schemeClr val="dk2"/>
                          </a:solidFill>
                          <a:latin typeface="M PLUS 1p"/>
                          <a:ea typeface="M PLUS 1p"/>
                          <a:cs typeface="M PLUS 1p"/>
                          <a:sym typeface="M PLUS 1p"/>
                        </a:rPr>
                        <a:t>Social support</a:t>
                      </a:r>
                      <a:endParaRPr b="1">
                        <a:latin typeface="M PLUS 1p"/>
                        <a:ea typeface="M PLUS 1p"/>
                        <a:cs typeface="M PLUS 1p"/>
                        <a:sym typeface="M PLUS 1p"/>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500" b="1">
                          <a:solidFill>
                            <a:schemeClr val="dk2"/>
                          </a:solidFill>
                          <a:latin typeface="M PLUS 1p"/>
                          <a:ea typeface="M PLUS 1p"/>
                          <a:cs typeface="M PLUS 1p"/>
                          <a:sym typeface="M PLUS 1p"/>
                        </a:rPr>
                        <a:t>Emotional support</a:t>
                      </a:r>
                      <a:endParaRPr b="1">
                        <a:latin typeface="M PLUS 1p"/>
                        <a:ea typeface="M PLUS 1p"/>
                        <a:cs typeface="M PLUS 1p"/>
                        <a:sym typeface="M PLUS 1p"/>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500" b="1">
                          <a:solidFill>
                            <a:schemeClr val="dk2"/>
                          </a:solidFill>
                          <a:latin typeface="M PLUS 1p"/>
                          <a:ea typeface="M PLUS 1p"/>
                          <a:cs typeface="M PLUS 1p"/>
                          <a:sym typeface="M PLUS 1p"/>
                        </a:rPr>
                        <a:t>Physical support</a:t>
                      </a:r>
                      <a:endParaRPr b="1">
                        <a:latin typeface="M PLUS 1p"/>
                        <a:ea typeface="M PLUS 1p"/>
                        <a:cs typeface="M PLUS 1p"/>
                        <a:sym typeface="M PLUS 1p"/>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500" b="1">
                          <a:solidFill>
                            <a:schemeClr val="dk2"/>
                          </a:solidFill>
                          <a:latin typeface="M PLUS 1p"/>
                          <a:ea typeface="M PLUS 1p"/>
                          <a:cs typeface="M PLUS 1p"/>
                          <a:sym typeface="M PLUS 1p"/>
                        </a:rPr>
                        <a:t>Academic support</a:t>
                      </a:r>
                      <a:endParaRPr b="1">
                        <a:latin typeface="M PLUS 1p"/>
                        <a:ea typeface="M PLUS 1p"/>
                        <a:cs typeface="M PLUS 1p"/>
                        <a:sym typeface="M PLUS 1p"/>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685650">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Venus is the second planet from the Sun</a:t>
                      </a:r>
                      <a:endParaRPr>
                        <a:solidFill>
                          <a:schemeClr val="dk1"/>
                        </a:solidFill>
                        <a:latin typeface="Montserrat"/>
                        <a:ea typeface="Montserrat"/>
                        <a:cs typeface="Montserrat"/>
                        <a:sym typeface="Montserrat"/>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Jupiter is the biggest planet of them all</a:t>
                      </a:r>
                      <a:endParaRPr>
                        <a:solidFill>
                          <a:schemeClr val="dk1"/>
                        </a:solidFill>
                        <a:latin typeface="Montserrat"/>
                        <a:ea typeface="Montserrat"/>
                        <a:cs typeface="Montserrat"/>
                        <a:sym typeface="Montserrat"/>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Neptune is the farthest planet from the Sun</a:t>
                      </a:r>
                      <a:endParaRPr>
                        <a:solidFill>
                          <a:schemeClr val="dk1"/>
                        </a:solidFill>
                        <a:latin typeface="Montserrat"/>
                        <a:ea typeface="Montserrat"/>
                        <a:cs typeface="Montserrat"/>
                        <a:sym typeface="Montserrat"/>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Mercury is the closest planet to the Sun</a:t>
                      </a:r>
                      <a:endParaRPr>
                        <a:solidFill>
                          <a:schemeClr val="dk1"/>
                        </a:solidFill>
                        <a:latin typeface="Montserrat"/>
                        <a:ea typeface="Montserrat"/>
                        <a:cs typeface="Montserrat"/>
                        <a:sym typeface="Montserrat"/>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cxnSp>
        <p:nvCxnSpPr>
          <p:cNvPr id="1288" name="Google Shape;1288;p65"/>
          <p:cNvCxnSpPr/>
          <p:nvPr/>
        </p:nvCxnSpPr>
        <p:spPr>
          <a:xfrm>
            <a:off x="3400950" y="1124100"/>
            <a:ext cx="2342100" cy="0"/>
          </a:xfrm>
          <a:prstGeom prst="straightConnector1">
            <a:avLst/>
          </a:prstGeom>
          <a:noFill/>
          <a:ln w="9525" cap="flat" cmpd="sng">
            <a:solidFill>
              <a:schemeClr val="dk1"/>
            </a:solidFill>
            <a:prstDash val="solid"/>
            <a:round/>
            <a:headEnd type="none" w="med" len="med"/>
            <a:tailEnd type="none" w="med" len="med"/>
          </a:ln>
        </p:spPr>
      </p:cxnSp>
      <p:grpSp>
        <p:nvGrpSpPr>
          <p:cNvPr id="1289" name="Google Shape;1289;p65"/>
          <p:cNvGrpSpPr/>
          <p:nvPr/>
        </p:nvGrpSpPr>
        <p:grpSpPr>
          <a:xfrm>
            <a:off x="940162" y="385794"/>
            <a:ext cx="777000" cy="738300"/>
            <a:chOff x="1725387" y="552369"/>
            <a:chExt cx="777000" cy="738300"/>
          </a:xfrm>
        </p:grpSpPr>
        <p:sp>
          <p:nvSpPr>
            <p:cNvPr id="1290" name="Google Shape;1290;p65"/>
            <p:cNvSpPr/>
            <p:nvPr/>
          </p:nvSpPr>
          <p:spPr>
            <a:xfrm>
              <a:off x="1725387" y="552369"/>
              <a:ext cx="777000" cy="738300"/>
            </a:xfrm>
            <a:prstGeom prst="pentagon">
              <a:avLst>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65"/>
            <p:cNvSpPr/>
            <p:nvPr/>
          </p:nvSpPr>
          <p:spPr>
            <a:xfrm>
              <a:off x="1776269" y="600711"/>
              <a:ext cx="675300" cy="641700"/>
            </a:xfrm>
            <a:prstGeom prst="pentagon">
              <a:avLst>
                <a:gd name="hf" fmla="val 105146"/>
                <a:gd name="vf" fmla="val 11055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2" name="Google Shape;1292;p65"/>
            <p:cNvGrpSpPr/>
            <p:nvPr/>
          </p:nvGrpSpPr>
          <p:grpSpPr>
            <a:xfrm>
              <a:off x="2017229" y="813997"/>
              <a:ext cx="193290" cy="287952"/>
              <a:chOff x="4806248" y="2040210"/>
              <a:chExt cx="202589" cy="301805"/>
            </a:xfrm>
          </p:grpSpPr>
          <p:sp>
            <p:nvSpPr>
              <p:cNvPr id="1293" name="Google Shape;1293;p65"/>
              <p:cNvSpPr/>
              <p:nvPr/>
            </p:nvSpPr>
            <p:spPr>
              <a:xfrm>
                <a:off x="4957427" y="2170813"/>
                <a:ext cx="36525" cy="35649"/>
              </a:xfrm>
              <a:custGeom>
                <a:avLst/>
                <a:gdLst/>
                <a:ahLst/>
                <a:cxnLst/>
                <a:rect l="l" t="t" r="r" b="b"/>
                <a:pathLst>
                  <a:path w="1752" h="1710" extrusionOk="0">
                    <a:moveTo>
                      <a:pt x="853" y="1"/>
                    </a:moveTo>
                    <a:cubicBezTo>
                      <a:pt x="840" y="1"/>
                      <a:pt x="827" y="1"/>
                      <a:pt x="813" y="2"/>
                    </a:cubicBezTo>
                    <a:cubicBezTo>
                      <a:pt x="542" y="15"/>
                      <a:pt x="285" y="160"/>
                      <a:pt x="139" y="392"/>
                    </a:cubicBezTo>
                    <a:cubicBezTo>
                      <a:pt x="47" y="530"/>
                      <a:pt x="0" y="689"/>
                      <a:pt x="0" y="854"/>
                    </a:cubicBezTo>
                    <a:cubicBezTo>
                      <a:pt x="0" y="1132"/>
                      <a:pt x="139" y="1390"/>
                      <a:pt x="357" y="1548"/>
                    </a:cubicBezTo>
                    <a:cubicBezTo>
                      <a:pt x="503" y="1655"/>
                      <a:pt x="678" y="1710"/>
                      <a:pt x="856" y="1710"/>
                    </a:cubicBezTo>
                    <a:cubicBezTo>
                      <a:pt x="953" y="1710"/>
                      <a:pt x="1051" y="1693"/>
                      <a:pt x="1144" y="1661"/>
                    </a:cubicBezTo>
                    <a:cubicBezTo>
                      <a:pt x="1395" y="1575"/>
                      <a:pt x="1600" y="1363"/>
                      <a:pt x="1673" y="1106"/>
                    </a:cubicBezTo>
                    <a:cubicBezTo>
                      <a:pt x="1752" y="841"/>
                      <a:pt x="1699" y="544"/>
                      <a:pt x="1527" y="326"/>
                    </a:cubicBezTo>
                    <a:cubicBezTo>
                      <a:pt x="1364" y="124"/>
                      <a:pt x="1116" y="1"/>
                      <a:pt x="8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4" name="Google Shape;1294;p65"/>
              <p:cNvSpPr/>
              <p:nvPr/>
            </p:nvSpPr>
            <p:spPr>
              <a:xfrm>
                <a:off x="4832160" y="2063495"/>
                <a:ext cx="61479" cy="58456"/>
              </a:xfrm>
              <a:custGeom>
                <a:avLst/>
                <a:gdLst/>
                <a:ahLst/>
                <a:cxnLst/>
                <a:rect l="l" t="t" r="r" b="b"/>
                <a:pathLst>
                  <a:path w="2949" h="2804" extrusionOk="0">
                    <a:moveTo>
                      <a:pt x="1437" y="0"/>
                    </a:moveTo>
                    <a:cubicBezTo>
                      <a:pt x="1281" y="0"/>
                      <a:pt x="1123" y="26"/>
                      <a:pt x="972" y="80"/>
                    </a:cubicBezTo>
                    <a:cubicBezTo>
                      <a:pt x="457" y="265"/>
                      <a:pt x="87" y="747"/>
                      <a:pt x="47" y="1289"/>
                    </a:cubicBezTo>
                    <a:cubicBezTo>
                      <a:pt x="1" y="1838"/>
                      <a:pt x="298" y="2373"/>
                      <a:pt x="781" y="2638"/>
                    </a:cubicBezTo>
                    <a:cubicBezTo>
                      <a:pt x="986" y="2744"/>
                      <a:pt x="1210" y="2803"/>
                      <a:pt x="1442" y="2803"/>
                    </a:cubicBezTo>
                    <a:cubicBezTo>
                      <a:pt x="1990" y="2803"/>
                      <a:pt x="2499" y="2473"/>
                      <a:pt x="2724" y="1970"/>
                    </a:cubicBezTo>
                    <a:cubicBezTo>
                      <a:pt x="2949" y="1461"/>
                      <a:pt x="2850" y="853"/>
                      <a:pt x="2473" y="443"/>
                    </a:cubicBezTo>
                    <a:cubicBezTo>
                      <a:pt x="2200" y="157"/>
                      <a:pt x="1821" y="0"/>
                      <a:pt x="1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5" name="Google Shape;1295;p65"/>
              <p:cNvSpPr/>
              <p:nvPr/>
            </p:nvSpPr>
            <p:spPr>
              <a:xfrm>
                <a:off x="4886736" y="2040210"/>
                <a:ext cx="65065" cy="61062"/>
              </a:xfrm>
              <a:custGeom>
                <a:avLst/>
                <a:gdLst/>
                <a:ahLst/>
                <a:cxnLst/>
                <a:rect l="l" t="t" r="r" b="b"/>
                <a:pathLst>
                  <a:path w="3121" h="2929" extrusionOk="0">
                    <a:moveTo>
                      <a:pt x="1550" y="0"/>
                    </a:moveTo>
                    <a:cubicBezTo>
                      <a:pt x="1459" y="0"/>
                      <a:pt x="1367" y="9"/>
                      <a:pt x="1276" y="27"/>
                    </a:cubicBezTo>
                    <a:cubicBezTo>
                      <a:pt x="747" y="132"/>
                      <a:pt x="304" y="542"/>
                      <a:pt x="152" y="1064"/>
                    </a:cubicBezTo>
                    <a:cubicBezTo>
                      <a:pt x="0" y="1593"/>
                      <a:pt x="172" y="2182"/>
                      <a:pt x="582" y="2552"/>
                    </a:cubicBezTo>
                    <a:cubicBezTo>
                      <a:pt x="846" y="2796"/>
                      <a:pt x="1203" y="2929"/>
                      <a:pt x="1560" y="2929"/>
                    </a:cubicBezTo>
                    <a:cubicBezTo>
                      <a:pt x="2109" y="2929"/>
                      <a:pt x="2618" y="2611"/>
                      <a:pt x="2869" y="2122"/>
                    </a:cubicBezTo>
                    <a:cubicBezTo>
                      <a:pt x="3120" y="1626"/>
                      <a:pt x="3061" y="1018"/>
                      <a:pt x="2724" y="575"/>
                    </a:cubicBezTo>
                    <a:cubicBezTo>
                      <a:pt x="2443" y="212"/>
                      <a:pt x="2002" y="0"/>
                      <a:pt x="15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6" name="Google Shape;1296;p65"/>
              <p:cNvSpPr/>
              <p:nvPr/>
            </p:nvSpPr>
            <p:spPr>
              <a:xfrm>
                <a:off x="4941709" y="2208212"/>
                <a:ext cx="67129" cy="133111"/>
              </a:xfrm>
              <a:custGeom>
                <a:avLst/>
                <a:gdLst/>
                <a:ahLst/>
                <a:cxnLst/>
                <a:rect l="l" t="t" r="r" b="b"/>
                <a:pathLst>
                  <a:path w="3220" h="6385" extrusionOk="0">
                    <a:moveTo>
                      <a:pt x="1614" y="1"/>
                    </a:moveTo>
                    <a:cubicBezTo>
                      <a:pt x="1486" y="1"/>
                      <a:pt x="1359" y="29"/>
                      <a:pt x="1243" y="85"/>
                    </a:cubicBezTo>
                    <a:cubicBezTo>
                      <a:pt x="1184" y="105"/>
                      <a:pt x="1124" y="138"/>
                      <a:pt x="1072" y="177"/>
                    </a:cubicBezTo>
                    <a:cubicBezTo>
                      <a:pt x="999" y="224"/>
                      <a:pt x="933" y="270"/>
                      <a:pt x="873" y="323"/>
                    </a:cubicBezTo>
                    <a:cubicBezTo>
                      <a:pt x="721" y="442"/>
                      <a:pt x="589" y="581"/>
                      <a:pt x="477" y="726"/>
                    </a:cubicBezTo>
                    <a:cubicBezTo>
                      <a:pt x="272" y="991"/>
                      <a:pt x="120" y="1301"/>
                      <a:pt x="54" y="1632"/>
                    </a:cubicBezTo>
                    <a:cubicBezTo>
                      <a:pt x="14" y="1823"/>
                      <a:pt x="1" y="2022"/>
                      <a:pt x="1" y="2220"/>
                    </a:cubicBezTo>
                    <a:cubicBezTo>
                      <a:pt x="1" y="2352"/>
                      <a:pt x="113" y="2465"/>
                      <a:pt x="245" y="2471"/>
                    </a:cubicBezTo>
                    <a:cubicBezTo>
                      <a:pt x="250" y="2471"/>
                      <a:pt x="254" y="2471"/>
                      <a:pt x="258" y="2471"/>
                    </a:cubicBezTo>
                    <a:cubicBezTo>
                      <a:pt x="385" y="2471"/>
                      <a:pt x="491" y="2374"/>
                      <a:pt x="510" y="2246"/>
                    </a:cubicBezTo>
                    <a:cubicBezTo>
                      <a:pt x="536" y="1962"/>
                      <a:pt x="602" y="1685"/>
                      <a:pt x="761" y="1447"/>
                    </a:cubicBezTo>
                    <a:lnTo>
                      <a:pt x="761" y="1718"/>
                    </a:lnTo>
                    <a:lnTo>
                      <a:pt x="192" y="3998"/>
                    </a:lnTo>
                    <a:cubicBezTo>
                      <a:pt x="166" y="4097"/>
                      <a:pt x="153" y="4203"/>
                      <a:pt x="344" y="4203"/>
                    </a:cubicBezTo>
                    <a:lnTo>
                      <a:pt x="814" y="4203"/>
                    </a:lnTo>
                    <a:lnTo>
                      <a:pt x="900" y="6107"/>
                    </a:lnTo>
                    <a:cubicBezTo>
                      <a:pt x="906" y="6259"/>
                      <a:pt x="1039" y="6384"/>
                      <a:pt x="1197" y="6384"/>
                    </a:cubicBezTo>
                    <a:cubicBezTo>
                      <a:pt x="1349" y="6384"/>
                      <a:pt x="1481" y="6259"/>
                      <a:pt x="1495" y="6107"/>
                    </a:cubicBezTo>
                    <a:lnTo>
                      <a:pt x="1594" y="4203"/>
                    </a:lnTo>
                    <a:lnTo>
                      <a:pt x="1627" y="4203"/>
                    </a:lnTo>
                    <a:lnTo>
                      <a:pt x="1713" y="6107"/>
                    </a:lnTo>
                    <a:cubicBezTo>
                      <a:pt x="1726" y="6259"/>
                      <a:pt x="1858" y="6384"/>
                      <a:pt x="2010" y="6384"/>
                    </a:cubicBezTo>
                    <a:cubicBezTo>
                      <a:pt x="2169" y="6384"/>
                      <a:pt x="2301" y="6259"/>
                      <a:pt x="2308" y="6107"/>
                    </a:cubicBezTo>
                    <a:lnTo>
                      <a:pt x="2413" y="4203"/>
                    </a:lnTo>
                    <a:lnTo>
                      <a:pt x="2870" y="4203"/>
                    </a:lnTo>
                    <a:cubicBezTo>
                      <a:pt x="2922" y="4203"/>
                      <a:pt x="2969" y="4177"/>
                      <a:pt x="3002" y="4137"/>
                    </a:cubicBezTo>
                    <a:cubicBezTo>
                      <a:pt x="3035" y="4097"/>
                      <a:pt x="3048" y="4051"/>
                      <a:pt x="3035" y="3998"/>
                    </a:cubicBezTo>
                    <a:lnTo>
                      <a:pt x="2460" y="1711"/>
                    </a:lnTo>
                    <a:lnTo>
                      <a:pt x="2460" y="1447"/>
                    </a:lnTo>
                    <a:cubicBezTo>
                      <a:pt x="2618" y="1685"/>
                      <a:pt x="2678" y="1969"/>
                      <a:pt x="2711" y="2246"/>
                    </a:cubicBezTo>
                    <a:cubicBezTo>
                      <a:pt x="2724" y="2374"/>
                      <a:pt x="2836" y="2471"/>
                      <a:pt x="2963" y="2471"/>
                    </a:cubicBezTo>
                    <a:cubicBezTo>
                      <a:pt x="2967" y="2471"/>
                      <a:pt x="2971" y="2471"/>
                      <a:pt x="2975" y="2471"/>
                    </a:cubicBezTo>
                    <a:cubicBezTo>
                      <a:pt x="3108" y="2465"/>
                      <a:pt x="3213" y="2352"/>
                      <a:pt x="3213" y="2220"/>
                    </a:cubicBezTo>
                    <a:cubicBezTo>
                      <a:pt x="3220" y="2141"/>
                      <a:pt x="3213" y="2068"/>
                      <a:pt x="3213" y="1995"/>
                    </a:cubicBezTo>
                    <a:cubicBezTo>
                      <a:pt x="3207" y="1817"/>
                      <a:pt x="3174" y="1632"/>
                      <a:pt x="3121" y="1466"/>
                    </a:cubicBezTo>
                    <a:cubicBezTo>
                      <a:pt x="3074" y="1321"/>
                      <a:pt x="3022" y="1176"/>
                      <a:pt x="2949" y="1043"/>
                    </a:cubicBezTo>
                    <a:cubicBezTo>
                      <a:pt x="2770" y="719"/>
                      <a:pt x="2519" y="435"/>
                      <a:pt x="2215" y="217"/>
                    </a:cubicBezTo>
                    <a:cubicBezTo>
                      <a:pt x="2142" y="171"/>
                      <a:pt x="2063" y="118"/>
                      <a:pt x="1984" y="85"/>
                    </a:cubicBezTo>
                    <a:cubicBezTo>
                      <a:pt x="1868" y="29"/>
                      <a:pt x="1741" y="1"/>
                      <a:pt x="16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7" name="Google Shape;1297;p65"/>
              <p:cNvSpPr/>
              <p:nvPr/>
            </p:nvSpPr>
            <p:spPr>
              <a:xfrm>
                <a:off x="4884110" y="2104501"/>
                <a:ext cx="90833" cy="236557"/>
              </a:xfrm>
              <a:custGeom>
                <a:avLst/>
                <a:gdLst/>
                <a:ahLst/>
                <a:cxnLst/>
                <a:rect l="l" t="t" r="r" b="b"/>
                <a:pathLst>
                  <a:path w="4357" h="11347" extrusionOk="0">
                    <a:moveTo>
                      <a:pt x="1722" y="0"/>
                    </a:moveTo>
                    <a:cubicBezTo>
                      <a:pt x="1079" y="0"/>
                      <a:pt x="631" y="437"/>
                      <a:pt x="615" y="453"/>
                    </a:cubicBezTo>
                    <a:cubicBezTo>
                      <a:pt x="411" y="631"/>
                      <a:pt x="206" y="816"/>
                      <a:pt x="1" y="995"/>
                    </a:cubicBezTo>
                    <a:cubicBezTo>
                      <a:pt x="543" y="1378"/>
                      <a:pt x="992" y="1887"/>
                      <a:pt x="1303" y="2469"/>
                    </a:cubicBezTo>
                    <a:cubicBezTo>
                      <a:pt x="1501" y="2839"/>
                      <a:pt x="1640" y="3249"/>
                      <a:pt x="1713" y="3665"/>
                    </a:cubicBezTo>
                    <a:cubicBezTo>
                      <a:pt x="1759" y="3949"/>
                      <a:pt x="1772" y="4234"/>
                      <a:pt x="1766" y="4518"/>
                    </a:cubicBezTo>
                    <a:cubicBezTo>
                      <a:pt x="1766" y="4904"/>
                      <a:pt x="1442" y="5232"/>
                      <a:pt x="1057" y="5232"/>
                    </a:cubicBezTo>
                    <a:cubicBezTo>
                      <a:pt x="1053" y="5232"/>
                      <a:pt x="1049" y="5232"/>
                      <a:pt x="1045" y="5232"/>
                    </a:cubicBezTo>
                    <a:cubicBezTo>
                      <a:pt x="986" y="5232"/>
                      <a:pt x="926" y="5225"/>
                      <a:pt x="873" y="5212"/>
                    </a:cubicBezTo>
                    <a:lnTo>
                      <a:pt x="873" y="5212"/>
                    </a:lnTo>
                    <a:cubicBezTo>
                      <a:pt x="873" y="5212"/>
                      <a:pt x="1409" y="7175"/>
                      <a:pt x="1442" y="7301"/>
                    </a:cubicBezTo>
                    <a:cubicBezTo>
                      <a:pt x="1481" y="7473"/>
                      <a:pt x="1495" y="7823"/>
                      <a:pt x="1105" y="7823"/>
                    </a:cubicBezTo>
                    <a:lnTo>
                      <a:pt x="450" y="7823"/>
                    </a:lnTo>
                    <a:lnTo>
                      <a:pt x="397" y="8709"/>
                    </a:lnTo>
                    <a:lnTo>
                      <a:pt x="490" y="10864"/>
                    </a:lnTo>
                    <a:cubicBezTo>
                      <a:pt x="503" y="11128"/>
                      <a:pt x="728" y="11346"/>
                      <a:pt x="999" y="11346"/>
                    </a:cubicBezTo>
                    <a:cubicBezTo>
                      <a:pt x="1263" y="11346"/>
                      <a:pt x="1488" y="11135"/>
                      <a:pt x="1501" y="10864"/>
                    </a:cubicBezTo>
                    <a:lnTo>
                      <a:pt x="1686" y="7254"/>
                    </a:lnTo>
                    <a:lnTo>
                      <a:pt x="1832" y="10864"/>
                    </a:lnTo>
                    <a:cubicBezTo>
                      <a:pt x="1845" y="11128"/>
                      <a:pt x="2076" y="11346"/>
                      <a:pt x="2341" y="11346"/>
                    </a:cubicBezTo>
                    <a:cubicBezTo>
                      <a:pt x="2605" y="11346"/>
                      <a:pt x="2836" y="11135"/>
                      <a:pt x="2850" y="10864"/>
                    </a:cubicBezTo>
                    <a:lnTo>
                      <a:pt x="2929" y="9297"/>
                    </a:lnTo>
                    <a:cubicBezTo>
                      <a:pt x="2717" y="9284"/>
                      <a:pt x="2784" y="9085"/>
                      <a:pt x="2784" y="9085"/>
                    </a:cubicBezTo>
                    <a:lnTo>
                      <a:pt x="2982" y="8239"/>
                    </a:lnTo>
                    <a:lnTo>
                      <a:pt x="3008" y="7717"/>
                    </a:lnTo>
                    <a:cubicBezTo>
                      <a:pt x="2764" y="7658"/>
                      <a:pt x="2585" y="7440"/>
                      <a:pt x="2585" y="7182"/>
                    </a:cubicBezTo>
                    <a:cubicBezTo>
                      <a:pt x="2585" y="6944"/>
                      <a:pt x="2599" y="6712"/>
                      <a:pt x="2651" y="6488"/>
                    </a:cubicBezTo>
                    <a:cubicBezTo>
                      <a:pt x="2704" y="6256"/>
                      <a:pt x="2790" y="6038"/>
                      <a:pt x="2903" y="5833"/>
                    </a:cubicBezTo>
                    <a:cubicBezTo>
                      <a:pt x="2969" y="5708"/>
                      <a:pt x="3048" y="5595"/>
                      <a:pt x="3134" y="5483"/>
                    </a:cubicBezTo>
                    <a:cubicBezTo>
                      <a:pt x="3147" y="5390"/>
                      <a:pt x="3147" y="5291"/>
                      <a:pt x="3147" y="5199"/>
                    </a:cubicBezTo>
                    <a:lnTo>
                      <a:pt x="3147" y="4789"/>
                    </a:lnTo>
                    <a:lnTo>
                      <a:pt x="3147" y="3632"/>
                    </a:lnTo>
                    <a:lnTo>
                      <a:pt x="3147" y="2799"/>
                    </a:lnTo>
                    <a:lnTo>
                      <a:pt x="3147" y="2753"/>
                    </a:lnTo>
                    <a:cubicBezTo>
                      <a:pt x="3266" y="3017"/>
                      <a:pt x="3352" y="3302"/>
                      <a:pt x="3425" y="3586"/>
                    </a:cubicBezTo>
                    <a:cubicBezTo>
                      <a:pt x="3577" y="3216"/>
                      <a:pt x="3907" y="3024"/>
                      <a:pt x="4357" y="2951"/>
                    </a:cubicBezTo>
                    <a:cubicBezTo>
                      <a:pt x="4284" y="2660"/>
                      <a:pt x="4165" y="2297"/>
                      <a:pt x="4040" y="2026"/>
                    </a:cubicBezTo>
                    <a:cubicBezTo>
                      <a:pt x="3881" y="1676"/>
                      <a:pt x="3683" y="1352"/>
                      <a:pt x="3445" y="1054"/>
                    </a:cubicBezTo>
                    <a:cubicBezTo>
                      <a:pt x="3286" y="856"/>
                      <a:pt x="3107" y="677"/>
                      <a:pt x="2916" y="519"/>
                    </a:cubicBezTo>
                    <a:cubicBezTo>
                      <a:pt x="2823" y="439"/>
                      <a:pt x="2731" y="367"/>
                      <a:pt x="2625" y="301"/>
                    </a:cubicBezTo>
                    <a:cubicBezTo>
                      <a:pt x="2539" y="241"/>
                      <a:pt x="2453" y="195"/>
                      <a:pt x="2361" y="149"/>
                    </a:cubicBezTo>
                    <a:cubicBezTo>
                      <a:pt x="2134" y="42"/>
                      <a:pt x="1919" y="0"/>
                      <a:pt x="1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8" name="Google Shape;1298;p65"/>
              <p:cNvSpPr/>
              <p:nvPr/>
            </p:nvSpPr>
            <p:spPr>
              <a:xfrm>
                <a:off x="4806248" y="2123784"/>
                <a:ext cx="109991" cy="218232"/>
              </a:xfrm>
              <a:custGeom>
                <a:avLst/>
                <a:gdLst/>
                <a:ahLst/>
                <a:cxnLst/>
                <a:rect l="l" t="t" r="r" b="b"/>
                <a:pathLst>
                  <a:path w="5276" h="10468" extrusionOk="0">
                    <a:moveTo>
                      <a:pt x="2637" y="0"/>
                    </a:moveTo>
                    <a:cubicBezTo>
                      <a:pt x="2433" y="0"/>
                      <a:pt x="2229" y="45"/>
                      <a:pt x="2044" y="136"/>
                    </a:cubicBezTo>
                    <a:cubicBezTo>
                      <a:pt x="1905" y="182"/>
                      <a:pt x="1779" y="268"/>
                      <a:pt x="1667" y="347"/>
                    </a:cubicBezTo>
                    <a:cubicBezTo>
                      <a:pt x="1515" y="453"/>
                      <a:pt x="1376" y="565"/>
                      <a:pt x="1244" y="684"/>
                    </a:cubicBezTo>
                    <a:cubicBezTo>
                      <a:pt x="959" y="949"/>
                      <a:pt x="721" y="1246"/>
                      <a:pt x="523" y="1577"/>
                    </a:cubicBezTo>
                    <a:cubicBezTo>
                      <a:pt x="424" y="1735"/>
                      <a:pt x="338" y="1914"/>
                      <a:pt x="265" y="2092"/>
                    </a:cubicBezTo>
                    <a:cubicBezTo>
                      <a:pt x="199" y="2264"/>
                      <a:pt x="140" y="2449"/>
                      <a:pt x="100" y="2634"/>
                    </a:cubicBezTo>
                    <a:cubicBezTo>
                      <a:pt x="60" y="2820"/>
                      <a:pt x="34" y="2998"/>
                      <a:pt x="14" y="3190"/>
                    </a:cubicBezTo>
                    <a:cubicBezTo>
                      <a:pt x="1" y="3335"/>
                      <a:pt x="1" y="3481"/>
                      <a:pt x="8" y="3633"/>
                    </a:cubicBezTo>
                    <a:lnTo>
                      <a:pt x="8" y="3639"/>
                    </a:lnTo>
                    <a:cubicBezTo>
                      <a:pt x="8" y="3857"/>
                      <a:pt x="186" y="4036"/>
                      <a:pt x="404" y="4049"/>
                    </a:cubicBezTo>
                    <a:cubicBezTo>
                      <a:pt x="408" y="4049"/>
                      <a:pt x="412" y="4049"/>
                      <a:pt x="416" y="4049"/>
                    </a:cubicBezTo>
                    <a:cubicBezTo>
                      <a:pt x="623" y="4049"/>
                      <a:pt x="814" y="3886"/>
                      <a:pt x="834" y="3679"/>
                    </a:cubicBezTo>
                    <a:cubicBezTo>
                      <a:pt x="854" y="3481"/>
                      <a:pt x="880" y="3282"/>
                      <a:pt x="933" y="3091"/>
                    </a:cubicBezTo>
                    <a:cubicBezTo>
                      <a:pt x="1006" y="2839"/>
                      <a:pt x="1105" y="2588"/>
                      <a:pt x="1244" y="2370"/>
                    </a:cubicBezTo>
                    <a:lnTo>
                      <a:pt x="1244" y="2892"/>
                    </a:lnTo>
                    <a:lnTo>
                      <a:pt x="272" y="6448"/>
                    </a:lnTo>
                    <a:cubicBezTo>
                      <a:pt x="259" y="6521"/>
                      <a:pt x="279" y="6594"/>
                      <a:pt x="325" y="6653"/>
                    </a:cubicBezTo>
                    <a:cubicBezTo>
                      <a:pt x="378" y="6713"/>
                      <a:pt x="444" y="6746"/>
                      <a:pt x="523" y="6746"/>
                    </a:cubicBezTo>
                    <a:lnTo>
                      <a:pt x="1330" y="6746"/>
                    </a:lnTo>
                    <a:lnTo>
                      <a:pt x="1475" y="10005"/>
                    </a:lnTo>
                    <a:cubicBezTo>
                      <a:pt x="1488" y="10256"/>
                      <a:pt x="1706" y="10467"/>
                      <a:pt x="1964" y="10467"/>
                    </a:cubicBezTo>
                    <a:cubicBezTo>
                      <a:pt x="2215" y="10467"/>
                      <a:pt x="2434" y="10262"/>
                      <a:pt x="2447" y="10005"/>
                    </a:cubicBezTo>
                    <a:lnTo>
                      <a:pt x="2625" y="6746"/>
                    </a:lnTo>
                    <a:lnTo>
                      <a:pt x="2665" y="6746"/>
                    </a:lnTo>
                    <a:lnTo>
                      <a:pt x="2817" y="10005"/>
                    </a:lnTo>
                    <a:cubicBezTo>
                      <a:pt x="2824" y="10256"/>
                      <a:pt x="3042" y="10467"/>
                      <a:pt x="3299" y="10467"/>
                    </a:cubicBezTo>
                    <a:cubicBezTo>
                      <a:pt x="3551" y="10467"/>
                      <a:pt x="3769" y="10262"/>
                      <a:pt x="3782" y="10005"/>
                    </a:cubicBezTo>
                    <a:lnTo>
                      <a:pt x="3960" y="6746"/>
                    </a:lnTo>
                    <a:lnTo>
                      <a:pt x="4760" y="6746"/>
                    </a:lnTo>
                    <a:cubicBezTo>
                      <a:pt x="4833" y="6746"/>
                      <a:pt x="4906" y="6713"/>
                      <a:pt x="4952" y="6653"/>
                    </a:cubicBezTo>
                    <a:cubicBezTo>
                      <a:pt x="5005" y="6594"/>
                      <a:pt x="5025" y="6528"/>
                      <a:pt x="5005" y="6442"/>
                    </a:cubicBezTo>
                    <a:lnTo>
                      <a:pt x="4040" y="2932"/>
                    </a:lnTo>
                    <a:lnTo>
                      <a:pt x="4040" y="2377"/>
                    </a:lnTo>
                    <a:cubicBezTo>
                      <a:pt x="4179" y="2595"/>
                      <a:pt x="4278" y="2839"/>
                      <a:pt x="4344" y="3091"/>
                    </a:cubicBezTo>
                    <a:cubicBezTo>
                      <a:pt x="4397" y="3282"/>
                      <a:pt x="4423" y="3481"/>
                      <a:pt x="4443" y="3679"/>
                    </a:cubicBezTo>
                    <a:cubicBezTo>
                      <a:pt x="4468" y="3889"/>
                      <a:pt x="4647" y="4050"/>
                      <a:pt x="4855" y="4050"/>
                    </a:cubicBezTo>
                    <a:cubicBezTo>
                      <a:pt x="4863" y="4050"/>
                      <a:pt x="4871" y="4049"/>
                      <a:pt x="4879" y="4049"/>
                    </a:cubicBezTo>
                    <a:cubicBezTo>
                      <a:pt x="5097" y="4036"/>
                      <a:pt x="5269" y="3851"/>
                      <a:pt x="5276" y="3639"/>
                    </a:cubicBezTo>
                    <a:cubicBezTo>
                      <a:pt x="5276" y="3500"/>
                      <a:pt x="5276" y="3368"/>
                      <a:pt x="5269" y="3236"/>
                    </a:cubicBezTo>
                    <a:cubicBezTo>
                      <a:pt x="5256" y="3051"/>
                      <a:pt x="5230" y="2872"/>
                      <a:pt x="5190" y="2694"/>
                    </a:cubicBezTo>
                    <a:cubicBezTo>
                      <a:pt x="5117" y="2317"/>
                      <a:pt x="4978" y="1954"/>
                      <a:pt x="4787" y="1623"/>
                    </a:cubicBezTo>
                    <a:cubicBezTo>
                      <a:pt x="4595" y="1293"/>
                      <a:pt x="4357" y="989"/>
                      <a:pt x="4079" y="724"/>
                    </a:cubicBezTo>
                    <a:cubicBezTo>
                      <a:pt x="3941" y="599"/>
                      <a:pt x="3802" y="480"/>
                      <a:pt x="3650" y="374"/>
                    </a:cubicBezTo>
                    <a:cubicBezTo>
                      <a:pt x="3537" y="294"/>
                      <a:pt x="3418" y="215"/>
                      <a:pt x="3286" y="156"/>
                    </a:cubicBezTo>
                    <a:cubicBezTo>
                      <a:pt x="3280" y="149"/>
                      <a:pt x="3266" y="142"/>
                      <a:pt x="3253" y="142"/>
                    </a:cubicBezTo>
                    <a:cubicBezTo>
                      <a:pt x="3061" y="48"/>
                      <a:pt x="2849" y="0"/>
                      <a:pt x="26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1299" name="Google Shape;1299;p65"/>
          <p:cNvGrpSpPr/>
          <p:nvPr/>
        </p:nvGrpSpPr>
        <p:grpSpPr>
          <a:xfrm>
            <a:off x="7468252" y="180749"/>
            <a:ext cx="735600" cy="717300"/>
            <a:chOff x="4264002" y="539399"/>
            <a:chExt cx="735600" cy="717300"/>
          </a:xfrm>
        </p:grpSpPr>
        <p:sp>
          <p:nvSpPr>
            <p:cNvPr id="1300" name="Google Shape;1300;p65"/>
            <p:cNvSpPr/>
            <p:nvPr/>
          </p:nvSpPr>
          <p:spPr>
            <a:xfrm>
              <a:off x="4264002" y="539399"/>
              <a:ext cx="735600" cy="717300"/>
            </a:xfrm>
            <a:prstGeom prst="heptagon">
              <a:avLst>
                <a:gd name="hf" fmla="val 102572"/>
                <a:gd name="vf" fmla="val 10521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65"/>
            <p:cNvSpPr/>
            <p:nvPr/>
          </p:nvSpPr>
          <p:spPr>
            <a:xfrm>
              <a:off x="4302781" y="577211"/>
              <a:ext cx="658200" cy="641700"/>
            </a:xfrm>
            <a:prstGeom prst="heptagon">
              <a:avLst>
                <a:gd name="hf" fmla="val 102572"/>
                <a:gd name="vf" fmla="val 10521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2" name="Google Shape;1302;p65"/>
            <p:cNvGrpSpPr/>
            <p:nvPr/>
          </p:nvGrpSpPr>
          <p:grpSpPr>
            <a:xfrm>
              <a:off x="4499461" y="755976"/>
              <a:ext cx="264849" cy="284129"/>
              <a:chOff x="5960550" y="2519275"/>
              <a:chExt cx="332850" cy="357125"/>
            </a:xfrm>
          </p:grpSpPr>
          <p:sp>
            <p:nvSpPr>
              <p:cNvPr id="1303" name="Google Shape;1303;p65"/>
              <p:cNvSpPr/>
              <p:nvPr/>
            </p:nvSpPr>
            <p:spPr>
              <a:xfrm>
                <a:off x="6088300" y="2519275"/>
                <a:ext cx="78525" cy="75050"/>
              </a:xfrm>
              <a:custGeom>
                <a:avLst/>
                <a:gdLst/>
                <a:ahLst/>
                <a:cxnLst/>
                <a:rect l="l" t="t" r="r" b="b"/>
                <a:pathLst>
                  <a:path w="3141" h="3002" extrusionOk="0">
                    <a:moveTo>
                      <a:pt x="1569" y="0"/>
                    </a:moveTo>
                    <a:cubicBezTo>
                      <a:pt x="1047" y="0"/>
                      <a:pt x="553" y="283"/>
                      <a:pt x="285" y="727"/>
                    </a:cubicBezTo>
                    <a:cubicBezTo>
                      <a:pt x="7" y="1183"/>
                      <a:pt x="1" y="1772"/>
                      <a:pt x="265" y="2234"/>
                    </a:cubicBezTo>
                    <a:cubicBezTo>
                      <a:pt x="523" y="2697"/>
                      <a:pt x="1012" y="2995"/>
                      <a:pt x="1541" y="3001"/>
                    </a:cubicBezTo>
                    <a:lnTo>
                      <a:pt x="1574" y="3001"/>
                    </a:lnTo>
                    <a:cubicBezTo>
                      <a:pt x="2096" y="3001"/>
                      <a:pt x="2598" y="2717"/>
                      <a:pt x="2863" y="2268"/>
                    </a:cubicBezTo>
                    <a:cubicBezTo>
                      <a:pt x="3134" y="1805"/>
                      <a:pt x="3140" y="1217"/>
                      <a:pt x="2869" y="754"/>
                    </a:cubicBezTo>
                    <a:cubicBezTo>
                      <a:pt x="2612" y="298"/>
                      <a:pt x="2116"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4" name="Google Shape;1304;p65"/>
              <p:cNvSpPr/>
              <p:nvPr/>
            </p:nvSpPr>
            <p:spPr>
              <a:xfrm>
                <a:off x="6223800" y="2648525"/>
                <a:ext cx="49125" cy="48075"/>
              </a:xfrm>
              <a:custGeom>
                <a:avLst/>
                <a:gdLst/>
                <a:ahLst/>
                <a:cxnLst/>
                <a:rect l="l" t="t" r="r" b="b"/>
                <a:pathLst>
                  <a:path w="1965" h="1923" extrusionOk="0">
                    <a:moveTo>
                      <a:pt x="991" y="1"/>
                    </a:moveTo>
                    <a:cubicBezTo>
                      <a:pt x="760" y="1"/>
                      <a:pt x="531" y="81"/>
                      <a:pt x="358" y="231"/>
                    </a:cubicBezTo>
                    <a:cubicBezTo>
                      <a:pt x="160" y="396"/>
                      <a:pt x="34" y="641"/>
                      <a:pt x="21" y="905"/>
                    </a:cubicBezTo>
                    <a:cubicBezTo>
                      <a:pt x="1" y="1169"/>
                      <a:pt x="100" y="1427"/>
                      <a:pt x="279" y="1619"/>
                    </a:cubicBezTo>
                    <a:cubicBezTo>
                      <a:pt x="457" y="1811"/>
                      <a:pt x="715" y="1923"/>
                      <a:pt x="979" y="1923"/>
                    </a:cubicBezTo>
                    <a:cubicBezTo>
                      <a:pt x="1435" y="1923"/>
                      <a:pt x="1839" y="1579"/>
                      <a:pt x="1918" y="1130"/>
                    </a:cubicBezTo>
                    <a:cubicBezTo>
                      <a:pt x="1964" y="872"/>
                      <a:pt x="1905" y="594"/>
                      <a:pt x="1739" y="383"/>
                    </a:cubicBezTo>
                    <a:cubicBezTo>
                      <a:pt x="1587" y="178"/>
                      <a:pt x="1349" y="39"/>
                      <a:pt x="1092" y="6"/>
                    </a:cubicBezTo>
                    <a:cubicBezTo>
                      <a:pt x="1058" y="3"/>
                      <a:pt x="1025" y="1"/>
                      <a:pt x="9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5" name="Google Shape;1305;p65"/>
              <p:cNvSpPr/>
              <p:nvPr/>
            </p:nvSpPr>
            <p:spPr>
              <a:xfrm>
                <a:off x="5960550" y="2596675"/>
                <a:ext cx="332850" cy="279725"/>
              </a:xfrm>
              <a:custGeom>
                <a:avLst/>
                <a:gdLst/>
                <a:ahLst/>
                <a:cxnLst/>
                <a:rect l="l" t="t" r="r" b="b"/>
                <a:pathLst>
                  <a:path w="13314" h="11189" extrusionOk="0">
                    <a:moveTo>
                      <a:pt x="6685" y="0"/>
                    </a:moveTo>
                    <a:cubicBezTo>
                      <a:pt x="6414" y="0"/>
                      <a:pt x="6144" y="68"/>
                      <a:pt x="5891" y="203"/>
                    </a:cubicBezTo>
                    <a:cubicBezTo>
                      <a:pt x="5256" y="540"/>
                      <a:pt x="4747" y="1075"/>
                      <a:pt x="4423" y="1697"/>
                    </a:cubicBezTo>
                    <a:cubicBezTo>
                      <a:pt x="4245" y="2034"/>
                      <a:pt x="4119" y="2384"/>
                      <a:pt x="4027" y="2748"/>
                    </a:cubicBezTo>
                    <a:cubicBezTo>
                      <a:pt x="3927" y="3111"/>
                      <a:pt x="3874" y="3481"/>
                      <a:pt x="3841" y="3851"/>
                    </a:cubicBezTo>
                    <a:cubicBezTo>
                      <a:pt x="3808" y="4189"/>
                      <a:pt x="3808" y="4526"/>
                      <a:pt x="3808" y="4863"/>
                    </a:cubicBezTo>
                    <a:cubicBezTo>
                      <a:pt x="3808" y="4863"/>
                      <a:pt x="3802" y="4869"/>
                      <a:pt x="3802" y="4869"/>
                    </a:cubicBezTo>
                    <a:cubicBezTo>
                      <a:pt x="3802" y="4869"/>
                      <a:pt x="3694" y="4947"/>
                      <a:pt x="3573" y="4947"/>
                    </a:cubicBezTo>
                    <a:cubicBezTo>
                      <a:pt x="3557" y="4947"/>
                      <a:pt x="3540" y="4945"/>
                      <a:pt x="3524" y="4942"/>
                    </a:cubicBezTo>
                    <a:cubicBezTo>
                      <a:pt x="3465" y="4929"/>
                      <a:pt x="3412" y="4909"/>
                      <a:pt x="3359" y="4889"/>
                    </a:cubicBezTo>
                    <a:cubicBezTo>
                      <a:pt x="3247" y="4843"/>
                      <a:pt x="3141" y="4784"/>
                      <a:pt x="3035" y="4717"/>
                    </a:cubicBezTo>
                    <a:cubicBezTo>
                      <a:pt x="2837" y="4605"/>
                      <a:pt x="2652" y="4473"/>
                      <a:pt x="2473" y="4327"/>
                    </a:cubicBezTo>
                    <a:cubicBezTo>
                      <a:pt x="2262" y="4148"/>
                      <a:pt x="2029" y="4065"/>
                      <a:pt x="1796" y="4065"/>
                    </a:cubicBezTo>
                    <a:cubicBezTo>
                      <a:pt x="1643" y="4065"/>
                      <a:pt x="1490" y="4101"/>
                      <a:pt x="1343" y="4169"/>
                    </a:cubicBezTo>
                    <a:cubicBezTo>
                      <a:pt x="675" y="4486"/>
                      <a:pt x="272" y="5160"/>
                      <a:pt x="113" y="5848"/>
                    </a:cubicBezTo>
                    <a:cubicBezTo>
                      <a:pt x="21" y="6258"/>
                      <a:pt x="1" y="6674"/>
                      <a:pt x="1" y="7090"/>
                    </a:cubicBezTo>
                    <a:cubicBezTo>
                      <a:pt x="8" y="7236"/>
                      <a:pt x="127" y="7361"/>
                      <a:pt x="272" y="7375"/>
                    </a:cubicBezTo>
                    <a:cubicBezTo>
                      <a:pt x="276" y="7375"/>
                      <a:pt x="280" y="7375"/>
                      <a:pt x="284" y="7375"/>
                    </a:cubicBezTo>
                    <a:cubicBezTo>
                      <a:pt x="431" y="7375"/>
                      <a:pt x="563" y="7258"/>
                      <a:pt x="569" y="7110"/>
                    </a:cubicBezTo>
                    <a:cubicBezTo>
                      <a:pt x="602" y="6720"/>
                      <a:pt x="655" y="6324"/>
                      <a:pt x="794" y="5953"/>
                    </a:cubicBezTo>
                    <a:lnTo>
                      <a:pt x="807" y="6284"/>
                    </a:lnTo>
                    <a:lnTo>
                      <a:pt x="318" y="8479"/>
                    </a:lnTo>
                    <a:cubicBezTo>
                      <a:pt x="305" y="8531"/>
                      <a:pt x="318" y="8584"/>
                      <a:pt x="351" y="8624"/>
                    </a:cubicBezTo>
                    <a:cubicBezTo>
                      <a:pt x="384" y="8664"/>
                      <a:pt x="437" y="8683"/>
                      <a:pt x="483" y="8683"/>
                    </a:cubicBezTo>
                    <a:lnTo>
                      <a:pt x="887" y="8683"/>
                    </a:lnTo>
                    <a:lnTo>
                      <a:pt x="999" y="10852"/>
                    </a:lnTo>
                    <a:cubicBezTo>
                      <a:pt x="1006" y="11023"/>
                      <a:pt x="1158" y="11162"/>
                      <a:pt x="1330" y="11162"/>
                    </a:cubicBezTo>
                    <a:cubicBezTo>
                      <a:pt x="1501" y="11162"/>
                      <a:pt x="1653" y="11023"/>
                      <a:pt x="1660" y="10852"/>
                    </a:cubicBezTo>
                    <a:lnTo>
                      <a:pt x="1766" y="8683"/>
                    </a:lnTo>
                    <a:lnTo>
                      <a:pt x="1799" y="8683"/>
                    </a:lnTo>
                    <a:lnTo>
                      <a:pt x="1911" y="10852"/>
                    </a:lnTo>
                    <a:cubicBezTo>
                      <a:pt x="1924" y="11023"/>
                      <a:pt x="2070" y="11162"/>
                      <a:pt x="2242" y="11162"/>
                    </a:cubicBezTo>
                    <a:cubicBezTo>
                      <a:pt x="2420" y="11162"/>
                      <a:pt x="2566" y="11023"/>
                      <a:pt x="2579" y="10852"/>
                    </a:cubicBezTo>
                    <a:lnTo>
                      <a:pt x="2678" y="8683"/>
                    </a:lnTo>
                    <a:lnTo>
                      <a:pt x="3088" y="8683"/>
                    </a:lnTo>
                    <a:cubicBezTo>
                      <a:pt x="3134" y="8683"/>
                      <a:pt x="3187" y="8664"/>
                      <a:pt x="3220" y="8624"/>
                    </a:cubicBezTo>
                    <a:cubicBezTo>
                      <a:pt x="3253" y="8584"/>
                      <a:pt x="3266" y="8531"/>
                      <a:pt x="3253" y="8479"/>
                    </a:cubicBezTo>
                    <a:lnTo>
                      <a:pt x="2771" y="6284"/>
                    </a:lnTo>
                    <a:lnTo>
                      <a:pt x="2784" y="5405"/>
                    </a:lnTo>
                    <a:cubicBezTo>
                      <a:pt x="3018" y="5497"/>
                      <a:pt x="3275" y="5578"/>
                      <a:pt x="3528" y="5578"/>
                    </a:cubicBezTo>
                    <a:cubicBezTo>
                      <a:pt x="3546" y="5578"/>
                      <a:pt x="3565" y="5578"/>
                      <a:pt x="3584" y="5577"/>
                    </a:cubicBezTo>
                    <a:cubicBezTo>
                      <a:pt x="3722" y="5570"/>
                      <a:pt x="3855" y="5537"/>
                      <a:pt x="3967" y="5458"/>
                    </a:cubicBezTo>
                    <a:cubicBezTo>
                      <a:pt x="4040" y="5411"/>
                      <a:pt x="4093" y="5352"/>
                      <a:pt x="4145" y="5286"/>
                    </a:cubicBezTo>
                    <a:cubicBezTo>
                      <a:pt x="4172" y="5292"/>
                      <a:pt x="4205" y="5299"/>
                      <a:pt x="4238" y="5299"/>
                    </a:cubicBezTo>
                    <a:cubicBezTo>
                      <a:pt x="4246" y="5300"/>
                      <a:pt x="4254" y="5300"/>
                      <a:pt x="4261" y="5300"/>
                    </a:cubicBezTo>
                    <a:cubicBezTo>
                      <a:pt x="4483" y="5300"/>
                      <a:pt x="4682" y="5119"/>
                      <a:pt x="4701" y="4896"/>
                    </a:cubicBezTo>
                    <a:cubicBezTo>
                      <a:pt x="4707" y="4784"/>
                      <a:pt x="4714" y="4671"/>
                      <a:pt x="4727" y="4559"/>
                    </a:cubicBezTo>
                    <a:cubicBezTo>
                      <a:pt x="4747" y="4387"/>
                      <a:pt x="4773" y="4215"/>
                      <a:pt x="4800" y="4043"/>
                    </a:cubicBezTo>
                    <a:cubicBezTo>
                      <a:pt x="4853" y="3680"/>
                      <a:pt x="4952" y="3323"/>
                      <a:pt x="5078" y="2979"/>
                    </a:cubicBezTo>
                    <a:cubicBezTo>
                      <a:pt x="5111" y="2893"/>
                      <a:pt x="5144" y="2807"/>
                      <a:pt x="5183" y="2728"/>
                    </a:cubicBezTo>
                    <a:lnTo>
                      <a:pt x="5203" y="3785"/>
                    </a:lnTo>
                    <a:lnTo>
                      <a:pt x="4344" y="7632"/>
                    </a:lnTo>
                    <a:cubicBezTo>
                      <a:pt x="4331" y="7718"/>
                      <a:pt x="4350" y="7811"/>
                      <a:pt x="4410" y="7877"/>
                    </a:cubicBezTo>
                    <a:cubicBezTo>
                      <a:pt x="4469" y="7950"/>
                      <a:pt x="4549" y="7989"/>
                      <a:pt x="4641" y="7989"/>
                    </a:cubicBezTo>
                    <a:lnTo>
                      <a:pt x="5315" y="7989"/>
                    </a:lnTo>
                    <a:lnTo>
                      <a:pt x="5448" y="10700"/>
                    </a:lnTo>
                    <a:cubicBezTo>
                      <a:pt x="5461" y="10971"/>
                      <a:pt x="5692" y="11189"/>
                      <a:pt x="5970" y="11189"/>
                    </a:cubicBezTo>
                    <a:cubicBezTo>
                      <a:pt x="5974" y="11189"/>
                      <a:pt x="5978" y="11189"/>
                      <a:pt x="5982" y="11189"/>
                    </a:cubicBezTo>
                    <a:cubicBezTo>
                      <a:pt x="6241" y="11189"/>
                      <a:pt x="6472" y="10973"/>
                      <a:pt x="6485" y="10706"/>
                    </a:cubicBezTo>
                    <a:cubicBezTo>
                      <a:pt x="6485" y="10706"/>
                      <a:pt x="6485" y="10700"/>
                      <a:pt x="6485" y="10700"/>
                    </a:cubicBezTo>
                    <a:lnTo>
                      <a:pt x="6631" y="7989"/>
                    </a:lnTo>
                    <a:lnTo>
                      <a:pt x="6750" y="7989"/>
                    </a:lnTo>
                    <a:lnTo>
                      <a:pt x="6882" y="10700"/>
                    </a:lnTo>
                    <a:cubicBezTo>
                      <a:pt x="6895" y="10971"/>
                      <a:pt x="7127" y="11189"/>
                      <a:pt x="7398" y="11189"/>
                    </a:cubicBezTo>
                    <a:cubicBezTo>
                      <a:pt x="7402" y="11189"/>
                      <a:pt x="7406" y="11189"/>
                      <a:pt x="7410" y="11189"/>
                    </a:cubicBezTo>
                    <a:cubicBezTo>
                      <a:pt x="7675" y="11189"/>
                      <a:pt x="7900" y="10973"/>
                      <a:pt x="7920" y="10706"/>
                    </a:cubicBezTo>
                    <a:cubicBezTo>
                      <a:pt x="7920" y="10706"/>
                      <a:pt x="7920" y="10700"/>
                      <a:pt x="7920" y="10700"/>
                    </a:cubicBezTo>
                    <a:lnTo>
                      <a:pt x="8059" y="7989"/>
                    </a:lnTo>
                    <a:lnTo>
                      <a:pt x="8713" y="7989"/>
                    </a:lnTo>
                    <a:cubicBezTo>
                      <a:pt x="8806" y="7989"/>
                      <a:pt x="8892" y="7950"/>
                      <a:pt x="8944" y="7877"/>
                    </a:cubicBezTo>
                    <a:cubicBezTo>
                      <a:pt x="9004" y="7811"/>
                      <a:pt x="9024" y="7718"/>
                      <a:pt x="9011" y="7626"/>
                    </a:cubicBezTo>
                    <a:lnTo>
                      <a:pt x="8164" y="3766"/>
                    </a:lnTo>
                    <a:lnTo>
                      <a:pt x="8178" y="2728"/>
                    </a:lnTo>
                    <a:cubicBezTo>
                      <a:pt x="8323" y="3071"/>
                      <a:pt x="8422" y="3501"/>
                      <a:pt x="8488" y="3865"/>
                    </a:cubicBezTo>
                    <a:cubicBezTo>
                      <a:pt x="8548" y="4182"/>
                      <a:pt x="8581" y="4506"/>
                      <a:pt x="8607" y="4823"/>
                    </a:cubicBezTo>
                    <a:cubicBezTo>
                      <a:pt x="8607" y="4836"/>
                      <a:pt x="8607" y="4843"/>
                      <a:pt x="8614" y="4850"/>
                    </a:cubicBezTo>
                    <a:cubicBezTo>
                      <a:pt x="8633" y="5073"/>
                      <a:pt x="8825" y="5253"/>
                      <a:pt x="9053" y="5253"/>
                    </a:cubicBezTo>
                    <a:cubicBezTo>
                      <a:pt x="9061" y="5253"/>
                      <a:pt x="9069" y="5253"/>
                      <a:pt x="9077" y="5253"/>
                    </a:cubicBezTo>
                    <a:cubicBezTo>
                      <a:pt x="9096" y="5253"/>
                      <a:pt x="9123" y="5253"/>
                      <a:pt x="9143" y="5246"/>
                    </a:cubicBezTo>
                    <a:cubicBezTo>
                      <a:pt x="9196" y="5332"/>
                      <a:pt x="9255" y="5405"/>
                      <a:pt x="9341" y="5458"/>
                    </a:cubicBezTo>
                    <a:cubicBezTo>
                      <a:pt x="9453" y="5537"/>
                      <a:pt x="9592" y="5570"/>
                      <a:pt x="9724" y="5577"/>
                    </a:cubicBezTo>
                    <a:cubicBezTo>
                      <a:pt x="9744" y="5578"/>
                      <a:pt x="9763" y="5578"/>
                      <a:pt x="9782" y="5578"/>
                    </a:cubicBezTo>
                    <a:cubicBezTo>
                      <a:pt x="10039" y="5578"/>
                      <a:pt x="10290" y="5497"/>
                      <a:pt x="10524" y="5405"/>
                    </a:cubicBezTo>
                    <a:lnTo>
                      <a:pt x="10524" y="5405"/>
                    </a:lnTo>
                    <a:lnTo>
                      <a:pt x="10432" y="7097"/>
                    </a:lnTo>
                    <a:cubicBezTo>
                      <a:pt x="10425" y="7309"/>
                      <a:pt x="10471" y="7494"/>
                      <a:pt x="10564" y="7666"/>
                    </a:cubicBezTo>
                    <a:lnTo>
                      <a:pt x="10716" y="10852"/>
                    </a:lnTo>
                    <a:cubicBezTo>
                      <a:pt x="10729" y="11023"/>
                      <a:pt x="10875" y="11162"/>
                      <a:pt x="11053" y="11162"/>
                    </a:cubicBezTo>
                    <a:cubicBezTo>
                      <a:pt x="11225" y="11162"/>
                      <a:pt x="11370" y="11023"/>
                      <a:pt x="11384" y="10852"/>
                    </a:cubicBezTo>
                    <a:lnTo>
                      <a:pt x="11516" y="8340"/>
                    </a:lnTo>
                    <a:lnTo>
                      <a:pt x="11635" y="10852"/>
                    </a:lnTo>
                    <a:cubicBezTo>
                      <a:pt x="11641" y="11023"/>
                      <a:pt x="11793" y="11162"/>
                      <a:pt x="11965" y="11162"/>
                    </a:cubicBezTo>
                    <a:cubicBezTo>
                      <a:pt x="12137" y="11162"/>
                      <a:pt x="12289" y="11023"/>
                      <a:pt x="12296" y="10852"/>
                    </a:cubicBezTo>
                    <a:lnTo>
                      <a:pt x="12461" y="7659"/>
                    </a:lnTo>
                    <a:cubicBezTo>
                      <a:pt x="12554" y="7487"/>
                      <a:pt x="12587" y="7295"/>
                      <a:pt x="12580" y="7097"/>
                    </a:cubicBezTo>
                    <a:cubicBezTo>
                      <a:pt x="12573" y="7005"/>
                      <a:pt x="12567" y="6912"/>
                      <a:pt x="12560" y="6819"/>
                    </a:cubicBezTo>
                    <a:cubicBezTo>
                      <a:pt x="12547" y="6529"/>
                      <a:pt x="12534" y="6238"/>
                      <a:pt x="12514" y="5953"/>
                    </a:cubicBezTo>
                    <a:lnTo>
                      <a:pt x="12514" y="5953"/>
                    </a:lnTo>
                    <a:cubicBezTo>
                      <a:pt x="12653" y="6324"/>
                      <a:pt x="12706" y="6720"/>
                      <a:pt x="12739" y="7110"/>
                    </a:cubicBezTo>
                    <a:cubicBezTo>
                      <a:pt x="12752" y="7258"/>
                      <a:pt x="12877" y="7375"/>
                      <a:pt x="13024" y="7375"/>
                    </a:cubicBezTo>
                    <a:cubicBezTo>
                      <a:pt x="13028" y="7375"/>
                      <a:pt x="13032" y="7375"/>
                      <a:pt x="13036" y="7375"/>
                    </a:cubicBezTo>
                    <a:cubicBezTo>
                      <a:pt x="13188" y="7361"/>
                      <a:pt x="13307" y="7236"/>
                      <a:pt x="13307" y="7090"/>
                    </a:cubicBezTo>
                    <a:cubicBezTo>
                      <a:pt x="13314" y="6674"/>
                      <a:pt x="13287" y="6258"/>
                      <a:pt x="13195" y="5848"/>
                    </a:cubicBezTo>
                    <a:cubicBezTo>
                      <a:pt x="13036" y="5160"/>
                      <a:pt x="12633" y="4486"/>
                      <a:pt x="11972" y="4169"/>
                    </a:cubicBezTo>
                    <a:cubicBezTo>
                      <a:pt x="11825" y="4101"/>
                      <a:pt x="11672" y="4065"/>
                      <a:pt x="11519" y="4065"/>
                    </a:cubicBezTo>
                    <a:cubicBezTo>
                      <a:pt x="11285" y="4065"/>
                      <a:pt x="11050" y="4148"/>
                      <a:pt x="10835" y="4327"/>
                    </a:cubicBezTo>
                    <a:cubicBezTo>
                      <a:pt x="10663" y="4473"/>
                      <a:pt x="10471" y="4605"/>
                      <a:pt x="10280" y="4717"/>
                    </a:cubicBezTo>
                    <a:cubicBezTo>
                      <a:pt x="10174" y="4784"/>
                      <a:pt x="10062" y="4843"/>
                      <a:pt x="9949" y="4889"/>
                    </a:cubicBezTo>
                    <a:cubicBezTo>
                      <a:pt x="9896" y="4909"/>
                      <a:pt x="9843" y="4929"/>
                      <a:pt x="9791" y="4942"/>
                    </a:cubicBezTo>
                    <a:cubicBezTo>
                      <a:pt x="9753" y="4947"/>
                      <a:pt x="9707" y="4957"/>
                      <a:pt x="9666" y="4957"/>
                    </a:cubicBezTo>
                    <a:cubicBezTo>
                      <a:pt x="9657" y="4957"/>
                      <a:pt x="9647" y="4957"/>
                      <a:pt x="9639" y="4955"/>
                    </a:cubicBezTo>
                    <a:cubicBezTo>
                      <a:pt x="9632" y="4949"/>
                      <a:pt x="9513" y="4869"/>
                      <a:pt x="9513" y="4869"/>
                    </a:cubicBezTo>
                    <a:cubicBezTo>
                      <a:pt x="9506" y="4869"/>
                      <a:pt x="9500" y="4863"/>
                      <a:pt x="9500" y="4863"/>
                    </a:cubicBezTo>
                    <a:cubicBezTo>
                      <a:pt x="9500" y="4850"/>
                      <a:pt x="9500" y="4830"/>
                      <a:pt x="9500" y="4817"/>
                    </a:cubicBezTo>
                    <a:cubicBezTo>
                      <a:pt x="9500" y="4665"/>
                      <a:pt x="9506" y="4512"/>
                      <a:pt x="9500" y="4367"/>
                    </a:cubicBezTo>
                    <a:cubicBezTo>
                      <a:pt x="9500" y="4367"/>
                      <a:pt x="9500" y="4367"/>
                      <a:pt x="9500" y="4354"/>
                    </a:cubicBezTo>
                    <a:cubicBezTo>
                      <a:pt x="9500" y="4345"/>
                      <a:pt x="9500" y="4339"/>
                      <a:pt x="9500" y="4334"/>
                    </a:cubicBezTo>
                    <a:cubicBezTo>
                      <a:pt x="9493" y="3984"/>
                      <a:pt x="9467" y="3633"/>
                      <a:pt x="9414" y="3283"/>
                    </a:cubicBezTo>
                    <a:cubicBezTo>
                      <a:pt x="9354" y="2913"/>
                      <a:pt x="9262" y="2543"/>
                      <a:pt x="9130" y="2186"/>
                    </a:cubicBezTo>
                    <a:cubicBezTo>
                      <a:pt x="8885" y="1505"/>
                      <a:pt x="8469" y="857"/>
                      <a:pt x="7874" y="441"/>
                    </a:cubicBezTo>
                    <a:cubicBezTo>
                      <a:pt x="7748" y="355"/>
                      <a:pt x="7616" y="282"/>
                      <a:pt x="7484" y="209"/>
                    </a:cubicBezTo>
                    <a:cubicBezTo>
                      <a:pt x="7231" y="70"/>
                      <a:pt x="6958" y="0"/>
                      <a:pt x="6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6" name="Google Shape;1306;p65"/>
              <p:cNvSpPr/>
              <p:nvPr/>
            </p:nvSpPr>
            <p:spPr>
              <a:xfrm>
                <a:off x="5980875" y="2648525"/>
                <a:ext cx="49125" cy="48075"/>
              </a:xfrm>
              <a:custGeom>
                <a:avLst/>
                <a:gdLst/>
                <a:ahLst/>
                <a:cxnLst/>
                <a:rect l="l" t="t" r="r" b="b"/>
                <a:pathLst>
                  <a:path w="1965" h="1923" extrusionOk="0">
                    <a:moveTo>
                      <a:pt x="980" y="1"/>
                    </a:moveTo>
                    <a:cubicBezTo>
                      <a:pt x="947" y="1"/>
                      <a:pt x="913" y="3"/>
                      <a:pt x="880" y="6"/>
                    </a:cubicBezTo>
                    <a:cubicBezTo>
                      <a:pt x="622" y="39"/>
                      <a:pt x="384" y="178"/>
                      <a:pt x="226" y="383"/>
                    </a:cubicBezTo>
                    <a:cubicBezTo>
                      <a:pt x="67" y="594"/>
                      <a:pt x="1" y="872"/>
                      <a:pt x="47" y="1130"/>
                    </a:cubicBezTo>
                    <a:cubicBezTo>
                      <a:pt x="127" y="1579"/>
                      <a:pt x="536" y="1923"/>
                      <a:pt x="992" y="1923"/>
                    </a:cubicBezTo>
                    <a:cubicBezTo>
                      <a:pt x="1257" y="1923"/>
                      <a:pt x="1508" y="1811"/>
                      <a:pt x="1687" y="1619"/>
                    </a:cubicBezTo>
                    <a:cubicBezTo>
                      <a:pt x="1872" y="1427"/>
                      <a:pt x="1964" y="1169"/>
                      <a:pt x="1951" y="905"/>
                    </a:cubicBezTo>
                    <a:cubicBezTo>
                      <a:pt x="1931" y="641"/>
                      <a:pt x="1812" y="396"/>
                      <a:pt x="1614" y="231"/>
                    </a:cubicBezTo>
                    <a:cubicBezTo>
                      <a:pt x="1435" y="81"/>
                      <a:pt x="1210"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1307" name="Google Shape;1307;p65"/>
          <p:cNvGrpSpPr/>
          <p:nvPr/>
        </p:nvGrpSpPr>
        <p:grpSpPr>
          <a:xfrm>
            <a:off x="1494088" y="1558950"/>
            <a:ext cx="708000" cy="708000"/>
            <a:chOff x="762200" y="1561800"/>
            <a:chExt cx="708000" cy="708000"/>
          </a:xfrm>
        </p:grpSpPr>
        <p:sp>
          <p:nvSpPr>
            <p:cNvPr id="1308" name="Google Shape;1308;p65"/>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65"/>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 name="Google Shape;1310;p65"/>
          <p:cNvGrpSpPr/>
          <p:nvPr/>
        </p:nvGrpSpPr>
        <p:grpSpPr>
          <a:xfrm>
            <a:off x="3310013" y="1558950"/>
            <a:ext cx="708000" cy="708000"/>
            <a:chOff x="762200" y="1561800"/>
            <a:chExt cx="708000" cy="708000"/>
          </a:xfrm>
        </p:grpSpPr>
        <p:sp>
          <p:nvSpPr>
            <p:cNvPr id="1311" name="Google Shape;1311;p65"/>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65"/>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 name="Google Shape;1313;p65"/>
          <p:cNvGrpSpPr/>
          <p:nvPr/>
        </p:nvGrpSpPr>
        <p:grpSpPr>
          <a:xfrm>
            <a:off x="5125913" y="1558950"/>
            <a:ext cx="708000" cy="708000"/>
            <a:chOff x="762200" y="1561800"/>
            <a:chExt cx="708000" cy="708000"/>
          </a:xfrm>
        </p:grpSpPr>
        <p:sp>
          <p:nvSpPr>
            <p:cNvPr id="1314" name="Google Shape;1314;p65"/>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65"/>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 name="Google Shape;1316;p65"/>
          <p:cNvGrpSpPr/>
          <p:nvPr/>
        </p:nvGrpSpPr>
        <p:grpSpPr>
          <a:xfrm>
            <a:off x="6941813" y="1558950"/>
            <a:ext cx="708000" cy="708000"/>
            <a:chOff x="762200" y="1561800"/>
            <a:chExt cx="708000" cy="708000"/>
          </a:xfrm>
        </p:grpSpPr>
        <p:sp>
          <p:nvSpPr>
            <p:cNvPr id="1317" name="Google Shape;1317;p65"/>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65"/>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 name="Google Shape;1319;p65"/>
          <p:cNvGrpSpPr/>
          <p:nvPr/>
        </p:nvGrpSpPr>
        <p:grpSpPr>
          <a:xfrm>
            <a:off x="1645154" y="1718656"/>
            <a:ext cx="405888" cy="388566"/>
            <a:chOff x="1520984" y="1774496"/>
            <a:chExt cx="480057" cy="459569"/>
          </a:xfrm>
        </p:grpSpPr>
        <p:sp>
          <p:nvSpPr>
            <p:cNvPr id="1320" name="Google Shape;1320;p65"/>
            <p:cNvSpPr/>
            <p:nvPr/>
          </p:nvSpPr>
          <p:spPr>
            <a:xfrm>
              <a:off x="1577026" y="1881932"/>
              <a:ext cx="112704" cy="59257"/>
            </a:xfrm>
            <a:custGeom>
              <a:avLst/>
              <a:gdLst/>
              <a:ahLst/>
              <a:cxnLst/>
              <a:rect l="l" t="t" r="r" b="b"/>
              <a:pathLst>
                <a:path w="2910" h="1530" extrusionOk="0">
                  <a:moveTo>
                    <a:pt x="1451" y="1"/>
                  </a:moveTo>
                  <a:cubicBezTo>
                    <a:pt x="650" y="1"/>
                    <a:pt x="1" y="654"/>
                    <a:pt x="1" y="1450"/>
                  </a:cubicBezTo>
                  <a:lnTo>
                    <a:pt x="1" y="1530"/>
                  </a:lnTo>
                  <a:lnTo>
                    <a:pt x="1297" y="888"/>
                  </a:lnTo>
                  <a:cubicBezTo>
                    <a:pt x="1346" y="862"/>
                    <a:pt x="1401" y="849"/>
                    <a:pt x="1456" y="849"/>
                  </a:cubicBezTo>
                  <a:cubicBezTo>
                    <a:pt x="1511" y="849"/>
                    <a:pt x="1568" y="862"/>
                    <a:pt x="1620" y="888"/>
                  </a:cubicBezTo>
                  <a:lnTo>
                    <a:pt x="2909" y="1530"/>
                  </a:lnTo>
                  <a:lnTo>
                    <a:pt x="2909" y="1470"/>
                  </a:lnTo>
                  <a:cubicBezTo>
                    <a:pt x="2909" y="690"/>
                    <a:pt x="2301" y="36"/>
                    <a:pt x="1521" y="3"/>
                  </a:cubicBezTo>
                  <a:cubicBezTo>
                    <a:pt x="1498" y="2"/>
                    <a:pt x="1474" y="1"/>
                    <a:pt x="14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65"/>
            <p:cNvSpPr/>
            <p:nvPr/>
          </p:nvSpPr>
          <p:spPr>
            <a:xfrm>
              <a:off x="1577026" y="1944481"/>
              <a:ext cx="112704" cy="96864"/>
            </a:xfrm>
            <a:custGeom>
              <a:avLst/>
              <a:gdLst/>
              <a:ahLst/>
              <a:cxnLst/>
              <a:rect l="l" t="t" r="r" b="b"/>
              <a:pathLst>
                <a:path w="2910" h="2501" extrusionOk="0">
                  <a:moveTo>
                    <a:pt x="1455" y="1"/>
                  </a:moveTo>
                  <a:lnTo>
                    <a:pt x="1" y="728"/>
                  </a:lnTo>
                  <a:lnTo>
                    <a:pt x="1" y="1052"/>
                  </a:lnTo>
                  <a:cubicBezTo>
                    <a:pt x="1" y="1848"/>
                    <a:pt x="650" y="2501"/>
                    <a:pt x="1451" y="2501"/>
                  </a:cubicBezTo>
                  <a:cubicBezTo>
                    <a:pt x="1474" y="2501"/>
                    <a:pt x="1498" y="2500"/>
                    <a:pt x="1521" y="2499"/>
                  </a:cubicBezTo>
                  <a:cubicBezTo>
                    <a:pt x="2301" y="2466"/>
                    <a:pt x="2909" y="1805"/>
                    <a:pt x="2909" y="1025"/>
                  </a:cubicBezTo>
                  <a:lnTo>
                    <a:pt x="2909" y="728"/>
                  </a:lnTo>
                  <a:lnTo>
                    <a:pt x="14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65"/>
            <p:cNvSpPr/>
            <p:nvPr/>
          </p:nvSpPr>
          <p:spPr>
            <a:xfrm>
              <a:off x="1520984" y="2084761"/>
              <a:ext cx="225060" cy="149304"/>
            </a:xfrm>
            <a:custGeom>
              <a:avLst/>
              <a:gdLst/>
              <a:ahLst/>
              <a:cxnLst/>
              <a:rect l="l" t="t" r="r" b="b"/>
              <a:pathLst>
                <a:path w="5811" h="3855" extrusionOk="0">
                  <a:moveTo>
                    <a:pt x="1415" y="1"/>
                  </a:moveTo>
                  <a:lnTo>
                    <a:pt x="1124" y="120"/>
                  </a:lnTo>
                  <a:cubicBezTo>
                    <a:pt x="443" y="397"/>
                    <a:pt x="0" y="1065"/>
                    <a:pt x="0" y="1799"/>
                  </a:cubicBezTo>
                  <a:lnTo>
                    <a:pt x="0" y="3491"/>
                  </a:lnTo>
                  <a:cubicBezTo>
                    <a:pt x="0" y="3689"/>
                    <a:pt x="159" y="3855"/>
                    <a:pt x="364" y="3855"/>
                  </a:cubicBezTo>
                  <a:lnTo>
                    <a:pt x="5811" y="3855"/>
                  </a:lnTo>
                  <a:lnTo>
                    <a:pt x="5811" y="1799"/>
                  </a:lnTo>
                  <a:cubicBezTo>
                    <a:pt x="5811" y="1065"/>
                    <a:pt x="5368" y="397"/>
                    <a:pt x="4687" y="120"/>
                  </a:cubicBezTo>
                  <a:lnTo>
                    <a:pt x="4389" y="1"/>
                  </a:lnTo>
                  <a:lnTo>
                    <a:pt x="3775" y="821"/>
                  </a:lnTo>
                  <a:cubicBezTo>
                    <a:pt x="3557" y="1111"/>
                    <a:pt x="3229" y="1257"/>
                    <a:pt x="2902" y="1257"/>
                  </a:cubicBezTo>
                  <a:cubicBezTo>
                    <a:pt x="2575" y="1257"/>
                    <a:pt x="2248" y="1111"/>
                    <a:pt x="2030" y="821"/>
                  </a:cubicBezTo>
                  <a:lnTo>
                    <a:pt x="14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65"/>
            <p:cNvSpPr/>
            <p:nvPr/>
          </p:nvSpPr>
          <p:spPr>
            <a:xfrm>
              <a:off x="1603401" y="2064040"/>
              <a:ext cx="59954" cy="40938"/>
            </a:xfrm>
            <a:custGeom>
              <a:avLst/>
              <a:gdLst/>
              <a:ahLst/>
              <a:cxnLst/>
              <a:rect l="l" t="t" r="r" b="b"/>
              <a:pathLst>
                <a:path w="1548" h="1057" extrusionOk="0">
                  <a:moveTo>
                    <a:pt x="1" y="0"/>
                  </a:moveTo>
                  <a:lnTo>
                    <a:pt x="1" y="265"/>
                  </a:lnTo>
                  <a:lnTo>
                    <a:pt x="483" y="913"/>
                  </a:lnTo>
                  <a:cubicBezTo>
                    <a:pt x="556" y="1008"/>
                    <a:pt x="665" y="1056"/>
                    <a:pt x="774" y="1056"/>
                  </a:cubicBezTo>
                  <a:cubicBezTo>
                    <a:pt x="883" y="1056"/>
                    <a:pt x="992" y="1008"/>
                    <a:pt x="1065" y="913"/>
                  </a:cubicBezTo>
                  <a:lnTo>
                    <a:pt x="1548" y="265"/>
                  </a:lnTo>
                  <a:lnTo>
                    <a:pt x="1548" y="0"/>
                  </a:lnTo>
                  <a:cubicBezTo>
                    <a:pt x="1310" y="93"/>
                    <a:pt x="1045" y="139"/>
                    <a:pt x="774" y="139"/>
                  </a:cubicBezTo>
                  <a:cubicBezTo>
                    <a:pt x="503" y="139"/>
                    <a:pt x="239" y="93"/>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65"/>
            <p:cNvSpPr/>
            <p:nvPr/>
          </p:nvSpPr>
          <p:spPr>
            <a:xfrm>
              <a:off x="1736011" y="2055094"/>
              <a:ext cx="265029" cy="177964"/>
            </a:xfrm>
            <a:custGeom>
              <a:avLst/>
              <a:gdLst/>
              <a:ahLst/>
              <a:cxnLst/>
              <a:rect l="l" t="t" r="r" b="b"/>
              <a:pathLst>
                <a:path w="6843" h="4595" extrusionOk="0">
                  <a:moveTo>
                    <a:pt x="1402" y="0"/>
                  </a:moveTo>
                  <a:lnTo>
                    <a:pt x="292" y="403"/>
                  </a:lnTo>
                  <a:cubicBezTo>
                    <a:pt x="186" y="443"/>
                    <a:pt x="93" y="489"/>
                    <a:pt x="1" y="542"/>
                  </a:cubicBezTo>
                  <a:cubicBezTo>
                    <a:pt x="609" y="1011"/>
                    <a:pt x="986" y="1745"/>
                    <a:pt x="986" y="2545"/>
                  </a:cubicBezTo>
                  <a:lnTo>
                    <a:pt x="986" y="4594"/>
                  </a:lnTo>
                  <a:lnTo>
                    <a:pt x="4787" y="4594"/>
                  </a:lnTo>
                  <a:lnTo>
                    <a:pt x="4787" y="3028"/>
                  </a:lnTo>
                  <a:cubicBezTo>
                    <a:pt x="4787" y="2842"/>
                    <a:pt x="4919" y="2677"/>
                    <a:pt x="5104" y="2657"/>
                  </a:cubicBezTo>
                  <a:cubicBezTo>
                    <a:pt x="5116" y="2656"/>
                    <a:pt x="5127" y="2656"/>
                    <a:pt x="5139" y="2656"/>
                  </a:cubicBezTo>
                  <a:cubicBezTo>
                    <a:pt x="5348" y="2656"/>
                    <a:pt x="5514" y="2821"/>
                    <a:pt x="5514" y="3021"/>
                  </a:cubicBezTo>
                  <a:lnTo>
                    <a:pt x="5514" y="4594"/>
                  </a:lnTo>
                  <a:lnTo>
                    <a:pt x="6479" y="4594"/>
                  </a:lnTo>
                  <a:cubicBezTo>
                    <a:pt x="6684" y="4594"/>
                    <a:pt x="6842" y="4429"/>
                    <a:pt x="6842" y="4231"/>
                  </a:cubicBezTo>
                  <a:lnTo>
                    <a:pt x="6842" y="2109"/>
                  </a:lnTo>
                  <a:cubicBezTo>
                    <a:pt x="6842" y="1349"/>
                    <a:pt x="6360" y="668"/>
                    <a:pt x="5646" y="403"/>
                  </a:cubicBezTo>
                  <a:lnTo>
                    <a:pt x="4535" y="0"/>
                  </a:lnTo>
                  <a:lnTo>
                    <a:pt x="3861" y="965"/>
                  </a:lnTo>
                  <a:cubicBezTo>
                    <a:pt x="3643" y="1273"/>
                    <a:pt x="3306" y="1426"/>
                    <a:pt x="2969" y="1426"/>
                  </a:cubicBezTo>
                  <a:cubicBezTo>
                    <a:pt x="2632" y="1426"/>
                    <a:pt x="2295" y="1273"/>
                    <a:pt x="2076" y="965"/>
                  </a:cubicBezTo>
                  <a:lnTo>
                    <a:pt x="140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65"/>
            <p:cNvSpPr/>
            <p:nvPr/>
          </p:nvSpPr>
          <p:spPr>
            <a:xfrm>
              <a:off x="1747785" y="1774496"/>
              <a:ext cx="178235" cy="84276"/>
            </a:xfrm>
            <a:custGeom>
              <a:avLst/>
              <a:gdLst/>
              <a:ahLst/>
              <a:cxnLst/>
              <a:rect l="l" t="t" r="r" b="b"/>
              <a:pathLst>
                <a:path w="4602" h="2176" extrusionOk="0">
                  <a:moveTo>
                    <a:pt x="364" y="0"/>
                  </a:moveTo>
                  <a:cubicBezTo>
                    <a:pt x="166" y="0"/>
                    <a:pt x="1" y="159"/>
                    <a:pt x="1" y="364"/>
                  </a:cubicBezTo>
                  <a:lnTo>
                    <a:pt x="1" y="728"/>
                  </a:lnTo>
                  <a:cubicBezTo>
                    <a:pt x="1" y="1527"/>
                    <a:pt x="649" y="2175"/>
                    <a:pt x="1455" y="2175"/>
                  </a:cubicBezTo>
                  <a:lnTo>
                    <a:pt x="4602" y="2175"/>
                  </a:lnTo>
                  <a:lnTo>
                    <a:pt x="4602" y="1693"/>
                  </a:lnTo>
                  <a:cubicBezTo>
                    <a:pt x="4602" y="754"/>
                    <a:pt x="3841" y="0"/>
                    <a:pt x="29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65"/>
            <p:cNvSpPr/>
            <p:nvPr/>
          </p:nvSpPr>
          <p:spPr>
            <a:xfrm>
              <a:off x="1775942" y="1882010"/>
              <a:ext cx="150079" cy="131682"/>
            </a:xfrm>
            <a:custGeom>
              <a:avLst/>
              <a:gdLst/>
              <a:ahLst/>
              <a:cxnLst/>
              <a:rect l="l" t="t" r="r" b="b"/>
              <a:pathLst>
                <a:path w="3875" h="3400" extrusionOk="0">
                  <a:moveTo>
                    <a:pt x="1" y="1"/>
                  </a:moveTo>
                  <a:lnTo>
                    <a:pt x="1" y="1461"/>
                  </a:lnTo>
                  <a:cubicBezTo>
                    <a:pt x="1" y="2532"/>
                    <a:pt x="874" y="3399"/>
                    <a:pt x="1944" y="3399"/>
                  </a:cubicBezTo>
                  <a:cubicBezTo>
                    <a:pt x="1964" y="3399"/>
                    <a:pt x="1984" y="3399"/>
                    <a:pt x="2004" y="3398"/>
                  </a:cubicBezTo>
                  <a:cubicBezTo>
                    <a:pt x="3055" y="3359"/>
                    <a:pt x="3875" y="2486"/>
                    <a:pt x="3875" y="1435"/>
                  </a:cubicBezTo>
                  <a:lnTo>
                    <a:pt x="3875" y="126"/>
                  </a:lnTo>
                  <a:lnTo>
                    <a:pt x="728" y="126"/>
                  </a:lnTo>
                  <a:cubicBezTo>
                    <a:pt x="470" y="126"/>
                    <a:pt x="226" y="87"/>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65"/>
            <p:cNvSpPr/>
            <p:nvPr/>
          </p:nvSpPr>
          <p:spPr>
            <a:xfrm>
              <a:off x="1818196" y="2035884"/>
              <a:ext cx="65570" cy="46631"/>
            </a:xfrm>
            <a:custGeom>
              <a:avLst/>
              <a:gdLst/>
              <a:ahLst/>
              <a:cxnLst/>
              <a:rect l="l" t="t" r="r" b="b"/>
              <a:pathLst>
                <a:path w="1693" h="1204" extrusionOk="0">
                  <a:moveTo>
                    <a:pt x="1" y="0"/>
                  </a:moveTo>
                  <a:lnTo>
                    <a:pt x="1" y="265"/>
                  </a:lnTo>
                  <a:lnTo>
                    <a:pt x="549" y="1045"/>
                  </a:lnTo>
                  <a:cubicBezTo>
                    <a:pt x="622" y="1150"/>
                    <a:pt x="734" y="1203"/>
                    <a:pt x="847" y="1203"/>
                  </a:cubicBezTo>
                  <a:cubicBezTo>
                    <a:pt x="959" y="1203"/>
                    <a:pt x="1072" y="1150"/>
                    <a:pt x="1144" y="1045"/>
                  </a:cubicBezTo>
                  <a:lnTo>
                    <a:pt x="1693" y="265"/>
                  </a:lnTo>
                  <a:lnTo>
                    <a:pt x="1693" y="0"/>
                  </a:lnTo>
                  <a:cubicBezTo>
                    <a:pt x="1428" y="93"/>
                    <a:pt x="1144" y="139"/>
                    <a:pt x="847" y="139"/>
                  </a:cubicBezTo>
                  <a:cubicBezTo>
                    <a:pt x="549" y="139"/>
                    <a:pt x="265" y="93"/>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 name="Google Shape;1328;p65"/>
          <p:cNvGrpSpPr/>
          <p:nvPr/>
        </p:nvGrpSpPr>
        <p:grpSpPr>
          <a:xfrm>
            <a:off x="7093557" y="1709963"/>
            <a:ext cx="405889" cy="405954"/>
            <a:chOff x="4649653" y="1764155"/>
            <a:chExt cx="480058" cy="480135"/>
          </a:xfrm>
        </p:grpSpPr>
        <p:sp>
          <p:nvSpPr>
            <p:cNvPr id="1329" name="Google Shape;1329;p65"/>
            <p:cNvSpPr/>
            <p:nvPr/>
          </p:nvSpPr>
          <p:spPr>
            <a:xfrm>
              <a:off x="4848841" y="1970198"/>
              <a:ext cx="80946" cy="59838"/>
            </a:xfrm>
            <a:custGeom>
              <a:avLst/>
              <a:gdLst/>
              <a:ahLst/>
              <a:cxnLst/>
              <a:rect l="l" t="t" r="r" b="b"/>
              <a:pathLst>
                <a:path w="2090" h="1545" extrusionOk="0">
                  <a:moveTo>
                    <a:pt x="416" y="1"/>
                  </a:moveTo>
                  <a:cubicBezTo>
                    <a:pt x="320" y="1"/>
                    <a:pt x="222" y="37"/>
                    <a:pt x="146" y="110"/>
                  </a:cubicBezTo>
                  <a:cubicBezTo>
                    <a:pt x="1" y="262"/>
                    <a:pt x="1" y="500"/>
                    <a:pt x="146" y="645"/>
                  </a:cubicBezTo>
                  <a:lnTo>
                    <a:pt x="1045" y="1544"/>
                  </a:lnTo>
                  <a:lnTo>
                    <a:pt x="1944" y="645"/>
                  </a:lnTo>
                  <a:cubicBezTo>
                    <a:pt x="2089" y="500"/>
                    <a:pt x="2089" y="262"/>
                    <a:pt x="1944" y="110"/>
                  </a:cubicBezTo>
                  <a:cubicBezTo>
                    <a:pt x="1871" y="37"/>
                    <a:pt x="1774" y="1"/>
                    <a:pt x="1676" y="1"/>
                  </a:cubicBezTo>
                  <a:cubicBezTo>
                    <a:pt x="1579" y="1"/>
                    <a:pt x="1481" y="37"/>
                    <a:pt x="1409" y="110"/>
                  </a:cubicBezTo>
                  <a:lnTo>
                    <a:pt x="1303" y="216"/>
                  </a:lnTo>
                  <a:cubicBezTo>
                    <a:pt x="1230" y="288"/>
                    <a:pt x="1138" y="325"/>
                    <a:pt x="1045" y="325"/>
                  </a:cubicBezTo>
                  <a:cubicBezTo>
                    <a:pt x="952" y="325"/>
                    <a:pt x="860" y="288"/>
                    <a:pt x="787" y="216"/>
                  </a:cubicBezTo>
                  <a:lnTo>
                    <a:pt x="681" y="110"/>
                  </a:lnTo>
                  <a:cubicBezTo>
                    <a:pt x="609" y="37"/>
                    <a:pt x="513" y="1"/>
                    <a:pt x="4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65"/>
            <p:cNvSpPr/>
            <p:nvPr/>
          </p:nvSpPr>
          <p:spPr>
            <a:xfrm>
              <a:off x="4649653" y="1895333"/>
              <a:ext cx="480058" cy="348957"/>
            </a:xfrm>
            <a:custGeom>
              <a:avLst/>
              <a:gdLst/>
              <a:ahLst/>
              <a:cxnLst/>
              <a:rect l="l" t="t" r="r" b="b"/>
              <a:pathLst>
                <a:path w="12395" h="9010" extrusionOk="0">
                  <a:moveTo>
                    <a:pt x="6813" y="1208"/>
                  </a:moveTo>
                  <a:cubicBezTo>
                    <a:pt x="7099" y="1208"/>
                    <a:pt x="7386" y="1317"/>
                    <a:pt x="7603" y="1534"/>
                  </a:cubicBezTo>
                  <a:cubicBezTo>
                    <a:pt x="8032" y="1964"/>
                    <a:pt x="8032" y="2664"/>
                    <a:pt x="7603" y="3094"/>
                  </a:cubicBezTo>
                  <a:lnTo>
                    <a:pt x="6446" y="4251"/>
                  </a:lnTo>
                  <a:cubicBezTo>
                    <a:pt x="6373" y="4320"/>
                    <a:pt x="6281" y="4355"/>
                    <a:pt x="6188" y="4355"/>
                  </a:cubicBezTo>
                  <a:cubicBezTo>
                    <a:pt x="6095" y="4355"/>
                    <a:pt x="6003" y="4320"/>
                    <a:pt x="5930" y="4251"/>
                  </a:cubicBezTo>
                  <a:lnTo>
                    <a:pt x="4780" y="3094"/>
                  </a:lnTo>
                  <a:cubicBezTo>
                    <a:pt x="4344" y="2664"/>
                    <a:pt x="4344" y="1964"/>
                    <a:pt x="4780" y="1534"/>
                  </a:cubicBezTo>
                  <a:cubicBezTo>
                    <a:pt x="4997" y="1317"/>
                    <a:pt x="5281" y="1208"/>
                    <a:pt x="5565" y="1208"/>
                  </a:cubicBezTo>
                  <a:cubicBezTo>
                    <a:pt x="5783" y="1208"/>
                    <a:pt x="6001" y="1272"/>
                    <a:pt x="6188" y="1402"/>
                  </a:cubicBezTo>
                  <a:cubicBezTo>
                    <a:pt x="6375" y="1272"/>
                    <a:pt x="6594" y="1208"/>
                    <a:pt x="6813" y="1208"/>
                  </a:cubicBezTo>
                  <a:close/>
                  <a:moveTo>
                    <a:pt x="3714" y="5016"/>
                  </a:moveTo>
                  <a:cubicBezTo>
                    <a:pt x="3723" y="5016"/>
                    <a:pt x="3733" y="5017"/>
                    <a:pt x="3742" y="5017"/>
                  </a:cubicBezTo>
                  <a:cubicBezTo>
                    <a:pt x="3901" y="5024"/>
                    <a:pt x="4033" y="5136"/>
                    <a:pt x="4066" y="5295"/>
                  </a:cubicBezTo>
                  <a:cubicBezTo>
                    <a:pt x="4066" y="5295"/>
                    <a:pt x="4066" y="5295"/>
                    <a:pt x="4066" y="5302"/>
                  </a:cubicBezTo>
                  <a:lnTo>
                    <a:pt x="4476" y="7424"/>
                  </a:lnTo>
                  <a:cubicBezTo>
                    <a:pt x="4502" y="7589"/>
                    <a:pt x="4397" y="7747"/>
                    <a:pt x="4231" y="7774"/>
                  </a:cubicBezTo>
                  <a:cubicBezTo>
                    <a:pt x="4211" y="7778"/>
                    <a:pt x="4191" y="7780"/>
                    <a:pt x="4171" y="7780"/>
                  </a:cubicBezTo>
                  <a:cubicBezTo>
                    <a:pt x="4029" y="7780"/>
                    <a:pt x="3904" y="7681"/>
                    <a:pt x="3881" y="7536"/>
                  </a:cubicBezTo>
                  <a:lnTo>
                    <a:pt x="3676" y="6458"/>
                  </a:lnTo>
                  <a:lnTo>
                    <a:pt x="3365" y="7543"/>
                  </a:lnTo>
                  <a:cubicBezTo>
                    <a:pt x="3359" y="7556"/>
                    <a:pt x="3352" y="7569"/>
                    <a:pt x="3352" y="7589"/>
                  </a:cubicBezTo>
                  <a:cubicBezTo>
                    <a:pt x="3293" y="7714"/>
                    <a:pt x="3167" y="7800"/>
                    <a:pt x="3028" y="7800"/>
                  </a:cubicBezTo>
                  <a:cubicBezTo>
                    <a:pt x="2876" y="7800"/>
                    <a:pt x="2744" y="7701"/>
                    <a:pt x="2691" y="7562"/>
                  </a:cubicBezTo>
                  <a:cubicBezTo>
                    <a:pt x="2691" y="7556"/>
                    <a:pt x="2691" y="7549"/>
                    <a:pt x="2691" y="7549"/>
                  </a:cubicBezTo>
                  <a:lnTo>
                    <a:pt x="2367" y="6465"/>
                  </a:lnTo>
                  <a:lnTo>
                    <a:pt x="2176" y="7536"/>
                  </a:lnTo>
                  <a:cubicBezTo>
                    <a:pt x="2149" y="7682"/>
                    <a:pt x="2020" y="7783"/>
                    <a:pt x="1877" y="7783"/>
                  </a:cubicBezTo>
                  <a:cubicBezTo>
                    <a:pt x="1845" y="7783"/>
                    <a:pt x="1812" y="7778"/>
                    <a:pt x="1779" y="7767"/>
                  </a:cubicBezTo>
                  <a:cubicBezTo>
                    <a:pt x="1634" y="7714"/>
                    <a:pt x="1554" y="7562"/>
                    <a:pt x="1581" y="7417"/>
                  </a:cubicBezTo>
                  <a:lnTo>
                    <a:pt x="1964" y="5302"/>
                  </a:lnTo>
                  <a:cubicBezTo>
                    <a:pt x="1997" y="5143"/>
                    <a:pt x="2129" y="5024"/>
                    <a:pt x="2288" y="5017"/>
                  </a:cubicBezTo>
                  <a:cubicBezTo>
                    <a:pt x="2297" y="5017"/>
                    <a:pt x="2307" y="5016"/>
                    <a:pt x="2316" y="5016"/>
                  </a:cubicBezTo>
                  <a:cubicBezTo>
                    <a:pt x="2464" y="5016"/>
                    <a:pt x="2595" y="5112"/>
                    <a:pt x="2645" y="5255"/>
                  </a:cubicBezTo>
                  <a:cubicBezTo>
                    <a:pt x="2645" y="5255"/>
                    <a:pt x="2645" y="5262"/>
                    <a:pt x="2645" y="5262"/>
                  </a:cubicBezTo>
                  <a:lnTo>
                    <a:pt x="3022" y="6538"/>
                  </a:lnTo>
                  <a:lnTo>
                    <a:pt x="3385" y="5269"/>
                  </a:lnTo>
                  <a:cubicBezTo>
                    <a:pt x="3385" y="5262"/>
                    <a:pt x="3385" y="5262"/>
                    <a:pt x="3385" y="5255"/>
                  </a:cubicBezTo>
                  <a:cubicBezTo>
                    <a:pt x="3435" y="5112"/>
                    <a:pt x="3567" y="5016"/>
                    <a:pt x="3714" y="5016"/>
                  </a:cubicBezTo>
                  <a:close/>
                  <a:moveTo>
                    <a:pt x="10060" y="5016"/>
                  </a:moveTo>
                  <a:cubicBezTo>
                    <a:pt x="10069" y="5016"/>
                    <a:pt x="10078" y="5017"/>
                    <a:pt x="10088" y="5017"/>
                  </a:cubicBezTo>
                  <a:cubicBezTo>
                    <a:pt x="10253" y="5024"/>
                    <a:pt x="10385" y="5143"/>
                    <a:pt x="10412" y="5302"/>
                  </a:cubicBezTo>
                  <a:lnTo>
                    <a:pt x="10795" y="7424"/>
                  </a:lnTo>
                  <a:cubicBezTo>
                    <a:pt x="10828" y="7589"/>
                    <a:pt x="10716" y="7747"/>
                    <a:pt x="10551" y="7774"/>
                  </a:cubicBezTo>
                  <a:cubicBezTo>
                    <a:pt x="10531" y="7778"/>
                    <a:pt x="10512" y="7780"/>
                    <a:pt x="10493" y="7780"/>
                  </a:cubicBezTo>
                  <a:cubicBezTo>
                    <a:pt x="10351" y="7780"/>
                    <a:pt x="10229" y="7676"/>
                    <a:pt x="10200" y="7536"/>
                  </a:cubicBezTo>
                  <a:lnTo>
                    <a:pt x="10009" y="6465"/>
                  </a:lnTo>
                  <a:lnTo>
                    <a:pt x="9685" y="7549"/>
                  </a:lnTo>
                  <a:cubicBezTo>
                    <a:pt x="9685" y="7549"/>
                    <a:pt x="9685" y="7556"/>
                    <a:pt x="9685" y="7562"/>
                  </a:cubicBezTo>
                  <a:cubicBezTo>
                    <a:pt x="9638" y="7701"/>
                    <a:pt x="9500" y="7800"/>
                    <a:pt x="9354" y="7800"/>
                  </a:cubicBezTo>
                  <a:lnTo>
                    <a:pt x="9348" y="7800"/>
                  </a:lnTo>
                  <a:cubicBezTo>
                    <a:pt x="9209" y="7800"/>
                    <a:pt x="9083" y="7714"/>
                    <a:pt x="9030" y="7582"/>
                  </a:cubicBezTo>
                  <a:cubicBezTo>
                    <a:pt x="9024" y="7569"/>
                    <a:pt x="9017" y="7556"/>
                    <a:pt x="9011" y="7543"/>
                  </a:cubicBezTo>
                  <a:lnTo>
                    <a:pt x="8706" y="6458"/>
                  </a:lnTo>
                  <a:lnTo>
                    <a:pt x="8502" y="7536"/>
                  </a:lnTo>
                  <a:cubicBezTo>
                    <a:pt x="8473" y="7681"/>
                    <a:pt x="8347" y="7780"/>
                    <a:pt x="8205" y="7780"/>
                  </a:cubicBezTo>
                  <a:cubicBezTo>
                    <a:pt x="8185" y="7780"/>
                    <a:pt x="8165" y="7778"/>
                    <a:pt x="8145" y="7774"/>
                  </a:cubicBezTo>
                  <a:cubicBezTo>
                    <a:pt x="7979" y="7747"/>
                    <a:pt x="7874" y="7589"/>
                    <a:pt x="7907" y="7424"/>
                  </a:cubicBezTo>
                  <a:lnTo>
                    <a:pt x="8310" y="5302"/>
                  </a:lnTo>
                  <a:cubicBezTo>
                    <a:pt x="8310" y="5295"/>
                    <a:pt x="8310" y="5295"/>
                    <a:pt x="8310" y="5295"/>
                  </a:cubicBezTo>
                  <a:cubicBezTo>
                    <a:pt x="8343" y="5135"/>
                    <a:pt x="8487" y="5016"/>
                    <a:pt x="8657" y="5016"/>
                  </a:cubicBezTo>
                  <a:cubicBezTo>
                    <a:pt x="8690" y="5016"/>
                    <a:pt x="8725" y="5021"/>
                    <a:pt x="8759" y="5031"/>
                  </a:cubicBezTo>
                  <a:cubicBezTo>
                    <a:pt x="8872" y="5064"/>
                    <a:pt x="8958" y="5150"/>
                    <a:pt x="8991" y="5262"/>
                  </a:cubicBezTo>
                  <a:lnTo>
                    <a:pt x="8991" y="5269"/>
                  </a:lnTo>
                  <a:lnTo>
                    <a:pt x="9354" y="6538"/>
                  </a:lnTo>
                  <a:lnTo>
                    <a:pt x="9731" y="5262"/>
                  </a:lnTo>
                  <a:cubicBezTo>
                    <a:pt x="9731" y="5262"/>
                    <a:pt x="9731" y="5255"/>
                    <a:pt x="9731" y="5255"/>
                  </a:cubicBezTo>
                  <a:cubicBezTo>
                    <a:pt x="9781" y="5112"/>
                    <a:pt x="9912" y="5016"/>
                    <a:pt x="10060" y="5016"/>
                  </a:cubicBezTo>
                  <a:close/>
                  <a:moveTo>
                    <a:pt x="6188" y="5024"/>
                  </a:moveTo>
                  <a:cubicBezTo>
                    <a:pt x="6955" y="5024"/>
                    <a:pt x="7583" y="5645"/>
                    <a:pt x="7583" y="6412"/>
                  </a:cubicBezTo>
                  <a:cubicBezTo>
                    <a:pt x="7583" y="7186"/>
                    <a:pt x="6955" y="7807"/>
                    <a:pt x="6188" y="7807"/>
                  </a:cubicBezTo>
                  <a:cubicBezTo>
                    <a:pt x="5421" y="7807"/>
                    <a:pt x="4793" y="7186"/>
                    <a:pt x="4793" y="6412"/>
                  </a:cubicBezTo>
                  <a:cubicBezTo>
                    <a:pt x="4793" y="5645"/>
                    <a:pt x="5421" y="5024"/>
                    <a:pt x="6188" y="5024"/>
                  </a:cubicBezTo>
                  <a:close/>
                  <a:moveTo>
                    <a:pt x="1" y="0"/>
                  </a:moveTo>
                  <a:lnTo>
                    <a:pt x="1" y="7919"/>
                  </a:lnTo>
                  <a:cubicBezTo>
                    <a:pt x="1" y="8521"/>
                    <a:pt x="483" y="9010"/>
                    <a:pt x="1085" y="9010"/>
                  </a:cubicBezTo>
                  <a:lnTo>
                    <a:pt x="11304" y="9010"/>
                  </a:lnTo>
                  <a:cubicBezTo>
                    <a:pt x="11906" y="9010"/>
                    <a:pt x="12395" y="8521"/>
                    <a:pt x="12395" y="7919"/>
                  </a:cubicBezTo>
                  <a:lnTo>
                    <a:pt x="123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65"/>
            <p:cNvSpPr/>
            <p:nvPr/>
          </p:nvSpPr>
          <p:spPr>
            <a:xfrm>
              <a:off x="4649653" y="1792157"/>
              <a:ext cx="480058" cy="75059"/>
            </a:xfrm>
            <a:custGeom>
              <a:avLst/>
              <a:gdLst/>
              <a:ahLst/>
              <a:cxnLst/>
              <a:rect l="l" t="t" r="r" b="b"/>
              <a:pathLst>
                <a:path w="12395" h="1938" extrusionOk="0">
                  <a:moveTo>
                    <a:pt x="966" y="1"/>
                  </a:moveTo>
                  <a:cubicBezTo>
                    <a:pt x="431" y="1"/>
                    <a:pt x="1" y="437"/>
                    <a:pt x="1" y="972"/>
                  </a:cubicBezTo>
                  <a:lnTo>
                    <a:pt x="1" y="1937"/>
                  </a:lnTo>
                  <a:lnTo>
                    <a:pt x="12395" y="1937"/>
                  </a:lnTo>
                  <a:lnTo>
                    <a:pt x="12395" y="972"/>
                  </a:lnTo>
                  <a:cubicBezTo>
                    <a:pt x="12395" y="437"/>
                    <a:pt x="11965" y="1"/>
                    <a:pt x="11430" y="1"/>
                  </a:cubicBezTo>
                  <a:lnTo>
                    <a:pt x="10795" y="1"/>
                  </a:lnTo>
                  <a:lnTo>
                    <a:pt x="10795" y="721"/>
                  </a:lnTo>
                  <a:cubicBezTo>
                    <a:pt x="10795" y="906"/>
                    <a:pt x="10663" y="1071"/>
                    <a:pt x="10478" y="1091"/>
                  </a:cubicBezTo>
                  <a:cubicBezTo>
                    <a:pt x="10466" y="1092"/>
                    <a:pt x="10454" y="1093"/>
                    <a:pt x="10442" y="1093"/>
                  </a:cubicBezTo>
                  <a:cubicBezTo>
                    <a:pt x="10239" y="1093"/>
                    <a:pt x="10068" y="934"/>
                    <a:pt x="10068" y="728"/>
                  </a:cubicBezTo>
                  <a:lnTo>
                    <a:pt x="10068" y="1"/>
                  </a:lnTo>
                  <a:lnTo>
                    <a:pt x="9103" y="1"/>
                  </a:lnTo>
                  <a:lnTo>
                    <a:pt x="9103" y="721"/>
                  </a:lnTo>
                  <a:cubicBezTo>
                    <a:pt x="9103" y="906"/>
                    <a:pt x="8964" y="1071"/>
                    <a:pt x="8779" y="1091"/>
                  </a:cubicBezTo>
                  <a:cubicBezTo>
                    <a:pt x="8767" y="1092"/>
                    <a:pt x="8755" y="1093"/>
                    <a:pt x="8744" y="1093"/>
                  </a:cubicBezTo>
                  <a:cubicBezTo>
                    <a:pt x="8541" y="1093"/>
                    <a:pt x="8376" y="934"/>
                    <a:pt x="8376" y="728"/>
                  </a:cubicBezTo>
                  <a:lnTo>
                    <a:pt x="8376" y="1"/>
                  </a:lnTo>
                  <a:lnTo>
                    <a:pt x="7411" y="1"/>
                  </a:lnTo>
                  <a:lnTo>
                    <a:pt x="7411" y="721"/>
                  </a:lnTo>
                  <a:cubicBezTo>
                    <a:pt x="7411" y="906"/>
                    <a:pt x="7272" y="1071"/>
                    <a:pt x="7087" y="1091"/>
                  </a:cubicBezTo>
                  <a:cubicBezTo>
                    <a:pt x="7075" y="1092"/>
                    <a:pt x="7063" y="1093"/>
                    <a:pt x="7052" y="1093"/>
                  </a:cubicBezTo>
                  <a:cubicBezTo>
                    <a:pt x="6849" y="1093"/>
                    <a:pt x="6684" y="934"/>
                    <a:pt x="6684" y="728"/>
                  </a:cubicBezTo>
                  <a:lnTo>
                    <a:pt x="6684" y="1"/>
                  </a:lnTo>
                  <a:lnTo>
                    <a:pt x="5712" y="1"/>
                  </a:lnTo>
                  <a:lnTo>
                    <a:pt x="5712" y="721"/>
                  </a:lnTo>
                  <a:cubicBezTo>
                    <a:pt x="5712" y="906"/>
                    <a:pt x="5573" y="1071"/>
                    <a:pt x="5388" y="1091"/>
                  </a:cubicBezTo>
                  <a:cubicBezTo>
                    <a:pt x="5376" y="1092"/>
                    <a:pt x="5364" y="1093"/>
                    <a:pt x="5353" y="1093"/>
                  </a:cubicBezTo>
                  <a:cubicBezTo>
                    <a:pt x="5150" y="1093"/>
                    <a:pt x="4985" y="934"/>
                    <a:pt x="4985" y="728"/>
                  </a:cubicBezTo>
                  <a:lnTo>
                    <a:pt x="4985" y="1"/>
                  </a:lnTo>
                  <a:lnTo>
                    <a:pt x="4020" y="1"/>
                  </a:lnTo>
                  <a:lnTo>
                    <a:pt x="4020" y="721"/>
                  </a:lnTo>
                  <a:cubicBezTo>
                    <a:pt x="4020" y="906"/>
                    <a:pt x="3881" y="1071"/>
                    <a:pt x="3696" y="1091"/>
                  </a:cubicBezTo>
                  <a:cubicBezTo>
                    <a:pt x="3684" y="1092"/>
                    <a:pt x="3672" y="1093"/>
                    <a:pt x="3661" y="1093"/>
                  </a:cubicBezTo>
                  <a:cubicBezTo>
                    <a:pt x="3458" y="1093"/>
                    <a:pt x="3293" y="934"/>
                    <a:pt x="3293" y="728"/>
                  </a:cubicBezTo>
                  <a:lnTo>
                    <a:pt x="3293" y="1"/>
                  </a:lnTo>
                  <a:lnTo>
                    <a:pt x="2321" y="1"/>
                  </a:lnTo>
                  <a:lnTo>
                    <a:pt x="2321" y="721"/>
                  </a:lnTo>
                  <a:cubicBezTo>
                    <a:pt x="2321" y="906"/>
                    <a:pt x="2189" y="1071"/>
                    <a:pt x="2004" y="1091"/>
                  </a:cubicBezTo>
                  <a:cubicBezTo>
                    <a:pt x="1991" y="1092"/>
                    <a:pt x="1979" y="1093"/>
                    <a:pt x="1967" y="1093"/>
                  </a:cubicBezTo>
                  <a:cubicBezTo>
                    <a:pt x="1759" y="1093"/>
                    <a:pt x="1594" y="934"/>
                    <a:pt x="1594" y="728"/>
                  </a:cubicBezTo>
                  <a:lnTo>
                    <a:pt x="159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65"/>
            <p:cNvSpPr/>
            <p:nvPr/>
          </p:nvSpPr>
          <p:spPr>
            <a:xfrm>
              <a:off x="4711350" y="1764155"/>
              <a:ext cx="28234" cy="28041"/>
            </a:xfrm>
            <a:custGeom>
              <a:avLst/>
              <a:gdLst/>
              <a:ahLst/>
              <a:cxnLst/>
              <a:rect l="l" t="t" r="r" b="b"/>
              <a:pathLst>
                <a:path w="729" h="724" extrusionOk="0">
                  <a:moveTo>
                    <a:pt x="369" y="0"/>
                  </a:moveTo>
                  <a:cubicBezTo>
                    <a:pt x="355" y="0"/>
                    <a:pt x="340" y="1"/>
                    <a:pt x="325" y="3"/>
                  </a:cubicBezTo>
                  <a:cubicBezTo>
                    <a:pt x="140" y="23"/>
                    <a:pt x="1" y="188"/>
                    <a:pt x="1" y="373"/>
                  </a:cubicBezTo>
                  <a:lnTo>
                    <a:pt x="1" y="724"/>
                  </a:lnTo>
                  <a:lnTo>
                    <a:pt x="728" y="724"/>
                  </a:lnTo>
                  <a:lnTo>
                    <a:pt x="728" y="360"/>
                  </a:lnTo>
                  <a:cubicBezTo>
                    <a:pt x="728" y="163"/>
                    <a:pt x="567" y="0"/>
                    <a:pt x="3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65"/>
            <p:cNvSpPr/>
            <p:nvPr/>
          </p:nvSpPr>
          <p:spPr>
            <a:xfrm>
              <a:off x="4777152" y="1764155"/>
              <a:ext cx="28195" cy="28041"/>
            </a:xfrm>
            <a:custGeom>
              <a:avLst/>
              <a:gdLst/>
              <a:ahLst/>
              <a:cxnLst/>
              <a:rect l="l" t="t" r="r" b="b"/>
              <a:pathLst>
                <a:path w="728" h="724" extrusionOk="0">
                  <a:moveTo>
                    <a:pt x="364" y="0"/>
                  </a:moveTo>
                  <a:cubicBezTo>
                    <a:pt x="349" y="0"/>
                    <a:pt x="333" y="1"/>
                    <a:pt x="318" y="3"/>
                  </a:cubicBezTo>
                  <a:cubicBezTo>
                    <a:pt x="133" y="23"/>
                    <a:pt x="1" y="188"/>
                    <a:pt x="1" y="373"/>
                  </a:cubicBezTo>
                  <a:lnTo>
                    <a:pt x="1" y="724"/>
                  </a:lnTo>
                  <a:lnTo>
                    <a:pt x="728" y="724"/>
                  </a:lnTo>
                  <a:lnTo>
                    <a:pt x="728" y="360"/>
                  </a:lnTo>
                  <a:cubicBezTo>
                    <a:pt x="728" y="163"/>
                    <a:pt x="567" y="0"/>
                    <a:pt x="3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65"/>
            <p:cNvSpPr/>
            <p:nvPr/>
          </p:nvSpPr>
          <p:spPr>
            <a:xfrm>
              <a:off x="4842682" y="1764155"/>
              <a:ext cx="28234" cy="28041"/>
            </a:xfrm>
            <a:custGeom>
              <a:avLst/>
              <a:gdLst/>
              <a:ahLst/>
              <a:cxnLst/>
              <a:rect l="l" t="t" r="r" b="b"/>
              <a:pathLst>
                <a:path w="729" h="724" extrusionOk="0">
                  <a:moveTo>
                    <a:pt x="369" y="0"/>
                  </a:moveTo>
                  <a:cubicBezTo>
                    <a:pt x="355" y="0"/>
                    <a:pt x="340" y="1"/>
                    <a:pt x="325" y="3"/>
                  </a:cubicBezTo>
                  <a:cubicBezTo>
                    <a:pt x="140" y="23"/>
                    <a:pt x="1" y="188"/>
                    <a:pt x="1" y="373"/>
                  </a:cubicBezTo>
                  <a:lnTo>
                    <a:pt x="1" y="724"/>
                  </a:lnTo>
                  <a:lnTo>
                    <a:pt x="728" y="724"/>
                  </a:lnTo>
                  <a:lnTo>
                    <a:pt x="728" y="360"/>
                  </a:lnTo>
                  <a:cubicBezTo>
                    <a:pt x="728" y="163"/>
                    <a:pt x="567" y="0"/>
                    <a:pt x="3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65"/>
            <p:cNvSpPr/>
            <p:nvPr/>
          </p:nvSpPr>
          <p:spPr>
            <a:xfrm>
              <a:off x="5039585" y="1764155"/>
              <a:ext cx="28195" cy="28041"/>
            </a:xfrm>
            <a:custGeom>
              <a:avLst/>
              <a:gdLst/>
              <a:ahLst/>
              <a:cxnLst/>
              <a:rect l="l" t="t" r="r" b="b"/>
              <a:pathLst>
                <a:path w="728" h="724" extrusionOk="0">
                  <a:moveTo>
                    <a:pt x="368" y="0"/>
                  </a:moveTo>
                  <a:cubicBezTo>
                    <a:pt x="354" y="0"/>
                    <a:pt x="339" y="1"/>
                    <a:pt x="324" y="3"/>
                  </a:cubicBezTo>
                  <a:cubicBezTo>
                    <a:pt x="139" y="23"/>
                    <a:pt x="0" y="188"/>
                    <a:pt x="0" y="373"/>
                  </a:cubicBezTo>
                  <a:lnTo>
                    <a:pt x="0" y="724"/>
                  </a:lnTo>
                  <a:lnTo>
                    <a:pt x="727" y="724"/>
                  </a:lnTo>
                  <a:lnTo>
                    <a:pt x="727" y="360"/>
                  </a:lnTo>
                  <a:cubicBezTo>
                    <a:pt x="727" y="163"/>
                    <a:pt x="567" y="0"/>
                    <a:pt x="3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65"/>
            <p:cNvSpPr/>
            <p:nvPr/>
          </p:nvSpPr>
          <p:spPr>
            <a:xfrm>
              <a:off x="4974015" y="1764155"/>
              <a:ext cx="28234" cy="28041"/>
            </a:xfrm>
            <a:custGeom>
              <a:avLst/>
              <a:gdLst/>
              <a:ahLst/>
              <a:cxnLst/>
              <a:rect l="l" t="t" r="r" b="b"/>
              <a:pathLst>
                <a:path w="729" h="724" extrusionOk="0">
                  <a:moveTo>
                    <a:pt x="369" y="0"/>
                  </a:moveTo>
                  <a:cubicBezTo>
                    <a:pt x="355" y="0"/>
                    <a:pt x="340" y="1"/>
                    <a:pt x="325" y="3"/>
                  </a:cubicBezTo>
                  <a:cubicBezTo>
                    <a:pt x="140" y="23"/>
                    <a:pt x="1" y="188"/>
                    <a:pt x="1" y="373"/>
                  </a:cubicBezTo>
                  <a:lnTo>
                    <a:pt x="1" y="724"/>
                  </a:lnTo>
                  <a:lnTo>
                    <a:pt x="728" y="724"/>
                  </a:lnTo>
                  <a:lnTo>
                    <a:pt x="728" y="360"/>
                  </a:lnTo>
                  <a:cubicBezTo>
                    <a:pt x="728" y="163"/>
                    <a:pt x="567" y="0"/>
                    <a:pt x="3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65"/>
            <p:cNvSpPr/>
            <p:nvPr/>
          </p:nvSpPr>
          <p:spPr>
            <a:xfrm>
              <a:off x="4908484" y="1764155"/>
              <a:ext cx="27963" cy="28041"/>
            </a:xfrm>
            <a:custGeom>
              <a:avLst/>
              <a:gdLst/>
              <a:ahLst/>
              <a:cxnLst/>
              <a:rect l="l" t="t" r="r" b="b"/>
              <a:pathLst>
                <a:path w="722" h="724" extrusionOk="0">
                  <a:moveTo>
                    <a:pt x="362" y="0"/>
                  </a:moveTo>
                  <a:cubicBezTo>
                    <a:pt x="348" y="0"/>
                    <a:pt x="333" y="1"/>
                    <a:pt x="318" y="3"/>
                  </a:cubicBezTo>
                  <a:cubicBezTo>
                    <a:pt x="133" y="23"/>
                    <a:pt x="1" y="188"/>
                    <a:pt x="1" y="373"/>
                  </a:cubicBezTo>
                  <a:lnTo>
                    <a:pt x="1" y="724"/>
                  </a:lnTo>
                  <a:lnTo>
                    <a:pt x="721" y="724"/>
                  </a:lnTo>
                  <a:lnTo>
                    <a:pt x="721" y="360"/>
                  </a:lnTo>
                  <a:cubicBezTo>
                    <a:pt x="721" y="163"/>
                    <a:pt x="561" y="0"/>
                    <a:pt x="3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65"/>
            <p:cNvSpPr/>
            <p:nvPr/>
          </p:nvSpPr>
          <p:spPr>
            <a:xfrm>
              <a:off x="4858833" y="2113188"/>
              <a:ext cx="60961" cy="60961"/>
            </a:xfrm>
            <a:custGeom>
              <a:avLst/>
              <a:gdLst/>
              <a:ahLst/>
              <a:cxnLst/>
              <a:rect l="l" t="t" r="r" b="b"/>
              <a:pathLst>
                <a:path w="1574" h="1574" extrusionOk="0">
                  <a:moveTo>
                    <a:pt x="787" y="1"/>
                  </a:moveTo>
                  <a:cubicBezTo>
                    <a:pt x="351" y="1"/>
                    <a:pt x="0" y="358"/>
                    <a:pt x="0" y="787"/>
                  </a:cubicBezTo>
                  <a:cubicBezTo>
                    <a:pt x="0" y="1223"/>
                    <a:pt x="351" y="1574"/>
                    <a:pt x="787" y="1574"/>
                  </a:cubicBezTo>
                  <a:cubicBezTo>
                    <a:pt x="1223" y="1574"/>
                    <a:pt x="1574" y="1223"/>
                    <a:pt x="1574" y="787"/>
                  </a:cubicBezTo>
                  <a:cubicBezTo>
                    <a:pt x="1574" y="358"/>
                    <a:pt x="1223" y="1"/>
                    <a:pt x="7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 name="Google Shape;1339;p65"/>
          <p:cNvGrpSpPr/>
          <p:nvPr/>
        </p:nvGrpSpPr>
        <p:grpSpPr>
          <a:xfrm>
            <a:off x="3469410" y="1709894"/>
            <a:ext cx="389222" cy="406086"/>
            <a:chOff x="1525825" y="2942666"/>
            <a:chExt cx="460345" cy="480291"/>
          </a:xfrm>
        </p:grpSpPr>
        <p:sp>
          <p:nvSpPr>
            <p:cNvPr id="1340" name="Google Shape;1340;p65"/>
            <p:cNvSpPr/>
            <p:nvPr/>
          </p:nvSpPr>
          <p:spPr>
            <a:xfrm>
              <a:off x="1709404" y="3231164"/>
              <a:ext cx="46863" cy="46902"/>
            </a:xfrm>
            <a:custGeom>
              <a:avLst/>
              <a:gdLst/>
              <a:ahLst/>
              <a:cxnLst/>
              <a:rect l="l" t="t" r="r" b="b"/>
              <a:pathLst>
                <a:path w="1210" h="1211" extrusionOk="0">
                  <a:moveTo>
                    <a:pt x="602" y="1"/>
                  </a:moveTo>
                  <a:cubicBezTo>
                    <a:pt x="271" y="1"/>
                    <a:pt x="0" y="272"/>
                    <a:pt x="0" y="602"/>
                  </a:cubicBezTo>
                  <a:cubicBezTo>
                    <a:pt x="0" y="940"/>
                    <a:pt x="271" y="1211"/>
                    <a:pt x="602" y="1211"/>
                  </a:cubicBezTo>
                  <a:cubicBezTo>
                    <a:pt x="939" y="1211"/>
                    <a:pt x="1210" y="940"/>
                    <a:pt x="1210" y="602"/>
                  </a:cubicBezTo>
                  <a:cubicBezTo>
                    <a:pt x="1210" y="272"/>
                    <a:pt x="939" y="1"/>
                    <a:pt x="6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65"/>
            <p:cNvSpPr/>
            <p:nvPr/>
          </p:nvSpPr>
          <p:spPr>
            <a:xfrm>
              <a:off x="1525825" y="2980311"/>
              <a:ext cx="460345" cy="442645"/>
            </a:xfrm>
            <a:custGeom>
              <a:avLst/>
              <a:gdLst/>
              <a:ahLst/>
              <a:cxnLst/>
              <a:rect l="l" t="t" r="r" b="b"/>
              <a:pathLst>
                <a:path w="11886" h="11429" extrusionOk="0">
                  <a:moveTo>
                    <a:pt x="11159" y="0"/>
                  </a:moveTo>
                  <a:lnTo>
                    <a:pt x="11159" y="9234"/>
                  </a:lnTo>
                  <a:cubicBezTo>
                    <a:pt x="11159" y="9644"/>
                    <a:pt x="10822" y="9975"/>
                    <a:pt x="10412" y="9975"/>
                  </a:cubicBezTo>
                  <a:lnTo>
                    <a:pt x="854" y="9975"/>
                  </a:lnTo>
                  <a:cubicBezTo>
                    <a:pt x="695" y="9975"/>
                    <a:pt x="543" y="10047"/>
                    <a:pt x="450" y="10180"/>
                  </a:cubicBezTo>
                  <a:cubicBezTo>
                    <a:pt x="1" y="10774"/>
                    <a:pt x="417" y="11429"/>
                    <a:pt x="986" y="11429"/>
                  </a:cubicBezTo>
                  <a:lnTo>
                    <a:pt x="11522" y="11429"/>
                  </a:lnTo>
                  <a:cubicBezTo>
                    <a:pt x="11721" y="11429"/>
                    <a:pt x="11886" y="11264"/>
                    <a:pt x="11886" y="11065"/>
                  </a:cubicBezTo>
                  <a:lnTo>
                    <a:pt x="11886" y="364"/>
                  </a:lnTo>
                  <a:cubicBezTo>
                    <a:pt x="11886" y="165"/>
                    <a:pt x="11721" y="0"/>
                    <a:pt x="115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65"/>
            <p:cNvSpPr/>
            <p:nvPr/>
          </p:nvSpPr>
          <p:spPr>
            <a:xfrm>
              <a:off x="1535817" y="2942666"/>
              <a:ext cx="394039" cy="403489"/>
            </a:xfrm>
            <a:custGeom>
              <a:avLst/>
              <a:gdLst/>
              <a:ahLst/>
              <a:cxnLst/>
              <a:rect l="l" t="t" r="r" b="b"/>
              <a:pathLst>
                <a:path w="10174" h="10418" extrusionOk="0">
                  <a:moveTo>
                    <a:pt x="6095" y="1517"/>
                  </a:moveTo>
                  <a:cubicBezTo>
                    <a:pt x="6493" y="1517"/>
                    <a:pt x="6890" y="1668"/>
                    <a:pt x="7193" y="1970"/>
                  </a:cubicBezTo>
                  <a:cubicBezTo>
                    <a:pt x="7794" y="2572"/>
                    <a:pt x="7794" y="3557"/>
                    <a:pt x="7193" y="4165"/>
                  </a:cubicBezTo>
                  <a:lnTo>
                    <a:pt x="5342" y="6009"/>
                  </a:lnTo>
                  <a:cubicBezTo>
                    <a:pt x="5272" y="6082"/>
                    <a:pt x="5180" y="6118"/>
                    <a:pt x="5087" y="6118"/>
                  </a:cubicBezTo>
                  <a:cubicBezTo>
                    <a:pt x="4995" y="6118"/>
                    <a:pt x="4902" y="6082"/>
                    <a:pt x="4833" y="6009"/>
                  </a:cubicBezTo>
                  <a:lnTo>
                    <a:pt x="2982" y="4165"/>
                  </a:lnTo>
                  <a:cubicBezTo>
                    <a:pt x="2380" y="3557"/>
                    <a:pt x="2380" y="2572"/>
                    <a:pt x="2982" y="1970"/>
                  </a:cubicBezTo>
                  <a:cubicBezTo>
                    <a:pt x="3284" y="1668"/>
                    <a:pt x="3682" y="1517"/>
                    <a:pt x="4079" y="1517"/>
                  </a:cubicBezTo>
                  <a:cubicBezTo>
                    <a:pt x="4437" y="1517"/>
                    <a:pt x="4795" y="1640"/>
                    <a:pt x="5084" y="1884"/>
                  </a:cubicBezTo>
                  <a:cubicBezTo>
                    <a:pt x="5375" y="1640"/>
                    <a:pt x="5735" y="1517"/>
                    <a:pt x="6095" y="1517"/>
                  </a:cubicBezTo>
                  <a:close/>
                  <a:moveTo>
                    <a:pt x="2082" y="6951"/>
                  </a:moveTo>
                  <a:cubicBezTo>
                    <a:pt x="2200" y="6951"/>
                    <a:pt x="2308" y="7028"/>
                    <a:pt x="2347" y="7146"/>
                  </a:cubicBezTo>
                  <a:cubicBezTo>
                    <a:pt x="2347" y="7146"/>
                    <a:pt x="2347" y="7152"/>
                    <a:pt x="2347" y="7152"/>
                  </a:cubicBezTo>
                  <a:lnTo>
                    <a:pt x="2638" y="8118"/>
                  </a:lnTo>
                  <a:lnTo>
                    <a:pt x="2909" y="7152"/>
                  </a:lnTo>
                  <a:cubicBezTo>
                    <a:pt x="2909" y="7152"/>
                    <a:pt x="2909" y="7146"/>
                    <a:pt x="2909" y="7146"/>
                  </a:cubicBezTo>
                  <a:cubicBezTo>
                    <a:pt x="2947" y="7032"/>
                    <a:pt x="3059" y="6954"/>
                    <a:pt x="3179" y="6954"/>
                  </a:cubicBezTo>
                  <a:cubicBezTo>
                    <a:pt x="3184" y="6954"/>
                    <a:pt x="3188" y="6954"/>
                    <a:pt x="3193" y="6954"/>
                  </a:cubicBezTo>
                  <a:cubicBezTo>
                    <a:pt x="3319" y="6961"/>
                    <a:pt x="3431" y="7053"/>
                    <a:pt x="3451" y="7179"/>
                  </a:cubicBezTo>
                  <a:lnTo>
                    <a:pt x="3768" y="8831"/>
                  </a:lnTo>
                  <a:cubicBezTo>
                    <a:pt x="3795" y="8964"/>
                    <a:pt x="3709" y="9089"/>
                    <a:pt x="3577" y="9116"/>
                  </a:cubicBezTo>
                  <a:cubicBezTo>
                    <a:pt x="3561" y="9119"/>
                    <a:pt x="3545" y="9120"/>
                    <a:pt x="3529" y="9120"/>
                  </a:cubicBezTo>
                  <a:cubicBezTo>
                    <a:pt x="3415" y="9120"/>
                    <a:pt x="3316" y="9040"/>
                    <a:pt x="3293" y="8924"/>
                  </a:cubicBezTo>
                  <a:lnTo>
                    <a:pt x="3140" y="8111"/>
                  </a:lnTo>
                  <a:lnTo>
                    <a:pt x="2909" y="8931"/>
                  </a:lnTo>
                  <a:cubicBezTo>
                    <a:pt x="2909" y="8931"/>
                    <a:pt x="2903" y="8937"/>
                    <a:pt x="2903" y="8937"/>
                  </a:cubicBezTo>
                  <a:cubicBezTo>
                    <a:pt x="2869" y="9056"/>
                    <a:pt x="2764" y="9129"/>
                    <a:pt x="2638" y="9129"/>
                  </a:cubicBezTo>
                  <a:cubicBezTo>
                    <a:pt x="2519" y="9129"/>
                    <a:pt x="2407" y="9056"/>
                    <a:pt x="2374" y="8937"/>
                  </a:cubicBezTo>
                  <a:cubicBezTo>
                    <a:pt x="2374" y="8937"/>
                    <a:pt x="2367" y="8937"/>
                    <a:pt x="2367" y="8931"/>
                  </a:cubicBezTo>
                  <a:lnTo>
                    <a:pt x="2129" y="8118"/>
                  </a:lnTo>
                  <a:lnTo>
                    <a:pt x="1984" y="8917"/>
                  </a:lnTo>
                  <a:cubicBezTo>
                    <a:pt x="1960" y="9037"/>
                    <a:pt x="1855" y="9119"/>
                    <a:pt x="1737" y="9119"/>
                  </a:cubicBezTo>
                  <a:cubicBezTo>
                    <a:pt x="1725" y="9119"/>
                    <a:pt x="1712" y="9118"/>
                    <a:pt x="1699" y="9116"/>
                  </a:cubicBezTo>
                  <a:cubicBezTo>
                    <a:pt x="1574" y="9089"/>
                    <a:pt x="1481" y="8964"/>
                    <a:pt x="1508" y="8831"/>
                  </a:cubicBezTo>
                  <a:lnTo>
                    <a:pt x="1805" y="7186"/>
                  </a:lnTo>
                  <a:lnTo>
                    <a:pt x="1805" y="7179"/>
                  </a:lnTo>
                  <a:cubicBezTo>
                    <a:pt x="1825" y="7093"/>
                    <a:pt x="1878" y="7020"/>
                    <a:pt x="1957" y="6981"/>
                  </a:cubicBezTo>
                  <a:cubicBezTo>
                    <a:pt x="1998" y="6960"/>
                    <a:pt x="2041" y="6951"/>
                    <a:pt x="2082" y="6951"/>
                  </a:cubicBezTo>
                  <a:close/>
                  <a:moveTo>
                    <a:pt x="8090" y="6951"/>
                  </a:moveTo>
                  <a:cubicBezTo>
                    <a:pt x="8131" y="6951"/>
                    <a:pt x="8174" y="6960"/>
                    <a:pt x="8217" y="6981"/>
                  </a:cubicBezTo>
                  <a:cubicBezTo>
                    <a:pt x="8296" y="7020"/>
                    <a:pt x="8349" y="7093"/>
                    <a:pt x="8369" y="7179"/>
                  </a:cubicBezTo>
                  <a:lnTo>
                    <a:pt x="8369" y="7186"/>
                  </a:lnTo>
                  <a:lnTo>
                    <a:pt x="8667" y="8831"/>
                  </a:lnTo>
                  <a:cubicBezTo>
                    <a:pt x="8693" y="8964"/>
                    <a:pt x="8600" y="9089"/>
                    <a:pt x="8475" y="9116"/>
                  </a:cubicBezTo>
                  <a:cubicBezTo>
                    <a:pt x="8462" y="9118"/>
                    <a:pt x="8449" y="9119"/>
                    <a:pt x="8437" y="9119"/>
                  </a:cubicBezTo>
                  <a:cubicBezTo>
                    <a:pt x="8319" y="9119"/>
                    <a:pt x="8215" y="9037"/>
                    <a:pt x="8191" y="8917"/>
                  </a:cubicBezTo>
                  <a:lnTo>
                    <a:pt x="8045" y="8118"/>
                  </a:lnTo>
                  <a:lnTo>
                    <a:pt x="7807" y="8931"/>
                  </a:lnTo>
                  <a:cubicBezTo>
                    <a:pt x="7801" y="8937"/>
                    <a:pt x="7801" y="8937"/>
                    <a:pt x="7801" y="8937"/>
                  </a:cubicBezTo>
                  <a:cubicBezTo>
                    <a:pt x="7768" y="9056"/>
                    <a:pt x="7655" y="9129"/>
                    <a:pt x="7536" y="9129"/>
                  </a:cubicBezTo>
                  <a:cubicBezTo>
                    <a:pt x="7411" y="9129"/>
                    <a:pt x="7305" y="9056"/>
                    <a:pt x="7272" y="8937"/>
                  </a:cubicBezTo>
                  <a:cubicBezTo>
                    <a:pt x="7265" y="8937"/>
                    <a:pt x="7265" y="8931"/>
                    <a:pt x="7265" y="8931"/>
                  </a:cubicBezTo>
                  <a:lnTo>
                    <a:pt x="7034" y="8111"/>
                  </a:lnTo>
                  <a:lnTo>
                    <a:pt x="6882" y="8924"/>
                  </a:lnTo>
                  <a:cubicBezTo>
                    <a:pt x="6859" y="9040"/>
                    <a:pt x="6759" y="9120"/>
                    <a:pt x="6646" y="9120"/>
                  </a:cubicBezTo>
                  <a:cubicBezTo>
                    <a:pt x="6630" y="9120"/>
                    <a:pt x="6614" y="9119"/>
                    <a:pt x="6598" y="9116"/>
                  </a:cubicBezTo>
                  <a:cubicBezTo>
                    <a:pt x="6465" y="9089"/>
                    <a:pt x="6379" y="8964"/>
                    <a:pt x="6406" y="8831"/>
                  </a:cubicBezTo>
                  <a:lnTo>
                    <a:pt x="6717" y="7179"/>
                  </a:lnTo>
                  <a:lnTo>
                    <a:pt x="6723" y="7179"/>
                  </a:lnTo>
                  <a:cubicBezTo>
                    <a:pt x="6743" y="7053"/>
                    <a:pt x="6849" y="6961"/>
                    <a:pt x="6981" y="6954"/>
                  </a:cubicBezTo>
                  <a:cubicBezTo>
                    <a:pt x="6986" y="6954"/>
                    <a:pt x="6991" y="6954"/>
                    <a:pt x="6996" y="6954"/>
                  </a:cubicBezTo>
                  <a:cubicBezTo>
                    <a:pt x="7116" y="6954"/>
                    <a:pt x="7227" y="7032"/>
                    <a:pt x="7259" y="7146"/>
                  </a:cubicBezTo>
                  <a:cubicBezTo>
                    <a:pt x="7265" y="7146"/>
                    <a:pt x="7265" y="7152"/>
                    <a:pt x="7265" y="7152"/>
                  </a:cubicBezTo>
                  <a:lnTo>
                    <a:pt x="7536" y="8118"/>
                  </a:lnTo>
                  <a:lnTo>
                    <a:pt x="7827" y="7152"/>
                  </a:lnTo>
                  <a:cubicBezTo>
                    <a:pt x="7827" y="7152"/>
                    <a:pt x="7827" y="7146"/>
                    <a:pt x="7827" y="7146"/>
                  </a:cubicBezTo>
                  <a:cubicBezTo>
                    <a:pt x="7866" y="7028"/>
                    <a:pt x="7971" y="6951"/>
                    <a:pt x="8090" y="6951"/>
                  </a:cubicBezTo>
                  <a:close/>
                  <a:moveTo>
                    <a:pt x="5084" y="6967"/>
                  </a:moveTo>
                  <a:cubicBezTo>
                    <a:pt x="5685" y="6967"/>
                    <a:pt x="6175" y="7450"/>
                    <a:pt x="6175" y="8051"/>
                  </a:cubicBezTo>
                  <a:cubicBezTo>
                    <a:pt x="6175" y="8653"/>
                    <a:pt x="5685" y="9142"/>
                    <a:pt x="5084" y="9142"/>
                  </a:cubicBezTo>
                  <a:cubicBezTo>
                    <a:pt x="4489" y="9142"/>
                    <a:pt x="4000" y="8653"/>
                    <a:pt x="4000" y="8051"/>
                  </a:cubicBezTo>
                  <a:cubicBezTo>
                    <a:pt x="4000" y="7450"/>
                    <a:pt x="4489" y="6967"/>
                    <a:pt x="5084" y="6967"/>
                  </a:cubicBezTo>
                  <a:close/>
                  <a:moveTo>
                    <a:pt x="1091" y="0"/>
                  </a:moveTo>
                  <a:cubicBezTo>
                    <a:pt x="490" y="0"/>
                    <a:pt x="1" y="489"/>
                    <a:pt x="1" y="1091"/>
                  </a:cubicBezTo>
                  <a:lnTo>
                    <a:pt x="1" y="10418"/>
                  </a:lnTo>
                  <a:cubicBezTo>
                    <a:pt x="219" y="10292"/>
                    <a:pt x="463" y="10220"/>
                    <a:pt x="728" y="10220"/>
                  </a:cubicBezTo>
                  <a:lnTo>
                    <a:pt x="9810" y="10220"/>
                  </a:lnTo>
                  <a:cubicBezTo>
                    <a:pt x="10008" y="10220"/>
                    <a:pt x="10174" y="10061"/>
                    <a:pt x="10174" y="9856"/>
                  </a:cubicBezTo>
                  <a:lnTo>
                    <a:pt x="10174" y="364"/>
                  </a:lnTo>
                  <a:cubicBezTo>
                    <a:pt x="10174" y="166"/>
                    <a:pt x="10008" y="0"/>
                    <a:pt x="98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65"/>
            <p:cNvSpPr/>
            <p:nvPr/>
          </p:nvSpPr>
          <p:spPr>
            <a:xfrm>
              <a:off x="1658707" y="3029498"/>
              <a:ext cx="148258" cy="116229"/>
            </a:xfrm>
            <a:custGeom>
              <a:avLst/>
              <a:gdLst/>
              <a:ahLst/>
              <a:cxnLst/>
              <a:rect l="l" t="t" r="r" b="b"/>
              <a:pathLst>
                <a:path w="3828" h="3001" extrusionOk="0">
                  <a:moveTo>
                    <a:pt x="906" y="1"/>
                  </a:moveTo>
                  <a:cubicBezTo>
                    <a:pt x="695" y="1"/>
                    <a:pt x="483" y="82"/>
                    <a:pt x="324" y="244"/>
                  </a:cubicBezTo>
                  <a:cubicBezTo>
                    <a:pt x="1" y="561"/>
                    <a:pt x="1" y="1083"/>
                    <a:pt x="324" y="1407"/>
                  </a:cubicBezTo>
                  <a:lnTo>
                    <a:pt x="1911" y="3000"/>
                  </a:lnTo>
                  <a:lnTo>
                    <a:pt x="3504" y="1407"/>
                  </a:lnTo>
                  <a:cubicBezTo>
                    <a:pt x="3828" y="1083"/>
                    <a:pt x="3828" y="561"/>
                    <a:pt x="3504" y="244"/>
                  </a:cubicBezTo>
                  <a:cubicBezTo>
                    <a:pt x="3342" y="82"/>
                    <a:pt x="3130" y="1"/>
                    <a:pt x="2920" y="1"/>
                  </a:cubicBezTo>
                  <a:cubicBezTo>
                    <a:pt x="2709" y="1"/>
                    <a:pt x="2499" y="82"/>
                    <a:pt x="2341" y="244"/>
                  </a:cubicBezTo>
                  <a:lnTo>
                    <a:pt x="2169" y="409"/>
                  </a:lnTo>
                  <a:cubicBezTo>
                    <a:pt x="2099" y="482"/>
                    <a:pt x="2007" y="518"/>
                    <a:pt x="1914" y="518"/>
                  </a:cubicBezTo>
                  <a:cubicBezTo>
                    <a:pt x="1822" y="518"/>
                    <a:pt x="1729" y="482"/>
                    <a:pt x="1660" y="409"/>
                  </a:cubicBezTo>
                  <a:lnTo>
                    <a:pt x="1488" y="244"/>
                  </a:lnTo>
                  <a:cubicBezTo>
                    <a:pt x="1329" y="82"/>
                    <a:pt x="1118" y="1"/>
                    <a:pt x="9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 name="Google Shape;1344;p65"/>
          <p:cNvGrpSpPr/>
          <p:nvPr/>
        </p:nvGrpSpPr>
        <p:grpSpPr>
          <a:xfrm>
            <a:off x="5277646" y="1710130"/>
            <a:ext cx="404578" cy="405626"/>
            <a:chOff x="2147438" y="4121641"/>
            <a:chExt cx="478508" cy="479747"/>
          </a:xfrm>
        </p:grpSpPr>
        <p:sp>
          <p:nvSpPr>
            <p:cNvPr id="1345" name="Google Shape;1345;p65"/>
            <p:cNvSpPr/>
            <p:nvPr/>
          </p:nvSpPr>
          <p:spPr>
            <a:xfrm>
              <a:off x="2400615" y="4461573"/>
              <a:ext cx="225331" cy="139815"/>
            </a:xfrm>
            <a:custGeom>
              <a:avLst/>
              <a:gdLst/>
              <a:ahLst/>
              <a:cxnLst/>
              <a:rect l="l" t="t" r="r" b="b"/>
              <a:pathLst>
                <a:path w="5818" h="3610" extrusionOk="0">
                  <a:moveTo>
                    <a:pt x="1422" y="0"/>
                  </a:moveTo>
                  <a:lnTo>
                    <a:pt x="1131" y="119"/>
                  </a:lnTo>
                  <a:cubicBezTo>
                    <a:pt x="450" y="403"/>
                    <a:pt x="1" y="1064"/>
                    <a:pt x="1" y="1798"/>
                  </a:cubicBezTo>
                  <a:lnTo>
                    <a:pt x="1" y="3609"/>
                  </a:lnTo>
                  <a:lnTo>
                    <a:pt x="1091" y="3609"/>
                  </a:lnTo>
                  <a:lnTo>
                    <a:pt x="1091" y="2413"/>
                  </a:lnTo>
                  <a:cubicBezTo>
                    <a:pt x="1091" y="2221"/>
                    <a:pt x="1230" y="2062"/>
                    <a:pt x="1415" y="2043"/>
                  </a:cubicBezTo>
                  <a:cubicBezTo>
                    <a:pt x="1430" y="2041"/>
                    <a:pt x="1445" y="2040"/>
                    <a:pt x="1460" y="2040"/>
                  </a:cubicBezTo>
                  <a:cubicBezTo>
                    <a:pt x="1658" y="2040"/>
                    <a:pt x="1819" y="2203"/>
                    <a:pt x="1819" y="2400"/>
                  </a:cubicBezTo>
                  <a:lnTo>
                    <a:pt x="1819" y="3609"/>
                  </a:lnTo>
                  <a:lnTo>
                    <a:pt x="4000" y="3609"/>
                  </a:lnTo>
                  <a:lnTo>
                    <a:pt x="4000" y="2413"/>
                  </a:lnTo>
                  <a:cubicBezTo>
                    <a:pt x="4000" y="2221"/>
                    <a:pt x="4139" y="2062"/>
                    <a:pt x="4324" y="2043"/>
                  </a:cubicBezTo>
                  <a:cubicBezTo>
                    <a:pt x="4339" y="2041"/>
                    <a:pt x="4354" y="2040"/>
                    <a:pt x="4368" y="2040"/>
                  </a:cubicBezTo>
                  <a:cubicBezTo>
                    <a:pt x="4566" y="2040"/>
                    <a:pt x="4727" y="2203"/>
                    <a:pt x="4727" y="2400"/>
                  </a:cubicBezTo>
                  <a:lnTo>
                    <a:pt x="4727" y="3609"/>
                  </a:lnTo>
                  <a:lnTo>
                    <a:pt x="5454" y="3609"/>
                  </a:lnTo>
                  <a:cubicBezTo>
                    <a:pt x="5652" y="3609"/>
                    <a:pt x="5818" y="3451"/>
                    <a:pt x="5818" y="3246"/>
                  </a:cubicBezTo>
                  <a:lnTo>
                    <a:pt x="5818" y="1798"/>
                  </a:lnTo>
                  <a:cubicBezTo>
                    <a:pt x="5818" y="1064"/>
                    <a:pt x="5368" y="403"/>
                    <a:pt x="4687" y="119"/>
                  </a:cubicBezTo>
                  <a:lnTo>
                    <a:pt x="4396" y="0"/>
                  </a:lnTo>
                  <a:lnTo>
                    <a:pt x="3782" y="820"/>
                  </a:lnTo>
                  <a:cubicBezTo>
                    <a:pt x="3564" y="1114"/>
                    <a:pt x="3236" y="1261"/>
                    <a:pt x="2909" y="1261"/>
                  </a:cubicBezTo>
                  <a:cubicBezTo>
                    <a:pt x="2582" y="1261"/>
                    <a:pt x="2255" y="1114"/>
                    <a:pt x="2037" y="820"/>
                  </a:cubicBezTo>
                  <a:lnTo>
                    <a:pt x="142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65"/>
            <p:cNvSpPr/>
            <p:nvPr/>
          </p:nvSpPr>
          <p:spPr>
            <a:xfrm>
              <a:off x="2147438" y="4461573"/>
              <a:ext cx="225331" cy="139815"/>
            </a:xfrm>
            <a:custGeom>
              <a:avLst/>
              <a:gdLst/>
              <a:ahLst/>
              <a:cxnLst/>
              <a:rect l="l" t="t" r="r" b="b"/>
              <a:pathLst>
                <a:path w="5818" h="3610" extrusionOk="0">
                  <a:moveTo>
                    <a:pt x="1421" y="0"/>
                  </a:moveTo>
                  <a:lnTo>
                    <a:pt x="1131" y="119"/>
                  </a:lnTo>
                  <a:cubicBezTo>
                    <a:pt x="450" y="403"/>
                    <a:pt x="0" y="1064"/>
                    <a:pt x="0" y="1798"/>
                  </a:cubicBezTo>
                  <a:lnTo>
                    <a:pt x="0" y="3246"/>
                  </a:lnTo>
                  <a:cubicBezTo>
                    <a:pt x="0" y="3451"/>
                    <a:pt x="166" y="3609"/>
                    <a:pt x="364" y="3609"/>
                  </a:cubicBezTo>
                  <a:lnTo>
                    <a:pt x="1091" y="3609"/>
                  </a:lnTo>
                  <a:lnTo>
                    <a:pt x="1091" y="2413"/>
                  </a:lnTo>
                  <a:cubicBezTo>
                    <a:pt x="1091" y="2221"/>
                    <a:pt x="1230" y="2062"/>
                    <a:pt x="1415" y="2043"/>
                  </a:cubicBezTo>
                  <a:cubicBezTo>
                    <a:pt x="1430" y="2041"/>
                    <a:pt x="1445" y="2040"/>
                    <a:pt x="1459" y="2040"/>
                  </a:cubicBezTo>
                  <a:cubicBezTo>
                    <a:pt x="1658" y="2040"/>
                    <a:pt x="1818" y="2203"/>
                    <a:pt x="1818" y="2400"/>
                  </a:cubicBezTo>
                  <a:lnTo>
                    <a:pt x="1818" y="3609"/>
                  </a:lnTo>
                  <a:lnTo>
                    <a:pt x="3999" y="3609"/>
                  </a:lnTo>
                  <a:lnTo>
                    <a:pt x="3999" y="2413"/>
                  </a:lnTo>
                  <a:cubicBezTo>
                    <a:pt x="3999" y="2221"/>
                    <a:pt x="4138" y="2062"/>
                    <a:pt x="4323" y="2043"/>
                  </a:cubicBezTo>
                  <a:cubicBezTo>
                    <a:pt x="4338" y="2041"/>
                    <a:pt x="4353" y="2040"/>
                    <a:pt x="4368" y="2040"/>
                  </a:cubicBezTo>
                  <a:cubicBezTo>
                    <a:pt x="4566" y="2040"/>
                    <a:pt x="4727" y="2203"/>
                    <a:pt x="4727" y="2400"/>
                  </a:cubicBezTo>
                  <a:lnTo>
                    <a:pt x="4727" y="3609"/>
                  </a:lnTo>
                  <a:lnTo>
                    <a:pt x="5817" y="3609"/>
                  </a:lnTo>
                  <a:lnTo>
                    <a:pt x="5817" y="1798"/>
                  </a:lnTo>
                  <a:cubicBezTo>
                    <a:pt x="5817" y="1064"/>
                    <a:pt x="5368" y="403"/>
                    <a:pt x="4687" y="119"/>
                  </a:cubicBezTo>
                  <a:lnTo>
                    <a:pt x="4396" y="0"/>
                  </a:lnTo>
                  <a:lnTo>
                    <a:pt x="3781" y="820"/>
                  </a:lnTo>
                  <a:cubicBezTo>
                    <a:pt x="3563" y="1114"/>
                    <a:pt x="3236" y="1261"/>
                    <a:pt x="2909" y="1261"/>
                  </a:cubicBezTo>
                  <a:cubicBezTo>
                    <a:pt x="2582" y="1261"/>
                    <a:pt x="2254" y="1114"/>
                    <a:pt x="2036" y="820"/>
                  </a:cubicBezTo>
                  <a:lnTo>
                    <a:pt x="142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65"/>
            <p:cNvSpPr/>
            <p:nvPr/>
          </p:nvSpPr>
          <p:spPr>
            <a:xfrm>
              <a:off x="2315370" y="4121641"/>
              <a:ext cx="142643" cy="121961"/>
            </a:xfrm>
            <a:custGeom>
              <a:avLst/>
              <a:gdLst/>
              <a:ahLst/>
              <a:cxnLst/>
              <a:rect l="l" t="t" r="r" b="b"/>
              <a:pathLst>
                <a:path w="3683" h="3149" extrusionOk="0">
                  <a:moveTo>
                    <a:pt x="1209" y="1"/>
                  </a:moveTo>
                  <a:cubicBezTo>
                    <a:pt x="927" y="1"/>
                    <a:pt x="645" y="108"/>
                    <a:pt x="430" y="323"/>
                  </a:cubicBezTo>
                  <a:cubicBezTo>
                    <a:pt x="1" y="752"/>
                    <a:pt x="1" y="1453"/>
                    <a:pt x="430" y="1889"/>
                  </a:cubicBezTo>
                  <a:lnTo>
                    <a:pt x="1587" y="3040"/>
                  </a:lnTo>
                  <a:cubicBezTo>
                    <a:pt x="1656" y="3112"/>
                    <a:pt x="1749" y="3149"/>
                    <a:pt x="1841" y="3149"/>
                  </a:cubicBezTo>
                  <a:cubicBezTo>
                    <a:pt x="1934" y="3149"/>
                    <a:pt x="2027" y="3112"/>
                    <a:pt x="2096" y="3040"/>
                  </a:cubicBezTo>
                  <a:lnTo>
                    <a:pt x="3253" y="1889"/>
                  </a:lnTo>
                  <a:cubicBezTo>
                    <a:pt x="3682" y="1453"/>
                    <a:pt x="3682" y="752"/>
                    <a:pt x="3253" y="323"/>
                  </a:cubicBezTo>
                  <a:cubicBezTo>
                    <a:pt x="3038" y="108"/>
                    <a:pt x="2756" y="1"/>
                    <a:pt x="2475" y="1"/>
                  </a:cubicBezTo>
                  <a:cubicBezTo>
                    <a:pt x="2254" y="1"/>
                    <a:pt x="2034" y="67"/>
                    <a:pt x="1845" y="197"/>
                  </a:cubicBezTo>
                  <a:cubicBezTo>
                    <a:pt x="1653" y="67"/>
                    <a:pt x="1431" y="1"/>
                    <a:pt x="12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65"/>
            <p:cNvSpPr/>
            <p:nvPr/>
          </p:nvSpPr>
          <p:spPr>
            <a:xfrm>
              <a:off x="2529662" y="4217342"/>
              <a:ext cx="68126" cy="61465"/>
            </a:xfrm>
            <a:custGeom>
              <a:avLst/>
              <a:gdLst/>
              <a:ahLst/>
              <a:cxnLst/>
              <a:rect l="l" t="t" r="r" b="b"/>
              <a:pathLst>
                <a:path w="1759" h="1587" extrusionOk="0">
                  <a:moveTo>
                    <a:pt x="787" y="0"/>
                  </a:moveTo>
                  <a:cubicBezTo>
                    <a:pt x="463" y="0"/>
                    <a:pt x="179" y="159"/>
                    <a:pt x="0" y="403"/>
                  </a:cubicBezTo>
                  <a:cubicBezTo>
                    <a:pt x="675" y="535"/>
                    <a:pt x="1243" y="985"/>
                    <a:pt x="1534" y="1586"/>
                  </a:cubicBezTo>
                  <a:cubicBezTo>
                    <a:pt x="1673" y="1415"/>
                    <a:pt x="1759" y="1203"/>
                    <a:pt x="1759" y="965"/>
                  </a:cubicBezTo>
                  <a:cubicBezTo>
                    <a:pt x="1759" y="430"/>
                    <a:pt x="1322" y="0"/>
                    <a:pt x="7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65"/>
            <p:cNvSpPr/>
            <p:nvPr/>
          </p:nvSpPr>
          <p:spPr>
            <a:xfrm>
              <a:off x="2459755" y="4259055"/>
              <a:ext cx="107321" cy="39195"/>
            </a:xfrm>
            <a:custGeom>
              <a:avLst/>
              <a:gdLst/>
              <a:ahLst/>
              <a:cxnLst/>
              <a:rect l="l" t="t" r="r" b="b"/>
              <a:pathLst>
                <a:path w="2771" h="1012" extrusionOk="0">
                  <a:moveTo>
                    <a:pt x="1382" y="1"/>
                  </a:moveTo>
                  <a:cubicBezTo>
                    <a:pt x="734" y="1"/>
                    <a:pt x="186" y="424"/>
                    <a:pt x="1" y="1012"/>
                  </a:cubicBezTo>
                  <a:cubicBezTo>
                    <a:pt x="239" y="880"/>
                    <a:pt x="516" y="800"/>
                    <a:pt x="807" y="800"/>
                  </a:cubicBezTo>
                  <a:lnTo>
                    <a:pt x="1957" y="800"/>
                  </a:lnTo>
                  <a:cubicBezTo>
                    <a:pt x="2248" y="800"/>
                    <a:pt x="2526" y="880"/>
                    <a:pt x="2770" y="1012"/>
                  </a:cubicBezTo>
                  <a:cubicBezTo>
                    <a:pt x="2579" y="424"/>
                    <a:pt x="2030" y="1"/>
                    <a:pt x="13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65"/>
            <p:cNvSpPr/>
            <p:nvPr/>
          </p:nvSpPr>
          <p:spPr>
            <a:xfrm>
              <a:off x="2483303" y="4441588"/>
              <a:ext cx="59954" cy="40938"/>
            </a:xfrm>
            <a:custGeom>
              <a:avLst/>
              <a:gdLst/>
              <a:ahLst/>
              <a:cxnLst/>
              <a:rect l="l" t="t" r="r" b="b"/>
              <a:pathLst>
                <a:path w="1548" h="1057" extrusionOk="0">
                  <a:moveTo>
                    <a:pt x="1" y="1"/>
                  </a:moveTo>
                  <a:lnTo>
                    <a:pt x="1" y="265"/>
                  </a:lnTo>
                  <a:lnTo>
                    <a:pt x="483" y="913"/>
                  </a:lnTo>
                  <a:cubicBezTo>
                    <a:pt x="556" y="1009"/>
                    <a:pt x="665" y="1056"/>
                    <a:pt x="774" y="1056"/>
                  </a:cubicBezTo>
                  <a:cubicBezTo>
                    <a:pt x="883" y="1056"/>
                    <a:pt x="992" y="1009"/>
                    <a:pt x="1065" y="913"/>
                  </a:cubicBezTo>
                  <a:lnTo>
                    <a:pt x="1548" y="265"/>
                  </a:lnTo>
                  <a:lnTo>
                    <a:pt x="1548" y="1"/>
                  </a:lnTo>
                  <a:cubicBezTo>
                    <a:pt x="1310" y="93"/>
                    <a:pt x="1045" y="139"/>
                    <a:pt x="774" y="139"/>
                  </a:cubicBezTo>
                  <a:cubicBezTo>
                    <a:pt x="503" y="139"/>
                    <a:pt x="239" y="9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65"/>
            <p:cNvSpPr/>
            <p:nvPr/>
          </p:nvSpPr>
          <p:spPr>
            <a:xfrm>
              <a:off x="2456928" y="4318195"/>
              <a:ext cx="112704" cy="100388"/>
            </a:xfrm>
            <a:custGeom>
              <a:avLst/>
              <a:gdLst/>
              <a:ahLst/>
              <a:cxnLst/>
              <a:rect l="l" t="t" r="r" b="b"/>
              <a:pathLst>
                <a:path w="2910" h="2592" extrusionOk="0">
                  <a:moveTo>
                    <a:pt x="880" y="0"/>
                  </a:moveTo>
                  <a:cubicBezTo>
                    <a:pt x="470" y="0"/>
                    <a:pt x="120" y="265"/>
                    <a:pt x="1" y="655"/>
                  </a:cubicBezTo>
                  <a:lnTo>
                    <a:pt x="1" y="1137"/>
                  </a:lnTo>
                  <a:cubicBezTo>
                    <a:pt x="1" y="1944"/>
                    <a:pt x="655" y="2592"/>
                    <a:pt x="1455" y="2592"/>
                  </a:cubicBezTo>
                  <a:cubicBezTo>
                    <a:pt x="2255" y="2592"/>
                    <a:pt x="2909" y="1944"/>
                    <a:pt x="2909" y="1137"/>
                  </a:cubicBezTo>
                  <a:lnTo>
                    <a:pt x="2909" y="655"/>
                  </a:lnTo>
                  <a:cubicBezTo>
                    <a:pt x="2790" y="265"/>
                    <a:pt x="2440" y="0"/>
                    <a:pt x="20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65"/>
            <p:cNvSpPr/>
            <p:nvPr/>
          </p:nvSpPr>
          <p:spPr>
            <a:xfrm>
              <a:off x="2246005" y="4259558"/>
              <a:ext cx="28195" cy="42022"/>
            </a:xfrm>
            <a:custGeom>
              <a:avLst/>
              <a:gdLst/>
              <a:ahLst/>
              <a:cxnLst/>
              <a:rect l="l" t="t" r="r" b="b"/>
              <a:pathLst>
                <a:path w="728" h="1085" extrusionOk="0">
                  <a:moveTo>
                    <a:pt x="364" y="1"/>
                  </a:moveTo>
                  <a:cubicBezTo>
                    <a:pt x="238" y="1"/>
                    <a:pt x="113" y="14"/>
                    <a:pt x="0" y="47"/>
                  </a:cubicBezTo>
                  <a:lnTo>
                    <a:pt x="7" y="166"/>
                  </a:lnTo>
                  <a:cubicBezTo>
                    <a:pt x="46" y="801"/>
                    <a:pt x="304" y="1085"/>
                    <a:pt x="364" y="1085"/>
                  </a:cubicBezTo>
                  <a:cubicBezTo>
                    <a:pt x="423" y="1085"/>
                    <a:pt x="681" y="801"/>
                    <a:pt x="721" y="166"/>
                  </a:cubicBezTo>
                  <a:lnTo>
                    <a:pt x="727" y="47"/>
                  </a:lnTo>
                  <a:cubicBezTo>
                    <a:pt x="615" y="14"/>
                    <a:pt x="489" y="1"/>
                    <a:pt x="3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65"/>
            <p:cNvSpPr/>
            <p:nvPr/>
          </p:nvSpPr>
          <p:spPr>
            <a:xfrm>
              <a:off x="2230126" y="4441588"/>
              <a:ext cx="59954" cy="40938"/>
            </a:xfrm>
            <a:custGeom>
              <a:avLst/>
              <a:gdLst/>
              <a:ahLst/>
              <a:cxnLst/>
              <a:rect l="l" t="t" r="r" b="b"/>
              <a:pathLst>
                <a:path w="1548" h="1057" extrusionOk="0">
                  <a:moveTo>
                    <a:pt x="0" y="1"/>
                  </a:moveTo>
                  <a:lnTo>
                    <a:pt x="0" y="265"/>
                  </a:lnTo>
                  <a:lnTo>
                    <a:pt x="483" y="913"/>
                  </a:lnTo>
                  <a:cubicBezTo>
                    <a:pt x="556" y="1009"/>
                    <a:pt x="665" y="1056"/>
                    <a:pt x="774" y="1056"/>
                  </a:cubicBezTo>
                  <a:cubicBezTo>
                    <a:pt x="883" y="1056"/>
                    <a:pt x="992" y="1009"/>
                    <a:pt x="1065" y="913"/>
                  </a:cubicBezTo>
                  <a:lnTo>
                    <a:pt x="1547" y="265"/>
                  </a:lnTo>
                  <a:lnTo>
                    <a:pt x="1547" y="1"/>
                  </a:lnTo>
                  <a:cubicBezTo>
                    <a:pt x="1309" y="93"/>
                    <a:pt x="1045" y="139"/>
                    <a:pt x="774" y="139"/>
                  </a:cubicBezTo>
                  <a:cubicBezTo>
                    <a:pt x="503" y="139"/>
                    <a:pt x="238" y="93"/>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65"/>
            <p:cNvSpPr/>
            <p:nvPr/>
          </p:nvSpPr>
          <p:spPr>
            <a:xfrm>
              <a:off x="2203751" y="4277219"/>
              <a:ext cx="112666" cy="141636"/>
            </a:xfrm>
            <a:custGeom>
              <a:avLst/>
              <a:gdLst/>
              <a:ahLst/>
              <a:cxnLst/>
              <a:rect l="l" t="t" r="r" b="b"/>
              <a:pathLst>
                <a:path w="2909" h="3657" extrusionOk="0">
                  <a:moveTo>
                    <a:pt x="397" y="1"/>
                  </a:moveTo>
                  <a:cubicBezTo>
                    <a:pt x="153" y="259"/>
                    <a:pt x="1" y="609"/>
                    <a:pt x="1" y="992"/>
                  </a:cubicBezTo>
                  <a:lnTo>
                    <a:pt x="1" y="2209"/>
                  </a:lnTo>
                  <a:cubicBezTo>
                    <a:pt x="1" y="3008"/>
                    <a:pt x="655" y="3656"/>
                    <a:pt x="1455" y="3656"/>
                  </a:cubicBezTo>
                  <a:cubicBezTo>
                    <a:pt x="2255" y="3656"/>
                    <a:pt x="2909" y="3008"/>
                    <a:pt x="2909" y="2209"/>
                  </a:cubicBezTo>
                  <a:lnTo>
                    <a:pt x="2909" y="992"/>
                  </a:lnTo>
                  <a:cubicBezTo>
                    <a:pt x="2909" y="609"/>
                    <a:pt x="2757" y="259"/>
                    <a:pt x="2512" y="1"/>
                  </a:cubicBezTo>
                  <a:cubicBezTo>
                    <a:pt x="2393" y="807"/>
                    <a:pt x="1977" y="1356"/>
                    <a:pt x="1455" y="1356"/>
                  </a:cubicBezTo>
                  <a:cubicBezTo>
                    <a:pt x="933" y="1356"/>
                    <a:pt x="516" y="807"/>
                    <a:pt x="3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5" name="Google Shape;1355;p65"/>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FAMILY SUPPORTS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359"/>
        <p:cNvGrpSpPr/>
        <p:nvPr/>
      </p:nvGrpSpPr>
      <p:grpSpPr>
        <a:xfrm>
          <a:off x="0" y="0"/>
          <a:ext cx="0" cy="0"/>
          <a:chOff x="0" y="0"/>
          <a:chExt cx="0" cy="0"/>
        </a:xfrm>
      </p:grpSpPr>
      <p:grpSp>
        <p:nvGrpSpPr>
          <p:cNvPr id="1360" name="Google Shape;1360;p66"/>
          <p:cNvGrpSpPr/>
          <p:nvPr/>
        </p:nvGrpSpPr>
        <p:grpSpPr>
          <a:xfrm>
            <a:off x="1504260" y="1405234"/>
            <a:ext cx="717275" cy="717275"/>
            <a:chOff x="762200" y="1561800"/>
            <a:chExt cx="708000" cy="708000"/>
          </a:xfrm>
        </p:grpSpPr>
        <p:sp>
          <p:nvSpPr>
            <p:cNvPr id="1361" name="Google Shape;1361;p66"/>
            <p:cNvSpPr/>
            <p:nvPr/>
          </p:nvSpPr>
          <p:spPr>
            <a:xfrm>
              <a:off x="762200" y="1561800"/>
              <a:ext cx="708000" cy="7080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66"/>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3" name="Google Shape;1363;p66"/>
          <p:cNvSpPr txBox="1">
            <a:spLocks noGrp="1"/>
          </p:cNvSpPr>
          <p:nvPr>
            <p:ph type="subTitle" idx="4294967295"/>
          </p:nvPr>
        </p:nvSpPr>
        <p:spPr>
          <a:xfrm>
            <a:off x="3497575" y="3879000"/>
            <a:ext cx="2148600" cy="725100"/>
          </a:xfrm>
          <a:prstGeom prst="rect">
            <a:avLst/>
          </a:prstGeom>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100"/>
              <a:t>Follow the link in the graph to modify its data and then paste the new one here. </a:t>
            </a:r>
            <a:r>
              <a:rPr lang="en" sz="1100" b="1">
                <a:uFill>
                  <a:noFill/>
                </a:uFill>
                <a:hlinkClick r:id="rId3"/>
              </a:rPr>
              <a:t>For more info, click here</a:t>
            </a:r>
            <a:endParaRPr sz="1100" b="1"/>
          </a:p>
        </p:txBody>
      </p:sp>
      <p:sp>
        <p:nvSpPr>
          <p:cNvPr id="1364" name="Google Shape;1364;p66"/>
          <p:cNvSpPr txBox="1"/>
          <p:nvPr/>
        </p:nvSpPr>
        <p:spPr>
          <a:xfrm>
            <a:off x="6062575" y="2468500"/>
            <a:ext cx="2436900" cy="441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Mars is actually cold</a:t>
            </a:r>
            <a:endParaRPr>
              <a:solidFill>
                <a:srgbClr val="13181E"/>
              </a:solidFill>
              <a:latin typeface="Montserrat"/>
              <a:ea typeface="Montserrat"/>
              <a:cs typeface="Montserrat"/>
              <a:sym typeface="Montserrat"/>
            </a:endParaRPr>
          </a:p>
        </p:txBody>
      </p:sp>
      <p:sp>
        <p:nvSpPr>
          <p:cNvPr id="1365" name="Google Shape;1365;p66"/>
          <p:cNvSpPr txBox="1"/>
          <p:nvPr/>
        </p:nvSpPr>
        <p:spPr>
          <a:xfrm>
            <a:off x="6062628" y="4199595"/>
            <a:ext cx="2436900" cy="441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Neptune is cold</a:t>
            </a:r>
            <a:endParaRPr>
              <a:solidFill>
                <a:srgbClr val="13181E"/>
              </a:solidFill>
              <a:latin typeface="Montserrat"/>
              <a:ea typeface="Montserrat"/>
              <a:cs typeface="Montserrat"/>
              <a:sym typeface="Montserrat"/>
            </a:endParaRPr>
          </a:p>
        </p:txBody>
      </p:sp>
      <p:sp>
        <p:nvSpPr>
          <p:cNvPr id="1366" name="Google Shape;1366;p66"/>
          <p:cNvSpPr txBox="1"/>
          <p:nvPr/>
        </p:nvSpPr>
        <p:spPr>
          <a:xfrm>
            <a:off x="6062575" y="2078500"/>
            <a:ext cx="2436900" cy="466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2"/>
                </a:solidFill>
                <a:latin typeface="M PLUS 1p"/>
                <a:ea typeface="M PLUS 1p"/>
                <a:cs typeface="M PLUS 1p"/>
                <a:sym typeface="M PLUS 1p"/>
              </a:rPr>
              <a:t>Teach values</a:t>
            </a:r>
            <a:endParaRPr sz="2500" b="1">
              <a:solidFill>
                <a:schemeClr val="dk2"/>
              </a:solidFill>
              <a:latin typeface="M PLUS 1p"/>
              <a:ea typeface="M PLUS 1p"/>
              <a:cs typeface="M PLUS 1p"/>
              <a:sym typeface="M PLUS 1p"/>
            </a:endParaRPr>
          </a:p>
        </p:txBody>
      </p:sp>
      <p:sp>
        <p:nvSpPr>
          <p:cNvPr id="1367" name="Google Shape;1367;p66"/>
          <p:cNvSpPr txBox="1"/>
          <p:nvPr/>
        </p:nvSpPr>
        <p:spPr>
          <a:xfrm>
            <a:off x="6062636" y="3809598"/>
            <a:ext cx="2436900" cy="466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2"/>
                </a:solidFill>
                <a:latin typeface="M PLUS 1p"/>
                <a:ea typeface="M PLUS 1p"/>
                <a:cs typeface="M PLUS 1p"/>
                <a:sym typeface="M PLUS 1p"/>
              </a:rPr>
              <a:t>Set limits</a:t>
            </a:r>
            <a:endParaRPr sz="2500" b="1">
              <a:solidFill>
                <a:schemeClr val="dk2"/>
              </a:solidFill>
              <a:latin typeface="M PLUS 1p"/>
              <a:ea typeface="M PLUS 1p"/>
              <a:cs typeface="M PLUS 1p"/>
              <a:sym typeface="M PLUS 1p"/>
            </a:endParaRPr>
          </a:p>
        </p:txBody>
      </p:sp>
      <p:sp>
        <p:nvSpPr>
          <p:cNvPr id="1368" name="Google Shape;1368;p66"/>
          <p:cNvSpPr txBox="1"/>
          <p:nvPr/>
        </p:nvSpPr>
        <p:spPr>
          <a:xfrm>
            <a:off x="644375" y="2078500"/>
            <a:ext cx="2436900" cy="466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2"/>
                </a:solidFill>
                <a:latin typeface="M PLUS 1p"/>
                <a:ea typeface="M PLUS 1p"/>
                <a:cs typeface="M PLUS 1p"/>
                <a:sym typeface="M PLUS 1p"/>
              </a:rPr>
              <a:t>Meet needs</a:t>
            </a:r>
            <a:endParaRPr sz="2500" b="1">
              <a:solidFill>
                <a:schemeClr val="dk2"/>
              </a:solidFill>
              <a:latin typeface="M PLUS 1p"/>
              <a:ea typeface="M PLUS 1p"/>
              <a:cs typeface="M PLUS 1p"/>
              <a:sym typeface="M PLUS 1p"/>
            </a:endParaRPr>
          </a:p>
        </p:txBody>
      </p:sp>
      <p:sp>
        <p:nvSpPr>
          <p:cNvPr id="1369" name="Google Shape;1369;p66"/>
          <p:cNvSpPr txBox="1"/>
          <p:nvPr/>
        </p:nvSpPr>
        <p:spPr>
          <a:xfrm>
            <a:off x="644375" y="2468500"/>
            <a:ext cx="2436900" cy="441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Mercury is very small</a:t>
            </a:r>
            <a:endParaRPr>
              <a:solidFill>
                <a:srgbClr val="13181E"/>
              </a:solidFill>
              <a:latin typeface="Montserrat"/>
              <a:ea typeface="Montserrat"/>
              <a:cs typeface="Montserrat"/>
              <a:sym typeface="Montserrat"/>
            </a:endParaRPr>
          </a:p>
        </p:txBody>
      </p:sp>
      <p:sp>
        <p:nvSpPr>
          <p:cNvPr id="1370" name="Google Shape;1370;p66"/>
          <p:cNvSpPr txBox="1"/>
          <p:nvPr/>
        </p:nvSpPr>
        <p:spPr>
          <a:xfrm>
            <a:off x="644375" y="3809596"/>
            <a:ext cx="2436900" cy="466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2"/>
                </a:solidFill>
                <a:latin typeface="M PLUS 1p"/>
                <a:ea typeface="M PLUS 1p"/>
                <a:cs typeface="M PLUS 1p"/>
                <a:sym typeface="M PLUS 1p"/>
              </a:rPr>
              <a:t>Teach rules</a:t>
            </a:r>
            <a:endParaRPr sz="2500" b="1">
              <a:solidFill>
                <a:schemeClr val="dk2"/>
              </a:solidFill>
              <a:latin typeface="M PLUS 1p"/>
              <a:ea typeface="M PLUS 1p"/>
              <a:cs typeface="M PLUS 1p"/>
              <a:sym typeface="M PLUS 1p"/>
            </a:endParaRPr>
          </a:p>
        </p:txBody>
      </p:sp>
      <p:sp>
        <p:nvSpPr>
          <p:cNvPr id="1371" name="Google Shape;1371;p66"/>
          <p:cNvSpPr txBox="1"/>
          <p:nvPr/>
        </p:nvSpPr>
        <p:spPr>
          <a:xfrm>
            <a:off x="644375" y="4199593"/>
            <a:ext cx="2436900" cy="441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Jupiter is very big </a:t>
            </a:r>
            <a:endParaRPr>
              <a:solidFill>
                <a:srgbClr val="13181E"/>
              </a:solidFill>
              <a:latin typeface="Montserrat"/>
              <a:ea typeface="Montserrat"/>
              <a:cs typeface="Montserrat"/>
              <a:sym typeface="Montserrat"/>
            </a:endParaRPr>
          </a:p>
        </p:txBody>
      </p:sp>
      <p:cxnSp>
        <p:nvCxnSpPr>
          <p:cNvPr id="1372" name="Google Shape;1372;p66"/>
          <p:cNvCxnSpPr/>
          <p:nvPr/>
        </p:nvCxnSpPr>
        <p:spPr>
          <a:xfrm>
            <a:off x="2268150" y="1123950"/>
            <a:ext cx="4607700" cy="0"/>
          </a:xfrm>
          <a:prstGeom prst="straightConnector1">
            <a:avLst/>
          </a:prstGeom>
          <a:noFill/>
          <a:ln w="9525" cap="flat" cmpd="sng">
            <a:solidFill>
              <a:schemeClr val="dk1"/>
            </a:solidFill>
            <a:prstDash val="solid"/>
            <a:round/>
            <a:headEnd type="none" w="med" len="med"/>
            <a:tailEnd type="none" w="med" len="med"/>
          </a:ln>
        </p:spPr>
      </p:cxnSp>
      <p:pic>
        <p:nvPicPr>
          <p:cNvPr id="1373" name="Google Shape;1373;p66" title="Chart">
            <a:hlinkClick r:id="rId4"/>
          </p:cNvPr>
          <p:cNvPicPr preferRelativeResize="0"/>
          <p:nvPr/>
        </p:nvPicPr>
        <p:blipFill>
          <a:blip r:embed="rId5">
            <a:alphaModFix/>
          </a:blip>
          <a:stretch>
            <a:fillRect/>
          </a:stretch>
        </p:blipFill>
        <p:spPr>
          <a:xfrm>
            <a:off x="3261150" y="1264500"/>
            <a:ext cx="2621547" cy="2614500"/>
          </a:xfrm>
          <a:prstGeom prst="rect">
            <a:avLst/>
          </a:prstGeom>
          <a:noFill/>
          <a:ln>
            <a:noFill/>
          </a:ln>
        </p:spPr>
      </p:pic>
      <p:sp>
        <p:nvSpPr>
          <p:cNvPr id="1374" name="Google Shape;1374;p66"/>
          <p:cNvSpPr txBox="1"/>
          <p:nvPr/>
        </p:nvSpPr>
        <p:spPr>
          <a:xfrm>
            <a:off x="1528700" y="1542875"/>
            <a:ext cx="6681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b="1">
                <a:solidFill>
                  <a:srgbClr val="FFFFFF"/>
                </a:solidFill>
                <a:latin typeface="M PLUS 1p"/>
                <a:ea typeface="M PLUS 1p"/>
                <a:cs typeface="M PLUS 1p"/>
                <a:sym typeface="M PLUS 1p"/>
              </a:rPr>
              <a:t>25%</a:t>
            </a:r>
            <a:endParaRPr sz="1700" b="1">
              <a:solidFill>
                <a:srgbClr val="FFFFFF"/>
              </a:solidFill>
              <a:latin typeface="M PLUS 1p"/>
              <a:ea typeface="M PLUS 1p"/>
              <a:cs typeface="M PLUS 1p"/>
              <a:sym typeface="M PLUS 1p"/>
            </a:endParaRPr>
          </a:p>
        </p:txBody>
      </p:sp>
      <p:grpSp>
        <p:nvGrpSpPr>
          <p:cNvPr id="1375" name="Google Shape;1375;p66"/>
          <p:cNvGrpSpPr/>
          <p:nvPr/>
        </p:nvGrpSpPr>
        <p:grpSpPr>
          <a:xfrm>
            <a:off x="4327134" y="2265605"/>
            <a:ext cx="489994" cy="611986"/>
            <a:chOff x="4071611" y="2942666"/>
            <a:chExt cx="384550" cy="480328"/>
          </a:xfrm>
        </p:grpSpPr>
        <p:sp>
          <p:nvSpPr>
            <p:cNvPr id="1376" name="Google Shape;1376;p66"/>
            <p:cNvSpPr/>
            <p:nvPr/>
          </p:nvSpPr>
          <p:spPr>
            <a:xfrm>
              <a:off x="4100310" y="3304674"/>
              <a:ext cx="130055" cy="118320"/>
            </a:xfrm>
            <a:custGeom>
              <a:avLst/>
              <a:gdLst/>
              <a:ahLst/>
              <a:cxnLst/>
              <a:rect l="l" t="t" r="r" b="b"/>
              <a:pathLst>
                <a:path w="3358" h="3055" extrusionOk="0">
                  <a:moveTo>
                    <a:pt x="773" y="0"/>
                  </a:moveTo>
                  <a:lnTo>
                    <a:pt x="92" y="1864"/>
                  </a:lnTo>
                  <a:cubicBezTo>
                    <a:pt x="0" y="2110"/>
                    <a:pt x="196" y="2352"/>
                    <a:pt x="435" y="2352"/>
                  </a:cubicBezTo>
                  <a:cubicBezTo>
                    <a:pt x="472" y="2352"/>
                    <a:pt x="510" y="2346"/>
                    <a:pt x="548" y="2333"/>
                  </a:cubicBezTo>
                  <a:lnTo>
                    <a:pt x="1520" y="2003"/>
                  </a:lnTo>
                  <a:lnTo>
                    <a:pt x="2055" y="2882"/>
                  </a:lnTo>
                  <a:cubicBezTo>
                    <a:pt x="2127" y="2998"/>
                    <a:pt x="2246" y="3054"/>
                    <a:pt x="2364" y="3054"/>
                  </a:cubicBezTo>
                  <a:cubicBezTo>
                    <a:pt x="2508" y="3054"/>
                    <a:pt x="2652" y="2972"/>
                    <a:pt x="2710" y="2816"/>
                  </a:cubicBezTo>
                  <a:lnTo>
                    <a:pt x="3357" y="1038"/>
                  </a:lnTo>
                  <a:cubicBezTo>
                    <a:pt x="3285" y="998"/>
                    <a:pt x="3225" y="952"/>
                    <a:pt x="3166" y="912"/>
                  </a:cubicBezTo>
                  <a:cubicBezTo>
                    <a:pt x="3020" y="945"/>
                    <a:pt x="2835" y="992"/>
                    <a:pt x="2617" y="992"/>
                  </a:cubicBezTo>
                  <a:cubicBezTo>
                    <a:pt x="2412" y="992"/>
                    <a:pt x="2221" y="952"/>
                    <a:pt x="2049" y="879"/>
                  </a:cubicBezTo>
                  <a:cubicBezTo>
                    <a:pt x="1599" y="694"/>
                    <a:pt x="1368" y="344"/>
                    <a:pt x="1229" y="106"/>
                  </a:cubicBezTo>
                  <a:cubicBezTo>
                    <a:pt x="1097" y="86"/>
                    <a:pt x="938" y="60"/>
                    <a:pt x="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66"/>
            <p:cNvSpPr/>
            <p:nvPr/>
          </p:nvSpPr>
          <p:spPr>
            <a:xfrm>
              <a:off x="4297638" y="3304674"/>
              <a:ext cx="129823" cy="118320"/>
            </a:xfrm>
            <a:custGeom>
              <a:avLst/>
              <a:gdLst/>
              <a:ahLst/>
              <a:cxnLst/>
              <a:rect l="l" t="t" r="r" b="b"/>
              <a:pathLst>
                <a:path w="3352" h="3055" extrusionOk="0">
                  <a:moveTo>
                    <a:pt x="2586" y="0"/>
                  </a:moveTo>
                  <a:cubicBezTo>
                    <a:pt x="2414" y="60"/>
                    <a:pt x="2255" y="86"/>
                    <a:pt x="2129" y="106"/>
                  </a:cubicBezTo>
                  <a:cubicBezTo>
                    <a:pt x="1984" y="344"/>
                    <a:pt x="1753" y="694"/>
                    <a:pt x="1310" y="879"/>
                  </a:cubicBezTo>
                  <a:cubicBezTo>
                    <a:pt x="1131" y="952"/>
                    <a:pt x="940" y="992"/>
                    <a:pt x="735" y="992"/>
                  </a:cubicBezTo>
                  <a:cubicBezTo>
                    <a:pt x="523" y="992"/>
                    <a:pt x="331" y="945"/>
                    <a:pt x="186" y="912"/>
                  </a:cubicBezTo>
                  <a:cubicBezTo>
                    <a:pt x="133" y="952"/>
                    <a:pt x="67" y="998"/>
                    <a:pt x="1" y="1038"/>
                  </a:cubicBezTo>
                  <a:lnTo>
                    <a:pt x="642" y="2816"/>
                  </a:lnTo>
                  <a:cubicBezTo>
                    <a:pt x="700" y="2972"/>
                    <a:pt x="844" y="3054"/>
                    <a:pt x="988" y="3054"/>
                  </a:cubicBezTo>
                  <a:cubicBezTo>
                    <a:pt x="1106" y="3054"/>
                    <a:pt x="1225" y="2998"/>
                    <a:pt x="1297" y="2882"/>
                  </a:cubicBezTo>
                  <a:lnTo>
                    <a:pt x="1832" y="2003"/>
                  </a:lnTo>
                  <a:lnTo>
                    <a:pt x="2804" y="2333"/>
                  </a:lnTo>
                  <a:cubicBezTo>
                    <a:pt x="2843" y="2346"/>
                    <a:pt x="2881" y="2352"/>
                    <a:pt x="2918" y="2352"/>
                  </a:cubicBezTo>
                  <a:cubicBezTo>
                    <a:pt x="3160" y="2352"/>
                    <a:pt x="3351" y="2110"/>
                    <a:pt x="3260" y="1864"/>
                  </a:cubicBezTo>
                  <a:lnTo>
                    <a:pt x="2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66"/>
            <p:cNvSpPr/>
            <p:nvPr/>
          </p:nvSpPr>
          <p:spPr>
            <a:xfrm>
              <a:off x="4071611" y="2942666"/>
              <a:ext cx="384550" cy="384550"/>
            </a:xfrm>
            <a:custGeom>
              <a:avLst/>
              <a:gdLst/>
              <a:ahLst/>
              <a:cxnLst/>
              <a:rect l="l" t="t" r="r" b="b"/>
              <a:pathLst>
                <a:path w="9929" h="9929" extrusionOk="0">
                  <a:moveTo>
                    <a:pt x="4964" y="1699"/>
                  </a:moveTo>
                  <a:cubicBezTo>
                    <a:pt x="6769" y="1699"/>
                    <a:pt x="8236" y="3167"/>
                    <a:pt x="8236" y="4965"/>
                  </a:cubicBezTo>
                  <a:cubicBezTo>
                    <a:pt x="8236" y="6769"/>
                    <a:pt x="6769" y="8237"/>
                    <a:pt x="4964" y="8237"/>
                  </a:cubicBezTo>
                  <a:cubicBezTo>
                    <a:pt x="3160" y="8237"/>
                    <a:pt x="1699" y="6769"/>
                    <a:pt x="1699" y="4965"/>
                  </a:cubicBezTo>
                  <a:cubicBezTo>
                    <a:pt x="1699" y="3167"/>
                    <a:pt x="3160" y="1699"/>
                    <a:pt x="4964" y="1699"/>
                  </a:cubicBezTo>
                  <a:close/>
                  <a:moveTo>
                    <a:pt x="4964" y="0"/>
                  </a:moveTo>
                  <a:cubicBezTo>
                    <a:pt x="4680" y="0"/>
                    <a:pt x="4462" y="166"/>
                    <a:pt x="4290" y="298"/>
                  </a:cubicBezTo>
                  <a:cubicBezTo>
                    <a:pt x="4217" y="357"/>
                    <a:pt x="4112" y="437"/>
                    <a:pt x="4065" y="443"/>
                  </a:cubicBezTo>
                  <a:cubicBezTo>
                    <a:pt x="4057" y="445"/>
                    <a:pt x="4047" y="446"/>
                    <a:pt x="4036" y="446"/>
                  </a:cubicBezTo>
                  <a:cubicBezTo>
                    <a:pt x="3974" y="446"/>
                    <a:pt x="3871" y="419"/>
                    <a:pt x="3788" y="397"/>
                  </a:cubicBezTo>
                  <a:cubicBezTo>
                    <a:pt x="3660" y="364"/>
                    <a:pt x="3508" y="323"/>
                    <a:pt x="3351" y="323"/>
                  </a:cubicBezTo>
                  <a:cubicBezTo>
                    <a:pt x="3257" y="323"/>
                    <a:pt x="3161" y="338"/>
                    <a:pt x="3067" y="377"/>
                  </a:cubicBezTo>
                  <a:cubicBezTo>
                    <a:pt x="2809" y="489"/>
                    <a:pt x="2671" y="721"/>
                    <a:pt x="2558" y="913"/>
                  </a:cubicBezTo>
                  <a:cubicBezTo>
                    <a:pt x="2512" y="992"/>
                    <a:pt x="2446" y="1104"/>
                    <a:pt x="2406" y="1131"/>
                  </a:cubicBezTo>
                  <a:cubicBezTo>
                    <a:pt x="2360" y="1164"/>
                    <a:pt x="2228" y="1177"/>
                    <a:pt x="2135" y="1190"/>
                  </a:cubicBezTo>
                  <a:cubicBezTo>
                    <a:pt x="1917" y="1223"/>
                    <a:pt x="1653" y="1263"/>
                    <a:pt x="1454" y="1455"/>
                  </a:cubicBezTo>
                  <a:cubicBezTo>
                    <a:pt x="1256" y="1653"/>
                    <a:pt x="1223" y="1924"/>
                    <a:pt x="1190" y="2135"/>
                  </a:cubicBezTo>
                  <a:cubicBezTo>
                    <a:pt x="1177" y="2235"/>
                    <a:pt x="1157" y="2367"/>
                    <a:pt x="1131" y="2406"/>
                  </a:cubicBezTo>
                  <a:cubicBezTo>
                    <a:pt x="1104" y="2446"/>
                    <a:pt x="992" y="2512"/>
                    <a:pt x="906" y="2558"/>
                  </a:cubicBezTo>
                  <a:cubicBezTo>
                    <a:pt x="721" y="2671"/>
                    <a:pt x="483" y="2810"/>
                    <a:pt x="377" y="3067"/>
                  </a:cubicBezTo>
                  <a:cubicBezTo>
                    <a:pt x="271" y="3319"/>
                    <a:pt x="337" y="3583"/>
                    <a:pt x="397" y="3795"/>
                  </a:cubicBezTo>
                  <a:cubicBezTo>
                    <a:pt x="417" y="3887"/>
                    <a:pt x="456" y="4013"/>
                    <a:pt x="443" y="4066"/>
                  </a:cubicBezTo>
                  <a:cubicBezTo>
                    <a:pt x="436" y="4112"/>
                    <a:pt x="351" y="4218"/>
                    <a:pt x="298" y="4290"/>
                  </a:cubicBezTo>
                  <a:cubicBezTo>
                    <a:pt x="165" y="4469"/>
                    <a:pt x="0" y="4687"/>
                    <a:pt x="0" y="4965"/>
                  </a:cubicBezTo>
                  <a:cubicBezTo>
                    <a:pt x="0" y="5249"/>
                    <a:pt x="165" y="5467"/>
                    <a:pt x="298" y="5645"/>
                  </a:cubicBezTo>
                  <a:cubicBezTo>
                    <a:pt x="351" y="5711"/>
                    <a:pt x="436" y="5824"/>
                    <a:pt x="443" y="5863"/>
                  </a:cubicBezTo>
                  <a:cubicBezTo>
                    <a:pt x="456" y="5916"/>
                    <a:pt x="417" y="6049"/>
                    <a:pt x="397" y="6141"/>
                  </a:cubicBezTo>
                  <a:cubicBezTo>
                    <a:pt x="337" y="6353"/>
                    <a:pt x="271" y="6610"/>
                    <a:pt x="377" y="6868"/>
                  </a:cubicBezTo>
                  <a:cubicBezTo>
                    <a:pt x="483" y="7126"/>
                    <a:pt x="721" y="7265"/>
                    <a:pt x="906" y="7371"/>
                  </a:cubicBezTo>
                  <a:cubicBezTo>
                    <a:pt x="992" y="7423"/>
                    <a:pt x="1104" y="7490"/>
                    <a:pt x="1131" y="7529"/>
                  </a:cubicBezTo>
                  <a:cubicBezTo>
                    <a:pt x="1157" y="7569"/>
                    <a:pt x="1177" y="7701"/>
                    <a:pt x="1190" y="7794"/>
                  </a:cubicBezTo>
                  <a:cubicBezTo>
                    <a:pt x="1223" y="8012"/>
                    <a:pt x="1256" y="8283"/>
                    <a:pt x="1454" y="8474"/>
                  </a:cubicBezTo>
                  <a:cubicBezTo>
                    <a:pt x="1653" y="8673"/>
                    <a:pt x="1917" y="8712"/>
                    <a:pt x="2135" y="8739"/>
                  </a:cubicBezTo>
                  <a:cubicBezTo>
                    <a:pt x="2228" y="8752"/>
                    <a:pt x="2360" y="8772"/>
                    <a:pt x="2406" y="8798"/>
                  </a:cubicBezTo>
                  <a:cubicBezTo>
                    <a:pt x="2446" y="8825"/>
                    <a:pt x="2512" y="8944"/>
                    <a:pt x="2558" y="9023"/>
                  </a:cubicBezTo>
                  <a:cubicBezTo>
                    <a:pt x="2671" y="9215"/>
                    <a:pt x="2803" y="9446"/>
                    <a:pt x="3067" y="9552"/>
                  </a:cubicBezTo>
                  <a:cubicBezTo>
                    <a:pt x="3165" y="9593"/>
                    <a:pt x="3265" y="9608"/>
                    <a:pt x="3362" y="9608"/>
                  </a:cubicBezTo>
                  <a:cubicBezTo>
                    <a:pt x="3515" y="9608"/>
                    <a:pt x="3663" y="9571"/>
                    <a:pt x="3788" y="9539"/>
                  </a:cubicBezTo>
                  <a:cubicBezTo>
                    <a:pt x="3871" y="9516"/>
                    <a:pt x="3974" y="9489"/>
                    <a:pt x="4036" y="9489"/>
                  </a:cubicBezTo>
                  <a:cubicBezTo>
                    <a:pt x="4047" y="9489"/>
                    <a:pt x="4057" y="9490"/>
                    <a:pt x="4065" y="9492"/>
                  </a:cubicBezTo>
                  <a:cubicBezTo>
                    <a:pt x="4112" y="9499"/>
                    <a:pt x="4217" y="9578"/>
                    <a:pt x="4290" y="9631"/>
                  </a:cubicBezTo>
                  <a:cubicBezTo>
                    <a:pt x="4462" y="9763"/>
                    <a:pt x="4680" y="9929"/>
                    <a:pt x="4964" y="9929"/>
                  </a:cubicBezTo>
                  <a:cubicBezTo>
                    <a:pt x="5249" y="9929"/>
                    <a:pt x="5467" y="9763"/>
                    <a:pt x="5639" y="9631"/>
                  </a:cubicBezTo>
                  <a:cubicBezTo>
                    <a:pt x="5711" y="9578"/>
                    <a:pt x="5817" y="9499"/>
                    <a:pt x="5863" y="9492"/>
                  </a:cubicBezTo>
                  <a:cubicBezTo>
                    <a:pt x="5872" y="9490"/>
                    <a:pt x="5882" y="9489"/>
                    <a:pt x="5894" y="9489"/>
                  </a:cubicBezTo>
                  <a:cubicBezTo>
                    <a:pt x="5957" y="9489"/>
                    <a:pt x="6063" y="9516"/>
                    <a:pt x="6141" y="9539"/>
                  </a:cubicBezTo>
                  <a:cubicBezTo>
                    <a:pt x="6270" y="9571"/>
                    <a:pt x="6417" y="9608"/>
                    <a:pt x="6570" y="9608"/>
                  </a:cubicBezTo>
                  <a:cubicBezTo>
                    <a:pt x="6667" y="9608"/>
                    <a:pt x="6768" y="9593"/>
                    <a:pt x="6868" y="9552"/>
                  </a:cubicBezTo>
                  <a:cubicBezTo>
                    <a:pt x="7126" y="9446"/>
                    <a:pt x="7265" y="9215"/>
                    <a:pt x="7370" y="9023"/>
                  </a:cubicBezTo>
                  <a:cubicBezTo>
                    <a:pt x="7423" y="8944"/>
                    <a:pt x="7489" y="8825"/>
                    <a:pt x="7529" y="8798"/>
                  </a:cubicBezTo>
                  <a:cubicBezTo>
                    <a:pt x="7569" y="8772"/>
                    <a:pt x="7701" y="8752"/>
                    <a:pt x="7794" y="8739"/>
                  </a:cubicBezTo>
                  <a:cubicBezTo>
                    <a:pt x="8012" y="8712"/>
                    <a:pt x="8276" y="8673"/>
                    <a:pt x="8474" y="8474"/>
                  </a:cubicBezTo>
                  <a:cubicBezTo>
                    <a:pt x="8673" y="8283"/>
                    <a:pt x="8712" y="8012"/>
                    <a:pt x="8739" y="7800"/>
                  </a:cubicBezTo>
                  <a:cubicBezTo>
                    <a:pt x="8752" y="7701"/>
                    <a:pt x="8772" y="7569"/>
                    <a:pt x="8798" y="7529"/>
                  </a:cubicBezTo>
                  <a:cubicBezTo>
                    <a:pt x="8825" y="7490"/>
                    <a:pt x="8937" y="7423"/>
                    <a:pt x="9023" y="7371"/>
                  </a:cubicBezTo>
                  <a:cubicBezTo>
                    <a:pt x="9208" y="7265"/>
                    <a:pt x="9446" y="7126"/>
                    <a:pt x="9552" y="6868"/>
                  </a:cubicBezTo>
                  <a:cubicBezTo>
                    <a:pt x="9658" y="6610"/>
                    <a:pt x="9591" y="6353"/>
                    <a:pt x="9539" y="6141"/>
                  </a:cubicBezTo>
                  <a:cubicBezTo>
                    <a:pt x="9512" y="6049"/>
                    <a:pt x="9479" y="5916"/>
                    <a:pt x="9486" y="5863"/>
                  </a:cubicBezTo>
                  <a:cubicBezTo>
                    <a:pt x="9499" y="5824"/>
                    <a:pt x="9578" y="5711"/>
                    <a:pt x="9631" y="5645"/>
                  </a:cubicBezTo>
                  <a:cubicBezTo>
                    <a:pt x="9763" y="5467"/>
                    <a:pt x="9929" y="5249"/>
                    <a:pt x="9929" y="4965"/>
                  </a:cubicBezTo>
                  <a:cubicBezTo>
                    <a:pt x="9929" y="4687"/>
                    <a:pt x="9763" y="4469"/>
                    <a:pt x="9631" y="4290"/>
                  </a:cubicBezTo>
                  <a:cubicBezTo>
                    <a:pt x="9578" y="4218"/>
                    <a:pt x="9499" y="4112"/>
                    <a:pt x="9486" y="4066"/>
                  </a:cubicBezTo>
                  <a:cubicBezTo>
                    <a:pt x="9479" y="4019"/>
                    <a:pt x="9512" y="3887"/>
                    <a:pt x="9539" y="3795"/>
                  </a:cubicBezTo>
                  <a:cubicBezTo>
                    <a:pt x="9591" y="3583"/>
                    <a:pt x="9658" y="3319"/>
                    <a:pt x="9552" y="3067"/>
                  </a:cubicBezTo>
                  <a:cubicBezTo>
                    <a:pt x="9446" y="2810"/>
                    <a:pt x="9208" y="2671"/>
                    <a:pt x="9023" y="2558"/>
                  </a:cubicBezTo>
                  <a:cubicBezTo>
                    <a:pt x="8937" y="2512"/>
                    <a:pt x="8825" y="2446"/>
                    <a:pt x="8798" y="2406"/>
                  </a:cubicBezTo>
                  <a:cubicBezTo>
                    <a:pt x="8772" y="2367"/>
                    <a:pt x="8752" y="2235"/>
                    <a:pt x="8739" y="2135"/>
                  </a:cubicBezTo>
                  <a:cubicBezTo>
                    <a:pt x="8712" y="1924"/>
                    <a:pt x="8673" y="1653"/>
                    <a:pt x="8474" y="1455"/>
                  </a:cubicBezTo>
                  <a:cubicBezTo>
                    <a:pt x="8276" y="1263"/>
                    <a:pt x="8012" y="1223"/>
                    <a:pt x="7794" y="1190"/>
                  </a:cubicBezTo>
                  <a:cubicBezTo>
                    <a:pt x="7701" y="1177"/>
                    <a:pt x="7569" y="1164"/>
                    <a:pt x="7529" y="1131"/>
                  </a:cubicBezTo>
                  <a:cubicBezTo>
                    <a:pt x="7489" y="1104"/>
                    <a:pt x="7423" y="992"/>
                    <a:pt x="7370" y="913"/>
                  </a:cubicBezTo>
                  <a:cubicBezTo>
                    <a:pt x="7265" y="721"/>
                    <a:pt x="7126" y="489"/>
                    <a:pt x="6868" y="377"/>
                  </a:cubicBezTo>
                  <a:cubicBezTo>
                    <a:pt x="6772" y="338"/>
                    <a:pt x="6675" y="323"/>
                    <a:pt x="6581" y="323"/>
                  </a:cubicBezTo>
                  <a:cubicBezTo>
                    <a:pt x="6424" y="323"/>
                    <a:pt x="6273" y="364"/>
                    <a:pt x="6141" y="397"/>
                  </a:cubicBezTo>
                  <a:cubicBezTo>
                    <a:pt x="6063" y="419"/>
                    <a:pt x="5957" y="446"/>
                    <a:pt x="5894" y="446"/>
                  </a:cubicBezTo>
                  <a:cubicBezTo>
                    <a:pt x="5882" y="446"/>
                    <a:pt x="5872" y="445"/>
                    <a:pt x="5863" y="443"/>
                  </a:cubicBezTo>
                  <a:cubicBezTo>
                    <a:pt x="5817" y="437"/>
                    <a:pt x="5711" y="357"/>
                    <a:pt x="5639" y="298"/>
                  </a:cubicBezTo>
                  <a:cubicBezTo>
                    <a:pt x="5467" y="166"/>
                    <a:pt x="5249" y="0"/>
                    <a:pt x="4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66"/>
            <p:cNvSpPr/>
            <p:nvPr/>
          </p:nvSpPr>
          <p:spPr>
            <a:xfrm>
              <a:off x="4223393" y="3111566"/>
              <a:ext cx="80946" cy="59760"/>
            </a:xfrm>
            <a:custGeom>
              <a:avLst/>
              <a:gdLst/>
              <a:ahLst/>
              <a:cxnLst/>
              <a:rect l="l" t="t" r="r" b="b"/>
              <a:pathLst>
                <a:path w="2090" h="1543" extrusionOk="0">
                  <a:moveTo>
                    <a:pt x="417" y="0"/>
                  </a:moveTo>
                  <a:cubicBezTo>
                    <a:pt x="320" y="0"/>
                    <a:pt x="222" y="38"/>
                    <a:pt x="146" y="114"/>
                  </a:cubicBezTo>
                  <a:cubicBezTo>
                    <a:pt x="1" y="260"/>
                    <a:pt x="1" y="498"/>
                    <a:pt x="146" y="650"/>
                  </a:cubicBezTo>
                  <a:lnTo>
                    <a:pt x="1045" y="1542"/>
                  </a:lnTo>
                  <a:lnTo>
                    <a:pt x="1944" y="650"/>
                  </a:lnTo>
                  <a:cubicBezTo>
                    <a:pt x="2090" y="498"/>
                    <a:pt x="2090" y="260"/>
                    <a:pt x="1944" y="114"/>
                  </a:cubicBezTo>
                  <a:cubicBezTo>
                    <a:pt x="1872" y="38"/>
                    <a:pt x="1774" y="0"/>
                    <a:pt x="1677" y="0"/>
                  </a:cubicBezTo>
                  <a:cubicBezTo>
                    <a:pt x="1579" y="0"/>
                    <a:pt x="1482" y="38"/>
                    <a:pt x="1409" y="114"/>
                  </a:cubicBezTo>
                  <a:lnTo>
                    <a:pt x="1303" y="214"/>
                  </a:lnTo>
                  <a:cubicBezTo>
                    <a:pt x="1234" y="286"/>
                    <a:pt x="1141" y="323"/>
                    <a:pt x="1048" y="323"/>
                  </a:cubicBezTo>
                  <a:cubicBezTo>
                    <a:pt x="955" y="323"/>
                    <a:pt x="860" y="286"/>
                    <a:pt x="788" y="214"/>
                  </a:cubicBezTo>
                  <a:lnTo>
                    <a:pt x="682" y="114"/>
                  </a:lnTo>
                  <a:cubicBezTo>
                    <a:pt x="609" y="38"/>
                    <a:pt x="513" y="0"/>
                    <a:pt x="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66"/>
            <p:cNvSpPr/>
            <p:nvPr/>
          </p:nvSpPr>
          <p:spPr>
            <a:xfrm>
              <a:off x="4165299" y="3036624"/>
              <a:ext cx="197174" cy="196903"/>
            </a:xfrm>
            <a:custGeom>
              <a:avLst/>
              <a:gdLst/>
              <a:ahLst/>
              <a:cxnLst/>
              <a:rect l="l" t="t" r="r" b="b"/>
              <a:pathLst>
                <a:path w="5091" h="5084" extrusionOk="0">
                  <a:moveTo>
                    <a:pt x="3175" y="1209"/>
                  </a:moveTo>
                  <a:cubicBezTo>
                    <a:pt x="3460" y="1209"/>
                    <a:pt x="3744" y="1318"/>
                    <a:pt x="3960" y="1534"/>
                  </a:cubicBezTo>
                  <a:cubicBezTo>
                    <a:pt x="4390" y="1963"/>
                    <a:pt x="4390" y="2664"/>
                    <a:pt x="3960" y="3094"/>
                  </a:cubicBezTo>
                  <a:lnTo>
                    <a:pt x="2803" y="4251"/>
                  </a:lnTo>
                  <a:cubicBezTo>
                    <a:pt x="2734" y="4320"/>
                    <a:pt x="2641" y="4355"/>
                    <a:pt x="2548" y="4355"/>
                  </a:cubicBezTo>
                  <a:cubicBezTo>
                    <a:pt x="2455" y="4355"/>
                    <a:pt x="2360" y="4320"/>
                    <a:pt x="2288" y="4251"/>
                  </a:cubicBezTo>
                  <a:lnTo>
                    <a:pt x="1137" y="3094"/>
                  </a:lnTo>
                  <a:cubicBezTo>
                    <a:pt x="701" y="2664"/>
                    <a:pt x="701" y="1963"/>
                    <a:pt x="1137" y="1534"/>
                  </a:cubicBezTo>
                  <a:cubicBezTo>
                    <a:pt x="1353" y="1318"/>
                    <a:pt x="1636" y="1209"/>
                    <a:pt x="1918" y="1209"/>
                  </a:cubicBezTo>
                  <a:cubicBezTo>
                    <a:pt x="2138" y="1209"/>
                    <a:pt x="2357" y="1275"/>
                    <a:pt x="2545" y="1408"/>
                  </a:cubicBezTo>
                  <a:cubicBezTo>
                    <a:pt x="2733" y="1275"/>
                    <a:pt x="2954" y="1209"/>
                    <a:pt x="3175" y="1209"/>
                  </a:cubicBezTo>
                  <a:close/>
                  <a:moveTo>
                    <a:pt x="2545" y="0"/>
                  </a:moveTo>
                  <a:cubicBezTo>
                    <a:pt x="1144" y="0"/>
                    <a:pt x="0" y="1137"/>
                    <a:pt x="0" y="2539"/>
                  </a:cubicBezTo>
                  <a:cubicBezTo>
                    <a:pt x="0" y="3940"/>
                    <a:pt x="1144" y="5083"/>
                    <a:pt x="2545" y="5083"/>
                  </a:cubicBezTo>
                  <a:cubicBezTo>
                    <a:pt x="3947" y="5083"/>
                    <a:pt x="5090" y="3940"/>
                    <a:pt x="5090" y="2539"/>
                  </a:cubicBezTo>
                  <a:cubicBezTo>
                    <a:pt x="5090" y="1137"/>
                    <a:pt x="3947" y="0"/>
                    <a:pt x="2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 name="Google Shape;1381;p66"/>
          <p:cNvGrpSpPr/>
          <p:nvPr/>
        </p:nvGrpSpPr>
        <p:grpSpPr>
          <a:xfrm>
            <a:off x="7965950" y="218263"/>
            <a:ext cx="777060" cy="642276"/>
            <a:chOff x="2361200" y="1810275"/>
            <a:chExt cx="777060" cy="642276"/>
          </a:xfrm>
        </p:grpSpPr>
        <p:sp>
          <p:nvSpPr>
            <p:cNvPr id="1382" name="Google Shape;1382;p66"/>
            <p:cNvSpPr/>
            <p:nvPr/>
          </p:nvSpPr>
          <p:spPr>
            <a:xfrm>
              <a:off x="2361200" y="1810275"/>
              <a:ext cx="777060" cy="642276"/>
            </a:xfrm>
            <a:prstGeom prst="cloud">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66"/>
            <p:cNvSpPr/>
            <p:nvPr/>
          </p:nvSpPr>
          <p:spPr>
            <a:xfrm>
              <a:off x="2410044" y="1850613"/>
              <a:ext cx="679428" cy="561600"/>
            </a:xfrm>
            <a:prstGeom prst="clou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4" name="Google Shape;1384;p66"/>
            <p:cNvGrpSpPr/>
            <p:nvPr/>
          </p:nvGrpSpPr>
          <p:grpSpPr>
            <a:xfrm>
              <a:off x="2613158" y="1984867"/>
              <a:ext cx="273137" cy="293092"/>
              <a:chOff x="5960550" y="2519275"/>
              <a:chExt cx="332850" cy="357125"/>
            </a:xfrm>
          </p:grpSpPr>
          <p:sp>
            <p:nvSpPr>
              <p:cNvPr id="1385" name="Google Shape;1385;p66"/>
              <p:cNvSpPr/>
              <p:nvPr/>
            </p:nvSpPr>
            <p:spPr>
              <a:xfrm>
                <a:off x="6088300" y="2519275"/>
                <a:ext cx="78525" cy="75050"/>
              </a:xfrm>
              <a:custGeom>
                <a:avLst/>
                <a:gdLst/>
                <a:ahLst/>
                <a:cxnLst/>
                <a:rect l="l" t="t" r="r" b="b"/>
                <a:pathLst>
                  <a:path w="3141" h="3002" extrusionOk="0">
                    <a:moveTo>
                      <a:pt x="1569" y="0"/>
                    </a:moveTo>
                    <a:cubicBezTo>
                      <a:pt x="1047" y="0"/>
                      <a:pt x="553" y="283"/>
                      <a:pt x="285" y="727"/>
                    </a:cubicBezTo>
                    <a:cubicBezTo>
                      <a:pt x="7" y="1183"/>
                      <a:pt x="1" y="1772"/>
                      <a:pt x="265" y="2234"/>
                    </a:cubicBezTo>
                    <a:cubicBezTo>
                      <a:pt x="523" y="2697"/>
                      <a:pt x="1012" y="2995"/>
                      <a:pt x="1541" y="3001"/>
                    </a:cubicBezTo>
                    <a:lnTo>
                      <a:pt x="1574" y="3001"/>
                    </a:lnTo>
                    <a:cubicBezTo>
                      <a:pt x="2096" y="3001"/>
                      <a:pt x="2598" y="2717"/>
                      <a:pt x="2863" y="2268"/>
                    </a:cubicBezTo>
                    <a:cubicBezTo>
                      <a:pt x="3134" y="1805"/>
                      <a:pt x="3140" y="1217"/>
                      <a:pt x="2869" y="754"/>
                    </a:cubicBezTo>
                    <a:cubicBezTo>
                      <a:pt x="2612" y="298"/>
                      <a:pt x="2116"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6" name="Google Shape;1386;p66"/>
              <p:cNvSpPr/>
              <p:nvPr/>
            </p:nvSpPr>
            <p:spPr>
              <a:xfrm>
                <a:off x="6223800" y="2648525"/>
                <a:ext cx="49125" cy="48075"/>
              </a:xfrm>
              <a:custGeom>
                <a:avLst/>
                <a:gdLst/>
                <a:ahLst/>
                <a:cxnLst/>
                <a:rect l="l" t="t" r="r" b="b"/>
                <a:pathLst>
                  <a:path w="1965" h="1923" extrusionOk="0">
                    <a:moveTo>
                      <a:pt x="991" y="1"/>
                    </a:moveTo>
                    <a:cubicBezTo>
                      <a:pt x="760" y="1"/>
                      <a:pt x="531" y="81"/>
                      <a:pt x="358" y="231"/>
                    </a:cubicBezTo>
                    <a:cubicBezTo>
                      <a:pt x="160" y="396"/>
                      <a:pt x="34" y="641"/>
                      <a:pt x="21" y="905"/>
                    </a:cubicBezTo>
                    <a:cubicBezTo>
                      <a:pt x="1" y="1169"/>
                      <a:pt x="100" y="1427"/>
                      <a:pt x="279" y="1619"/>
                    </a:cubicBezTo>
                    <a:cubicBezTo>
                      <a:pt x="457" y="1811"/>
                      <a:pt x="715" y="1923"/>
                      <a:pt x="979" y="1923"/>
                    </a:cubicBezTo>
                    <a:cubicBezTo>
                      <a:pt x="1435" y="1923"/>
                      <a:pt x="1839" y="1579"/>
                      <a:pt x="1918" y="1130"/>
                    </a:cubicBezTo>
                    <a:cubicBezTo>
                      <a:pt x="1964" y="872"/>
                      <a:pt x="1905" y="594"/>
                      <a:pt x="1739" y="383"/>
                    </a:cubicBezTo>
                    <a:cubicBezTo>
                      <a:pt x="1587" y="178"/>
                      <a:pt x="1349" y="39"/>
                      <a:pt x="1092" y="6"/>
                    </a:cubicBezTo>
                    <a:cubicBezTo>
                      <a:pt x="1058" y="3"/>
                      <a:pt x="1025" y="1"/>
                      <a:pt x="9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7" name="Google Shape;1387;p66"/>
              <p:cNvSpPr/>
              <p:nvPr/>
            </p:nvSpPr>
            <p:spPr>
              <a:xfrm>
                <a:off x="5960550" y="2596675"/>
                <a:ext cx="332850" cy="279725"/>
              </a:xfrm>
              <a:custGeom>
                <a:avLst/>
                <a:gdLst/>
                <a:ahLst/>
                <a:cxnLst/>
                <a:rect l="l" t="t" r="r" b="b"/>
                <a:pathLst>
                  <a:path w="13314" h="11189" extrusionOk="0">
                    <a:moveTo>
                      <a:pt x="6685" y="0"/>
                    </a:moveTo>
                    <a:cubicBezTo>
                      <a:pt x="6414" y="0"/>
                      <a:pt x="6144" y="68"/>
                      <a:pt x="5891" y="203"/>
                    </a:cubicBezTo>
                    <a:cubicBezTo>
                      <a:pt x="5256" y="540"/>
                      <a:pt x="4747" y="1075"/>
                      <a:pt x="4423" y="1697"/>
                    </a:cubicBezTo>
                    <a:cubicBezTo>
                      <a:pt x="4245" y="2034"/>
                      <a:pt x="4119" y="2384"/>
                      <a:pt x="4027" y="2748"/>
                    </a:cubicBezTo>
                    <a:cubicBezTo>
                      <a:pt x="3927" y="3111"/>
                      <a:pt x="3874" y="3481"/>
                      <a:pt x="3841" y="3851"/>
                    </a:cubicBezTo>
                    <a:cubicBezTo>
                      <a:pt x="3808" y="4189"/>
                      <a:pt x="3808" y="4526"/>
                      <a:pt x="3808" y="4863"/>
                    </a:cubicBezTo>
                    <a:cubicBezTo>
                      <a:pt x="3808" y="4863"/>
                      <a:pt x="3802" y="4869"/>
                      <a:pt x="3802" y="4869"/>
                    </a:cubicBezTo>
                    <a:cubicBezTo>
                      <a:pt x="3802" y="4869"/>
                      <a:pt x="3694" y="4947"/>
                      <a:pt x="3573" y="4947"/>
                    </a:cubicBezTo>
                    <a:cubicBezTo>
                      <a:pt x="3557" y="4947"/>
                      <a:pt x="3540" y="4945"/>
                      <a:pt x="3524" y="4942"/>
                    </a:cubicBezTo>
                    <a:cubicBezTo>
                      <a:pt x="3465" y="4929"/>
                      <a:pt x="3412" y="4909"/>
                      <a:pt x="3359" y="4889"/>
                    </a:cubicBezTo>
                    <a:cubicBezTo>
                      <a:pt x="3247" y="4843"/>
                      <a:pt x="3141" y="4784"/>
                      <a:pt x="3035" y="4717"/>
                    </a:cubicBezTo>
                    <a:cubicBezTo>
                      <a:pt x="2837" y="4605"/>
                      <a:pt x="2652" y="4473"/>
                      <a:pt x="2473" y="4327"/>
                    </a:cubicBezTo>
                    <a:cubicBezTo>
                      <a:pt x="2262" y="4148"/>
                      <a:pt x="2029" y="4065"/>
                      <a:pt x="1796" y="4065"/>
                    </a:cubicBezTo>
                    <a:cubicBezTo>
                      <a:pt x="1643" y="4065"/>
                      <a:pt x="1490" y="4101"/>
                      <a:pt x="1343" y="4169"/>
                    </a:cubicBezTo>
                    <a:cubicBezTo>
                      <a:pt x="675" y="4486"/>
                      <a:pt x="272" y="5160"/>
                      <a:pt x="113" y="5848"/>
                    </a:cubicBezTo>
                    <a:cubicBezTo>
                      <a:pt x="21" y="6258"/>
                      <a:pt x="1" y="6674"/>
                      <a:pt x="1" y="7090"/>
                    </a:cubicBezTo>
                    <a:cubicBezTo>
                      <a:pt x="8" y="7236"/>
                      <a:pt x="127" y="7361"/>
                      <a:pt x="272" y="7375"/>
                    </a:cubicBezTo>
                    <a:cubicBezTo>
                      <a:pt x="276" y="7375"/>
                      <a:pt x="280" y="7375"/>
                      <a:pt x="284" y="7375"/>
                    </a:cubicBezTo>
                    <a:cubicBezTo>
                      <a:pt x="431" y="7375"/>
                      <a:pt x="563" y="7258"/>
                      <a:pt x="569" y="7110"/>
                    </a:cubicBezTo>
                    <a:cubicBezTo>
                      <a:pt x="602" y="6720"/>
                      <a:pt x="655" y="6324"/>
                      <a:pt x="794" y="5953"/>
                    </a:cubicBezTo>
                    <a:lnTo>
                      <a:pt x="807" y="6284"/>
                    </a:lnTo>
                    <a:lnTo>
                      <a:pt x="318" y="8479"/>
                    </a:lnTo>
                    <a:cubicBezTo>
                      <a:pt x="305" y="8531"/>
                      <a:pt x="318" y="8584"/>
                      <a:pt x="351" y="8624"/>
                    </a:cubicBezTo>
                    <a:cubicBezTo>
                      <a:pt x="384" y="8664"/>
                      <a:pt x="437" y="8683"/>
                      <a:pt x="483" y="8683"/>
                    </a:cubicBezTo>
                    <a:lnTo>
                      <a:pt x="887" y="8683"/>
                    </a:lnTo>
                    <a:lnTo>
                      <a:pt x="999" y="10852"/>
                    </a:lnTo>
                    <a:cubicBezTo>
                      <a:pt x="1006" y="11023"/>
                      <a:pt x="1158" y="11162"/>
                      <a:pt x="1330" y="11162"/>
                    </a:cubicBezTo>
                    <a:cubicBezTo>
                      <a:pt x="1501" y="11162"/>
                      <a:pt x="1653" y="11023"/>
                      <a:pt x="1660" y="10852"/>
                    </a:cubicBezTo>
                    <a:lnTo>
                      <a:pt x="1766" y="8683"/>
                    </a:lnTo>
                    <a:lnTo>
                      <a:pt x="1799" y="8683"/>
                    </a:lnTo>
                    <a:lnTo>
                      <a:pt x="1911" y="10852"/>
                    </a:lnTo>
                    <a:cubicBezTo>
                      <a:pt x="1924" y="11023"/>
                      <a:pt x="2070" y="11162"/>
                      <a:pt x="2242" y="11162"/>
                    </a:cubicBezTo>
                    <a:cubicBezTo>
                      <a:pt x="2420" y="11162"/>
                      <a:pt x="2566" y="11023"/>
                      <a:pt x="2579" y="10852"/>
                    </a:cubicBezTo>
                    <a:lnTo>
                      <a:pt x="2678" y="8683"/>
                    </a:lnTo>
                    <a:lnTo>
                      <a:pt x="3088" y="8683"/>
                    </a:lnTo>
                    <a:cubicBezTo>
                      <a:pt x="3134" y="8683"/>
                      <a:pt x="3187" y="8664"/>
                      <a:pt x="3220" y="8624"/>
                    </a:cubicBezTo>
                    <a:cubicBezTo>
                      <a:pt x="3253" y="8584"/>
                      <a:pt x="3266" y="8531"/>
                      <a:pt x="3253" y="8479"/>
                    </a:cubicBezTo>
                    <a:lnTo>
                      <a:pt x="2771" y="6284"/>
                    </a:lnTo>
                    <a:lnTo>
                      <a:pt x="2784" y="5405"/>
                    </a:lnTo>
                    <a:cubicBezTo>
                      <a:pt x="3018" y="5497"/>
                      <a:pt x="3275" y="5578"/>
                      <a:pt x="3528" y="5578"/>
                    </a:cubicBezTo>
                    <a:cubicBezTo>
                      <a:pt x="3546" y="5578"/>
                      <a:pt x="3565" y="5578"/>
                      <a:pt x="3584" y="5577"/>
                    </a:cubicBezTo>
                    <a:cubicBezTo>
                      <a:pt x="3722" y="5570"/>
                      <a:pt x="3855" y="5537"/>
                      <a:pt x="3967" y="5458"/>
                    </a:cubicBezTo>
                    <a:cubicBezTo>
                      <a:pt x="4040" y="5411"/>
                      <a:pt x="4093" y="5352"/>
                      <a:pt x="4145" y="5286"/>
                    </a:cubicBezTo>
                    <a:cubicBezTo>
                      <a:pt x="4172" y="5292"/>
                      <a:pt x="4205" y="5299"/>
                      <a:pt x="4238" y="5299"/>
                    </a:cubicBezTo>
                    <a:cubicBezTo>
                      <a:pt x="4246" y="5300"/>
                      <a:pt x="4254" y="5300"/>
                      <a:pt x="4261" y="5300"/>
                    </a:cubicBezTo>
                    <a:cubicBezTo>
                      <a:pt x="4483" y="5300"/>
                      <a:pt x="4682" y="5119"/>
                      <a:pt x="4701" y="4896"/>
                    </a:cubicBezTo>
                    <a:cubicBezTo>
                      <a:pt x="4707" y="4784"/>
                      <a:pt x="4714" y="4671"/>
                      <a:pt x="4727" y="4559"/>
                    </a:cubicBezTo>
                    <a:cubicBezTo>
                      <a:pt x="4747" y="4387"/>
                      <a:pt x="4773" y="4215"/>
                      <a:pt x="4800" y="4043"/>
                    </a:cubicBezTo>
                    <a:cubicBezTo>
                      <a:pt x="4853" y="3680"/>
                      <a:pt x="4952" y="3323"/>
                      <a:pt x="5078" y="2979"/>
                    </a:cubicBezTo>
                    <a:cubicBezTo>
                      <a:pt x="5111" y="2893"/>
                      <a:pt x="5144" y="2807"/>
                      <a:pt x="5183" y="2728"/>
                    </a:cubicBezTo>
                    <a:lnTo>
                      <a:pt x="5203" y="3785"/>
                    </a:lnTo>
                    <a:lnTo>
                      <a:pt x="4344" y="7632"/>
                    </a:lnTo>
                    <a:cubicBezTo>
                      <a:pt x="4331" y="7718"/>
                      <a:pt x="4350" y="7811"/>
                      <a:pt x="4410" y="7877"/>
                    </a:cubicBezTo>
                    <a:cubicBezTo>
                      <a:pt x="4469" y="7950"/>
                      <a:pt x="4549" y="7989"/>
                      <a:pt x="4641" y="7989"/>
                    </a:cubicBezTo>
                    <a:lnTo>
                      <a:pt x="5315" y="7989"/>
                    </a:lnTo>
                    <a:lnTo>
                      <a:pt x="5448" y="10700"/>
                    </a:lnTo>
                    <a:cubicBezTo>
                      <a:pt x="5461" y="10971"/>
                      <a:pt x="5692" y="11189"/>
                      <a:pt x="5970" y="11189"/>
                    </a:cubicBezTo>
                    <a:cubicBezTo>
                      <a:pt x="5974" y="11189"/>
                      <a:pt x="5978" y="11189"/>
                      <a:pt x="5982" y="11189"/>
                    </a:cubicBezTo>
                    <a:cubicBezTo>
                      <a:pt x="6241" y="11189"/>
                      <a:pt x="6472" y="10973"/>
                      <a:pt x="6485" y="10706"/>
                    </a:cubicBezTo>
                    <a:cubicBezTo>
                      <a:pt x="6485" y="10706"/>
                      <a:pt x="6485" y="10700"/>
                      <a:pt x="6485" y="10700"/>
                    </a:cubicBezTo>
                    <a:lnTo>
                      <a:pt x="6631" y="7989"/>
                    </a:lnTo>
                    <a:lnTo>
                      <a:pt x="6750" y="7989"/>
                    </a:lnTo>
                    <a:lnTo>
                      <a:pt x="6882" y="10700"/>
                    </a:lnTo>
                    <a:cubicBezTo>
                      <a:pt x="6895" y="10971"/>
                      <a:pt x="7127" y="11189"/>
                      <a:pt x="7398" y="11189"/>
                    </a:cubicBezTo>
                    <a:cubicBezTo>
                      <a:pt x="7402" y="11189"/>
                      <a:pt x="7406" y="11189"/>
                      <a:pt x="7410" y="11189"/>
                    </a:cubicBezTo>
                    <a:cubicBezTo>
                      <a:pt x="7675" y="11189"/>
                      <a:pt x="7900" y="10973"/>
                      <a:pt x="7920" y="10706"/>
                    </a:cubicBezTo>
                    <a:cubicBezTo>
                      <a:pt x="7920" y="10706"/>
                      <a:pt x="7920" y="10700"/>
                      <a:pt x="7920" y="10700"/>
                    </a:cubicBezTo>
                    <a:lnTo>
                      <a:pt x="8059" y="7989"/>
                    </a:lnTo>
                    <a:lnTo>
                      <a:pt x="8713" y="7989"/>
                    </a:lnTo>
                    <a:cubicBezTo>
                      <a:pt x="8806" y="7989"/>
                      <a:pt x="8892" y="7950"/>
                      <a:pt x="8944" y="7877"/>
                    </a:cubicBezTo>
                    <a:cubicBezTo>
                      <a:pt x="9004" y="7811"/>
                      <a:pt x="9024" y="7718"/>
                      <a:pt x="9011" y="7626"/>
                    </a:cubicBezTo>
                    <a:lnTo>
                      <a:pt x="8164" y="3766"/>
                    </a:lnTo>
                    <a:lnTo>
                      <a:pt x="8178" y="2728"/>
                    </a:lnTo>
                    <a:cubicBezTo>
                      <a:pt x="8323" y="3071"/>
                      <a:pt x="8422" y="3501"/>
                      <a:pt x="8488" y="3865"/>
                    </a:cubicBezTo>
                    <a:cubicBezTo>
                      <a:pt x="8548" y="4182"/>
                      <a:pt x="8581" y="4506"/>
                      <a:pt x="8607" y="4823"/>
                    </a:cubicBezTo>
                    <a:cubicBezTo>
                      <a:pt x="8607" y="4836"/>
                      <a:pt x="8607" y="4843"/>
                      <a:pt x="8614" y="4850"/>
                    </a:cubicBezTo>
                    <a:cubicBezTo>
                      <a:pt x="8633" y="5073"/>
                      <a:pt x="8825" y="5253"/>
                      <a:pt x="9053" y="5253"/>
                    </a:cubicBezTo>
                    <a:cubicBezTo>
                      <a:pt x="9061" y="5253"/>
                      <a:pt x="9069" y="5253"/>
                      <a:pt x="9077" y="5253"/>
                    </a:cubicBezTo>
                    <a:cubicBezTo>
                      <a:pt x="9096" y="5253"/>
                      <a:pt x="9123" y="5253"/>
                      <a:pt x="9143" y="5246"/>
                    </a:cubicBezTo>
                    <a:cubicBezTo>
                      <a:pt x="9196" y="5332"/>
                      <a:pt x="9255" y="5405"/>
                      <a:pt x="9341" y="5458"/>
                    </a:cubicBezTo>
                    <a:cubicBezTo>
                      <a:pt x="9453" y="5537"/>
                      <a:pt x="9592" y="5570"/>
                      <a:pt x="9724" y="5577"/>
                    </a:cubicBezTo>
                    <a:cubicBezTo>
                      <a:pt x="9744" y="5578"/>
                      <a:pt x="9763" y="5578"/>
                      <a:pt x="9782" y="5578"/>
                    </a:cubicBezTo>
                    <a:cubicBezTo>
                      <a:pt x="10039" y="5578"/>
                      <a:pt x="10290" y="5497"/>
                      <a:pt x="10524" y="5405"/>
                    </a:cubicBezTo>
                    <a:lnTo>
                      <a:pt x="10524" y="5405"/>
                    </a:lnTo>
                    <a:lnTo>
                      <a:pt x="10432" y="7097"/>
                    </a:lnTo>
                    <a:cubicBezTo>
                      <a:pt x="10425" y="7309"/>
                      <a:pt x="10471" y="7494"/>
                      <a:pt x="10564" y="7666"/>
                    </a:cubicBezTo>
                    <a:lnTo>
                      <a:pt x="10716" y="10852"/>
                    </a:lnTo>
                    <a:cubicBezTo>
                      <a:pt x="10729" y="11023"/>
                      <a:pt x="10875" y="11162"/>
                      <a:pt x="11053" y="11162"/>
                    </a:cubicBezTo>
                    <a:cubicBezTo>
                      <a:pt x="11225" y="11162"/>
                      <a:pt x="11370" y="11023"/>
                      <a:pt x="11384" y="10852"/>
                    </a:cubicBezTo>
                    <a:lnTo>
                      <a:pt x="11516" y="8340"/>
                    </a:lnTo>
                    <a:lnTo>
                      <a:pt x="11635" y="10852"/>
                    </a:lnTo>
                    <a:cubicBezTo>
                      <a:pt x="11641" y="11023"/>
                      <a:pt x="11793" y="11162"/>
                      <a:pt x="11965" y="11162"/>
                    </a:cubicBezTo>
                    <a:cubicBezTo>
                      <a:pt x="12137" y="11162"/>
                      <a:pt x="12289" y="11023"/>
                      <a:pt x="12296" y="10852"/>
                    </a:cubicBezTo>
                    <a:lnTo>
                      <a:pt x="12461" y="7659"/>
                    </a:lnTo>
                    <a:cubicBezTo>
                      <a:pt x="12554" y="7487"/>
                      <a:pt x="12587" y="7295"/>
                      <a:pt x="12580" y="7097"/>
                    </a:cubicBezTo>
                    <a:cubicBezTo>
                      <a:pt x="12573" y="7005"/>
                      <a:pt x="12567" y="6912"/>
                      <a:pt x="12560" y="6819"/>
                    </a:cubicBezTo>
                    <a:cubicBezTo>
                      <a:pt x="12547" y="6529"/>
                      <a:pt x="12534" y="6238"/>
                      <a:pt x="12514" y="5953"/>
                    </a:cubicBezTo>
                    <a:lnTo>
                      <a:pt x="12514" y="5953"/>
                    </a:lnTo>
                    <a:cubicBezTo>
                      <a:pt x="12653" y="6324"/>
                      <a:pt x="12706" y="6720"/>
                      <a:pt x="12739" y="7110"/>
                    </a:cubicBezTo>
                    <a:cubicBezTo>
                      <a:pt x="12752" y="7258"/>
                      <a:pt x="12877" y="7375"/>
                      <a:pt x="13024" y="7375"/>
                    </a:cubicBezTo>
                    <a:cubicBezTo>
                      <a:pt x="13028" y="7375"/>
                      <a:pt x="13032" y="7375"/>
                      <a:pt x="13036" y="7375"/>
                    </a:cubicBezTo>
                    <a:cubicBezTo>
                      <a:pt x="13188" y="7361"/>
                      <a:pt x="13307" y="7236"/>
                      <a:pt x="13307" y="7090"/>
                    </a:cubicBezTo>
                    <a:cubicBezTo>
                      <a:pt x="13314" y="6674"/>
                      <a:pt x="13287" y="6258"/>
                      <a:pt x="13195" y="5848"/>
                    </a:cubicBezTo>
                    <a:cubicBezTo>
                      <a:pt x="13036" y="5160"/>
                      <a:pt x="12633" y="4486"/>
                      <a:pt x="11972" y="4169"/>
                    </a:cubicBezTo>
                    <a:cubicBezTo>
                      <a:pt x="11825" y="4101"/>
                      <a:pt x="11672" y="4065"/>
                      <a:pt x="11519" y="4065"/>
                    </a:cubicBezTo>
                    <a:cubicBezTo>
                      <a:pt x="11285" y="4065"/>
                      <a:pt x="11050" y="4148"/>
                      <a:pt x="10835" y="4327"/>
                    </a:cubicBezTo>
                    <a:cubicBezTo>
                      <a:pt x="10663" y="4473"/>
                      <a:pt x="10471" y="4605"/>
                      <a:pt x="10280" y="4717"/>
                    </a:cubicBezTo>
                    <a:cubicBezTo>
                      <a:pt x="10174" y="4784"/>
                      <a:pt x="10062" y="4843"/>
                      <a:pt x="9949" y="4889"/>
                    </a:cubicBezTo>
                    <a:cubicBezTo>
                      <a:pt x="9896" y="4909"/>
                      <a:pt x="9843" y="4929"/>
                      <a:pt x="9791" y="4942"/>
                    </a:cubicBezTo>
                    <a:cubicBezTo>
                      <a:pt x="9753" y="4947"/>
                      <a:pt x="9707" y="4957"/>
                      <a:pt x="9666" y="4957"/>
                    </a:cubicBezTo>
                    <a:cubicBezTo>
                      <a:pt x="9657" y="4957"/>
                      <a:pt x="9647" y="4957"/>
                      <a:pt x="9639" y="4955"/>
                    </a:cubicBezTo>
                    <a:cubicBezTo>
                      <a:pt x="9632" y="4949"/>
                      <a:pt x="9513" y="4869"/>
                      <a:pt x="9513" y="4869"/>
                    </a:cubicBezTo>
                    <a:cubicBezTo>
                      <a:pt x="9506" y="4869"/>
                      <a:pt x="9500" y="4863"/>
                      <a:pt x="9500" y="4863"/>
                    </a:cubicBezTo>
                    <a:cubicBezTo>
                      <a:pt x="9500" y="4850"/>
                      <a:pt x="9500" y="4830"/>
                      <a:pt x="9500" y="4817"/>
                    </a:cubicBezTo>
                    <a:cubicBezTo>
                      <a:pt x="9500" y="4665"/>
                      <a:pt x="9506" y="4512"/>
                      <a:pt x="9500" y="4367"/>
                    </a:cubicBezTo>
                    <a:cubicBezTo>
                      <a:pt x="9500" y="4367"/>
                      <a:pt x="9500" y="4367"/>
                      <a:pt x="9500" y="4354"/>
                    </a:cubicBezTo>
                    <a:cubicBezTo>
                      <a:pt x="9500" y="4345"/>
                      <a:pt x="9500" y="4339"/>
                      <a:pt x="9500" y="4334"/>
                    </a:cubicBezTo>
                    <a:cubicBezTo>
                      <a:pt x="9493" y="3984"/>
                      <a:pt x="9467" y="3633"/>
                      <a:pt x="9414" y="3283"/>
                    </a:cubicBezTo>
                    <a:cubicBezTo>
                      <a:pt x="9354" y="2913"/>
                      <a:pt x="9262" y="2543"/>
                      <a:pt x="9130" y="2186"/>
                    </a:cubicBezTo>
                    <a:cubicBezTo>
                      <a:pt x="8885" y="1505"/>
                      <a:pt x="8469" y="857"/>
                      <a:pt x="7874" y="441"/>
                    </a:cubicBezTo>
                    <a:cubicBezTo>
                      <a:pt x="7748" y="355"/>
                      <a:pt x="7616" y="282"/>
                      <a:pt x="7484" y="209"/>
                    </a:cubicBezTo>
                    <a:cubicBezTo>
                      <a:pt x="7231" y="70"/>
                      <a:pt x="6958" y="0"/>
                      <a:pt x="6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8" name="Google Shape;1388;p66"/>
              <p:cNvSpPr/>
              <p:nvPr/>
            </p:nvSpPr>
            <p:spPr>
              <a:xfrm>
                <a:off x="5980875" y="2648525"/>
                <a:ext cx="49125" cy="48075"/>
              </a:xfrm>
              <a:custGeom>
                <a:avLst/>
                <a:gdLst/>
                <a:ahLst/>
                <a:cxnLst/>
                <a:rect l="l" t="t" r="r" b="b"/>
                <a:pathLst>
                  <a:path w="1965" h="1923" extrusionOk="0">
                    <a:moveTo>
                      <a:pt x="980" y="1"/>
                    </a:moveTo>
                    <a:cubicBezTo>
                      <a:pt x="947" y="1"/>
                      <a:pt x="913" y="3"/>
                      <a:pt x="880" y="6"/>
                    </a:cubicBezTo>
                    <a:cubicBezTo>
                      <a:pt x="622" y="39"/>
                      <a:pt x="384" y="178"/>
                      <a:pt x="226" y="383"/>
                    </a:cubicBezTo>
                    <a:cubicBezTo>
                      <a:pt x="67" y="594"/>
                      <a:pt x="1" y="872"/>
                      <a:pt x="47" y="1130"/>
                    </a:cubicBezTo>
                    <a:cubicBezTo>
                      <a:pt x="127" y="1579"/>
                      <a:pt x="536" y="1923"/>
                      <a:pt x="992" y="1923"/>
                    </a:cubicBezTo>
                    <a:cubicBezTo>
                      <a:pt x="1257" y="1923"/>
                      <a:pt x="1508" y="1811"/>
                      <a:pt x="1687" y="1619"/>
                    </a:cubicBezTo>
                    <a:cubicBezTo>
                      <a:pt x="1872" y="1427"/>
                      <a:pt x="1964" y="1169"/>
                      <a:pt x="1951" y="905"/>
                    </a:cubicBezTo>
                    <a:cubicBezTo>
                      <a:pt x="1931" y="641"/>
                      <a:pt x="1812" y="396"/>
                      <a:pt x="1614" y="231"/>
                    </a:cubicBezTo>
                    <a:cubicBezTo>
                      <a:pt x="1435" y="81"/>
                      <a:pt x="1210"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1389" name="Google Shape;1389;p66"/>
          <p:cNvGrpSpPr/>
          <p:nvPr/>
        </p:nvGrpSpPr>
        <p:grpSpPr>
          <a:xfrm>
            <a:off x="973651" y="180774"/>
            <a:ext cx="754200" cy="717300"/>
            <a:chOff x="5187301" y="1772812"/>
            <a:chExt cx="754200" cy="717300"/>
          </a:xfrm>
        </p:grpSpPr>
        <p:sp>
          <p:nvSpPr>
            <p:cNvPr id="1390" name="Google Shape;1390;p66"/>
            <p:cNvSpPr/>
            <p:nvPr/>
          </p:nvSpPr>
          <p:spPr>
            <a:xfrm>
              <a:off x="5187301" y="1772812"/>
              <a:ext cx="754200" cy="717300"/>
            </a:xfrm>
            <a:prstGeom prst="decagon">
              <a:avLst>
                <a:gd name="vf" fmla="val 105146"/>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66"/>
            <p:cNvSpPr/>
            <p:nvPr/>
          </p:nvSpPr>
          <p:spPr>
            <a:xfrm>
              <a:off x="5226663" y="1810263"/>
              <a:ext cx="675300" cy="642300"/>
            </a:xfrm>
            <a:prstGeom prst="decagon">
              <a:avLst>
                <a:gd name="vf" fmla="val 105146"/>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2" name="Google Shape;1392;p66"/>
            <p:cNvGrpSpPr/>
            <p:nvPr/>
          </p:nvGrpSpPr>
          <p:grpSpPr>
            <a:xfrm>
              <a:off x="5426984" y="1986089"/>
              <a:ext cx="274669" cy="290718"/>
              <a:chOff x="3278493" y="2036478"/>
              <a:chExt cx="287883" cy="304704"/>
            </a:xfrm>
          </p:grpSpPr>
          <p:sp>
            <p:nvSpPr>
              <p:cNvPr id="1393" name="Google Shape;1393;p66"/>
              <p:cNvSpPr/>
              <p:nvPr/>
            </p:nvSpPr>
            <p:spPr>
              <a:xfrm>
                <a:off x="3306178" y="2036478"/>
                <a:ext cx="62042" cy="61896"/>
              </a:xfrm>
              <a:custGeom>
                <a:avLst/>
                <a:gdLst/>
                <a:ahLst/>
                <a:cxnLst/>
                <a:rect l="l" t="t" r="r" b="b"/>
                <a:pathLst>
                  <a:path w="2976" h="2969" extrusionOk="0">
                    <a:moveTo>
                      <a:pt x="1488" y="1"/>
                    </a:moveTo>
                    <a:cubicBezTo>
                      <a:pt x="669" y="1"/>
                      <a:pt x="1" y="662"/>
                      <a:pt x="1" y="1481"/>
                    </a:cubicBezTo>
                    <a:cubicBezTo>
                      <a:pt x="1" y="2301"/>
                      <a:pt x="669" y="2969"/>
                      <a:pt x="1488" y="2969"/>
                    </a:cubicBezTo>
                    <a:cubicBezTo>
                      <a:pt x="2308" y="2969"/>
                      <a:pt x="2976" y="2301"/>
                      <a:pt x="2976" y="1481"/>
                    </a:cubicBezTo>
                    <a:cubicBezTo>
                      <a:pt x="2976" y="662"/>
                      <a:pt x="2308" y="1"/>
                      <a:pt x="1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4" name="Google Shape;1394;p66"/>
              <p:cNvSpPr/>
              <p:nvPr/>
            </p:nvSpPr>
            <p:spPr>
              <a:xfrm>
                <a:off x="3509431" y="2152218"/>
                <a:ext cx="40277" cy="39172"/>
              </a:xfrm>
              <a:custGeom>
                <a:avLst/>
                <a:gdLst/>
                <a:ahLst/>
                <a:cxnLst/>
                <a:rect l="l" t="t" r="r" b="b"/>
                <a:pathLst>
                  <a:path w="1932" h="1879" extrusionOk="0">
                    <a:moveTo>
                      <a:pt x="956" y="1"/>
                    </a:moveTo>
                    <a:cubicBezTo>
                      <a:pt x="736" y="1"/>
                      <a:pt x="520" y="79"/>
                      <a:pt x="351" y="219"/>
                    </a:cubicBezTo>
                    <a:cubicBezTo>
                      <a:pt x="153" y="385"/>
                      <a:pt x="34" y="629"/>
                      <a:pt x="21" y="887"/>
                    </a:cubicBezTo>
                    <a:cubicBezTo>
                      <a:pt x="1" y="1145"/>
                      <a:pt x="100" y="1396"/>
                      <a:pt x="272" y="1588"/>
                    </a:cubicBezTo>
                    <a:cubicBezTo>
                      <a:pt x="450" y="1773"/>
                      <a:pt x="702" y="1879"/>
                      <a:pt x="959" y="1879"/>
                    </a:cubicBezTo>
                    <a:cubicBezTo>
                      <a:pt x="1409" y="1879"/>
                      <a:pt x="1805" y="1548"/>
                      <a:pt x="1885" y="1105"/>
                    </a:cubicBezTo>
                    <a:cubicBezTo>
                      <a:pt x="1931" y="847"/>
                      <a:pt x="1865" y="583"/>
                      <a:pt x="1713" y="371"/>
                    </a:cubicBezTo>
                    <a:cubicBezTo>
                      <a:pt x="1554" y="173"/>
                      <a:pt x="1323" y="34"/>
                      <a:pt x="1072" y="8"/>
                    </a:cubicBezTo>
                    <a:cubicBezTo>
                      <a:pt x="1033" y="3"/>
                      <a:pt x="994" y="1"/>
                      <a:pt x="9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5" name="Google Shape;1395;p66"/>
              <p:cNvSpPr/>
              <p:nvPr/>
            </p:nvSpPr>
            <p:spPr>
              <a:xfrm>
                <a:off x="3278493" y="2100081"/>
                <a:ext cx="287883" cy="241101"/>
              </a:xfrm>
              <a:custGeom>
                <a:avLst/>
                <a:gdLst/>
                <a:ahLst/>
                <a:cxnLst/>
                <a:rect l="l" t="t" r="r" b="b"/>
                <a:pathLst>
                  <a:path w="13809" h="11565" extrusionOk="0">
                    <a:moveTo>
                      <a:pt x="6164" y="2116"/>
                    </a:moveTo>
                    <a:cubicBezTo>
                      <a:pt x="6185" y="2116"/>
                      <a:pt x="6206" y="2117"/>
                      <a:pt x="6227" y="2119"/>
                    </a:cubicBezTo>
                    <a:cubicBezTo>
                      <a:pt x="6505" y="2145"/>
                      <a:pt x="6743" y="2363"/>
                      <a:pt x="6789" y="2641"/>
                    </a:cubicBezTo>
                    <a:cubicBezTo>
                      <a:pt x="6796" y="2694"/>
                      <a:pt x="6796" y="2753"/>
                      <a:pt x="6789" y="2806"/>
                    </a:cubicBezTo>
                    <a:cubicBezTo>
                      <a:pt x="6880" y="2764"/>
                      <a:pt x="6978" y="2741"/>
                      <a:pt x="7078" y="2741"/>
                    </a:cubicBezTo>
                    <a:cubicBezTo>
                      <a:pt x="7167" y="2741"/>
                      <a:pt x="7257" y="2759"/>
                      <a:pt x="7344" y="2800"/>
                    </a:cubicBezTo>
                    <a:lnTo>
                      <a:pt x="8488" y="3315"/>
                    </a:lnTo>
                    <a:cubicBezTo>
                      <a:pt x="8812" y="3467"/>
                      <a:pt x="8950" y="3844"/>
                      <a:pt x="8805" y="4168"/>
                    </a:cubicBezTo>
                    <a:cubicBezTo>
                      <a:pt x="8824" y="4129"/>
                      <a:pt x="8842" y="4091"/>
                      <a:pt x="8847" y="4080"/>
                    </a:cubicBezTo>
                    <a:lnTo>
                      <a:pt x="8847" y="4080"/>
                    </a:lnTo>
                    <a:cubicBezTo>
                      <a:pt x="8843" y="4089"/>
                      <a:pt x="8831" y="4117"/>
                      <a:pt x="8805" y="4175"/>
                    </a:cubicBezTo>
                    <a:cubicBezTo>
                      <a:pt x="8805" y="4175"/>
                      <a:pt x="8805" y="4175"/>
                      <a:pt x="8805" y="4175"/>
                    </a:cubicBezTo>
                    <a:lnTo>
                      <a:pt x="8805" y="4175"/>
                    </a:lnTo>
                    <a:cubicBezTo>
                      <a:pt x="8804" y="4178"/>
                      <a:pt x="8802" y="4181"/>
                      <a:pt x="8801" y="4183"/>
                    </a:cubicBezTo>
                    <a:lnTo>
                      <a:pt x="8801" y="4183"/>
                    </a:lnTo>
                    <a:cubicBezTo>
                      <a:pt x="8693" y="4415"/>
                      <a:pt x="8462" y="4550"/>
                      <a:pt x="8220" y="4550"/>
                    </a:cubicBezTo>
                    <a:cubicBezTo>
                      <a:pt x="8130" y="4550"/>
                      <a:pt x="8039" y="4531"/>
                      <a:pt x="7952" y="4492"/>
                    </a:cubicBezTo>
                    <a:lnTo>
                      <a:pt x="7000" y="4056"/>
                    </a:lnTo>
                    <a:cubicBezTo>
                      <a:pt x="7139" y="3923"/>
                      <a:pt x="7139" y="3685"/>
                      <a:pt x="7000" y="3547"/>
                    </a:cubicBezTo>
                    <a:cubicBezTo>
                      <a:pt x="6941" y="3487"/>
                      <a:pt x="6862" y="3448"/>
                      <a:pt x="6776" y="3441"/>
                    </a:cubicBezTo>
                    <a:cubicBezTo>
                      <a:pt x="6723" y="3441"/>
                      <a:pt x="6670" y="3448"/>
                      <a:pt x="6624" y="3454"/>
                    </a:cubicBezTo>
                    <a:cubicBezTo>
                      <a:pt x="6558" y="3461"/>
                      <a:pt x="6498" y="3461"/>
                      <a:pt x="6439" y="3461"/>
                    </a:cubicBezTo>
                    <a:cubicBezTo>
                      <a:pt x="6432" y="3421"/>
                      <a:pt x="6432" y="3381"/>
                      <a:pt x="6432" y="3342"/>
                    </a:cubicBezTo>
                    <a:cubicBezTo>
                      <a:pt x="6342" y="3388"/>
                      <a:pt x="6245" y="3410"/>
                      <a:pt x="6148" y="3410"/>
                    </a:cubicBezTo>
                    <a:cubicBezTo>
                      <a:pt x="5966" y="3410"/>
                      <a:pt x="5786" y="3332"/>
                      <a:pt x="5665" y="3190"/>
                    </a:cubicBezTo>
                    <a:cubicBezTo>
                      <a:pt x="5507" y="3005"/>
                      <a:pt x="5473" y="2740"/>
                      <a:pt x="5573" y="2522"/>
                    </a:cubicBezTo>
                    <a:lnTo>
                      <a:pt x="5592" y="2482"/>
                    </a:lnTo>
                    <a:cubicBezTo>
                      <a:pt x="5690" y="2257"/>
                      <a:pt x="5917" y="2116"/>
                      <a:pt x="6164" y="2116"/>
                    </a:cubicBezTo>
                    <a:close/>
                    <a:moveTo>
                      <a:pt x="2845" y="0"/>
                    </a:moveTo>
                    <a:cubicBezTo>
                      <a:pt x="2653" y="0"/>
                      <a:pt x="2463" y="20"/>
                      <a:pt x="2287" y="50"/>
                    </a:cubicBezTo>
                    <a:cubicBezTo>
                      <a:pt x="2261" y="57"/>
                      <a:pt x="2235" y="63"/>
                      <a:pt x="2201" y="70"/>
                    </a:cubicBezTo>
                    <a:cubicBezTo>
                      <a:pt x="2142" y="90"/>
                      <a:pt x="2063" y="116"/>
                      <a:pt x="1977" y="156"/>
                    </a:cubicBezTo>
                    <a:cubicBezTo>
                      <a:pt x="1792" y="228"/>
                      <a:pt x="1560" y="354"/>
                      <a:pt x="1316" y="552"/>
                    </a:cubicBezTo>
                    <a:cubicBezTo>
                      <a:pt x="1197" y="651"/>
                      <a:pt x="1078" y="764"/>
                      <a:pt x="965" y="896"/>
                    </a:cubicBezTo>
                    <a:cubicBezTo>
                      <a:pt x="846" y="1022"/>
                      <a:pt x="741" y="1167"/>
                      <a:pt x="648" y="1326"/>
                    </a:cubicBezTo>
                    <a:cubicBezTo>
                      <a:pt x="450" y="1636"/>
                      <a:pt x="304" y="1987"/>
                      <a:pt x="205" y="2344"/>
                    </a:cubicBezTo>
                    <a:cubicBezTo>
                      <a:pt x="106" y="2694"/>
                      <a:pt x="53" y="3051"/>
                      <a:pt x="27" y="3375"/>
                    </a:cubicBezTo>
                    <a:cubicBezTo>
                      <a:pt x="0" y="3705"/>
                      <a:pt x="0" y="4009"/>
                      <a:pt x="7" y="4261"/>
                    </a:cubicBezTo>
                    <a:cubicBezTo>
                      <a:pt x="20" y="4518"/>
                      <a:pt x="33" y="4730"/>
                      <a:pt x="53" y="4882"/>
                    </a:cubicBezTo>
                    <a:cubicBezTo>
                      <a:pt x="66" y="5027"/>
                      <a:pt x="80" y="5107"/>
                      <a:pt x="80" y="5107"/>
                    </a:cubicBezTo>
                    <a:lnTo>
                      <a:pt x="80" y="5113"/>
                    </a:lnTo>
                    <a:cubicBezTo>
                      <a:pt x="105" y="5330"/>
                      <a:pt x="290" y="5497"/>
                      <a:pt x="511" y="5497"/>
                    </a:cubicBezTo>
                    <a:cubicBezTo>
                      <a:pt x="519" y="5497"/>
                      <a:pt x="527" y="5497"/>
                      <a:pt x="536" y="5497"/>
                    </a:cubicBezTo>
                    <a:cubicBezTo>
                      <a:pt x="780" y="5483"/>
                      <a:pt x="965" y="5279"/>
                      <a:pt x="959" y="5034"/>
                    </a:cubicBezTo>
                    <a:cubicBezTo>
                      <a:pt x="959" y="5034"/>
                      <a:pt x="952" y="4961"/>
                      <a:pt x="952" y="4822"/>
                    </a:cubicBezTo>
                    <a:cubicBezTo>
                      <a:pt x="946" y="4690"/>
                      <a:pt x="946" y="4499"/>
                      <a:pt x="959" y="4267"/>
                    </a:cubicBezTo>
                    <a:cubicBezTo>
                      <a:pt x="965" y="4036"/>
                      <a:pt x="992" y="3771"/>
                      <a:pt x="1038" y="3500"/>
                    </a:cubicBezTo>
                    <a:cubicBezTo>
                      <a:pt x="1084" y="3223"/>
                      <a:pt x="1150" y="2939"/>
                      <a:pt x="1250" y="2674"/>
                    </a:cubicBezTo>
                    <a:cubicBezTo>
                      <a:pt x="1309" y="2529"/>
                      <a:pt x="1375" y="2383"/>
                      <a:pt x="1448" y="2258"/>
                    </a:cubicBezTo>
                    <a:lnTo>
                      <a:pt x="1448" y="2258"/>
                    </a:lnTo>
                    <a:lnTo>
                      <a:pt x="1124" y="4941"/>
                    </a:lnTo>
                    <a:cubicBezTo>
                      <a:pt x="1104" y="5067"/>
                      <a:pt x="1104" y="5212"/>
                      <a:pt x="1124" y="5351"/>
                    </a:cubicBezTo>
                    <a:cubicBezTo>
                      <a:pt x="1157" y="5629"/>
                      <a:pt x="1256" y="5887"/>
                      <a:pt x="1402" y="6105"/>
                    </a:cubicBezTo>
                    <a:lnTo>
                      <a:pt x="1633" y="10924"/>
                    </a:lnTo>
                    <a:cubicBezTo>
                      <a:pt x="1646" y="11188"/>
                      <a:pt x="1858" y="11399"/>
                      <a:pt x="2122" y="11413"/>
                    </a:cubicBezTo>
                    <a:cubicBezTo>
                      <a:pt x="2130" y="11413"/>
                      <a:pt x="2139" y="11413"/>
                      <a:pt x="2147" y="11413"/>
                    </a:cubicBezTo>
                    <a:cubicBezTo>
                      <a:pt x="2420" y="11413"/>
                      <a:pt x="2645" y="11200"/>
                      <a:pt x="2658" y="10924"/>
                    </a:cubicBezTo>
                    <a:lnTo>
                      <a:pt x="2823" y="7281"/>
                    </a:lnTo>
                    <a:lnTo>
                      <a:pt x="2995" y="10924"/>
                    </a:lnTo>
                    <a:cubicBezTo>
                      <a:pt x="3008" y="11188"/>
                      <a:pt x="3213" y="11399"/>
                      <a:pt x="3484" y="11413"/>
                    </a:cubicBezTo>
                    <a:cubicBezTo>
                      <a:pt x="3492" y="11413"/>
                      <a:pt x="3500" y="11413"/>
                      <a:pt x="3508" y="11413"/>
                    </a:cubicBezTo>
                    <a:cubicBezTo>
                      <a:pt x="3782" y="11413"/>
                      <a:pt x="4006" y="11200"/>
                      <a:pt x="4019" y="10924"/>
                    </a:cubicBezTo>
                    <a:lnTo>
                      <a:pt x="4244" y="6085"/>
                    </a:lnTo>
                    <a:cubicBezTo>
                      <a:pt x="4456" y="5761"/>
                      <a:pt x="4561" y="5358"/>
                      <a:pt x="4515" y="4941"/>
                    </a:cubicBezTo>
                    <a:lnTo>
                      <a:pt x="4191" y="2291"/>
                    </a:lnTo>
                    <a:lnTo>
                      <a:pt x="4191" y="2291"/>
                    </a:lnTo>
                    <a:cubicBezTo>
                      <a:pt x="4257" y="2410"/>
                      <a:pt x="4317" y="2542"/>
                      <a:pt x="4370" y="2674"/>
                    </a:cubicBezTo>
                    <a:cubicBezTo>
                      <a:pt x="4469" y="2939"/>
                      <a:pt x="4535" y="3223"/>
                      <a:pt x="4581" y="3500"/>
                    </a:cubicBezTo>
                    <a:cubicBezTo>
                      <a:pt x="4627" y="3771"/>
                      <a:pt x="4654" y="4036"/>
                      <a:pt x="4660" y="4267"/>
                    </a:cubicBezTo>
                    <a:cubicBezTo>
                      <a:pt x="4674" y="4499"/>
                      <a:pt x="4674" y="4690"/>
                      <a:pt x="4667" y="4822"/>
                    </a:cubicBezTo>
                    <a:cubicBezTo>
                      <a:pt x="4667" y="4961"/>
                      <a:pt x="4660" y="5034"/>
                      <a:pt x="4660" y="5034"/>
                    </a:cubicBezTo>
                    <a:cubicBezTo>
                      <a:pt x="4654" y="5265"/>
                      <a:pt x="4819" y="5464"/>
                      <a:pt x="5050" y="5497"/>
                    </a:cubicBezTo>
                    <a:cubicBezTo>
                      <a:pt x="5067" y="5499"/>
                      <a:pt x="5084" y="5499"/>
                      <a:pt x="5100" y="5499"/>
                    </a:cubicBezTo>
                    <a:cubicBezTo>
                      <a:pt x="5319" y="5499"/>
                      <a:pt x="5515" y="5341"/>
                      <a:pt x="5540" y="5113"/>
                    </a:cubicBezTo>
                    <a:lnTo>
                      <a:pt x="5540" y="5107"/>
                    </a:lnTo>
                    <a:cubicBezTo>
                      <a:pt x="5540" y="5107"/>
                      <a:pt x="5553" y="5027"/>
                      <a:pt x="5566" y="4882"/>
                    </a:cubicBezTo>
                    <a:cubicBezTo>
                      <a:pt x="5586" y="4730"/>
                      <a:pt x="5599" y="4518"/>
                      <a:pt x="5612" y="4261"/>
                    </a:cubicBezTo>
                    <a:cubicBezTo>
                      <a:pt x="5612" y="4234"/>
                      <a:pt x="5612" y="4201"/>
                      <a:pt x="5612" y="4175"/>
                    </a:cubicBezTo>
                    <a:cubicBezTo>
                      <a:pt x="5612" y="4148"/>
                      <a:pt x="5612" y="4115"/>
                      <a:pt x="5612" y="4089"/>
                    </a:cubicBezTo>
                    <a:cubicBezTo>
                      <a:pt x="5659" y="4115"/>
                      <a:pt x="5711" y="4148"/>
                      <a:pt x="5764" y="4175"/>
                    </a:cubicBezTo>
                    <a:lnTo>
                      <a:pt x="4991" y="7711"/>
                    </a:lnTo>
                    <a:cubicBezTo>
                      <a:pt x="4978" y="7784"/>
                      <a:pt x="4991" y="7856"/>
                      <a:pt x="5037" y="7916"/>
                    </a:cubicBezTo>
                    <a:cubicBezTo>
                      <a:pt x="5084" y="7975"/>
                      <a:pt x="5156" y="8009"/>
                      <a:pt x="5229" y="8009"/>
                    </a:cubicBezTo>
                    <a:lnTo>
                      <a:pt x="6022" y="8009"/>
                    </a:lnTo>
                    <a:lnTo>
                      <a:pt x="6174" y="11062"/>
                    </a:lnTo>
                    <a:cubicBezTo>
                      <a:pt x="6187" y="11333"/>
                      <a:pt x="6419" y="11558"/>
                      <a:pt x="6690" y="11565"/>
                    </a:cubicBezTo>
                    <a:cubicBezTo>
                      <a:pt x="6694" y="11565"/>
                      <a:pt x="6698" y="11565"/>
                      <a:pt x="6703" y="11565"/>
                    </a:cubicBezTo>
                    <a:cubicBezTo>
                      <a:pt x="6968" y="11565"/>
                      <a:pt x="7199" y="11362"/>
                      <a:pt x="7225" y="11095"/>
                    </a:cubicBezTo>
                    <a:cubicBezTo>
                      <a:pt x="7232" y="11089"/>
                      <a:pt x="7232" y="11076"/>
                      <a:pt x="7232" y="11062"/>
                    </a:cubicBezTo>
                    <a:lnTo>
                      <a:pt x="7390" y="8009"/>
                    </a:lnTo>
                    <a:lnTo>
                      <a:pt x="7476" y="8009"/>
                    </a:lnTo>
                    <a:lnTo>
                      <a:pt x="7628" y="11062"/>
                    </a:lnTo>
                    <a:cubicBezTo>
                      <a:pt x="7642" y="11333"/>
                      <a:pt x="7873" y="11558"/>
                      <a:pt x="8151" y="11565"/>
                    </a:cubicBezTo>
                    <a:cubicBezTo>
                      <a:pt x="8155" y="11565"/>
                      <a:pt x="8159" y="11565"/>
                      <a:pt x="8163" y="11565"/>
                    </a:cubicBezTo>
                    <a:cubicBezTo>
                      <a:pt x="8422" y="11565"/>
                      <a:pt x="8653" y="11362"/>
                      <a:pt x="8686" y="11095"/>
                    </a:cubicBezTo>
                    <a:cubicBezTo>
                      <a:pt x="8686" y="11089"/>
                      <a:pt x="8686" y="11076"/>
                      <a:pt x="8686" y="11062"/>
                    </a:cubicBezTo>
                    <a:lnTo>
                      <a:pt x="8851" y="8009"/>
                    </a:lnTo>
                    <a:lnTo>
                      <a:pt x="9618" y="8009"/>
                    </a:lnTo>
                    <a:cubicBezTo>
                      <a:pt x="9691" y="8009"/>
                      <a:pt x="9757" y="7975"/>
                      <a:pt x="9803" y="7916"/>
                    </a:cubicBezTo>
                    <a:cubicBezTo>
                      <a:pt x="9856" y="7863"/>
                      <a:pt x="9869" y="7784"/>
                      <a:pt x="9856" y="7711"/>
                    </a:cubicBezTo>
                    <a:lnTo>
                      <a:pt x="8957" y="3454"/>
                    </a:lnTo>
                    <a:lnTo>
                      <a:pt x="8957" y="3110"/>
                    </a:lnTo>
                    <a:cubicBezTo>
                      <a:pt x="9228" y="3758"/>
                      <a:pt x="9334" y="4459"/>
                      <a:pt x="9393" y="5153"/>
                    </a:cubicBezTo>
                    <a:cubicBezTo>
                      <a:pt x="9393" y="5173"/>
                      <a:pt x="9393" y="5186"/>
                      <a:pt x="9393" y="5199"/>
                    </a:cubicBezTo>
                    <a:cubicBezTo>
                      <a:pt x="9413" y="5384"/>
                      <a:pt x="9539" y="5536"/>
                      <a:pt x="9704" y="5589"/>
                    </a:cubicBezTo>
                    <a:lnTo>
                      <a:pt x="9704" y="5596"/>
                    </a:lnTo>
                    <a:cubicBezTo>
                      <a:pt x="9757" y="5682"/>
                      <a:pt x="9823" y="5761"/>
                      <a:pt x="9909" y="5821"/>
                    </a:cubicBezTo>
                    <a:cubicBezTo>
                      <a:pt x="10021" y="5893"/>
                      <a:pt x="10153" y="5933"/>
                      <a:pt x="10286" y="5933"/>
                    </a:cubicBezTo>
                    <a:cubicBezTo>
                      <a:pt x="10306" y="5934"/>
                      <a:pt x="10326" y="5934"/>
                      <a:pt x="10345" y="5934"/>
                    </a:cubicBezTo>
                    <a:cubicBezTo>
                      <a:pt x="10596" y="5934"/>
                      <a:pt x="10846" y="5860"/>
                      <a:pt x="11072" y="5768"/>
                    </a:cubicBezTo>
                    <a:lnTo>
                      <a:pt x="11092" y="6627"/>
                    </a:lnTo>
                    <a:lnTo>
                      <a:pt x="10616" y="8788"/>
                    </a:lnTo>
                    <a:cubicBezTo>
                      <a:pt x="10603" y="8835"/>
                      <a:pt x="10616" y="8888"/>
                      <a:pt x="10649" y="8927"/>
                    </a:cubicBezTo>
                    <a:cubicBezTo>
                      <a:pt x="10682" y="8967"/>
                      <a:pt x="10729" y="8987"/>
                      <a:pt x="10781" y="8987"/>
                    </a:cubicBezTo>
                    <a:lnTo>
                      <a:pt x="11165" y="8987"/>
                    </a:lnTo>
                    <a:lnTo>
                      <a:pt x="11264" y="11109"/>
                    </a:lnTo>
                    <a:cubicBezTo>
                      <a:pt x="11271" y="11281"/>
                      <a:pt x="11416" y="11419"/>
                      <a:pt x="11588" y="11419"/>
                    </a:cubicBezTo>
                    <a:cubicBezTo>
                      <a:pt x="11760" y="11419"/>
                      <a:pt x="11905" y="11281"/>
                      <a:pt x="11918" y="11109"/>
                    </a:cubicBezTo>
                    <a:lnTo>
                      <a:pt x="12024" y="8987"/>
                    </a:lnTo>
                    <a:lnTo>
                      <a:pt x="12057" y="8987"/>
                    </a:lnTo>
                    <a:lnTo>
                      <a:pt x="12163" y="11109"/>
                    </a:lnTo>
                    <a:cubicBezTo>
                      <a:pt x="12170" y="11281"/>
                      <a:pt x="12315" y="11419"/>
                      <a:pt x="12487" y="11419"/>
                    </a:cubicBezTo>
                    <a:cubicBezTo>
                      <a:pt x="12659" y="11419"/>
                      <a:pt x="12804" y="11281"/>
                      <a:pt x="12811" y="11109"/>
                    </a:cubicBezTo>
                    <a:lnTo>
                      <a:pt x="12923" y="8987"/>
                    </a:lnTo>
                    <a:lnTo>
                      <a:pt x="13333" y="8987"/>
                    </a:lnTo>
                    <a:cubicBezTo>
                      <a:pt x="13379" y="8987"/>
                      <a:pt x="13432" y="8967"/>
                      <a:pt x="13459" y="8927"/>
                    </a:cubicBezTo>
                    <a:cubicBezTo>
                      <a:pt x="13492" y="8888"/>
                      <a:pt x="13505" y="8835"/>
                      <a:pt x="13498" y="8788"/>
                    </a:cubicBezTo>
                    <a:lnTo>
                      <a:pt x="13016" y="6627"/>
                    </a:lnTo>
                    <a:lnTo>
                      <a:pt x="13029" y="6303"/>
                    </a:lnTo>
                    <a:cubicBezTo>
                      <a:pt x="13168" y="6667"/>
                      <a:pt x="13214" y="7057"/>
                      <a:pt x="13247" y="7440"/>
                    </a:cubicBezTo>
                    <a:cubicBezTo>
                      <a:pt x="13260" y="7588"/>
                      <a:pt x="13385" y="7698"/>
                      <a:pt x="13526" y="7698"/>
                    </a:cubicBezTo>
                    <a:cubicBezTo>
                      <a:pt x="13530" y="7698"/>
                      <a:pt x="13534" y="7698"/>
                      <a:pt x="13538" y="7698"/>
                    </a:cubicBezTo>
                    <a:cubicBezTo>
                      <a:pt x="13683" y="7691"/>
                      <a:pt x="13802" y="7566"/>
                      <a:pt x="13802" y="7420"/>
                    </a:cubicBezTo>
                    <a:cubicBezTo>
                      <a:pt x="13809" y="7010"/>
                      <a:pt x="13789" y="6607"/>
                      <a:pt x="13697" y="6204"/>
                    </a:cubicBezTo>
                    <a:cubicBezTo>
                      <a:pt x="13538" y="5530"/>
                      <a:pt x="13141" y="4869"/>
                      <a:pt x="12493" y="4558"/>
                    </a:cubicBezTo>
                    <a:cubicBezTo>
                      <a:pt x="12349" y="4487"/>
                      <a:pt x="12198" y="4451"/>
                      <a:pt x="12047" y="4451"/>
                    </a:cubicBezTo>
                    <a:cubicBezTo>
                      <a:pt x="11818" y="4451"/>
                      <a:pt x="11588" y="4535"/>
                      <a:pt x="11376" y="4710"/>
                    </a:cubicBezTo>
                    <a:cubicBezTo>
                      <a:pt x="11204" y="4849"/>
                      <a:pt x="11019" y="4981"/>
                      <a:pt x="10828" y="5093"/>
                    </a:cubicBezTo>
                    <a:cubicBezTo>
                      <a:pt x="10729" y="5153"/>
                      <a:pt x="10623" y="5212"/>
                      <a:pt x="10510" y="5259"/>
                    </a:cubicBezTo>
                    <a:cubicBezTo>
                      <a:pt x="10458" y="5279"/>
                      <a:pt x="10405" y="5298"/>
                      <a:pt x="10352" y="5312"/>
                    </a:cubicBezTo>
                    <a:cubicBezTo>
                      <a:pt x="10325" y="5318"/>
                      <a:pt x="10299" y="5318"/>
                      <a:pt x="10272" y="5318"/>
                    </a:cubicBezTo>
                    <a:cubicBezTo>
                      <a:pt x="10292" y="5272"/>
                      <a:pt x="10299" y="5219"/>
                      <a:pt x="10299" y="5166"/>
                    </a:cubicBezTo>
                    <a:cubicBezTo>
                      <a:pt x="10299" y="4558"/>
                      <a:pt x="10299" y="4492"/>
                      <a:pt x="10292" y="4373"/>
                    </a:cubicBezTo>
                    <a:cubicBezTo>
                      <a:pt x="10246" y="3633"/>
                      <a:pt x="10114" y="2892"/>
                      <a:pt x="9810" y="2205"/>
                    </a:cubicBezTo>
                    <a:cubicBezTo>
                      <a:pt x="9526" y="1550"/>
                      <a:pt x="9063" y="949"/>
                      <a:pt x="8435" y="585"/>
                    </a:cubicBezTo>
                    <a:cubicBezTo>
                      <a:pt x="8157" y="420"/>
                      <a:pt x="7734" y="275"/>
                      <a:pt x="7437" y="275"/>
                    </a:cubicBezTo>
                    <a:cubicBezTo>
                      <a:pt x="7139" y="275"/>
                      <a:pt x="6881" y="341"/>
                      <a:pt x="6597" y="493"/>
                    </a:cubicBezTo>
                    <a:cubicBezTo>
                      <a:pt x="6320" y="638"/>
                      <a:pt x="6042" y="803"/>
                      <a:pt x="5784" y="982"/>
                    </a:cubicBezTo>
                    <a:cubicBezTo>
                      <a:pt x="5546" y="1154"/>
                      <a:pt x="5315" y="1346"/>
                      <a:pt x="5123" y="1564"/>
                    </a:cubicBezTo>
                    <a:lnTo>
                      <a:pt x="5110" y="1564"/>
                    </a:lnTo>
                    <a:cubicBezTo>
                      <a:pt x="5110" y="1564"/>
                      <a:pt x="5024" y="1405"/>
                      <a:pt x="4971" y="1326"/>
                    </a:cubicBezTo>
                    <a:cubicBezTo>
                      <a:pt x="4879" y="1167"/>
                      <a:pt x="4766" y="1022"/>
                      <a:pt x="4654" y="896"/>
                    </a:cubicBezTo>
                    <a:cubicBezTo>
                      <a:pt x="4541" y="764"/>
                      <a:pt x="4422" y="651"/>
                      <a:pt x="4304" y="552"/>
                    </a:cubicBezTo>
                    <a:cubicBezTo>
                      <a:pt x="4059" y="354"/>
                      <a:pt x="3828" y="228"/>
                      <a:pt x="3642" y="156"/>
                    </a:cubicBezTo>
                    <a:cubicBezTo>
                      <a:pt x="3550" y="116"/>
                      <a:pt x="3477" y="90"/>
                      <a:pt x="3418" y="70"/>
                    </a:cubicBezTo>
                    <a:cubicBezTo>
                      <a:pt x="3233" y="20"/>
                      <a:pt x="3038" y="0"/>
                      <a:pt x="2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6" name="Google Shape;1396;p66"/>
              <p:cNvSpPr/>
              <p:nvPr/>
            </p:nvSpPr>
            <p:spPr>
              <a:xfrm>
                <a:off x="3399882" y="2040689"/>
                <a:ext cx="66858" cy="63752"/>
              </a:xfrm>
              <a:custGeom>
                <a:avLst/>
                <a:gdLst/>
                <a:ahLst/>
                <a:cxnLst/>
                <a:rect l="l" t="t" r="r" b="b"/>
                <a:pathLst>
                  <a:path w="3207" h="3058" extrusionOk="0">
                    <a:moveTo>
                      <a:pt x="1613" y="1"/>
                    </a:moveTo>
                    <a:cubicBezTo>
                      <a:pt x="1118" y="1"/>
                      <a:pt x="644" y="247"/>
                      <a:pt x="358" y="651"/>
                    </a:cubicBezTo>
                    <a:cubicBezTo>
                      <a:pt x="54" y="1094"/>
                      <a:pt x="1" y="1676"/>
                      <a:pt x="219" y="2159"/>
                    </a:cubicBezTo>
                    <a:cubicBezTo>
                      <a:pt x="437" y="2635"/>
                      <a:pt x="893" y="2978"/>
                      <a:pt x="1415" y="3044"/>
                    </a:cubicBezTo>
                    <a:cubicBezTo>
                      <a:pt x="1482" y="3051"/>
                      <a:pt x="1548" y="3058"/>
                      <a:pt x="1607" y="3058"/>
                    </a:cubicBezTo>
                    <a:cubicBezTo>
                      <a:pt x="2136" y="3058"/>
                      <a:pt x="2638" y="2773"/>
                      <a:pt x="2916" y="2324"/>
                    </a:cubicBezTo>
                    <a:cubicBezTo>
                      <a:pt x="3194" y="1868"/>
                      <a:pt x="3207" y="1286"/>
                      <a:pt x="2962" y="810"/>
                    </a:cubicBezTo>
                    <a:cubicBezTo>
                      <a:pt x="2711" y="347"/>
                      <a:pt x="2235" y="37"/>
                      <a:pt x="1706" y="4"/>
                    </a:cubicBezTo>
                    <a:cubicBezTo>
                      <a:pt x="1675" y="2"/>
                      <a:pt x="1644" y="1"/>
                      <a:pt x="16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1397" name="Google Shape;1397;p66"/>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FAMILY RESPONSIBILITIES</a:t>
            </a:r>
            <a:endParaRPr>
              <a:solidFill>
                <a:srgbClr val="D9D9D9"/>
              </a:solidFill>
            </a:endParaRPr>
          </a:p>
        </p:txBody>
      </p:sp>
      <p:grpSp>
        <p:nvGrpSpPr>
          <p:cNvPr id="1398" name="Google Shape;1398;p66"/>
          <p:cNvGrpSpPr/>
          <p:nvPr/>
        </p:nvGrpSpPr>
        <p:grpSpPr>
          <a:xfrm>
            <a:off x="6922610" y="1405234"/>
            <a:ext cx="717275" cy="717275"/>
            <a:chOff x="762200" y="1561800"/>
            <a:chExt cx="708000" cy="708000"/>
          </a:xfrm>
        </p:grpSpPr>
        <p:sp>
          <p:nvSpPr>
            <p:cNvPr id="1399" name="Google Shape;1399;p66"/>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66"/>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1" name="Google Shape;1401;p66"/>
          <p:cNvSpPr txBox="1"/>
          <p:nvPr/>
        </p:nvSpPr>
        <p:spPr>
          <a:xfrm>
            <a:off x="6947050" y="1542875"/>
            <a:ext cx="6681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b="1">
                <a:solidFill>
                  <a:srgbClr val="FFFFFF"/>
                </a:solidFill>
                <a:latin typeface="M PLUS 1p"/>
                <a:ea typeface="M PLUS 1p"/>
                <a:cs typeface="M PLUS 1p"/>
                <a:sym typeface="M PLUS 1p"/>
              </a:rPr>
              <a:t>25%</a:t>
            </a:r>
            <a:endParaRPr sz="1700" b="1">
              <a:solidFill>
                <a:srgbClr val="FFFFFF"/>
              </a:solidFill>
              <a:latin typeface="M PLUS 1p"/>
              <a:ea typeface="M PLUS 1p"/>
              <a:cs typeface="M PLUS 1p"/>
              <a:sym typeface="M PLUS 1p"/>
            </a:endParaRPr>
          </a:p>
        </p:txBody>
      </p:sp>
      <p:grpSp>
        <p:nvGrpSpPr>
          <p:cNvPr id="1402" name="Google Shape;1402;p66"/>
          <p:cNvGrpSpPr/>
          <p:nvPr/>
        </p:nvGrpSpPr>
        <p:grpSpPr>
          <a:xfrm>
            <a:off x="1504260" y="3136340"/>
            <a:ext cx="717275" cy="717275"/>
            <a:chOff x="762200" y="1561800"/>
            <a:chExt cx="708000" cy="708000"/>
          </a:xfrm>
        </p:grpSpPr>
        <p:sp>
          <p:nvSpPr>
            <p:cNvPr id="1403" name="Google Shape;1403;p66"/>
            <p:cNvSpPr/>
            <p:nvPr/>
          </p:nvSpPr>
          <p:spPr>
            <a:xfrm>
              <a:off x="762200" y="1561800"/>
              <a:ext cx="708000" cy="7080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66"/>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5" name="Google Shape;1405;p66"/>
          <p:cNvSpPr txBox="1"/>
          <p:nvPr/>
        </p:nvSpPr>
        <p:spPr>
          <a:xfrm>
            <a:off x="1528700" y="3273976"/>
            <a:ext cx="6681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b="1">
                <a:solidFill>
                  <a:srgbClr val="FFFFFF"/>
                </a:solidFill>
                <a:latin typeface="M PLUS 1p"/>
                <a:ea typeface="M PLUS 1p"/>
                <a:cs typeface="M PLUS 1p"/>
                <a:sym typeface="M PLUS 1p"/>
              </a:rPr>
              <a:t>25%</a:t>
            </a:r>
            <a:endParaRPr sz="1700" b="1">
              <a:solidFill>
                <a:srgbClr val="FFFFFF"/>
              </a:solidFill>
              <a:latin typeface="M PLUS 1p"/>
              <a:ea typeface="M PLUS 1p"/>
              <a:cs typeface="M PLUS 1p"/>
              <a:sym typeface="M PLUS 1p"/>
            </a:endParaRPr>
          </a:p>
        </p:txBody>
      </p:sp>
      <p:grpSp>
        <p:nvGrpSpPr>
          <p:cNvPr id="1406" name="Google Shape;1406;p66"/>
          <p:cNvGrpSpPr/>
          <p:nvPr/>
        </p:nvGrpSpPr>
        <p:grpSpPr>
          <a:xfrm>
            <a:off x="6922610" y="3136340"/>
            <a:ext cx="717275" cy="717275"/>
            <a:chOff x="762200" y="1561800"/>
            <a:chExt cx="708000" cy="708000"/>
          </a:xfrm>
        </p:grpSpPr>
        <p:sp>
          <p:nvSpPr>
            <p:cNvPr id="1407" name="Google Shape;1407;p66"/>
            <p:cNvSpPr/>
            <p:nvPr/>
          </p:nvSpPr>
          <p:spPr>
            <a:xfrm>
              <a:off x="762200" y="1561800"/>
              <a:ext cx="708000" cy="708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66"/>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9" name="Google Shape;1409;p66"/>
          <p:cNvSpPr txBox="1"/>
          <p:nvPr/>
        </p:nvSpPr>
        <p:spPr>
          <a:xfrm>
            <a:off x="6947050" y="3273976"/>
            <a:ext cx="668100" cy="441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b="1">
                <a:solidFill>
                  <a:srgbClr val="FFFFFF"/>
                </a:solidFill>
                <a:latin typeface="M PLUS 1p"/>
                <a:ea typeface="M PLUS 1p"/>
                <a:cs typeface="M PLUS 1p"/>
                <a:sym typeface="M PLUS 1p"/>
              </a:rPr>
              <a:t>25%</a:t>
            </a:r>
            <a:endParaRPr sz="1700" b="1">
              <a:solidFill>
                <a:srgbClr val="FFFFFF"/>
              </a:solidFill>
              <a:latin typeface="M PLUS 1p"/>
              <a:ea typeface="M PLUS 1p"/>
              <a:cs typeface="M PLUS 1p"/>
              <a:sym typeface="M PLUS 1p"/>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413"/>
        <p:cNvGrpSpPr/>
        <p:nvPr/>
      </p:nvGrpSpPr>
      <p:grpSpPr>
        <a:xfrm>
          <a:off x="0" y="0"/>
          <a:ext cx="0" cy="0"/>
          <a:chOff x="0" y="0"/>
          <a:chExt cx="0" cy="0"/>
        </a:xfrm>
      </p:grpSpPr>
      <p:cxnSp>
        <p:nvCxnSpPr>
          <p:cNvPr id="1414" name="Google Shape;1414;p67"/>
          <p:cNvCxnSpPr>
            <a:stCxn id="1415" idx="3"/>
            <a:endCxn id="1416" idx="1"/>
          </p:cNvCxnSpPr>
          <p:nvPr/>
        </p:nvCxnSpPr>
        <p:spPr>
          <a:xfrm>
            <a:off x="3635668" y="1835875"/>
            <a:ext cx="588600" cy="1072500"/>
          </a:xfrm>
          <a:prstGeom prst="bentConnector3">
            <a:avLst>
              <a:gd name="adj1" fmla="val 49998"/>
            </a:avLst>
          </a:prstGeom>
          <a:noFill/>
          <a:ln w="9525" cap="flat" cmpd="sng">
            <a:solidFill>
              <a:schemeClr val="dk1"/>
            </a:solidFill>
            <a:prstDash val="solid"/>
            <a:round/>
            <a:headEnd type="none" w="med" len="med"/>
            <a:tailEnd type="none" w="med" len="med"/>
          </a:ln>
        </p:spPr>
      </p:cxnSp>
      <p:cxnSp>
        <p:nvCxnSpPr>
          <p:cNvPr id="1417" name="Google Shape;1417;p67"/>
          <p:cNvCxnSpPr>
            <a:stCxn id="1418" idx="1"/>
            <a:endCxn id="1416" idx="3"/>
          </p:cNvCxnSpPr>
          <p:nvPr/>
        </p:nvCxnSpPr>
        <p:spPr>
          <a:xfrm flipH="1">
            <a:off x="4919718" y="1835875"/>
            <a:ext cx="588600" cy="1072500"/>
          </a:xfrm>
          <a:prstGeom prst="bentConnector3">
            <a:avLst>
              <a:gd name="adj1" fmla="val 49999"/>
            </a:avLst>
          </a:prstGeom>
          <a:noFill/>
          <a:ln w="9525" cap="flat" cmpd="sng">
            <a:solidFill>
              <a:schemeClr val="dk1"/>
            </a:solidFill>
            <a:prstDash val="solid"/>
            <a:round/>
            <a:headEnd type="none" w="med" len="med"/>
            <a:tailEnd type="none" w="med" len="med"/>
          </a:ln>
        </p:spPr>
      </p:cxnSp>
      <p:cxnSp>
        <p:nvCxnSpPr>
          <p:cNvPr id="1419" name="Google Shape;1419;p67"/>
          <p:cNvCxnSpPr>
            <a:stCxn id="1416" idx="3"/>
            <a:endCxn id="1420" idx="1"/>
          </p:cNvCxnSpPr>
          <p:nvPr/>
        </p:nvCxnSpPr>
        <p:spPr>
          <a:xfrm>
            <a:off x="4919736" y="2908450"/>
            <a:ext cx="588600" cy="1072500"/>
          </a:xfrm>
          <a:prstGeom prst="bentConnector3">
            <a:avLst>
              <a:gd name="adj1" fmla="val 49999"/>
            </a:avLst>
          </a:prstGeom>
          <a:noFill/>
          <a:ln w="9525" cap="flat" cmpd="sng">
            <a:solidFill>
              <a:schemeClr val="dk1"/>
            </a:solidFill>
            <a:prstDash val="solid"/>
            <a:round/>
            <a:headEnd type="none" w="med" len="med"/>
            <a:tailEnd type="none" w="med" len="med"/>
          </a:ln>
        </p:spPr>
      </p:cxnSp>
      <p:cxnSp>
        <p:nvCxnSpPr>
          <p:cNvPr id="1421" name="Google Shape;1421;p67"/>
          <p:cNvCxnSpPr>
            <a:stCxn id="1416" idx="1"/>
            <a:endCxn id="1422" idx="3"/>
          </p:cNvCxnSpPr>
          <p:nvPr/>
        </p:nvCxnSpPr>
        <p:spPr>
          <a:xfrm flipH="1">
            <a:off x="3635649" y="2908450"/>
            <a:ext cx="588600" cy="1072500"/>
          </a:xfrm>
          <a:prstGeom prst="bentConnector3">
            <a:avLst>
              <a:gd name="adj1" fmla="val 49998"/>
            </a:avLst>
          </a:prstGeom>
          <a:noFill/>
          <a:ln w="9525" cap="flat" cmpd="sng">
            <a:solidFill>
              <a:schemeClr val="dk1"/>
            </a:solidFill>
            <a:prstDash val="solid"/>
            <a:round/>
            <a:headEnd type="none" w="med" len="med"/>
            <a:tailEnd type="none" w="med" len="med"/>
          </a:ln>
        </p:spPr>
      </p:cxnSp>
      <p:cxnSp>
        <p:nvCxnSpPr>
          <p:cNvPr id="1423" name="Google Shape;1423;p67"/>
          <p:cNvCxnSpPr>
            <a:stCxn id="1416" idx="1"/>
            <a:endCxn id="1424" idx="3"/>
          </p:cNvCxnSpPr>
          <p:nvPr/>
        </p:nvCxnSpPr>
        <p:spPr>
          <a:xfrm flipH="1">
            <a:off x="3635649" y="2908450"/>
            <a:ext cx="588600" cy="600"/>
          </a:xfrm>
          <a:prstGeom prst="bentConnector3">
            <a:avLst>
              <a:gd name="adj1" fmla="val 49998"/>
            </a:avLst>
          </a:prstGeom>
          <a:noFill/>
          <a:ln w="9525" cap="flat" cmpd="sng">
            <a:solidFill>
              <a:schemeClr val="dk1"/>
            </a:solidFill>
            <a:prstDash val="solid"/>
            <a:round/>
            <a:headEnd type="none" w="med" len="med"/>
            <a:tailEnd type="none" w="med" len="med"/>
          </a:ln>
        </p:spPr>
      </p:cxnSp>
      <p:cxnSp>
        <p:nvCxnSpPr>
          <p:cNvPr id="1425" name="Google Shape;1425;p67"/>
          <p:cNvCxnSpPr>
            <a:stCxn id="1416" idx="3"/>
            <a:endCxn id="1426" idx="1"/>
          </p:cNvCxnSpPr>
          <p:nvPr/>
        </p:nvCxnSpPr>
        <p:spPr>
          <a:xfrm>
            <a:off x="4919736" y="2908450"/>
            <a:ext cx="588600" cy="600"/>
          </a:xfrm>
          <a:prstGeom prst="bentConnector3">
            <a:avLst>
              <a:gd name="adj1" fmla="val 49999"/>
            </a:avLst>
          </a:prstGeom>
          <a:noFill/>
          <a:ln w="9525" cap="flat" cmpd="sng">
            <a:solidFill>
              <a:schemeClr val="dk1"/>
            </a:solidFill>
            <a:prstDash val="solid"/>
            <a:round/>
            <a:headEnd type="none" w="med" len="med"/>
            <a:tailEnd type="none" w="med" len="med"/>
          </a:ln>
        </p:spPr>
      </p:cxnSp>
      <p:cxnSp>
        <p:nvCxnSpPr>
          <p:cNvPr id="1427" name="Google Shape;1427;p67"/>
          <p:cNvCxnSpPr/>
          <p:nvPr/>
        </p:nvCxnSpPr>
        <p:spPr>
          <a:xfrm>
            <a:off x="1656750" y="1123950"/>
            <a:ext cx="5830500" cy="0"/>
          </a:xfrm>
          <a:prstGeom prst="straightConnector1">
            <a:avLst/>
          </a:prstGeom>
          <a:noFill/>
          <a:ln w="9525" cap="flat" cmpd="sng">
            <a:solidFill>
              <a:schemeClr val="dk1"/>
            </a:solidFill>
            <a:prstDash val="solid"/>
            <a:round/>
            <a:headEnd type="none" w="med" len="med"/>
            <a:tailEnd type="none" w="med" len="med"/>
          </a:ln>
        </p:spPr>
      </p:cxnSp>
      <p:sp>
        <p:nvSpPr>
          <p:cNvPr id="1415" name="Google Shape;1415;p67"/>
          <p:cNvSpPr txBox="1"/>
          <p:nvPr/>
        </p:nvSpPr>
        <p:spPr>
          <a:xfrm>
            <a:off x="713068" y="1602775"/>
            <a:ext cx="2922600" cy="46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b="1">
                <a:solidFill>
                  <a:srgbClr val="FF6B65"/>
                </a:solidFill>
                <a:latin typeface="M PLUS 1p"/>
                <a:ea typeface="M PLUS 1p"/>
                <a:cs typeface="M PLUS 1p"/>
                <a:sym typeface="M PLUS 1p"/>
              </a:rPr>
              <a:t>Decision-making</a:t>
            </a:r>
            <a:endParaRPr sz="2500" b="1">
              <a:solidFill>
                <a:srgbClr val="FF6B65"/>
              </a:solidFill>
              <a:latin typeface="M PLUS 1p"/>
              <a:ea typeface="M PLUS 1p"/>
              <a:cs typeface="M PLUS 1p"/>
              <a:sym typeface="M PLUS 1p"/>
            </a:endParaRPr>
          </a:p>
        </p:txBody>
      </p:sp>
      <p:sp>
        <p:nvSpPr>
          <p:cNvPr id="1428" name="Google Shape;1428;p67"/>
          <p:cNvSpPr txBox="1"/>
          <p:nvPr/>
        </p:nvSpPr>
        <p:spPr>
          <a:xfrm>
            <a:off x="713068" y="1992775"/>
            <a:ext cx="2922600" cy="466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3181E"/>
                </a:solidFill>
                <a:latin typeface="Montserrat"/>
                <a:ea typeface="Montserrat"/>
                <a:cs typeface="Montserrat"/>
                <a:sym typeface="Montserrat"/>
              </a:rPr>
              <a:t>Mars is actually a cold place</a:t>
            </a:r>
            <a:endParaRPr>
              <a:solidFill>
                <a:srgbClr val="13181E"/>
              </a:solidFill>
              <a:latin typeface="Montserrat"/>
              <a:ea typeface="Montserrat"/>
              <a:cs typeface="Montserrat"/>
              <a:sym typeface="Montserrat"/>
            </a:endParaRPr>
          </a:p>
        </p:txBody>
      </p:sp>
      <p:sp>
        <p:nvSpPr>
          <p:cNvPr id="1424" name="Google Shape;1424;p67"/>
          <p:cNvSpPr txBox="1"/>
          <p:nvPr/>
        </p:nvSpPr>
        <p:spPr>
          <a:xfrm>
            <a:off x="713068" y="2675338"/>
            <a:ext cx="2922600" cy="46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b="1">
                <a:solidFill>
                  <a:srgbClr val="FF6B65"/>
                </a:solidFill>
                <a:latin typeface="M PLUS 1p"/>
                <a:ea typeface="M PLUS 1p"/>
                <a:cs typeface="M PLUS 1p"/>
                <a:sym typeface="M PLUS 1p"/>
              </a:rPr>
              <a:t>Parenting</a:t>
            </a:r>
            <a:endParaRPr sz="2500" b="1">
              <a:solidFill>
                <a:srgbClr val="FF6B65"/>
              </a:solidFill>
              <a:latin typeface="M PLUS 1p"/>
              <a:ea typeface="M PLUS 1p"/>
              <a:cs typeface="M PLUS 1p"/>
              <a:sym typeface="M PLUS 1p"/>
            </a:endParaRPr>
          </a:p>
        </p:txBody>
      </p:sp>
      <p:sp>
        <p:nvSpPr>
          <p:cNvPr id="1429" name="Google Shape;1429;p67"/>
          <p:cNvSpPr txBox="1"/>
          <p:nvPr/>
        </p:nvSpPr>
        <p:spPr>
          <a:xfrm>
            <a:off x="713068" y="3065338"/>
            <a:ext cx="2922600" cy="466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3181E"/>
                </a:solidFill>
                <a:latin typeface="Montserrat"/>
                <a:ea typeface="Montserrat"/>
                <a:cs typeface="Montserrat"/>
                <a:sym typeface="Montserrat"/>
              </a:rPr>
              <a:t>Jupiter is the biggest planet </a:t>
            </a:r>
            <a:endParaRPr>
              <a:solidFill>
                <a:srgbClr val="13181E"/>
              </a:solidFill>
              <a:latin typeface="Montserrat"/>
              <a:ea typeface="Montserrat"/>
              <a:cs typeface="Montserrat"/>
              <a:sym typeface="Montserrat"/>
            </a:endParaRPr>
          </a:p>
        </p:txBody>
      </p:sp>
      <p:sp>
        <p:nvSpPr>
          <p:cNvPr id="1422" name="Google Shape;1422;p67"/>
          <p:cNvSpPr txBox="1"/>
          <p:nvPr/>
        </p:nvSpPr>
        <p:spPr>
          <a:xfrm>
            <a:off x="713068" y="3747900"/>
            <a:ext cx="2922600" cy="46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b="1">
                <a:solidFill>
                  <a:srgbClr val="FF6B65"/>
                </a:solidFill>
                <a:latin typeface="M PLUS 1p"/>
                <a:ea typeface="M PLUS 1p"/>
                <a:cs typeface="M PLUS 1p"/>
                <a:sym typeface="M PLUS 1p"/>
              </a:rPr>
              <a:t>Communicating</a:t>
            </a:r>
            <a:endParaRPr sz="2500" b="1">
              <a:solidFill>
                <a:srgbClr val="FF6B65"/>
              </a:solidFill>
              <a:latin typeface="M PLUS 1p"/>
              <a:ea typeface="M PLUS 1p"/>
              <a:cs typeface="M PLUS 1p"/>
              <a:sym typeface="M PLUS 1p"/>
            </a:endParaRPr>
          </a:p>
        </p:txBody>
      </p:sp>
      <p:sp>
        <p:nvSpPr>
          <p:cNvPr id="1430" name="Google Shape;1430;p67"/>
          <p:cNvSpPr txBox="1"/>
          <p:nvPr/>
        </p:nvSpPr>
        <p:spPr>
          <a:xfrm>
            <a:off x="713068" y="4137900"/>
            <a:ext cx="2922600" cy="466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3181E"/>
                </a:solidFill>
                <a:latin typeface="Montserrat"/>
                <a:ea typeface="Montserrat"/>
                <a:cs typeface="Montserrat"/>
                <a:sym typeface="Montserrat"/>
              </a:rPr>
              <a:t>Venus is hotter than Mercury</a:t>
            </a:r>
            <a:endParaRPr>
              <a:solidFill>
                <a:srgbClr val="13181E"/>
              </a:solidFill>
              <a:latin typeface="Montserrat"/>
              <a:ea typeface="Montserrat"/>
              <a:cs typeface="Montserrat"/>
              <a:sym typeface="Montserrat"/>
            </a:endParaRPr>
          </a:p>
        </p:txBody>
      </p:sp>
      <p:sp>
        <p:nvSpPr>
          <p:cNvPr id="1418" name="Google Shape;1418;p67"/>
          <p:cNvSpPr txBox="1"/>
          <p:nvPr/>
        </p:nvSpPr>
        <p:spPr>
          <a:xfrm>
            <a:off x="5508318" y="1602775"/>
            <a:ext cx="2922600" cy="4662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500" b="1">
                <a:solidFill>
                  <a:srgbClr val="FF6B65"/>
                </a:solidFill>
                <a:latin typeface="M PLUS 1p"/>
                <a:ea typeface="M PLUS 1p"/>
                <a:cs typeface="M PLUS 1p"/>
                <a:sym typeface="M PLUS 1p"/>
              </a:rPr>
              <a:t>Home learning</a:t>
            </a:r>
            <a:endParaRPr sz="2500" b="1">
              <a:solidFill>
                <a:srgbClr val="FF6B65"/>
              </a:solidFill>
              <a:latin typeface="M PLUS 1p"/>
              <a:ea typeface="M PLUS 1p"/>
              <a:cs typeface="M PLUS 1p"/>
              <a:sym typeface="M PLUS 1p"/>
            </a:endParaRPr>
          </a:p>
        </p:txBody>
      </p:sp>
      <p:sp>
        <p:nvSpPr>
          <p:cNvPr id="1431" name="Google Shape;1431;p67"/>
          <p:cNvSpPr txBox="1"/>
          <p:nvPr/>
        </p:nvSpPr>
        <p:spPr>
          <a:xfrm>
            <a:off x="5508318" y="1992775"/>
            <a:ext cx="2922600" cy="4662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rgbClr val="13181E"/>
                </a:solidFill>
                <a:latin typeface="Montserrat"/>
                <a:ea typeface="Montserrat"/>
                <a:cs typeface="Montserrat"/>
                <a:sym typeface="Montserrat"/>
              </a:rPr>
              <a:t>Neptune is far away from us</a:t>
            </a:r>
            <a:endParaRPr>
              <a:solidFill>
                <a:srgbClr val="13181E"/>
              </a:solidFill>
              <a:latin typeface="Montserrat"/>
              <a:ea typeface="Montserrat"/>
              <a:cs typeface="Montserrat"/>
              <a:sym typeface="Montserrat"/>
            </a:endParaRPr>
          </a:p>
        </p:txBody>
      </p:sp>
      <p:sp>
        <p:nvSpPr>
          <p:cNvPr id="1426" name="Google Shape;1426;p67"/>
          <p:cNvSpPr txBox="1"/>
          <p:nvPr/>
        </p:nvSpPr>
        <p:spPr>
          <a:xfrm>
            <a:off x="5508318" y="2675338"/>
            <a:ext cx="2922600" cy="4662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500" b="1">
                <a:solidFill>
                  <a:srgbClr val="FF6B65"/>
                </a:solidFill>
                <a:latin typeface="M PLUS 1p"/>
                <a:ea typeface="M PLUS 1p"/>
                <a:cs typeface="M PLUS 1p"/>
                <a:sym typeface="M PLUS 1p"/>
              </a:rPr>
              <a:t>Volunteering</a:t>
            </a:r>
            <a:endParaRPr sz="2500" b="1">
              <a:solidFill>
                <a:srgbClr val="FF6B65"/>
              </a:solidFill>
              <a:latin typeface="M PLUS 1p"/>
              <a:ea typeface="M PLUS 1p"/>
              <a:cs typeface="M PLUS 1p"/>
              <a:sym typeface="M PLUS 1p"/>
            </a:endParaRPr>
          </a:p>
        </p:txBody>
      </p:sp>
      <p:sp>
        <p:nvSpPr>
          <p:cNvPr id="1432" name="Google Shape;1432;p67"/>
          <p:cNvSpPr txBox="1"/>
          <p:nvPr/>
        </p:nvSpPr>
        <p:spPr>
          <a:xfrm>
            <a:off x="5508318" y="3065338"/>
            <a:ext cx="2922600" cy="4662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rgbClr val="13181E"/>
                </a:solidFill>
                <a:latin typeface="Montserrat"/>
                <a:ea typeface="Montserrat"/>
                <a:cs typeface="Montserrat"/>
                <a:sym typeface="Montserrat"/>
              </a:rPr>
              <a:t>Mercury is the smallest planet </a:t>
            </a:r>
            <a:endParaRPr>
              <a:solidFill>
                <a:srgbClr val="13181E"/>
              </a:solidFill>
              <a:latin typeface="Montserrat"/>
              <a:ea typeface="Montserrat"/>
              <a:cs typeface="Montserrat"/>
              <a:sym typeface="Montserrat"/>
            </a:endParaRPr>
          </a:p>
        </p:txBody>
      </p:sp>
      <p:sp>
        <p:nvSpPr>
          <p:cNvPr id="1420" name="Google Shape;1420;p67"/>
          <p:cNvSpPr txBox="1"/>
          <p:nvPr/>
        </p:nvSpPr>
        <p:spPr>
          <a:xfrm>
            <a:off x="5508318" y="3747900"/>
            <a:ext cx="2922600" cy="4662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500" b="1">
                <a:solidFill>
                  <a:srgbClr val="FF6B65"/>
                </a:solidFill>
                <a:latin typeface="M PLUS 1p"/>
                <a:ea typeface="M PLUS 1p"/>
                <a:cs typeface="M PLUS 1p"/>
                <a:sym typeface="M PLUS 1p"/>
              </a:rPr>
              <a:t>Collaborating</a:t>
            </a:r>
            <a:endParaRPr sz="2500" b="1">
              <a:solidFill>
                <a:srgbClr val="FF6B65"/>
              </a:solidFill>
              <a:latin typeface="M PLUS 1p"/>
              <a:ea typeface="M PLUS 1p"/>
              <a:cs typeface="M PLUS 1p"/>
              <a:sym typeface="M PLUS 1p"/>
            </a:endParaRPr>
          </a:p>
        </p:txBody>
      </p:sp>
      <p:sp>
        <p:nvSpPr>
          <p:cNvPr id="1433" name="Google Shape;1433;p67"/>
          <p:cNvSpPr txBox="1"/>
          <p:nvPr/>
        </p:nvSpPr>
        <p:spPr>
          <a:xfrm>
            <a:off x="5508318" y="4137900"/>
            <a:ext cx="2922600" cy="4662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rgbClr val="13181E"/>
                </a:solidFill>
                <a:latin typeface="Montserrat"/>
                <a:ea typeface="Montserrat"/>
                <a:cs typeface="Montserrat"/>
                <a:sym typeface="Montserrat"/>
              </a:rPr>
              <a:t>Earth is where we all live</a:t>
            </a:r>
            <a:endParaRPr>
              <a:solidFill>
                <a:srgbClr val="13181E"/>
              </a:solidFill>
              <a:latin typeface="Montserrat"/>
              <a:ea typeface="Montserrat"/>
              <a:cs typeface="Montserrat"/>
              <a:sym typeface="Montserrat"/>
            </a:endParaRPr>
          </a:p>
        </p:txBody>
      </p:sp>
      <p:grpSp>
        <p:nvGrpSpPr>
          <p:cNvPr id="1434" name="Google Shape;1434;p67"/>
          <p:cNvGrpSpPr/>
          <p:nvPr/>
        </p:nvGrpSpPr>
        <p:grpSpPr>
          <a:xfrm>
            <a:off x="4142095" y="2478552"/>
            <a:ext cx="859795" cy="859795"/>
            <a:chOff x="762200" y="1561800"/>
            <a:chExt cx="708000" cy="708000"/>
          </a:xfrm>
        </p:grpSpPr>
        <p:sp>
          <p:nvSpPr>
            <p:cNvPr id="1435" name="Google Shape;1435;p67"/>
            <p:cNvSpPr/>
            <p:nvPr/>
          </p:nvSpPr>
          <p:spPr>
            <a:xfrm>
              <a:off x="762200" y="1561800"/>
              <a:ext cx="708000" cy="70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67"/>
            <p:cNvSpPr/>
            <p:nvPr/>
          </p:nvSpPr>
          <p:spPr>
            <a:xfrm>
              <a:off x="829850" y="1629450"/>
              <a:ext cx="572700" cy="5727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67"/>
          <p:cNvGrpSpPr/>
          <p:nvPr/>
        </p:nvGrpSpPr>
        <p:grpSpPr>
          <a:xfrm>
            <a:off x="4361017" y="2668592"/>
            <a:ext cx="421963" cy="480328"/>
            <a:chOff x="4052905" y="3531979"/>
            <a:chExt cx="421963" cy="480328"/>
          </a:xfrm>
        </p:grpSpPr>
        <p:sp>
          <p:nvSpPr>
            <p:cNvPr id="1437" name="Google Shape;1437;p67"/>
            <p:cNvSpPr/>
            <p:nvPr/>
          </p:nvSpPr>
          <p:spPr>
            <a:xfrm>
              <a:off x="4052905" y="3804134"/>
              <a:ext cx="421963" cy="208174"/>
            </a:xfrm>
            <a:custGeom>
              <a:avLst/>
              <a:gdLst/>
              <a:ahLst/>
              <a:cxnLst/>
              <a:rect l="l" t="t" r="r" b="b"/>
              <a:pathLst>
                <a:path w="10895" h="5375" extrusionOk="0">
                  <a:moveTo>
                    <a:pt x="364" y="0"/>
                  </a:moveTo>
                  <a:cubicBezTo>
                    <a:pt x="166" y="0"/>
                    <a:pt x="1" y="159"/>
                    <a:pt x="1" y="364"/>
                  </a:cubicBezTo>
                  <a:cubicBezTo>
                    <a:pt x="1" y="1897"/>
                    <a:pt x="1250" y="3147"/>
                    <a:pt x="2784" y="3147"/>
                  </a:cubicBezTo>
                  <a:lnTo>
                    <a:pt x="3907" y="3147"/>
                  </a:lnTo>
                  <a:lnTo>
                    <a:pt x="5084" y="3735"/>
                  </a:lnTo>
                  <a:lnTo>
                    <a:pt x="5084" y="5011"/>
                  </a:lnTo>
                  <a:cubicBezTo>
                    <a:pt x="5084" y="5209"/>
                    <a:pt x="5249" y="5374"/>
                    <a:pt x="5447" y="5374"/>
                  </a:cubicBezTo>
                  <a:cubicBezTo>
                    <a:pt x="5646" y="5374"/>
                    <a:pt x="5811" y="5209"/>
                    <a:pt x="5811" y="5011"/>
                  </a:cubicBezTo>
                  <a:lnTo>
                    <a:pt x="5811" y="3735"/>
                  </a:lnTo>
                  <a:lnTo>
                    <a:pt x="6988" y="3147"/>
                  </a:lnTo>
                  <a:lnTo>
                    <a:pt x="8111" y="3147"/>
                  </a:lnTo>
                  <a:cubicBezTo>
                    <a:pt x="9645" y="3147"/>
                    <a:pt x="10894" y="1897"/>
                    <a:pt x="10894" y="364"/>
                  </a:cubicBezTo>
                  <a:cubicBezTo>
                    <a:pt x="10894" y="159"/>
                    <a:pt x="10736" y="0"/>
                    <a:pt x="10531" y="0"/>
                  </a:cubicBezTo>
                  <a:lnTo>
                    <a:pt x="9321" y="0"/>
                  </a:lnTo>
                  <a:cubicBezTo>
                    <a:pt x="7867" y="0"/>
                    <a:pt x="6664" y="1124"/>
                    <a:pt x="6545" y="2552"/>
                  </a:cubicBezTo>
                  <a:lnTo>
                    <a:pt x="5811" y="2922"/>
                  </a:lnTo>
                  <a:lnTo>
                    <a:pt x="5811" y="1051"/>
                  </a:lnTo>
                  <a:cubicBezTo>
                    <a:pt x="5692" y="1071"/>
                    <a:pt x="5573" y="1091"/>
                    <a:pt x="5447" y="1091"/>
                  </a:cubicBezTo>
                  <a:cubicBezTo>
                    <a:pt x="5322" y="1091"/>
                    <a:pt x="5203" y="1071"/>
                    <a:pt x="5084" y="1051"/>
                  </a:cubicBezTo>
                  <a:lnTo>
                    <a:pt x="5084" y="2922"/>
                  </a:lnTo>
                  <a:lnTo>
                    <a:pt x="4350" y="2552"/>
                  </a:lnTo>
                  <a:cubicBezTo>
                    <a:pt x="4231" y="1124"/>
                    <a:pt x="3035" y="0"/>
                    <a:pt x="15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67"/>
            <p:cNvSpPr/>
            <p:nvPr/>
          </p:nvSpPr>
          <p:spPr>
            <a:xfrm>
              <a:off x="4226492" y="3775977"/>
              <a:ext cx="75059" cy="42254"/>
            </a:xfrm>
            <a:custGeom>
              <a:avLst/>
              <a:gdLst/>
              <a:ahLst/>
              <a:cxnLst/>
              <a:rect l="l" t="t" r="r" b="b"/>
              <a:pathLst>
                <a:path w="1938" h="1091" extrusionOk="0">
                  <a:moveTo>
                    <a:pt x="0" y="0"/>
                  </a:moveTo>
                  <a:lnTo>
                    <a:pt x="0" y="119"/>
                  </a:lnTo>
                  <a:cubicBezTo>
                    <a:pt x="0" y="655"/>
                    <a:pt x="430" y="1091"/>
                    <a:pt x="965" y="1091"/>
                  </a:cubicBezTo>
                  <a:cubicBezTo>
                    <a:pt x="1501" y="1091"/>
                    <a:pt x="1937" y="655"/>
                    <a:pt x="1937" y="119"/>
                  </a:cubicBezTo>
                  <a:lnTo>
                    <a:pt x="19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67"/>
            <p:cNvSpPr/>
            <p:nvPr/>
          </p:nvSpPr>
          <p:spPr>
            <a:xfrm>
              <a:off x="4203447" y="3593172"/>
              <a:ext cx="120876" cy="154688"/>
            </a:xfrm>
            <a:custGeom>
              <a:avLst/>
              <a:gdLst/>
              <a:ahLst/>
              <a:cxnLst/>
              <a:rect l="l" t="t" r="r" b="b"/>
              <a:pathLst>
                <a:path w="3121" h="3994" extrusionOk="0">
                  <a:moveTo>
                    <a:pt x="1560" y="1"/>
                  </a:moveTo>
                  <a:cubicBezTo>
                    <a:pt x="675" y="1"/>
                    <a:pt x="0" y="794"/>
                    <a:pt x="146" y="1666"/>
                  </a:cubicBezTo>
                  <a:lnTo>
                    <a:pt x="529" y="3993"/>
                  </a:lnTo>
                  <a:lnTo>
                    <a:pt x="2592" y="3993"/>
                  </a:lnTo>
                  <a:lnTo>
                    <a:pt x="2975" y="1666"/>
                  </a:lnTo>
                  <a:cubicBezTo>
                    <a:pt x="3120" y="794"/>
                    <a:pt x="2446" y="1"/>
                    <a:pt x="15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67"/>
            <p:cNvSpPr/>
            <p:nvPr/>
          </p:nvSpPr>
          <p:spPr>
            <a:xfrm>
              <a:off x="4095159" y="3599679"/>
              <a:ext cx="100892" cy="150466"/>
            </a:xfrm>
            <a:custGeom>
              <a:avLst/>
              <a:gdLst/>
              <a:ahLst/>
              <a:cxnLst/>
              <a:rect l="l" t="t" r="r" b="b"/>
              <a:pathLst>
                <a:path w="2605" h="3885" extrusionOk="0">
                  <a:moveTo>
                    <a:pt x="1640" y="0"/>
                  </a:moveTo>
                  <a:cubicBezTo>
                    <a:pt x="1277" y="0"/>
                    <a:pt x="911" y="138"/>
                    <a:pt x="628" y="421"/>
                  </a:cubicBezTo>
                  <a:cubicBezTo>
                    <a:pt x="0" y="1049"/>
                    <a:pt x="86" y="2087"/>
                    <a:pt x="807" y="2602"/>
                  </a:cubicBezTo>
                  <a:lnTo>
                    <a:pt x="2605" y="3885"/>
                  </a:lnTo>
                  <a:lnTo>
                    <a:pt x="2221" y="1624"/>
                  </a:lnTo>
                  <a:cubicBezTo>
                    <a:pt x="2142" y="1148"/>
                    <a:pt x="2228" y="665"/>
                    <a:pt x="2446" y="249"/>
                  </a:cubicBezTo>
                  <a:cubicBezTo>
                    <a:pt x="2206" y="84"/>
                    <a:pt x="1924" y="0"/>
                    <a:pt x="16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67"/>
            <p:cNvSpPr/>
            <p:nvPr/>
          </p:nvSpPr>
          <p:spPr>
            <a:xfrm>
              <a:off x="4331953" y="3599679"/>
              <a:ext cx="100659" cy="150466"/>
            </a:xfrm>
            <a:custGeom>
              <a:avLst/>
              <a:gdLst/>
              <a:ahLst/>
              <a:cxnLst/>
              <a:rect l="l" t="t" r="r" b="b"/>
              <a:pathLst>
                <a:path w="2599" h="3885" extrusionOk="0">
                  <a:moveTo>
                    <a:pt x="958" y="0"/>
                  </a:moveTo>
                  <a:cubicBezTo>
                    <a:pt x="675" y="0"/>
                    <a:pt x="393" y="84"/>
                    <a:pt x="153" y="249"/>
                  </a:cubicBezTo>
                  <a:cubicBezTo>
                    <a:pt x="371" y="665"/>
                    <a:pt x="457" y="1148"/>
                    <a:pt x="377" y="1624"/>
                  </a:cubicBezTo>
                  <a:lnTo>
                    <a:pt x="1" y="3885"/>
                  </a:lnTo>
                  <a:lnTo>
                    <a:pt x="1792" y="2602"/>
                  </a:lnTo>
                  <a:cubicBezTo>
                    <a:pt x="2513" y="2087"/>
                    <a:pt x="2598" y="1049"/>
                    <a:pt x="1971" y="421"/>
                  </a:cubicBezTo>
                  <a:cubicBezTo>
                    <a:pt x="1688" y="138"/>
                    <a:pt x="1322" y="0"/>
                    <a:pt x="9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67"/>
            <p:cNvSpPr/>
            <p:nvPr/>
          </p:nvSpPr>
          <p:spPr>
            <a:xfrm>
              <a:off x="4272812" y="3531979"/>
              <a:ext cx="91442" cy="55074"/>
            </a:xfrm>
            <a:custGeom>
              <a:avLst/>
              <a:gdLst/>
              <a:ahLst/>
              <a:cxnLst/>
              <a:rect l="l" t="t" r="r" b="b"/>
              <a:pathLst>
                <a:path w="2361" h="1422" extrusionOk="0">
                  <a:moveTo>
                    <a:pt x="1164" y="1"/>
                  </a:moveTo>
                  <a:cubicBezTo>
                    <a:pt x="615" y="1"/>
                    <a:pt x="153" y="364"/>
                    <a:pt x="1" y="867"/>
                  </a:cubicBezTo>
                  <a:cubicBezTo>
                    <a:pt x="463" y="913"/>
                    <a:pt x="893" y="1111"/>
                    <a:pt x="1230" y="1422"/>
                  </a:cubicBezTo>
                  <a:cubicBezTo>
                    <a:pt x="1561" y="1191"/>
                    <a:pt x="1951" y="1052"/>
                    <a:pt x="2361" y="1025"/>
                  </a:cubicBezTo>
                  <a:cubicBezTo>
                    <a:pt x="2268" y="444"/>
                    <a:pt x="1766" y="1"/>
                    <a:pt x="11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67"/>
            <p:cNvSpPr/>
            <p:nvPr/>
          </p:nvSpPr>
          <p:spPr>
            <a:xfrm>
              <a:off x="4163749" y="3531979"/>
              <a:ext cx="91209" cy="55074"/>
            </a:xfrm>
            <a:custGeom>
              <a:avLst/>
              <a:gdLst/>
              <a:ahLst/>
              <a:cxnLst/>
              <a:rect l="l" t="t" r="r" b="b"/>
              <a:pathLst>
                <a:path w="2355" h="1422" extrusionOk="0">
                  <a:moveTo>
                    <a:pt x="1191" y="1"/>
                  </a:moveTo>
                  <a:cubicBezTo>
                    <a:pt x="589" y="1"/>
                    <a:pt x="87" y="444"/>
                    <a:pt x="1" y="1025"/>
                  </a:cubicBezTo>
                  <a:cubicBezTo>
                    <a:pt x="404" y="1052"/>
                    <a:pt x="794" y="1191"/>
                    <a:pt x="1125" y="1422"/>
                  </a:cubicBezTo>
                  <a:cubicBezTo>
                    <a:pt x="1462" y="1111"/>
                    <a:pt x="1891" y="913"/>
                    <a:pt x="2354" y="867"/>
                  </a:cubicBezTo>
                  <a:cubicBezTo>
                    <a:pt x="2202" y="364"/>
                    <a:pt x="1739" y="1"/>
                    <a:pt x="1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 name="Google Shape;1444;p67"/>
          <p:cNvGrpSpPr/>
          <p:nvPr/>
        </p:nvGrpSpPr>
        <p:grpSpPr>
          <a:xfrm>
            <a:off x="8259700" y="435294"/>
            <a:ext cx="777000" cy="738300"/>
            <a:chOff x="4020687" y="439644"/>
            <a:chExt cx="777000" cy="738300"/>
          </a:xfrm>
        </p:grpSpPr>
        <p:sp>
          <p:nvSpPr>
            <p:cNvPr id="1445" name="Google Shape;1445;p67"/>
            <p:cNvSpPr/>
            <p:nvPr/>
          </p:nvSpPr>
          <p:spPr>
            <a:xfrm rot="10800000">
              <a:off x="4020687" y="439644"/>
              <a:ext cx="777000" cy="738300"/>
            </a:xfrm>
            <a:prstGeom prst="pentagon">
              <a:avLst>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67"/>
            <p:cNvSpPr/>
            <p:nvPr/>
          </p:nvSpPr>
          <p:spPr>
            <a:xfrm rot="10800000">
              <a:off x="4071504" y="487902"/>
              <a:ext cx="675300" cy="641700"/>
            </a:xfrm>
            <a:prstGeom prst="pentagon">
              <a:avLst>
                <a:gd name="hf" fmla="val 105146"/>
                <a:gd name="vf" fmla="val 11055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7" name="Google Shape;1447;p67"/>
            <p:cNvGrpSpPr/>
            <p:nvPr/>
          </p:nvGrpSpPr>
          <p:grpSpPr>
            <a:xfrm>
              <a:off x="4271284" y="615814"/>
              <a:ext cx="275770" cy="283890"/>
              <a:chOff x="4363050" y="2520250"/>
              <a:chExt cx="346575" cy="356825"/>
            </a:xfrm>
          </p:grpSpPr>
          <p:sp>
            <p:nvSpPr>
              <p:cNvPr id="1448" name="Google Shape;1448;p67"/>
              <p:cNvSpPr/>
              <p:nvPr/>
            </p:nvSpPr>
            <p:spPr>
              <a:xfrm>
                <a:off x="4640350" y="2650200"/>
                <a:ext cx="49100" cy="48050"/>
              </a:xfrm>
              <a:custGeom>
                <a:avLst/>
                <a:gdLst/>
                <a:ahLst/>
                <a:cxnLst/>
                <a:rect l="l" t="t" r="r" b="b"/>
                <a:pathLst>
                  <a:path w="1964" h="1922" extrusionOk="0">
                    <a:moveTo>
                      <a:pt x="991" y="0"/>
                    </a:moveTo>
                    <a:cubicBezTo>
                      <a:pt x="760" y="0"/>
                      <a:pt x="531" y="80"/>
                      <a:pt x="357" y="230"/>
                    </a:cubicBezTo>
                    <a:cubicBezTo>
                      <a:pt x="159" y="395"/>
                      <a:pt x="34" y="640"/>
                      <a:pt x="20" y="904"/>
                    </a:cubicBezTo>
                    <a:cubicBezTo>
                      <a:pt x="0" y="1168"/>
                      <a:pt x="100" y="1426"/>
                      <a:pt x="278" y="1618"/>
                    </a:cubicBezTo>
                    <a:cubicBezTo>
                      <a:pt x="457" y="1810"/>
                      <a:pt x="714" y="1922"/>
                      <a:pt x="972" y="1922"/>
                    </a:cubicBezTo>
                    <a:cubicBezTo>
                      <a:pt x="1435" y="1922"/>
                      <a:pt x="1838" y="1578"/>
                      <a:pt x="1917" y="1129"/>
                    </a:cubicBezTo>
                    <a:cubicBezTo>
                      <a:pt x="1964" y="871"/>
                      <a:pt x="1898" y="593"/>
                      <a:pt x="1739" y="382"/>
                    </a:cubicBezTo>
                    <a:cubicBezTo>
                      <a:pt x="1587" y="177"/>
                      <a:pt x="1349" y="38"/>
                      <a:pt x="1091" y="5"/>
                    </a:cubicBezTo>
                    <a:cubicBezTo>
                      <a:pt x="1058" y="2"/>
                      <a:pt x="1024" y="0"/>
                      <a:pt x="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9" name="Google Shape;1449;p67"/>
              <p:cNvSpPr/>
              <p:nvPr/>
            </p:nvSpPr>
            <p:spPr>
              <a:xfrm>
                <a:off x="4363050" y="2594650"/>
                <a:ext cx="346575" cy="282425"/>
              </a:xfrm>
              <a:custGeom>
                <a:avLst/>
                <a:gdLst/>
                <a:ahLst/>
                <a:cxnLst/>
                <a:rect l="l" t="t" r="r" b="b"/>
                <a:pathLst>
                  <a:path w="13863" h="11297" extrusionOk="0">
                    <a:moveTo>
                      <a:pt x="10312" y="3272"/>
                    </a:moveTo>
                    <a:cubicBezTo>
                      <a:pt x="10312" y="3275"/>
                      <a:pt x="10312" y="3284"/>
                      <a:pt x="10313" y="3301"/>
                    </a:cubicBezTo>
                    <a:lnTo>
                      <a:pt x="10313" y="3301"/>
                    </a:lnTo>
                    <a:cubicBezTo>
                      <a:pt x="10315" y="3322"/>
                      <a:pt x="10317" y="3343"/>
                      <a:pt x="10319" y="3364"/>
                    </a:cubicBezTo>
                    <a:cubicBezTo>
                      <a:pt x="10319" y="3324"/>
                      <a:pt x="10312" y="3285"/>
                      <a:pt x="10312" y="3272"/>
                    </a:cubicBezTo>
                    <a:close/>
                    <a:moveTo>
                      <a:pt x="2764" y="0"/>
                    </a:moveTo>
                    <a:cubicBezTo>
                      <a:pt x="2525" y="0"/>
                      <a:pt x="2281" y="54"/>
                      <a:pt x="1977" y="178"/>
                    </a:cubicBezTo>
                    <a:cubicBezTo>
                      <a:pt x="1845" y="231"/>
                      <a:pt x="1719" y="297"/>
                      <a:pt x="1594" y="370"/>
                    </a:cubicBezTo>
                    <a:cubicBezTo>
                      <a:pt x="1296" y="555"/>
                      <a:pt x="1038" y="799"/>
                      <a:pt x="827" y="1077"/>
                    </a:cubicBezTo>
                    <a:cubicBezTo>
                      <a:pt x="397" y="1645"/>
                      <a:pt x="166" y="2339"/>
                      <a:pt x="73" y="3040"/>
                    </a:cubicBezTo>
                    <a:cubicBezTo>
                      <a:pt x="1" y="3556"/>
                      <a:pt x="1" y="4085"/>
                      <a:pt x="40" y="4607"/>
                    </a:cubicBezTo>
                    <a:cubicBezTo>
                      <a:pt x="40" y="4607"/>
                      <a:pt x="40" y="4607"/>
                      <a:pt x="40" y="4613"/>
                    </a:cubicBezTo>
                    <a:cubicBezTo>
                      <a:pt x="106" y="5202"/>
                      <a:pt x="106" y="5440"/>
                      <a:pt x="529" y="5453"/>
                    </a:cubicBezTo>
                    <a:cubicBezTo>
                      <a:pt x="556" y="5453"/>
                      <a:pt x="582" y="5453"/>
                      <a:pt x="602" y="5446"/>
                    </a:cubicBezTo>
                    <a:cubicBezTo>
                      <a:pt x="807" y="5400"/>
                      <a:pt x="966" y="5215"/>
                      <a:pt x="953" y="4997"/>
                    </a:cubicBezTo>
                    <a:cubicBezTo>
                      <a:pt x="926" y="4389"/>
                      <a:pt x="959" y="3761"/>
                      <a:pt x="1098" y="3159"/>
                    </a:cubicBezTo>
                    <a:cubicBezTo>
                      <a:pt x="1171" y="2848"/>
                      <a:pt x="1276" y="2538"/>
                      <a:pt x="1435" y="2260"/>
                    </a:cubicBezTo>
                    <a:lnTo>
                      <a:pt x="1435" y="2260"/>
                    </a:lnTo>
                    <a:cubicBezTo>
                      <a:pt x="1415" y="2432"/>
                      <a:pt x="1395" y="2604"/>
                      <a:pt x="1376" y="2782"/>
                    </a:cubicBezTo>
                    <a:cubicBezTo>
                      <a:pt x="1329" y="3139"/>
                      <a:pt x="1290" y="3496"/>
                      <a:pt x="1243" y="3853"/>
                    </a:cubicBezTo>
                    <a:cubicBezTo>
                      <a:pt x="1210" y="4157"/>
                      <a:pt x="1171" y="4455"/>
                      <a:pt x="1138" y="4752"/>
                    </a:cubicBezTo>
                    <a:cubicBezTo>
                      <a:pt x="1131" y="4805"/>
                      <a:pt x="1124" y="4851"/>
                      <a:pt x="1118" y="4904"/>
                    </a:cubicBezTo>
                    <a:cubicBezTo>
                      <a:pt x="1078" y="5228"/>
                      <a:pt x="1138" y="5572"/>
                      <a:pt x="1283" y="5863"/>
                    </a:cubicBezTo>
                    <a:cubicBezTo>
                      <a:pt x="1316" y="5929"/>
                      <a:pt x="1356" y="5995"/>
                      <a:pt x="1395" y="6054"/>
                    </a:cubicBezTo>
                    <a:lnTo>
                      <a:pt x="1620" y="10807"/>
                    </a:lnTo>
                    <a:cubicBezTo>
                      <a:pt x="1633" y="11071"/>
                      <a:pt x="1858" y="11283"/>
                      <a:pt x="2122" y="11290"/>
                    </a:cubicBezTo>
                    <a:cubicBezTo>
                      <a:pt x="2380" y="11290"/>
                      <a:pt x="2605" y="11085"/>
                      <a:pt x="2631" y="10827"/>
                    </a:cubicBezTo>
                    <a:cubicBezTo>
                      <a:pt x="2631" y="10820"/>
                      <a:pt x="2631" y="10814"/>
                      <a:pt x="2631" y="10807"/>
                    </a:cubicBezTo>
                    <a:lnTo>
                      <a:pt x="2797" y="7211"/>
                    </a:lnTo>
                    <a:lnTo>
                      <a:pt x="2962" y="10807"/>
                    </a:lnTo>
                    <a:cubicBezTo>
                      <a:pt x="2975" y="11071"/>
                      <a:pt x="3200" y="11283"/>
                      <a:pt x="3464" y="11290"/>
                    </a:cubicBezTo>
                    <a:cubicBezTo>
                      <a:pt x="3722" y="11290"/>
                      <a:pt x="3947" y="11085"/>
                      <a:pt x="3973" y="10827"/>
                    </a:cubicBezTo>
                    <a:cubicBezTo>
                      <a:pt x="3973" y="10820"/>
                      <a:pt x="3973" y="10814"/>
                      <a:pt x="3973" y="10807"/>
                    </a:cubicBezTo>
                    <a:lnTo>
                      <a:pt x="4191" y="6034"/>
                    </a:lnTo>
                    <a:cubicBezTo>
                      <a:pt x="4403" y="5711"/>
                      <a:pt x="4509" y="5314"/>
                      <a:pt x="4462" y="4904"/>
                    </a:cubicBezTo>
                    <a:lnTo>
                      <a:pt x="4145" y="2260"/>
                    </a:lnTo>
                    <a:lnTo>
                      <a:pt x="4145" y="2260"/>
                    </a:lnTo>
                    <a:cubicBezTo>
                      <a:pt x="4476" y="2881"/>
                      <a:pt x="4588" y="3635"/>
                      <a:pt x="4615" y="4329"/>
                    </a:cubicBezTo>
                    <a:cubicBezTo>
                      <a:pt x="4621" y="4554"/>
                      <a:pt x="4621" y="4779"/>
                      <a:pt x="4608" y="4997"/>
                    </a:cubicBezTo>
                    <a:cubicBezTo>
                      <a:pt x="4601" y="5228"/>
                      <a:pt x="4773" y="5433"/>
                      <a:pt x="5005" y="5453"/>
                    </a:cubicBezTo>
                    <a:cubicBezTo>
                      <a:pt x="5019" y="5454"/>
                      <a:pt x="5034" y="5455"/>
                      <a:pt x="5048" y="5455"/>
                    </a:cubicBezTo>
                    <a:cubicBezTo>
                      <a:pt x="5090" y="5455"/>
                      <a:pt x="5130" y="5448"/>
                      <a:pt x="5170" y="5433"/>
                    </a:cubicBezTo>
                    <a:cubicBezTo>
                      <a:pt x="5216" y="5446"/>
                      <a:pt x="5262" y="5453"/>
                      <a:pt x="5322" y="5453"/>
                    </a:cubicBezTo>
                    <a:cubicBezTo>
                      <a:pt x="5355" y="5453"/>
                      <a:pt x="5375" y="5453"/>
                      <a:pt x="5395" y="5446"/>
                    </a:cubicBezTo>
                    <a:cubicBezTo>
                      <a:pt x="5599" y="5400"/>
                      <a:pt x="5758" y="5215"/>
                      <a:pt x="5745" y="4997"/>
                    </a:cubicBezTo>
                    <a:cubicBezTo>
                      <a:pt x="5718" y="4389"/>
                      <a:pt x="5751" y="3761"/>
                      <a:pt x="5890" y="3159"/>
                    </a:cubicBezTo>
                    <a:cubicBezTo>
                      <a:pt x="5963" y="2848"/>
                      <a:pt x="6069" y="2538"/>
                      <a:pt x="6227" y="2260"/>
                    </a:cubicBezTo>
                    <a:lnTo>
                      <a:pt x="6227" y="2260"/>
                    </a:lnTo>
                    <a:cubicBezTo>
                      <a:pt x="6208" y="2432"/>
                      <a:pt x="6188" y="2604"/>
                      <a:pt x="6168" y="2782"/>
                    </a:cubicBezTo>
                    <a:cubicBezTo>
                      <a:pt x="6122" y="3139"/>
                      <a:pt x="6082" y="3496"/>
                      <a:pt x="6036" y="3853"/>
                    </a:cubicBezTo>
                    <a:cubicBezTo>
                      <a:pt x="6003" y="4157"/>
                      <a:pt x="5963" y="4455"/>
                      <a:pt x="5930" y="4752"/>
                    </a:cubicBezTo>
                    <a:cubicBezTo>
                      <a:pt x="5923" y="4805"/>
                      <a:pt x="5917" y="4851"/>
                      <a:pt x="5910" y="4904"/>
                    </a:cubicBezTo>
                    <a:cubicBezTo>
                      <a:pt x="5870" y="5228"/>
                      <a:pt x="5930" y="5572"/>
                      <a:pt x="6075" y="5863"/>
                    </a:cubicBezTo>
                    <a:cubicBezTo>
                      <a:pt x="6108" y="5929"/>
                      <a:pt x="6148" y="5995"/>
                      <a:pt x="6188" y="6054"/>
                    </a:cubicBezTo>
                    <a:lnTo>
                      <a:pt x="6412" y="10807"/>
                    </a:lnTo>
                    <a:cubicBezTo>
                      <a:pt x="6426" y="11071"/>
                      <a:pt x="6650" y="11283"/>
                      <a:pt x="6915" y="11290"/>
                    </a:cubicBezTo>
                    <a:cubicBezTo>
                      <a:pt x="7173" y="11290"/>
                      <a:pt x="7404" y="11085"/>
                      <a:pt x="7424" y="10827"/>
                    </a:cubicBezTo>
                    <a:cubicBezTo>
                      <a:pt x="7424" y="10820"/>
                      <a:pt x="7424" y="10814"/>
                      <a:pt x="7424" y="10807"/>
                    </a:cubicBezTo>
                    <a:lnTo>
                      <a:pt x="7589" y="7211"/>
                    </a:lnTo>
                    <a:lnTo>
                      <a:pt x="7754" y="10807"/>
                    </a:lnTo>
                    <a:cubicBezTo>
                      <a:pt x="7768" y="11071"/>
                      <a:pt x="7992" y="11283"/>
                      <a:pt x="8257" y="11290"/>
                    </a:cubicBezTo>
                    <a:cubicBezTo>
                      <a:pt x="8515" y="11290"/>
                      <a:pt x="8739" y="11085"/>
                      <a:pt x="8766" y="10827"/>
                    </a:cubicBezTo>
                    <a:cubicBezTo>
                      <a:pt x="8766" y="10820"/>
                      <a:pt x="8766" y="10814"/>
                      <a:pt x="8766" y="10807"/>
                    </a:cubicBezTo>
                    <a:lnTo>
                      <a:pt x="8984" y="6034"/>
                    </a:lnTo>
                    <a:cubicBezTo>
                      <a:pt x="9202" y="5711"/>
                      <a:pt x="9301" y="5314"/>
                      <a:pt x="9255" y="4904"/>
                    </a:cubicBezTo>
                    <a:lnTo>
                      <a:pt x="8938" y="2260"/>
                    </a:lnTo>
                    <a:lnTo>
                      <a:pt x="8938" y="2260"/>
                    </a:lnTo>
                    <a:cubicBezTo>
                      <a:pt x="9275" y="2881"/>
                      <a:pt x="9380" y="3635"/>
                      <a:pt x="9407" y="4329"/>
                    </a:cubicBezTo>
                    <a:cubicBezTo>
                      <a:pt x="9413" y="4554"/>
                      <a:pt x="9413" y="4779"/>
                      <a:pt x="9400" y="4997"/>
                    </a:cubicBezTo>
                    <a:cubicBezTo>
                      <a:pt x="9394" y="5208"/>
                      <a:pt x="9539" y="5393"/>
                      <a:pt x="9737" y="5440"/>
                    </a:cubicBezTo>
                    <a:cubicBezTo>
                      <a:pt x="9744" y="5453"/>
                      <a:pt x="9751" y="5459"/>
                      <a:pt x="9757" y="5459"/>
                    </a:cubicBezTo>
                    <a:cubicBezTo>
                      <a:pt x="9797" y="5512"/>
                      <a:pt x="9843" y="5559"/>
                      <a:pt x="9896" y="5592"/>
                    </a:cubicBezTo>
                    <a:cubicBezTo>
                      <a:pt x="10008" y="5671"/>
                      <a:pt x="10141" y="5704"/>
                      <a:pt x="10279" y="5711"/>
                    </a:cubicBezTo>
                    <a:cubicBezTo>
                      <a:pt x="10298" y="5712"/>
                      <a:pt x="10317" y="5712"/>
                      <a:pt x="10335" y="5712"/>
                    </a:cubicBezTo>
                    <a:cubicBezTo>
                      <a:pt x="10588" y="5712"/>
                      <a:pt x="10845" y="5631"/>
                      <a:pt x="11079" y="5539"/>
                    </a:cubicBezTo>
                    <a:lnTo>
                      <a:pt x="11079" y="5539"/>
                    </a:lnTo>
                    <a:lnTo>
                      <a:pt x="10987" y="7231"/>
                    </a:lnTo>
                    <a:cubicBezTo>
                      <a:pt x="10973" y="7442"/>
                      <a:pt x="11026" y="7628"/>
                      <a:pt x="11119" y="7799"/>
                    </a:cubicBezTo>
                    <a:lnTo>
                      <a:pt x="11271" y="10985"/>
                    </a:lnTo>
                    <a:cubicBezTo>
                      <a:pt x="11278" y="11157"/>
                      <a:pt x="11430" y="11296"/>
                      <a:pt x="11601" y="11296"/>
                    </a:cubicBezTo>
                    <a:cubicBezTo>
                      <a:pt x="11780" y="11296"/>
                      <a:pt x="11925" y="11157"/>
                      <a:pt x="11939" y="10985"/>
                    </a:cubicBezTo>
                    <a:lnTo>
                      <a:pt x="12064" y="8474"/>
                    </a:lnTo>
                    <a:lnTo>
                      <a:pt x="12190" y="10985"/>
                    </a:lnTo>
                    <a:cubicBezTo>
                      <a:pt x="12196" y="11157"/>
                      <a:pt x="12342" y="11296"/>
                      <a:pt x="12520" y="11296"/>
                    </a:cubicBezTo>
                    <a:cubicBezTo>
                      <a:pt x="12692" y="11296"/>
                      <a:pt x="12844" y="11157"/>
                      <a:pt x="12851" y="10985"/>
                    </a:cubicBezTo>
                    <a:lnTo>
                      <a:pt x="13016" y="7793"/>
                    </a:lnTo>
                    <a:cubicBezTo>
                      <a:pt x="13109" y="7621"/>
                      <a:pt x="13142" y="7423"/>
                      <a:pt x="13128" y="7231"/>
                    </a:cubicBezTo>
                    <a:cubicBezTo>
                      <a:pt x="13128" y="7138"/>
                      <a:pt x="13122" y="7046"/>
                      <a:pt x="13115" y="6947"/>
                    </a:cubicBezTo>
                    <a:cubicBezTo>
                      <a:pt x="13102" y="6662"/>
                      <a:pt x="13082" y="6372"/>
                      <a:pt x="13069" y="6087"/>
                    </a:cubicBezTo>
                    <a:lnTo>
                      <a:pt x="13069" y="6087"/>
                    </a:lnTo>
                    <a:cubicBezTo>
                      <a:pt x="13208" y="6458"/>
                      <a:pt x="13261" y="6854"/>
                      <a:pt x="13294" y="7244"/>
                    </a:cubicBezTo>
                    <a:cubicBezTo>
                      <a:pt x="13307" y="7392"/>
                      <a:pt x="13432" y="7509"/>
                      <a:pt x="13579" y="7509"/>
                    </a:cubicBezTo>
                    <a:cubicBezTo>
                      <a:pt x="13583" y="7509"/>
                      <a:pt x="13587" y="7509"/>
                      <a:pt x="13591" y="7509"/>
                    </a:cubicBezTo>
                    <a:cubicBezTo>
                      <a:pt x="13737" y="7495"/>
                      <a:pt x="13856" y="7370"/>
                      <a:pt x="13862" y="7224"/>
                    </a:cubicBezTo>
                    <a:cubicBezTo>
                      <a:pt x="13862" y="6808"/>
                      <a:pt x="13842" y="6391"/>
                      <a:pt x="13750" y="5982"/>
                    </a:cubicBezTo>
                    <a:cubicBezTo>
                      <a:pt x="13591" y="5294"/>
                      <a:pt x="13188" y="4620"/>
                      <a:pt x="12527" y="4303"/>
                    </a:cubicBezTo>
                    <a:cubicBezTo>
                      <a:pt x="12378" y="4232"/>
                      <a:pt x="12224" y="4196"/>
                      <a:pt x="12071" y="4196"/>
                    </a:cubicBezTo>
                    <a:cubicBezTo>
                      <a:pt x="11836" y="4196"/>
                      <a:pt x="11602" y="4281"/>
                      <a:pt x="11390" y="4461"/>
                    </a:cubicBezTo>
                    <a:cubicBezTo>
                      <a:pt x="11211" y="4607"/>
                      <a:pt x="11026" y="4732"/>
                      <a:pt x="10828" y="4851"/>
                    </a:cubicBezTo>
                    <a:cubicBezTo>
                      <a:pt x="10722" y="4917"/>
                      <a:pt x="10617" y="4970"/>
                      <a:pt x="10504" y="5017"/>
                    </a:cubicBezTo>
                    <a:cubicBezTo>
                      <a:pt x="10451" y="5043"/>
                      <a:pt x="10398" y="5063"/>
                      <a:pt x="10339" y="5076"/>
                    </a:cubicBezTo>
                    <a:cubicBezTo>
                      <a:pt x="10319" y="5076"/>
                      <a:pt x="10293" y="5083"/>
                      <a:pt x="10266" y="5089"/>
                    </a:cubicBezTo>
                    <a:cubicBezTo>
                      <a:pt x="10266" y="5083"/>
                      <a:pt x="10266" y="5076"/>
                      <a:pt x="10266" y="5076"/>
                    </a:cubicBezTo>
                    <a:cubicBezTo>
                      <a:pt x="10343" y="4524"/>
                      <a:pt x="10364" y="3965"/>
                      <a:pt x="10323" y="3412"/>
                    </a:cubicBezTo>
                    <a:lnTo>
                      <a:pt x="10323" y="3412"/>
                    </a:lnTo>
                    <a:cubicBezTo>
                      <a:pt x="10324" y="3424"/>
                      <a:pt x="10326" y="3434"/>
                      <a:pt x="10326" y="3443"/>
                    </a:cubicBezTo>
                    <a:cubicBezTo>
                      <a:pt x="10326" y="3430"/>
                      <a:pt x="10326" y="3404"/>
                      <a:pt x="10319" y="3364"/>
                    </a:cubicBezTo>
                    <a:lnTo>
                      <a:pt x="10319" y="3364"/>
                    </a:lnTo>
                    <a:cubicBezTo>
                      <a:pt x="10319" y="3364"/>
                      <a:pt x="10319" y="3364"/>
                      <a:pt x="10319" y="3364"/>
                    </a:cubicBezTo>
                    <a:cubicBezTo>
                      <a:pt x="10316" y="3336"/>
                      <a:pt x="10314" y="3316"/>
                      <a:pt x="10313" y="3301"/>
                    </a:cubicBezTo>
                    <a:lnTo>
                      <a:pt x="10313" y="3301"/>
                    </a:lnTo>
                    <a:cubicBezTo>
                      <a:pt x="10249" y="2615"/>
                      <a:pt x="10077" y="1932"/>
                      <a:pt x="9711" y="1348"/>
                    </a:cubicBezTo>
                    <a:cubicBezTo>
                      <a:pt x="9367" y="793"/>
                      <a:pt x="8845" y="304"/>
                      <a:pt x="8210" y="112"/>
                    </a:cubicBezTo>
                    <a:cubicBezTo>
                      <a:pt x="7974" y="41"/>
                      <a:pt x="7768" y="0"/>
                      <a:pt x="7559" y="0"/>
                    </a:cubicBezTo>
                    <a:cubicBezTo>
                      <a:pt x="7319" y="0"/>
                      <a:pt x="7073" y="54"/>
                      <a:pt x="6769" y="178"/>
                    </a:cubicBezTo>
                    <a:cubicBezTo>
                      <a:pt x="6637" y="231"/>
                      <a:pt x="6512" y="297"/>
                      <a:pt x="6386" y="370"/>
                    </a:cubicBezTo>
                    <a:cubicBezTo>
                      <a:pt x="6089" y="555"/>
                      <a:pt x="5831" y="799"/>
                      <a:pt x="5619" y="1077"/>
                    </a:cubicBezTo>
                    <a:cubicBezTo>
                      <a:pt x="5441" y="1315"/>
                      <a:pt x="5295" y="1579"/>
                      <a:pt x="5176" y="1850"/>
                    </a:cubicBezTo>
                    <a:cubicBezTo>
                      <a:pt x="5104" y="1678"/>
                      <a:pt x="5018" y="1507"/>
                      <a:pt x="4919" y="1348"/>
                    </a:cubicBezTo>
                    <a:cubicBezTo>
                      <a:pt x="4575" y="793"/>
                      <a:pt x="4053" y="304"/>
                      <a:pt x="3418" y="112"/>
                    </a:cubicBezTo>
                    <a:cubicBezTo>
                      <a:pt x="3178" y="41"/>
                      <a:pt x="2973" y="0"/>
                      <a:pt x="27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0" name="Google Shape;1450;p67"/>
              <p:cNvSpPr/>
              <p:nvPr/>
            </p:nvSpPr>
            <p:spPr>
              <a:xfrm>
                <a:off x="4394450" y="2520250"/>
                <a:ext cx="76550" cy="73250"/>
              </a:xfrm>
              <a:custGeom>
                <a:avLst/>
                <a:gdLst/>
                <a:ahLst/>
                <a:cxnLst/>
                <a:rect l="l" t="t" r="r" b="b"/>
                <a:pathLst>
                  <a:path w="3062" h="2930" extrusionOk="0">
                    <a:moveTo>
                      <a:pt x="1529" y="1"/>
                    </a:moveTo>
                    <a:cubicBezTo>
                      <a:pt x="1020" y="1"/>
                      <a:pt x="539" y="271"/>
                      <a:pt x="278" y="708"/>
                    </a:cubicBezTo>
                    <a:cubicBezTo>
                      <a:pt x="7" y="1151"/>
                      <a:pt x="1" y="1726"/>
                      <a:pt x="258" y="2182"/>
                    </a:cubicBezTo>
                    <a:cubicBezTo>
                      <a:pt x="510" y="2632"/>
                      <a:pt x="985" y="2916"/>
                      <a:pt x="1501" y="2929"/>
                    </a:cubicBezTo>
                    <a:lnTo>
                      <a:pt x="1534" y="2929"/>
                    </a:lnTo>
                    <a:cubicBezTo>
                      <a:pt x="2050" y="2929"/>
                      <a:pt x="2532" y="2652"/>
                      <a:pt x="2797" y="2209"/>
                    </a:cubicBezTo>
                    <a:cubicBezTo>
                      <a:pt x="3061" y="1759"/>
                      <a:pt x="3061" y="1184"/>
                      <a:pt x="2803" y="735"/>
                    </a:cubicBezTo>
                    <a:cubicBezTo>
                      <a:pt x="2545" y="292"/>
                      <a:pt x="2063"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1" name="Google Shape;1451;p67"/>
              <p:cNvSpPr/>
              <p:nvPr/>
            </p:nvSpPr>
            <p:spPr>
              <a:xfrm>
                <a:off x="4514250" y="2520250"/>
                <a:ext cx="76550" cy="73250"/>
              </a:xfrm>
              <a:custGeom>
                <a:avLst/>
                <a:gdLst/>
                <a:ahLst/>
                <a:cxnLst/>
                <a:rect l="l" t="t" r="r" b="b"/>
                <a:pathLst>
                  <a:path w="3062" h="2930" extrusionOk="0">
                    <a:moveTo>
                      <a:pt x="1529" y="1"/>
                    </a:moveTo>
                    <a:cubicBezTo>
                      <a:pt x="1020" y="1"/>
                      <a:pt x="540" y="271"/>
                      <a:pt x="279" y="708"/>
                    </a:cubicBezTo>
                    <a:cubicBezTo>
                      <a:pt x="8" y="1151"/>
                      <a:pt x="1" y="1726"/>
                      <a:pt x="259" y="2182"/>
                    </a:cubicBezTo>
                    <a:cubicBezTo>
                      <a:pt x="510" y="2632"/>
                      <a:pt x="986" y="2916"/>
                      <a:pt x="1501" y="2929"/>
                    </a:cubicBezTo>
                    <a:lnTo>
                      <a:pt x="1534" y="2929"/>
                    </a:lnTo>
                    <a:cubicBezTo>
                      <a:pt x="2050" y="2929"/>
                      <a:pt x="2533" y="2652"/>
                      <a:pt x="2797" y="2209"/>
                    </a:cubicBezTo>
                    <a:cubicBezTo>
                      <a:pt x="3061" y="1759"/>
                      <a:pt x="3061" y="1184"/>
                      <a:pt x="2804" y="735"/>
                    </a:cubicBezTo>
                    <a:cubicBezTo>
                      <a:pt x="2546" y="292"/>
                      <a:pt x="2063" y="8"/>
                      <a:pt x="1548" y="1"/>
                    </a:cubicBezTo>
                    <a:cubicBezTo>
                      <a:pt x="1542"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2" name="Google Shape;1452;p67"/>
              <p:cNvSpPr/>
              <p:nvPr/>
            </p:nvSpPr>
            <p:spPr>
              <a:xfrm>
                <a:off x="4621175" y="2680875"/>
                <a:ext cx="25" cy="200"/>
              </a:xfrm>
              <a:custGeom>
                <a:avLst/>
                <a:gdLst/>
                <a:ahLst/>
                <a:cxnLst/>
                <a:rect l="l" t="t" r="r" b="b"/>
                <a:pathLst>
                  <a:path w="1" h="8" extrusionOk="0">
                    <a:moveTo>
                      <a:pt x="1" y="1"/>
                    </a:moveTo>
                    <a:cubicBezTo>
                      <a:pt x="1" y="8"/>
                      <a:pt x="1" y="8"/>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3" name="Google Shape;1453;p67"/>
              <p:cNvSpPr/>
              <p:nvPr/>
            </p:nvSpPr>
            <p:spPr>
              <a:xfrm>
                <a:off x="4621175" y="2680725"/>
                <a:ext cx="25" cy="175"/>
              </a:xfrm>
              <a:custGeom>
                <a:avLst/>
                <a:gdLst/>
                <a:ahLst/>
                <a:cxnLst/>
                <a:rect l="l" t="t" r="r" b="b"/>
                <a:pathLst>
                  <a:path w="1" h="7" extrusionOk="0">
                    <a:moveTo>
                      <a:pt x="1" y="0"/>
                    </a:moveTo>
                    <a:cubicBezTo>
                      <a:pt x="1" y="0"/>
                      <a:pt x="1" y="0"/>
                      <a:pt x="1" y="7"/>
                    </a:cubicBezTo>
                    <a:cubicBezTo>
                      <a:pt x="1" y="0"/>
                      <a:pt x="1"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1454" name="Google Shape;1454;p67"/>
          <p:cNvGrpSpPr/>
          <p:nvPr/>
        </p:nvGrpSpPr>
        <p:grpSpPr>
          <a:xfrm>
            <a:off x="107300" y="445794"/>
            <a:ext cx="717300" cy="717300"/>
            <a:chOff x="4572012" y="4085013"/>
            <a:chExt cx="717300" cy="717300"/>
          </a:xfrm>
        </p:grpSpPr>
        <p:sp>
          <p:nvSpPr>
            <p:cNvPr id="1455" name="Google Shape;1455;p67"/>
            <p:cNvSpPr/>
            <p:nvPr/>
          </p:nvSpPr>
          <p:spPr>
            <a:xfrm>
              <a:off x="4572012" y="4085013"/>
              <a:ext cx="717300" cy="717300"/>
            </a:xfrm>
            <a:prstGeom prst="octagon">
              <a:avLst>
                <a:gd name="adj" fmla="val 29289"/>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67"/>
            <p:cNvSpPr/>
            <p:nvPr/>
          </p:nvSpPr>
          <p:spPr>
            <a:xfrm>
              <a:off x="4609817" y="4122861"/>
              <a:ext cx="641700" cy="641700"/>
            </a:xfrm>
            <a:prstGeom prst="octagon">
              <a:avLst>
                <a:gd name="adj" fmla="val 29289"/>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7" name="Google Shape;1457;p67"/>
            <p:cNvGrpSpPr/>
            <p:nvPr/>
          </p:nvGrpSpPr>
          <p:grpSpPr>
            <a:xfrm>
              <a:off x="4839003" y="4301737"/>
              <a:ext cx="183329" cy="283890"/>
              <a:chOff x="3311700" y="2520250"/>
              <a:chExt cx="230400" cy="356825"/>
            </a:xfrm>
          </p:grpSpPr>
          <p:sp>
            <p:nvSpPr>
              <p:cNvPr id="1458" name="Google Shape;1458;p67"/>
              <p:cNvSpPr/>
              <p:nvPr/>
            </p:nvSpPr>
            <p:spPr>
              <a:xfrm>
                <a:off x="3332375" y="2650200"/>
                <a:ext cx="49100" cy="48050"/>
              </a:xfrm>
              <a:custGeom>
                <a:avLst/>
                <a:gdLst/>
                <a:ahLst/>
                <a:cxnLst/>
                <a:rect l="l" t="t" r="r" b="b"/>
                <a:pathLst>
                  <a:path w="1964" h="1922" extrusionOk="0">
                    <a:moveTo>
                      <a:pt x="977" y="0"/>
                    </a:moveTo>
                    <a:cubicBezTo>
                      <a:pt x="944" y="0"/>
                      <a:pt x="912" y="2"/>
                      <a:pt x="879" y="5"/>
                    </a:cubicBezTo>
                    <a:cubicBezTo>
                      <a:pt x="622" y="38"/>
                      <a:pt x="377" y="177"/>
                      <a:pt x="225" y="382"/>
                    </a:cubicBezTo>
                    <a:cubicBezTo>
                      <a:pt x="66" y="593"/>
                      <a:pt x="0" y="871"/>
                      <a:pt x="46" y="1129"/>
                    </a:cubicBezTo>
                    <a:cubicBezTo>
                      <a:pt x="126" y="1578"/>
                      <a:pt x="529" y="1922"/>
                      <a:pt x="992" y="1922"/>
                    </a:cubicBezTo>
                    <a:cubicBezTo>
                      <a:pt x="1249" y="1922"/>
                      <a:pt x="1507" y="1810"/>
                      <a:pt x="1686" y="1618"/>
                    </a:cubicBezTo>
                    <a:cubicBezTo>
                      <a:pt x="1871" y="1426"/>
                      <a:pt x="1963" y="1168"/>
                      <a:pt x="1944" y="904"/>
                    </a:cubicBezTo>
                    <a:cubicBezTo>
                      <a:pt x="1930" y="640"/>
                      <a:pt x="1805" y="395"/>
                      <a:pt x="1606" y="230"/>
                    </a:cubicBezTo>
                    <a:cubicBezTo>
                      <a:pt x="1433" y="80"/>
                      <a:pt x="1204" y="0"/>
                      <a:pt x="9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9" name="Google Shape;1459;p67"/>
              <p:cNvSpPr/>
              <p:nvPr/>
            </p:nvSpPr>
            <p:spPr>
              <a:xfrm>
                <a:off x="3434175" y="2520250"/>
                <a:ext cx="76525" cy="73250"/>
              </a:xfrm>
              <a:custGeom>
                <a:avLst/>
                <a:gdLst/>
                <a:ahLst/>
                <a:cxnLst/>
                <a:rect l="l" t="t" r="r" b="b"/>
                <a:pathLst>
                  <a:path w="3061" h="2930" extrusionOk="0">
                    <a:moveTo>
                      <a:pt x="1529" y="1"/>
                    </a:moveTo>
                    <a:cubicBezTo>
                      <a:pt x="1026" y="1"/>
                      <a:pt x="545" y="271"/>
                      <a:pt x="278" y="708"/>
                    </a:cubicBezTo>
                    <a:cubicBezTo>
                      <a:pt x="13" y="1151"/>
                      <a:pt x="0" y="1726"/>
                      <a:pt x="258" y="2182"/>
                    </a:cubicBezTo>
                    <a:cubicBezTo>
                      <a:pt x="509" y="2632"/>
                      <a:pt x="992" y="2916"/>
                      <a:pt x="1501" y="2929"/>
                    </a:cubicBezTo>
                    <a:lnTo>
                      <a:pt x="1534" y="2929"/>
                    </a:lnTo>
                    <a:cubicBezTo>
                      <a:pt x="2049" y="2929"/>
                      <a:pt x="2532" y="2652"/>
                      <a:pt x="2796" y="2209"/>
                    </a:cubicBezTo>
                    <a:cubicBezTo>
                      <a:pt x="3061" y="1759"/>
                      <a:pt x="3061" y="1184"/>
                      <a:pt x="2803" y="735"/>
                    </a:cubicBezTo>
                    <a:cubicBezTo>
                      <a:pt x="2545" y="292"/>
                      <a:pt x="2062"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0" name="Google Shape;1460;p67"/>
              <p:cNvSpPr/>
              <p:nvPr/>
            </p:nvSpPr>
            <p:spPr>
              <a:xfrm>
                <a:off x="3311700" y="2594650"/>
                <a:ext cx="230400" cy="282425"/>
              </a:xfrm>
              <a:custGeom>
                <a:avLst/>
                <a:gdLst/>
                <a:ahLst/>
                <a:cxnLst/>
                <a:rect l="l" t="t" r="r" b="b"/>
                <a:pathLst>
                  <a:path w="9216" h="11297" extrusionOk="0">
                    <a:moveTo>
                      <a:pt x="9163" y="3271"/>
                    </a:moveTo>
                    <a:cubicBezTo>
                      <a:pt x="9163" y="3285"/>
                      <a:pt x="9169" y="3324"/>
                      <a:pt x="9169" y="3364"/>
                    </a:cubicBezTo>
                    <a:cubicBezTo>
                      <a:pt x="9169" y="3305"/>
                      <a:pt x="9163" y="3278"/>
                      <a:pt x="9163" y="3271"/>
                    </a:cubicBezTo>
                    <a:close/>
                    <a:moveTo>
                      <a:pt x="9169" y="3364"/>
                    </a:moveTo>
                    <a:cubicBezTo>
                      <a:pt x="9176" y="3404"/>
                      <a:pt x="9176" y="3430"/>
                      <a:pt x="9176" y="3443"/>
                    </a:cubicBezTo>
                    <a:cubicBezTo>
                      <a:pt x="9176" y="3424"/>
                      <a:pt x="9176" y="3397"/>
                      <a:pt x="9169" y="3364"/>
                    </a:cubicBezTo>
                    <a:close/>
                    <a:moveTo>
                      <a:pt x="6410" y="0"/>
                    </a:moveTo>
                    <a:cubicBezTo>
                      <a:pt x="6170" y="0"/>
                      <a:pt x="5927" y="54"/>
                      <a:pt x="5626" y="178"/>
                    </a:cubicBezTo>
                    <a:cubicBezTo>
                      <a:pt x="5487" y="231"/>
                      <a:pt x="5362" y="297"/>
                      <a:pt x="5236" y="370"/>
                    </a:cubicBezTo>
                    <a:cubicBezTo>
                      <a:pt x="4939" y="555"/>
                      <a:pt x="4681" y="799"/>
                      <a:pt x="4469" y="1077"/>
                    </a:cubicBezTo>
                    <a:cubicBezTo>
                      <a:pt x="4040" y="1645"/>
                      <a:pt x="3808" y="2339"/>
                      <a:pt x="3716" y="3040"/>
                    </a:cubicBezTo>
                    <a:cubicBezTo>
                      <a:pt x="3643" y="3556"/>
                      <a:pt x="3643" y="4085"/>
                      <a:pt x="3683" y="4607"/>
                    </a:cubicBezTo>
                    <a:cubicBezTo>
                      <a:pt x="3683" y="4607"/>
                      <a:pt x="3683" y="4607"/>
                      <a:pt x="3683" y="4613"/>
                    </a:cubicBezTo>
                    <a:cubicBezTo>
                      <a:pt x="3703" y="4785"/>
                      <a:pt x="3716" y="4931"/>
                      <a:pt x="3736" y="5043"/>
                    </a:cubicBezTo>
                    <a:cubicBezTo>
                      <a:pt x="3736" y="5043"/>
                      <a:pt x="3729" y="5050"/>
                      <a:pt x="3722" y="5050"/>
                    </a:cubicBezTo>
                    <a:lnTo>
                      <a:pt x="3716" y="5050"/>
                    </a:lnTo>
                    <a:cubicBezTo>
                      <a:pt x="3680" y="5065"/>
                      <a:pt x="3628" y="5080"/>
                      <a:pt x="3573" y="5080"/>
                    </a:cubicBezTo>
                    <a:cubicBezTo>
                      <a:pt x="3557" y="5080"/>
                      <a:pt x="3540" y="5079"/>
                      <a:pt x="3524" y="5076"/>
                    </a:cubicBezTo>
                    <a:cubicBezTo>
                      <a:pt x="3471" y="5063"/>
                      <a:pt x="3418" y="5043"/>
                      <a:pt x="3365" y="5017"/>
                    </a:cubicBezTo>
                    <a:cubicBezTo>
                      <a:pt x="3253" y="4970"/>
                      <a:pt x="3141" y="4917"/>
                      <a:pt x="3035" y="4851"/>
                    </a:cubicBezTo>
                    <a:cubicBezTo>
                      <a:pt x="2843" y="4732"/>
                      <a:pt x="2652" y="4607"/>
                      <a:pt x="2480" y="4461"/>
                    </a:cubicBezTo>
                    <a:cubicBezTo>
                      <a:pt x="2264" y="4281"/>
                      <a:pt x="2028" y="4196"/>
                      <a:pt x="1794" y="4196"/>
                    </a:cubicBezTo>
                    <a:cubicBezTo>
                      <a:pt x="1641" y="4196"/>
                      <a:pt x="1489" y="4232"/>
                      <a:pt x="1343" y="4303"/>
                    </a:cubicBezTo>
                    <a:cubicBezTo>
                      <a:pt x="682" y="4620"/>
                      <a:pt x="279" y="5294"/>
                      <a:pt x="120" y="5982"/>
                    </a:cubicBezTo>
                    <a:cubicBezTo>
                      <a:pt x="27" y="6391"/>
                      <a:pt x="1" y="6808"/>
                      <a:pt x="8" y="7224"/>
                    </a:cubicBezTo>
                    <a:cubicBezTo>
                      <a:pt x="8" y="7370"/>
                      <a:pt x="126" y="7495"/>
                      <a:pt x="279" y="7509"/>
                    </a:cubicBezTo>
                    <a:cubicBezTo>
                      <a:pt x="283" y="7509"/>
                      <a:pt x="287" y="7509"/>
                      <a:pt x="291" y="7509"/>
                    </a:cubicBezTo>
                    <a:cubicBezTo>
                      <a:pt x="437" y="7509"/>
                      <a:pt x="563" y="7392"/>
                      <a:pt x="576" y="7244"/>
                    </a:cubicBezTo>
                    <a:cubicBezTo>
                      <a:pt x="609" y="6854"/>
                      <a:pt x="662" y="6458"/>
                      <a:pt x="801" y="6087"/>
                    </a:cubicBezTo>
                    <a:lnTo>
                      <a:pt x="807" y="6418"/>
                    </a:lnTo>
                    <a:lnTo>
                      <a:pt x="318" y="8612"/>
                    </a:lnTo>
                    <a:cubicBezTo>
                      <a:pt x="312" y="8665"/>
                      <a:pt x="325" y="8718"/>
                      <a:pt x="358" y="8758"/>
                    </a:cubicBezTo>
                    <a:cubicBezTo>
                      <a:pt x="391" y="8798"/>
                      <a:pt x="437" y="8817"/>
                      <a:pt x="490" y="8817"/>
                    </a:cubicBezTo>
                    <a:lnTo>
                      <a:pt x="887" y="8817"/>
                    </a:lnTo>
                    <a:lnTo>
                      <a:pt x="999" y="10985"/>
                    </a:lnTo>
                    <a:cubicBezTo>
                      <a:pt x="1012" y="11157"/>
                      <a:pt x="1158" y="11296"/>
                      <a:pt x="1336" y="11296"/>
                    </a:cubicBezTo>
                    <a:cubicBezTo>
                      <a:pt x="1508" y="11296"/>
                      <a:pt x="1653" y="11157"/>
                      <a:pt x="1667" y="10985"/>
                    </a:cubicBezTo>
                    <a:lnTo>
                      <a:pt x="1772" y="8817"/>
                    </a:lnTo>
                    <a:lnTo>
                      <a:pt x="1805" y="8817"/>
                    </a:lnTo>
                    <a:lnTo>
                      <a:pt x="1918" y="10985"/>
                    </a:lnTo>
                    <a:cubicBezTo>
                      <a:pt x="1924" y="11157"/>
                      <a:pt x="2076" y="11296"/>
                      <a:pt x="2248" y="11296"/>
                    </a:cubicBezTo>
                    <a:cubicBezTo>
                      <a:pt x="2420" y="11296"/>
                      <a:pt x="2572" y="11157"/>
                      <a:pt x="2579" y="10985"/>
                    </a:cubicBezTo>
                    <a:lnTo>
                      <a:pt x="2685" y="8817"/>
                    </a:lnTo>
                    <a:lnTo>
                      <a:pt x="3088" y="8817"/>
                    </a:lnTo>
                    <a:cubicBezTo>
                      <a:pt x="3141" y="8817"/>
                      <a:pt x="3187" y="8798"/>
                      <a:pt x="3220" y="8758"/>
                    </a:cubicBezTo>
                    <a:cubicBezTo>
                      <a:pt x="3253" y="8718"/>
                      <a:pt x="3266" y="8665"/>
                      <a:pt x="3260" y="8612"/>
                    </a:cubicBezTo>
                    <a:lnTo>
                      <a:pt x="2771" y="6418"/>
                    </a:lnTo>
                    <a:lnTo>
                      <a:pt x="2790" y="5539"/>
                    </a:lnTo>
                    <a:cubicBezTo>
                      <a:pt x="3024" y="5631"/>
                      <a:pt x="3275" y="5712"/>
                      <a:pt x="3533" y="5712"/>
                    </a:cubicBezTo>
                    <a:cubicBezTo>
                      <a:pt x="3552" y="5712"/>
                      <a:pt x="3571" y="5712"/>
                      <a:pt x="3590" y="5711"/>
                    </a:cubicBezTo>
                    <a:cubicBezTo>
                      <a:pt x="3722" y="5704"/>
                      <a:pt x="3861" y="5671"/>
                      <a:pt x="3974" y="5592"/>
                    </a:cubicBezTo>
                    <a:cubicBezTo>
                      <a:pt x="4026" y="5559"/>
                      <a:pt x="4073" y="5512"/>
                      <a:pt x="4112" y="5466"/>
                    </a:cubicBezTo>
                    <a:cubicBezTo>
                      <a:pt x="4112" y="5459"/>
                      <a:pt x="4119" y="5453"/>
                      <a:pt x="4126" y="5453"/>
                    </a:cubicBezTo>
                    <a:lnTo>
                      <a:pt x="4172" y="5453"/>
                    </a:lnTo>
                    <a:cubicBezTo>
                      <a:pt x="4205" y="5453"/>
                      <a:pt x="4225" y="5453"/>
                      <a:pt x="4251" y="5446"/>
                    </a:cubicBezTo>
                    <a:cubicBezTo>
                      <a:pt x="4456" y="5400"/>
                      <a:pt x="4608" y="5215"/>
                      <a:pt x="4595" y="4997"/>
                    </a:cubicBezTo>
                    <a:cubicBezTo>
                      <a:pt x="4569" y="4389"/>
                      <a:pt x="4602" y="3761"/>
                      <a:pt x="4740" y="3159"/>
                    </a:cubicBezTo>
                    <a:cubicBezTo>
                      <a:pt x="4820" y="2848"/>
                      <a:pt x="4925" y="2538"/>
                      <a:pt x="5084" y="2260"/>
                    </a:cubicBezTo>
                    <a:lnTo>
                      <a:pt x="5084" y="2260"/>
                    </a:lnTo>
                    <a:cubicBezTo>
                      <a:pt x="5058" y="2432"/>
                      <a:pt x="5038" y="2604"/>
                      <a:pt x="5018" y="2782"/>
                    </a:cubicBezTo>
                    <a:cubicBezTo>
                      <a:pt x="4972" y="3139"/>
                      <a:pt x="4932" y="3496"/>
                      <a:pt x="4886" y="3853"/>
                    </a:cubicBezTo>
                    <a:cubicBezTo>
                      <a:pt x="4853" y="4157"/>
                      <a:pt x="4813" y="4455"/>
                      <a:pt x="4780" y="4752"/>
                    </a:cubicBezTo>
                    <a:cubicBezTo>
                      <a:pt x="4773" y="4805"/>
                      <a:pt x="4767" y="4851"/>
                      <a:pt x="4760" y="4904"/>
                    </a:cubicBezTo>
                    <a:cubicBezTo>
                      <a:pt x="4721" y="5228"/>
                      <a:pt x="4780" y="5572"/>
                      <a:pt x="4932" y="5863"/>
                    </a:cubicBezTo>
                    <a:cubicBezTo>
                      <a:pt x="4959" y="5929"/>
                      <a:pt x="4998" y="5995"/>
                      <a:pt x="5038" y="6054"/>
                    </a:cubicBezTo>
                    <a:lnTo>
                      <a:pt x="5263" y="10807"/>
                    </a:lnTo>
                    <a:cubicBezTo>
                      <a:pt x="5276" y="11071"/>
                      <a:pt x="5501" y="11283"/>
                      <a:pt x="5765" y="11290"/>
                    </a:cubicBezTo>
                    <a:cubicBezTo>
                      <a:pt x="6023" y="11290"/>
                      <a:pt x="6254" y="11085"/>
                      <a:pt x="6274" y="10827"/>
                    </a:cubicBezTo>
                    <a:cubicBezTo>
                      <a:pt x="6281" y="10820"/>
                      <a:pt x="6281" y="10814"/>
                      <a:pt x="6281" y="10807"/>
                    </a:cubicBezTo>
                    <a:lnTo>
                      <a:pt x="6439" y="7211"/>
                    </a:lnTo>
                    <a:lnTo>
                      <a:pt x="6604" y="10807"/>
                    </a:lnTo>
                    <a:cubicBezTo>
                      <a:pt x="6618" y="11071"/>
                      <a:pt x="6842" y="11283"/>
                      <a:pt x="7107" y="11290"/>
                    </a:cubicBezTo>
                    <a:cubicBezTo>
                      <a:pt x="7365" y="11290"/>
                      <a:pt x="7596" y="11085"/>
                      <a:pt x="7616" y="10827"/>
                    </a:cubicBezTo>
                    <a:cubicBezTo>
                      <a:pt x="7616" y="10820"/>
                      <a:pt x="7622" y="10814"/>
                      <a:pt x="7622" y="10807"/>
                    </a:cubicBezTo>
                    <a:lnTo>
                      <a:pt x="7841" y="6034"/>
                    </a:lnTo>
                    <a:cubicBezTo>
                      <a:pt x="8052" y="5711"/>
                      <a:pt x="8158" y="5314"/>
                      <a:pt x="8105" y="4904"/>
                    </a:cubicBezTo>
                    <a:lnTo>
                      <a:pt x="7788" y="2260"/>
                    </a:lnTo>
                    <a:lnTo>
                      <a:pt x="7788" y="2260"/>
                    </a:lnTo>
                    <a:cubicBezTo>
                      <a:pt x="8125" y="2881"/>
                      <a:pt x="8231" y="3635"/>
                      <a:pt x="8257" y="4329"/>
                    </a:cubicBezTo>
                    <a:cubicBezTo>
                      <a:pt x="8264" y="4554"/>
                      <a:pt x="8264" y="4779"/>
                      <a:pt x="8257" y="4997"/>
                    </a:cubicBezTo>
                    <a:cubicBezTo>
                      <a:pt x="8244" y="5228"/>
                      <a:pt x="8422" y="5433"/>
                      <a:pt x="8647" y="5453"/>
                    </a:cubicBezTo>
                    <a:cubicBezTo>
                      <a:pt x="8659" y="5454"/>
                      <a:pt x="8671" y="5454"/>
                      <a:pt x="8683" y="5454"/>
                    </a:cubicBezTo>
                    <a:cubicBezTo>
                      <a:pt x="8900" y="5454"/>
                      <a:pt x="9092" y="5289"/>
                      <a:pt x="9123" y="5076"/>
                    </a:cubicBezTo>
                    <a:cubicBezTo>
                      <a:pt x="9196" y="4508"/>
                      <a:pt x="9215" y="3932"/>
                      <a:pt x="9169" y="3364"/>
                    </a:cubicBezTo>
                    <a:cubicBezTo>
                      <a:pt x="9116" y="2657"/>
                      <a:pt x="8938" y="1949"/>
                      <a:pt x="8568" y="1348"/>
                    </a:cubicBezTo>
                    <a:cubicBezTo>
                      <a:pt x="8224" y="793"/>
                      <a:pt x="7695" y="304"/>
                      <a:pt x="7061" y="112"/>
                    </a:cubicBezTo>
                    <a:cubicBezTo>
                      <a:pt x="6824" y="41"/>
                      <a:pt x="6618" y="0"/>
                      <a:pt x="6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1461" name="Google Shape;1461;p67"/>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6 TYPES OF FAMILY INVOLVEMENT</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465"/>
        <p:cNvGrpSpPr/>
        <p:nvPr/>
      </p:nvGrpSpPr>
      <p:grpSpPr>
        <a:xfrm>
          <a:off x="0" y="0"/>
          <a:ext cx="0" cy="0"/>
          <a:chOff x="0" y="0"/>
          <a:chExt cx="0" cy="0"/>
        </a:xfrm>
      </p:grpSpPr>
      <p:cxnSp>
        <p:nvCxnSpPr>
          <p:cNvPr id="1466" name="Google Shape;1466;p68"/>
          <p:cNvCxnSpPr/>
          <p:nvPr/>
        </p:nvCxnSpPr>
        <p:spPr>
          <a:xfrm>
            <a:off x="3530250" y="1123950"/>
            <a:ext cx="2083500" cy="0"/>
          </a:xfrm>
          <a:prstGeom prst="straightConnector1">
            <a:avLst/>
          </a:prstGeom>
          <a:noFill/>
          <a:ln w="9525" cap="flat" cmpd="sng">
            <a:solidFill>
              <a:schemeClr val="dk1"/>
            </a:solidFill>
            <a:prstDash val="solid"/>
            <a:round/>
            <a:headEnd type="none" w="med" len="med"/>
            <a:tailEnd type="none" w="med" len="med"/>
          </a:ln>
        </p:spPr>
      </p:cxnSp>
      <p:sp>
        <p:nvSpPr>
          <p:cNvPr id="1467" name="Google Shape;1467;p68"/>
          <p:cNvSpPr txBox="1"/>
          <p:nvPr/>
        </p:nvSpPr>
        <p:spPr>
          <a:xfrm>
            <a:off x="720000" y="3853400"/>
            <a:ext cx="21243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3181E"/>
                </a:solidFill>
                <a:latin typeface="Montserrat"/>
                <a:ea typeface="Montserrat"/>
                <a:cs typeface="Montserrat"/>
                <a:sym typeface="Montserrat"/>
              </a:rPr>
              <a:t>Despite being red, Mars is a cold place</a:t>
            </a:r>
            <a:endParaRPr>
              <a:solidFill>
                <a:srgbClr val="13181E"/>
              </a:solidFill>
              <a:latin typeface="Montserrat"/>
              <a:ea typeface="Montserrat"/>
              <a:cs typeface="Montserrat"/>
              <a:sym typeface="Montserrat"/>
            </a:endParaRPr>
          </a:p>
        </p:txBody>
      </p:sp>
      <p:sp>
        <p:nvSpPr>
          <p:cNvPr id="1468" name="Google Shape;1468;p68"/>
          <p:cNvSpPr txBox="1"/>
          <p:nvPr/>
        </p:nvSpPr>
        <p:spPr>
          <a:xfrm>
            <a:off x="720000" y="1877600"/>
            <a:ext cx="1602900" cy="46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b="1">
                <a:solidFill>
                  <a:srgbClr val="FF6B65"/>
                </a:solidFill>
                <a:latin typeface="M PLUS 1p"/>
                <a:ea typeface="M PLUS 1p"/>
                <a:cs typeface="M PLUS 1p"/>
                <a:sym typeface="M PLUS 1p"/>
              </a:rPr>
              <a:t>Mother</a:t>
            </a:r>
            <a:endParaRPr sz="2500" b="1">
              <a:solidFill>
                <a:srgbClr val="FF6B65"/>
              </a:solidFill>
              <a:latin typeface="M PLUS 1p"/>
              <a:ea typeface="M PLUS 1p"/>
              <a:cs typeface="M PLUS 1p"/>
              <a:sym typeface="M PLUS 1p"/>
            </a:endParaRPr>
          </a:p>
        </p:txBody>
      </p:sp>
      <p:sp>
        <p:nvSpPr>
          <p:cNvPr id="1469" name="Google Shape;1469;p68"/>
          <p:cNvSpPr txBox="1"/>
          <p:nvPr/>
        </p:nvSpPr>
        <p:spPr>
          <a:xfrm>
            <a:off x="720000" y="2267600"/>
            <a:ext cx="21243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3181E"/>
                </a:solidFill>
                <a:latin typeface="Montserrat"/>
                <a:ea typeface="Montserrat"/>
                <a:cs typeface="Montserrat"/>
                <a:sym typeface="Montserrat"/>
              </a:rPr>
              <a:t>Venus is the second planet from the Sun</a:t>
            </a:r>
            <a:endParaRPr>
              <a:solidFill>
                <a:srgbClr val="13181E"/>
              </a:solidFill>
              <a:latin typeface="Montserrat"/>
              <a:ea typeface="Montserrat"/>
              <a:cs typeface="Montserrat"/>
              <a:sym typeface="Montserrat"/>
            </a:endParaRPr>
          </a:p>
        </p:txBody>
      </p:sp>
      <p:sp>
        <p:nvSpPr>
          <p:cNvPr id="1470" name="Google Shape;1470;p68"/>
          <p:cNvSpPr txBox="1"/>
          <p:nvPr/>
        </p:nvSpPr>
        <p:spPr>
          <a:xfrm>
            <a:off x="6867726" y="1877600"/>
            <a:ext cx="1556100" cy="4662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500" b="1">
                <a:solidFill>
                  <a:srgbClr val="FF6B65"/>
                </a:solidFill>
                <a:latin typeface="M PLUS 1p"/>
                <a:ea typeface="M PLUS 1p"/>
                <a:cs typeface="M PLUS 1p"/>
                <a:sym typeface="M PLUS 1p"/>
              </a:rPr>
              <a:t>Father</a:t>
            </a:r>
            <a:endParaRPr sz="2500" b="1">
              <a:solidFill>
                <a:srgbClr val="FF6B65"/>
              </a:solidFill>
              <a:latin typeface="M PLUS 1p"/>
              <a:ea typeface="M PLUS 1p"/>
              <a:cs typeface="M PLUS 1p"/>
              <a:sym typeface="M PLUS 1p"/>
            </a:endParaRPr>
          </a:p>
        </p:txBody>
      </p:sp>
      <p:sp>
        <p:nvSpPr>
          <p:cNvPr id="1471" name="Google Shape;1471;p68"/>
          <p:cNvSpPr txBox="1"/>
          <p:nvPr/>
        </p:nvSpPr>
        <p:spPr>
          <a:xfrm>
            <a:off x="6299650" y="2267600"/>
            <a:ext cx="2124300" cy="572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rgbClr val="13181E"/>
                </a:solidFill>
                <a:latin typeface="Montserrat"/>
                <a:ea typeface="Montserrat"/>
                <a:cs typeface="Montserrat"/>
                <a:sym typeface="Montserrat"/>
              </a:rPr>
              <a:t>Jupiter is the biggest planet of them all</a:t>
            </a:r>
            <a:endParaRPr>
              <a:solidFill>
                <a:srgbClr val="13181E"/>
              </a:solidFill>
              <a:latin typeface="Montserrat"/>
              <a:ea typeface="Montserrat"/>
              <a:cs typeface="Montserrat"/>
              <a:sym typeface="Montserrat"/>
            </a:endParaRPr>
          </a:p>
        </p:txBody>
      </p:sp>
      <p:sp>
        <p:nvSpPr>
          <p:cNvPr id="1472" name="Google Shape;1472;p68"/>
          <p:cNvSpPr txBox="1"/>
          <p:nvPr/>
        </p:nvSpPr>
        <p:spPr>
          <a:xfrm>
            <a:off x="720000" y="3463400"/>
            <a:ext cx="1602900" cy="46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b="1">
                <a:solidFill>
                  <a:srgbClr val="FF6B65"/>
                </a:solidFill>
                <a:latin typeface="M PLUS 1p"/>
                <a:ea typeface="M PLUS 1p"/>
                <a:cs typeface="M PLUS 1p"/>
                <a:sym typeface="M PLUS 1p"/>
              </a:rPr>
              <a:t>Brother</a:t>
            </a:r>
            <a:endParaRPr sz="2500" b="1">
              <a:solidFill>
                <a:srgbClr val="FF6B65"/>
              </a:solidFill>
              <a:latin typeface="M PLUS 1p"/>
              <a:ea typeface="M PLUS 1p"/>
              <a:cs typeface="M PLUS 1p"/>
              <a:sym typeface="M PLUS 1p"/>
            </a:endParaRPr>
          </a:p>
        </p:txBody>
      </p:sp>
      <p:sp>
        <p:nvSpPr>
          <p:cNvPr id="1473" name="Google Shape;1473;p68"/>
          <p:cNvSpPr txBox="1"/>
          <p:nvPr/>
        </p:nvSpPr>
        <p:spPr>
          <a:xfrm>
            <a:off x="6867726" y="3463400"/>
            <a:ext cx="1556100" cy="4662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500" b="1">
                <a:solidFill>
                  <a:srgbClr val="FF6B65"/>
                </a:solidFill>
                <a:latin typeface="M PLUS 1p"/>
                <a:ea typeface="M PLUS 1p"/>
                <a:cs typeface="M PLUS 1p"/>
                <a:sym typeface="M PLUS 1p"/>
              </a:rPr>
              <a:t>Pet</a:t>
            </a:r>
            <a:endParaRPr sz="2500" b="1">
              <a:solidFill>
                <a:srgbClr val="FF6B65"/>
              </a:solidFill>
              <a:latin typeface="M PLUS 1p"/>
              <a:ea typeface="M PLUS 1p"/>
              <a:cs typeface="M PLUS 1p"/>
              <a:sym typeface="M PLUS 1p"/>
            </a:endParaRPr>
          </a:p>
        </p:txBody>
      </p:sp>
      <p:sp>
        <p:nvSpPr>
          <p:cNvPr id="1474" name="Google Shape;1474;p68"/>
          <p:cNvSpPr txBox="1"/>
          <p:nvPr/>
        </p:nvSpPr>
        <p:spPr>
          <a:xfrm>
            <a:off x="6299650" y="3853400"/>
            <a:ext cx="2124300" cy="572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rgbClr val="13181E"/>
                </a:solidFill>
                <a:latin typeface="Montserrat"/>
                <a:ea typeface="Montserrat"/>
                <a:cs typeface="Montserrat"/>
                <a:sym typeface="Montserrat"/>
              </a:rPr>
              <a:t>Saturn is a gas giant and has several rings</a:t>
            </a:r>
            <a:endParaRPr>
              <a:solidFill>
                <a:srgbClr val="13181E"/>
              </a:solidFill>
              <a:latin typeface="Montserrat"/>
              <a:ea typeface="Montserrat"/>
              <a:cs typeface="Montserrat"/>
              <a:sym typeface="Montserrat"/>
            </a:endParaRPr>
          </a:p>
        </p:txBody>
      </p:sp>
      <p:grpSp>
        <p:nvGrpSpPr>
          <p:cNvPr id="1475" name="Google Shape;1475;p68"/>
          <p:cNvGrpSpPr/>
          <p:nvPr/>
        </p:nvGrpSpPr>
        <p:grpSpPr>
          <a:xfrm>
            <a:off x="1605562" y="180738"/>
            <a:ext cx="717300" cy="717300"/>
            <a:chOff x="8230562" y="117588"/>
            <a:chExt cx="717300" cy="717300"/>
          </a:xfrm>
        </p:grpSpPr>
        <p:sp>
          <p:nvSpPr>
            <p:cNvPr id="1476" name="Google Shape;1476;p68"/>
            <p:cNvSpPr/>
            <p:nvPr/>
          </p:nvSpPr>
          <p:spPr>
            <a:xfrm>
              <a:off x="8230562" y="117588"/>
              <a:ext cx="717300" cy="717300"/>
            </a:xfrm>
            <a:prstGeom prst="octagon">
              <a:avLst>
                <a:gd name="adj" fmla="val 29289"/>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68"/>
            <p:cNvSpPr/>
            <p:nvPr/>
          </p:nvSpPr>
          <p:spPr>
            <a:xfrm>
              <a:off x="8268367" y="155436"/>
              <a:ext cx="641700" cy="641700"/>
            </a:xfrm>
            <a:prstGeom prst="octagon">
              <a:avLst>
                <a:gd name="adj" fmla="val 29289"/>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8" name="Google Shape;1478;p68"/>
            <p:cNvGrpSpPr/>
            <p:nvPr/>
          </p:nvGrpSpPr>
          <p:grpSpPr>
            <a:xfrm>
              <a:off x="8456811" y="334176"/>
              <a:ext cx="264849" cy="284129"/>
              <a:chOff x="5960550" y="2519275"/>
              <a:chExt cx="332850" cy="357125"/>
            </a:xfrm>
          </p:grpSpPr>
          <p:sp>
            <p:nvSpPr>
              <p:cNvPr id="1479" name="Google Shape;1479;p68"/>
              <p:cNvSpPr/>
              <p:nvPr/>
            </p:nvSpPr>
            <p:spPr>
              <a:xfrm>
                <a:off x="6088300" y="2519275"/>
                <a:ext cx="78525" cy="75050"/>
              </a:xfrm>
              <a:custGeom>
                <a:avLst/>
                <a:gdLst/>
                <a:ahLst/>
                <a:cxnLst/>
                <a:rect l="l" t="t" r="r" b="b"/>
                <a:pathLst>
                  <a:path w="3141" h="3002" extrusionOk="0">
                    <a:moveTo>
                      <a:pt x="1569" y="0"/>
                    </a:moveTo>
                    <a:cubicBezTo>
                      <a:pt x="1047" y="0"/>
                      <a:pt x="553" y="283"/>
                      <a:pt x="285" y="727"/>
                    </a:cubicBezTo>
                    <a:cubicBezTo>
                      <a:pt x="7" y="1183"/>
                      <a:pt x="1" y="1772"/>
                      <a:pt x="265" y="2234"/>
                    </a:cubicBezTo>
                    <a:cubicBezTo>
                      <a:pt x="523" y="2697"/>
                      <a:pt x="1012" y="2995"/>
                      <a:pt x="1541" y="3001"/>
                    </a:cubicBezTo>
                    <a:lnTo>
                      <a:pt x="1574" y="3001"/>
                    </a:lnTo>
                    <a:cubicBezTo>
                      <a:pt x="2096" y="3001"/>
                      <a:pt x="2598" y="2717"/>
                      <a:pt x="2863" y="2268"/>
                    </a:cubicBezTo>
                    <a:cubicBezTo>
                      <a:pt x="3134" y="1805"/>
                      <a:pt x="3140" y="1217"/>
                      <a:pt x="2869" y="754"/>
                    </a:cubicBezTo>
                    <a:cubicBezTo>
                      <a:pt x="2612" y="298"/>
                      <a:pt x="2116"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0" name="Google Shape;1480;p68"/>
              <p:cNvSpPr/>
              <p:nvPr/>
            </p:nvSpPr>
            <p:spPr>
              <a:xfrm>
                <a:off x="6223800" y="2648525"/>
                <a:ext cx="49125" cy="48075"/>
              </a:xfrm>
              <a:custGeom>
                <a:avLst/>
                <a:gdLst/>
                <a:ahLst/>
                <a:cxnLst/>
                <a:rect l="l" t="t" r="r" b="b"/>
                <a:pathLst>
                  <a:path w="1965" h="1923" extrusionOk="0">
                    <a:moveTo>
                      <a:pt x="991" y="1"/>
                    </a:moveTo>
                    <a:cubicBezTo>
                      <a:pt x="760" y="1"/>
                      <a:pt x="531" y="81"/>
                      <a:pt x="358" y="231"/>
                    </a:cubicBezTo>
                    <a:cubicBezTo>
                      <a:pt x="160" y="396"/>
                      <a:pt x="34" y="641"/>
                      <a:pt x="21" y="905"/>
                    </a:cubicBezTo>
                    <a:cubicBezTo>
                      <a:pt x="1" y="1169"/>
                      <a:pt x="100" y="1427"/>
                      <a:pt x="279" y="1619"/>
                    </a:cubicBezTo>
                    <a:cubicBezTo>
                      <a:pt x="457" y="1811"/>
                      <a:pt x="715" y="1923"/>
                      <a:pt x="979" y="1923"/>
                    </a:cubicBezTo>
                    <a:cubicBezTo>
                      <a:pt x="1435" y="1923"/>
                      <a:pt x="1839" y="1579"/>
                      <a:pt x="1918" y="1130"/>
                    </a:cubicBezTo>
                    <a:cubicBezTo>
                      <a:pt x="1964" y="872"/>
                      <a:pt x="1905" y="594"/>
                      <a:pt x="1739" y="383"/>
                    </a:cubicBezTo>
                    <a:cubicBezTo>
                      <a:pt x="1587" y="178"/>
                      <a:pt x="1349" y="39"/>
                      <a:pt x="1092" y="6"/>
                    </a:cubicBezTo>
                    <a:cubicBezTo>
                      <a:pt x="1058" y="3"/>
                      <a:pt x="1025" y="1"/>
                      <a:pt x="9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1" name="Google Shape;1481;p68"/>
              <p:cNvSpPr/>
              <p:nvPr/>
            </p:nvSpPr>
            <p:spPr>
              <a:xfrm>
                <a:off x="5960550" y="2596675"/>
                <a:ext cx="332850" cy="279725"/>
              </a:xfrm>
              <a:custGeom>
                <a:avLst/>
                <a:gdLst/>
                <a:ahLst/>
                <a:cxnLst/>
                <a:rect l="l" t="t" r="r" b="b"/>
                <a:pathLst>
                  <a:path w="13314" h="11189" extrusionOk="0">
                    <a:moveTo>
                      <a:pt x="6685" y="0"/>
                    </a:moveTo>
                    <a:cubicBezTo>
                      <a:pt x="6414" y="0"/>
                      <a:pt x="6144" y="68"/>
                      <a:pt x="5891" y="203"/>
                    </a:cubicBezTo>
                    <a:cubicBezTo>
                      <a:pt x="5256" y="540"/>
                      <a:pt x="4747" y="1075"/>
                      <a:pt x="4423" y="1697"/>
                    </a:cubicBezTo>
                    <a:cubicBezTo>
                      <a:pt x="4245" y="2034"/>
                      <a:pt x="4119" y="2384"/>
                      <a:pt x="4027" y="2748"/>
                    </a:cubicBezTo>
                    <a:cubicBezTo>
                      <a:pt x="3927" y="3111"/>
                      <a:pt x="3874" y="3481"/>
                      <a:pt x="3841" y="3851"/>
                    </a:cubicBezTo>
                    <a:cubicBezTo>
                      <a:pt x="3808" y="4189"/>
                      <a:pt x="3808" y="4526"/>
                      <a:pt x="3808" y="4863"/>
                    </a:cubicBezTo>
                    <a:cubicBezTo>
                      <a:pt x="3808" y="4863"/>
                      <a:pt x="3802" y="4869"/>
                      <a:pt x="3802" y="4869"/>
                    </a:cubicBezTo>
                    <a:cubicBezTo>
                      <a:pt x="3802" y="4869"/>
                      <a:pt x="3694" y="4947"/>
                      <a:pt x="3573" y="4947"/>
                    </a:cubicBezTo>
                    <a:cubicBezTo>
                      <a:pt x="3557" y="4947"/>
                      <a:pt x="3540" y="4945"/>
                      <a:pt x="3524" y="4942"/>
                    </a:cubicBezTo>
                    <a:cubicBezTo>
                      <a:pt x="3465" y="4929"/>
                      <a:pt x="3412" y="4909"/>
                      <a:pt x="3359" y="4889"/>
                    </a:cubicBezTo>
                    <a:cubicBezTo>
                      <a:pt x="3247" y="4843"/>
                      <a:pt x="3141" y="4784"/>
                      <a:pt x="3035" y="4717"/>
                    </a:cubicBezTo>
                    <a:cubicBezTo>
                      <a:pt x="2837" y="4605"/>
                      <a:pt x="2652" y="4473"/>
                      <a:pt x="2473" y="4327"/>
                    </a:cubicBezTo>
                    <a:cubicBezTo>
                      <a:pt x="2262" y="4148"/>
                      <a:pt x="2029" y="4065"/>
                      <a:pt x="1796" y="4065"/>
                    </a:cubicBezTo>
                    <a:cubicBezTo>
                      <a:pt x="1643" y="4065"/>
                      <a:pt x="1490" y="4101"/>
                      <a:pt x="1343" y="4169"/>
                    </a:cubicBezTo>
                    <a:cubicBezTo>
                      <a:pt x="675" y="4486"/>
                      <a:pt x="272" y="5160"/>
                      <a:pt x="113" y="5848"/>
                    </a:cubicBezTo>
                    <a:cubicBezTo>
                      <a:pt x="21" y="6258"/>
                      <a:pt x="1" y="6674"/>
                      <a:pt x="1" y="7090"/>
                    </a:cubicBezTo>
                    <a:cubicBezTo>
                      <a:pt x="8" y="7236"/>
                      <a:pt x="127" y="7361"/>
                      <a:pt x="272" y="7375"/>
                    </a:cubicBezTo>
                    <a:cubicBezTo>
                      <a:pt x="276" y="7375"/>
                      <a:pt x="280" y="7375"/>
                      <a:pt x="284" y="7375"/>
                    </a:cubicBezTo>
                    <a:cubicBezTo>
                      <a:pt x="431" y="7375"/>
                      <a:pt x="563" y="7258"/>
                      <a:pt x="569" y="7110"/>
                    </a:cubicBezTo>
                    <a:cubicBezTo>
                      <a:pt x="602" y="6720"/>
                      <a:pt x="655" y="6324"/>
                      <a:pt x="794" y="5953"/>
                    </a:cubicBezTo>
                    <a:lnTo>
                      <a:pt x="807" y="6284"/>
                    </a:lnTo>
                    <a:lnTo>
                      <a:pt x="318" y="8479"/>
                    </a:lnTo>
                    <a:cubicBezTo>
                      <a:pt x="305" y="8531"/>
                      <a:pt x="318" y="8584"/>
                      <a:pt x="351" y="8624"/>
                    </a:cubicBezTo>
                    <a:cubicBezTo>
                      <a:pt x="384" y="8664"/>
                      <a:pt x="437" y="8683"/>
                      <a:pt x="483" y="8683"/>
                    </a:cubicBezTo>
                    <a:lnTo>
                      <a:pt x="887" y="8683"/>
                    </a:lnTo>
                    <a:lnTo>
                      <a:pt x="999" y="10852"/>
                    </a:lnTo>
                    <a:cubicBezTo>
                      <a:pt x="1006" y="11023"/>
                      <a:pt x="1158" y="11162"/>
                      <a:pt x="1330" y="11162"/>
                    </a:cubicBezTo>
                    <a:cubicBezTo>
                      <a:pt x="1501" y="11162"/>
                      <a:pt x="1653" y="11023"/>
                      <a:pt x="1660" y="10852"/>
                    </a:cubicBezTo>
                    <a:lnTo>
                      <a:pt x="1766" y="8683"/>
                    </a:lnTo>
                    <a:lnTo>
                      <a:pt x="1799" y="8683"/>
                    </a:lnTo>
                    <a:lnTo>
                      <a:pt x="1911" y="10852"/>
                    </a:lnTo>
                    <a:cubicBezTo>
                      <a:pt x="1924" y="11023"/>
                      <a:pt x="2070" y="11162"/>
                      <a:pt x="2242" y="11162"/>
                    </a:cubicBezTo>
                    <a:cubicBezTo>
                      <a:pt x="2420" y="11162"/>
                      <a:pt x="2566" y="11023"/>
                      <a:pt x="2579" y="10852"/>
                    </a:cubicBezTo>
                    <a:lnTo>
                      <a:pt x="2678" y="8683"/>
                    </a:lnTo>
                    <a:lnTo>
                      <a:pt x="3088" y="8683"/>
                    </a:lnTo>
                    <a:cubicBezTo>
                      <a:pt x="3134" y="8683"/>
                      <a:pt x="3187" y="8664"/>
                      <a:pt x="3220" y="8624"/>
                    </a:cubicBezTo>
                    <a:cubicBezTo>
                      <a:pt x="3253" y="8584"/>
                      <a:pt x="3266" y="8531"/>
                      <a:pt x="3253" y="8479"/>
                    </a:cubicBezTo>
                    <a:lnTo>
                      <a:pt x="2771" y="6284"/>
                    </a:lnTo>
                    <a:lnTo>
                      <a:pt x="2784" y="5405"/>
                    </a:lnTo>
                    <a:cubicBezTo>
                      <a:pt x="3018" y="5497"/>
                      <a:pt x="3275" y="5578"/>
                      <a:pt x="3528" y="5578"/>
                    </a:cubicBezTo>
                    <a:cubicBezTo>
                      <a:pt x="3546" y="5578"/>
                      <a:pt x="3565" y="5578"/>
                      <a:pt x="3584" y="5577"/>
                    </a:cubicBezTo>
                    <a:cubicBezTo>
                      <a:pt x="3722" y="5570"/>
                      <a:pt x="3855" y="5537"/>
                      <a:pt x="3967" y="5458"/>
                    </a:cubicBezTo>
                    <a:cubicBezTo>
                      <a:pt x="4040" y="5411"/>
                      <a:pt x="4093" y="5352"/>
                      <a:pt x="4145" y="5286"/>
                    </a:cubicBezTo>
                    <a:cubicBezTo>
                      <a:pt x="4172" y="5292"/>
                      <a:pt x="4205" y="5299"/>
                      <a:pt x="4238" y="5299"/>
                    </a:cubicBezTo>
                    <a:cubicBezTo>
                      <a:pt x="4246" y="5300"/>
                      <a:pt x="4254" y="5300"/>
                      <a:pt x="4261" y="5300"/>
                    </a:cubicBezTo>
                    <a:cubicBezTo>
                      <a:pt x="4483" y="5300"/>
                      <a:pt x="4682" y="5119"/>
                      <a:pt x="4701" y="4896"/>
                    </a:cubicBezTo>
                    <a:cubicBezTo>
                      <a:pt x="4707" y="4784"/>
                      <a:pt x="4714" y="4671"/>
                      <a:pt x="4727" y="4559"/>
                    </a:cubicBezTo>
                    <a:cubicBezTo>
                      <a:pt x="4747" y="4387"/>
                      <a:pt x="4773" y="4215"/>
                      <a:pt x="4800" y="4043"/>
                    </a:cubicBezTo>
                    <a:cubicBezTo>
                      <a:pt x="4853" y="3680"/>
                      <a:pt x="4952" y="3323"/>
                      <a:pt x="5078" y="2979"/>
                    </a:cubicBezTo>
                    <a:cubicBezTo>
                      <a:pt x="5111" y="2893"/>
                      <a:pt x="5144" y="2807"/>
                      <a:pt x="5183" y="2728"/>
                    </a:cubicBezTo>
                    <a:lnTo>
                      <a:pt x="5203" y="3785"/>
                    </a:lnTo>
                    <a:lnTo>
                      <a:pt x="4344" y="7632"/>
                    </a:lnTo>
                    <a:cubicBezTo>
                      <a:pt x="4331" y="7718"/>
                      <a:pt x="4350" y="7811"/>
                      <a:pt x="4410" y="7877"/>
                    </a:cubicBezTo>
                    <a:cubicBezTo>
                      <a:pt x="4469" y="7950"/>
                      <a:pt x="4549" y="7989"/>
                      <a:pt x="4641" y="7989"/>
                    </a:cubicBezTo>
                    <a:lnTo>
                      <a:pt x="5315" y="7989"/>
                    </a:lnTo>
                    <a:lnTo>
                      <a:pt x="5448" y="10700"/>
                    </a:lnTo>
                    <a:cubicBezTo>
                      <a:pt x="5461" y="10971"/>
                      <a:pt x="5692" y="11189"/>
                      <a:pt x="5970" y="11189"/>
                    </a:cubicBezTo>
                    <a:cubicBezTo>
                      <a:pt x="5974" y="11189"/>
                      <a:pt x="5978" y="11189"/>
                      <a:pt x="5982" y="11189"/>
                    </a:cubicBezTo>
                    <a:cubicBezTo>
                      <a:pt x="6241" y="11189"/>
                      <a:pt x="6472" y="10973"/>
                      <a:pt x="6485" y="10706"/>
                    </a:cubicBezTo>
                    <a:cubicBezTo>
                      <a:pt x="6485" y="10706"/>
                      <a:pt x="6485" y="10700"/>
                      <a:pt x="6485" y="10700"/>
                    </a:cubicBezTo>
                    <a:lnTo>
                      <a:pt x="6631" y="7989"/>
                    </a:lnTo>
                    <a:lnTo>
                      <a:pt x="6750" y="7989"/>
                    </a:lnTo>
                    <a:lnTo>
                      <a:pt x="6882" y="10700"/>
                    </a:lnTo>
                    <a:cubicBezTo>
                      <a:pt x="6895" y="10971"/>
                      <a:pt x="7127" y="11189"/>
                      <a:pt x="7398" y="11189"/>
                    </a:cubicBezTo>
                    <a:cubicBezTo>
                      <a:pt x="7402" y="11189"/>
                      <a:pt x="7406" y="11189"/>
                      <a:pt x="7410" y="11189"/>
                    </a:cubicBezTo>
                    <a:cubicBezTo>
                      <a:pt x="7675" y="11189"/>
                      <a:pt x="7900" y="10973"/>
                      <a:pt x="7920" y="10706"/>
                    </a:cubicBezTo>
                    <a:cubicBezTo>
                      <a:pt x="7920" y="10706"/>
                      <a:pt x="7920" y="10700"/>
                      <a:pt x="7920" y="10700"/>
                    </a:cubicBezTo>
                    <a:lnTo>
                      <a:pt x="8059" y="7989"/>
                    </a:lnTo>
                    <a:lnTo>
                      <a:pt x="8713" y="7989"/>
                    </a:lnTo>
                    <a:cubicBezTo>
                      <a:pt x="8806" y="7989"/>
                      <a:pt x="8892" y="7950"/>
                      <a:pt x="8944" y="7877"/>
                    </a:cubicBezTo>
                    <a:cubicBezTo>
                      <a:pt x="9004" y="7811"/>
                      <a:pt x="9024" y="7718"/>
                      <a:pt x="9011" y="7626"/>
                    </a:cubicBezTo>
                    <a:lnTo>
                      <a:pt x="8164" y="3766"/>
                    </a:lnTo>
                    <a:lnTo>
                      <a:pt x="8178" y="2728"/>
                    </a:lnTo>
                    <a:cubicBezTo>
                      <a:pt x="8323" y="3071"/>
                      <a:pt x="8422" y="3501"/>
                      <a:pt x="8488" y="3865"/>
                    </a:cubicBezTo>
                    <a:cubicBezTo>
                      <a:pt x="8548" y="4182"/>
                      <a:pt x="8581" y="4506"/>
                      <a:pt x="8607" y="4823"/>
                    </a:cubicBezTo>
                    <a:cubicBezTo>
                      <a:pt x="8607" y="4836"/>
                      <a:pt x="8607" y="4843"/>
                      <a:pt x="8614" y="4850"/>
                    </a:cubicBezTo>
                    <a:cubicBezTo>
                      <a:pt x="8633" y="5073"/>
                      <a:pt x="8825" y="5253"/>
                      <a:pt x="9053" y="5253"/>
                    </a:cubicBezTo>
                    <a:cubicBezTo>
                      <a:pt x="9061" y="5253"/>
                      <a:pt x="9069" y="5253"/>
                      <a:pt x="9077" y="5253"/>
                    </a:cubicBezTo>
                    <a:cubicBezTo>
                      <a:pt x="9096" y="5253"/>
                      <a:pt x="9123" y="5253"/>
                      <a:pt x="9143" y="5246"/>
                    </a:cubicBezTo>
                    <a:cubicBezTo>
                      <a:pt x="9196" y="5332"/>
                      <a:pt x="9255" y="5405"/>
                      <a:pt x="9341" y="5458"/>
                    </a:cubicBezTo>
                    <a:cubicBezTo>
                      <a:pt x="9453" y="5537"/>
                      <a:pt x="9592" y="5570"/>
                      <a:pt x="9724" y="5577"/>
                    </a:cubicBezTo>
                    <a:cubicBezTo>
                      <a:pt x="9744" y="5578"/>
                      <a:pt x="9763" y="5578"/>
                      <a:pt x="9782" y="5578"/>
                    </a:cubicBezTo>
                    <a:cubicBezTo>
                      <a:pt x="10039" y="5578"/>
                      <a:pt x="10290" y="5497"/>
                      <a:pt x="10524" y="5405"/>
                    </a:cubicBezTo>
                    <a:lnTo>
                      <a:pt x="10524" y="5405"/>
                    </a:lnTo>
                    <a:lnTo>
                      <a:pt x="10432" y="7097"/>
                    </a:lnTo>
                    <a:cubicBezTo>
                      <a:pt x="10425" y="7309"/>
                      <a:pt x="10471" y="7494"/>
                      <a:pt x="10564" y="7666"/>
                    </a:cubicBezTo>
                    <a:lnTo>
                      <a:pt x="10716" y="10852"/>
                    </a:lnTo>
                    <a:cubicBezTo>
                      <a:pt x="10729" y="11023"/>
                      <a:pt x="10875" y="11162"/>
                      <a:pt x="11053" y="11162"/>
                    </a:cubicBezTo>
                    <a:cubicBezTo>
                      <a:pt x="11225" y="11162"/>
                      <a:pt x="11370" y="11023"/>
                      <a:pt x="11384" y="10852"/>
                    </a:cubicBezTo>
                    <a:lnTo>
                      <a:pt x="11516" y="8340"/>
                    </a:lnTo>
                    <a:lnTo>
                      <a:pt x="11635" y="10852"/>
                    </a:lnTo>
                    <a:cubicBezTo>
                      <a:pt x="11641" y="11023"/>
                      <a:pt x="11793" y="11162"/>
                      <a:pt x="11965" y="11162"/>
                    </a:cubicBezTo>
                    <a:cubicBezTo>
                      <a:pt x="12137" y="11162"/>
                      <a:pt x="12289" y="11023"/>
                      <a:pt x="12296" y="10852"/>
                    </a:cubicBezTo>
                    <a:lnTo>
                      <a:pt x="12461" y="7659"/>
                    </a:lnTo>
                    <a:cubicBezTo>
                      <a:pt x="12554" y="7487"/>
                      <a:pt x="12587" y="7295"/>
                      <a:pt x="12580" y="7097"/>
                    </a:cubicBezTo>
                    <a:cubicBezTo>
                      <a:pt x="12573" y="7005"/>
                      <a:pt x="12567" y="6912"/>
                      <a:pt x="12560" y="6819"/>
                    </a:cubicBezTo>
                    <a:cubicBezTo>
                      <a:pt x="12547" y="6529"/>
                      <a:pt x="12534" y="6238"/>
                      <a:pt x="12514" y="5953"/>
                    </a:cubicBezTo>
                    <a:lnTo>
                      <a:pt x="12514" y="5953"/>
                    </a:lnTo>
                    <a:cubicBezTo>
                      <a:pt x="12653" y="6324"/>
                      <a:pt x="12706" y="6720"/>
                      <a:pt x="12739" y="7110"/>
                    </a:cubicBezTo>
                    <a:cubicBezTo>
                      <a:pt x="12752" y="7258"/>
                      <a:pt x="12877" y="7375"/>
                      <a:pt x="13024" y="7375"/>
                    </a:cubicBezTo>
                    <a:cubicBezTo>
                      <a:pt x="13028" y="7375"/>
                      <a:pt x="13032" y="7375"/>
                      <a:pt x="13036" y="7375"/>
                    </a:cubicBezTo>
                    <a:cubicBezTo>
                      <a:pt x="13188" y="7361"/>
                      <a:pt x="13307" y="7236"/>
                      <a:pt x="13307" y="7090"/>
                    </a:cubicBezTo>
                    <a:cubicBezTo>
                      <a:pt x="13314" y="6674"/>
                      <a:pt x="13287" y="6258"/>
                      <a:pt x="13195" y="5848"/>
                    </a:cubicBezTo>
                    <a:cubicBezTo>
                      <a:pt x="13036" y="5160"/>
                      <a:pt x="12633" y="4486"/>
                      <a:pt x="11972" y="4169"/>
                    </a:cubicBezTo>
                    <a:cubicBezTo>
                      <a:pt x="11825" y="4101"/>
                      <a:pt x="11672" y="4065"/>
                      <a:pt x="11519" y="4065"/>
                    </a:cubicBezTo>
                    <a:cubicBezTo>
                      <a:pt x="11285" y="4065"/>
                      <a:pt x="11050" y="4148"/>
                      <a:pt x="10835" y="4327"/>
                    </a:cubicBezTo>
                    <a:cubicBezTo>
                      <a:pt x="10663" y="4473"/>
                      <a:pt x="10471" y="4605"/>
                      <a:pt x="10280" y="4717"/>
                    </a:cubicBezTo>
                    <a:cubicBezTo>
                      <a:pt x="10174" y="4784"/>
                      <a:pt x="10062" y="4843"/>
                      <a:pt x="9949" y="4889"/>
                    </a:cubicBezTo>
                    <a:cubicBezTo>
                      <a:pt x="9896" y="4909"/>
                      <a:pt x="9843" y="4929"/>
                      <a:pt x="9791" y="4942"/>
                    </a:cubicBezTo>
                    <a:cubicBezTo>
                      <a:pt x="9753" y="4947"/>
                      <a:pt x="9707" y="4957"/>
                      <a:pt x="9666" y="4957"/>
                    </a:cubicBezTo>
                    <a:cubicBezTo>
                      <a:pt x="9657" y="4957"/>
                      <a:pt x="9647" y="4957"/>
                      <a:pt x="9639" y="4955"/>
                    </a:cubicBezTo>
                    <a:cubicBezTo>
                      <a:pt x="9632" y="4949"/>
                      <a:pt x="9513" y="4869"/>
                      <a:pt x="9513" y="4869"/>
                    </a:cubicBezTo>
                    <a:cubicBezTo>
                      <a:pt x="9506" y="4869"/>
                      <a:pt x="9500" y="4863"/>
                      <a:pt x="9500" y="4863"/>
                    </a:cubicBezTo>
                    <a:cubicBezTo>
                      <a:pt x="9500" y="4850"/>
                      <a:pt x="9500" y="4830"/>
                      <a:pt x="9500" y="4817"/>
                    </a:cubicBezTo>
                    <a:cubicBezTo>
                      <a:pt x="9500" y="4665"/>
                      <a:pt x="9506" y="4512"/>
                      <a:pt x="9500" y="4367"/>
                    </a:cubicBezTo>
                    <a:cubicBezTo>
                      <a:pt x="9500" y="4367"/>
                      <a:pt x="9500" y="4367"/>
                      <a:pt x="9500" y="4354"/>
                    </a:cubicBezTo>
                    <a:cubicBezTo>
                      <a:pt x="9500" y="4345"/>
                      <a:pt x="9500" y="4339"/>
                      <a:pt x="9500" y="4334"/>
                    </a:cubicBezTo>
                    <a:cubicBezTo>
                      <a:pt x="9493" y="3984"/>
                      <a:pt x="9467" y="3633"/>
                      <a:pt x="9414" y="3283"/>
                    </a:cubicBezTo>
                    <a:cubicBezTo>
                      <a:pt x="9354" y="2913"/>
                      <a:pt x="9262" y="2543"/>
                      <a:pt x="9130" y="2186"/>
                    </a:cubicBezTo>
                    <a:cubicBezTo>
                      <a:pt x="8885" y="1505"/>
                      <a:pt x="8469" y="857"/>
                      <a:pt x="7874" y="441"/>
                    </a:cubicBezTo>
                    <a:cubicBezTo>
                      <a:pt x="7748" y="355"/>
                      <a:pt x="7616" y="282"/>
                      <a:pt x="7484" y="209"/>
                    </a:cubicBezTo>
                    <a:cubicBezTo>
                      <a:pt x="7231" y="70"/>
                      <a:pt x="6958" y="0"/>
                      <a:pt x="6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2" name="Google Shape;1482;p68"/>
              <p:cNvSpPr/>
              <p:nvPr/>
            </p:nvSpPr>
            <p:spPr>
              <a:xfrm>
                <a:off x="5980875" y="2648525"/>
                <a:ext cx="49125" cy="48075"/>
              </a:xfrm>
              <a:custGeom>
                <a:avLst/>
                <a:gdLst/>
                <a:ahLst/>
                <a:cxnLst/>
                <a:rect l="l" t="t" r="r" b="b"/>
                <a:pathLst>
                  <a:path w="1965" h="1923" extrusionOk="0">
                    <a:moveTo>
                      <a:pt x="980" y="1"/>
                    </a:moveTo>
                    <a:cubicBezTo>
                      <a:pt x="947" y="1"/>
                      <a:pt x="913" y="3"/>
                      <a:pt x="880" y="6"/>
                    </a:cubicBezTo>
                    <a:cubicBezTo>
                      <a:pt x="622" y="39"/>
                      <a:pt x="384" y="178"/>
                      <a:pt x="226" y="383"/>
                    </a:cubicBezTo>
                    <a:cubicBezTo>
                      <a:pt x="67" y="594"/>
                      <a:pt x="1" y="872"/>
                      <a:pt x="47" y="1130"/>
                    </a:cubicBezTo>
                    <a:cubicBezTo>
                      <a:pt x="127" y="1579"/>
                      <a:pt x="536" y="1923"/>
                      <a:pt x="992" y="1923"/>
                    </a:cubicBezTo>
                    <a:cubicBezTo>
                      <a:pt x="1257" y="1923"/>
                      <a:pt x="1508" y="1811"/>
                      <a:pt x="1687" y="1619"/>
                    </a:cubicBezTo>
                    <a:cubicBezTo>
                      <a:pt x="1872" y="1427"/>
                      <a:pt x="1964" y="1169"/>
                      <a:pt x="1951" y="905"/>
                    </a:cubicBezTo>
                    <a:cubicBezTo>
                      <a:pt x="1931" y="641"/>
                      <a:pt x="1812" y="396"/>
                      <a:pt x="1614" y="231"/>
                    </a:cubicBezTo>
                    <a:cubicBezTo>
                      <a:pt x="1435" y="81"/>
                      <a:pt x="1210"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1483" name="Google Shape;1483;p68"/>
          <p:cNvGrpSpPr/>
          <p:nvPr/>
        </p:nvGrpSpPr>
        <p:grpSpPr>
          <a:xfrm>
            <a:off x="7564713" y="208487"/>
            <a:ext cx="805800" cy="805800"/>
            <a:chOff x="310188" y="183362"/>
            <a:chExt cx="805800" cy="805800"/>
          </a:xfrm>
        </p:grpSpPr>
        <p:sp>
          <p:nvSpPr>
            <p:cNvPr id="1484" name="Google Shape;1484;p68"/>
            <p:cNvSpPr/>
            <p:nvPr/>
          </p:nvSpPr>
          <p:spPr>
            <a:xfrm>
              <a:off x="310188" y="183362"/>
              <a:ext cx="805800" cy="805800"/>
            </a:xfrm>
            <a:prstGeom prst="diamond">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68"/>
            <p:cNvSpPr/>
            <p:nvPr/>
          </p:nvSpPr>
          <p:spPr>
            <a:xfrm>
              <a:off x="378022" y="251212"/>
              <a:ext cx="670200" cy="670200"/>
            </a:xfrm>
            <a:prstGeom prst="diamon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 name="Google Shape;1486;p68"/>
            <p:cNvGrpSpPr/>
            <p:nvPr/>
          </p:nvGrpSpPr>
          <p:grpSpPr>
            <a:xfrm>
              <a:off x="575759" y="440939"/>
              <a:ext cx="274669" cy="290718"/>
              <a:chOff x="3278493" y="2036478"/>
              <a:chExt cx="287883" cy="304704"/>
            </a:xfrm>
          </p:grpSpPr>
          <p:sp>
            <p:nvSpPr>
              <p:cNvPr id="1487" name="Google Shape;1487;p68"/>
              <p:cNvSpPr/>
              <p:nvPr/>
            </p:nvSpPr>
            <p:spPr>
              <a:xfrm>
                <a:off x="3306178" y="2036478"/>
                <a:ext cx="62042" cy="61896"/>
              </a:xfrm>
              <a:custGeom>
                <a:avLst/>
                <a:gdLst/>
                <a:ahLst/>
                <a:cxnLst/>
                <a:rect l="l" t="t" r="r" b="b"/>
                <a:pathLst>
                  <a:path w="2976" h="2969" extrusionOk="0">
                    <a:moveTo>
                      <a:pt x="1488" y="1"/>
                    </a:moveTo>
                    <a:cubicBezTo>
                      <a:pt x="669" y="1"/>
                      <a:pt x="1" y="662"/>
                      <a:pt x="1" y="1481"/>
                    </a:cubicBezTo>
                    <a:cubicBezTo>
                      <a:pt x="1" y="2301"/>
                      <a:pt x="669" y="2969"/>
                      <a:pt x="1488" y="2969"/>
                    </a:cubicBezTo>
                    <a:cubicBezTo>
                      <a:pt x="2308" y="2969"/>
                      <a:pt x="2976" y="2301"/>
                      <a:pt x="2976" y="1481"/>
                    </a:cubicBezTo>
                    <a:cubicBezTo>
                      <a:pt x="2976" y="662"/>
                      <a:pt x="2308" y="1"/>
                      <a:pt x="1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8" name="Google Shape;1488;p68"/>
              <p:cNvSpPr/>
              <p:nvPr/>
            </p:nvSpPr>
            <p:spPr>
              <a:xfrm>
                <a:off x="3509431" y="2152218"/>
                <a:ext cx="40277" cy="39172"/>
              </a:xfrm>
              <a:custGeom>
                <a:avLst/>
                <a:gdLst/>
                <a:ahLst/>
                <a:cxnLst/>
                <a:rect l="l" t="t" r="r" b="b"/>
                <a:pathLst>
                  <a:path w="1932" h="1879" extrusionOk="0">
                    <a:moveTo>
                      <a:pt x="956" y="1"/>
                    </a:moveTo>
                    <a:cubicBezTo>
                      <a:pt x="736" y="1"/>
                      <a:pt x="520" y="79"/>
                      <a:pt x="351" y="219"/>
                    </a:cubicBezTo>
                    <a:cubicBezTo>
                      <a:pt x="153" y="385"/>
                      <a:pt x="34" y="629"/>
                      <a:pt x="21" y="887"/>
                    </a:cubicBezTo>
                    <a:cubicBezTo>
                      <a:pt x="1" y="1145"/>
                      <a:pt x="100" y="1396"/>
                      <a:pt x="272" y="1588"/>
                    </a:cubicBezTo>
                    <a:cubicBezTo>
                      <a:pt x="450" y="1773"/>
                      <a:pt x="702" y="1879"/>
                      <a:pt x="959" y="1879"/>
                    </a:cubicBezTo>
                    <a:cubicBezTo>
                      <a:pt x="1409" y="1879"/>
                      <a:pt x="1805" y="1548"/>
                      <a:pt x="1885" y="1105"/>
                    </a:cubicBezTo>
                    <a:cubicBezTo>
                      <a:pt x="1931" y="847"/>
                      <a:pt x="1865" y="583"/>
                      <a:pt x="1713" y="371"/>
                    </a:cubicBezTo>
                    <a:cubicBezTo>
                      <a:pt x="1554" y="173"/>
                      <a:pt x="1323" y="34"/>
                      <a:pt x="1072" y="8"/>
                    </a:cubicBezTo>
                    <a:cubicBezTo>
                      <a:pt x="1033" y="3"/>
                      <a:pt x="994" y="1"/>
                      <a:pt x="9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9" name="Google Shape;1489;p68"/>
              <p:cNvSpPr/>
              <p:nvPr/>
            </p:nvSpPr>
            <p:spPr>
              <a:xfrm>
                <a:off x="3278493" y="2100081"/>
                <a:ext cx="287883" cy="241101"/>
              </a:xfrm>
              <a:custGeom>
                <a:avLst/>
                <a:gdLst/>
                <a:ahLst/>
                <a:cxnLst/>
                <a:rect l="l" t="t" r="r" b="b"/>
                <a:pathLst>
                  <a:path w="13809" h="11565" extrusionOk="0">
                    <a:moveTo>
                      <a:pt x="6164" y="2116"/>
                    </a:moveTo>
                    <a:cubicBezTo>
                      <a:pt x="6185" y="2116"/>
                      <a:pt x="6206" y="2117"/>
                      <a:pt x="6227" y="2119"/>
                    </a:cubicBezTo>
                    <a:cubicBezTo>
                      <a:pt x="6505" y="2145"/>
                      <a:pt x="6743" y="2363"/>
                      <a:pt x="6789" y="2641"/>
                    </a:cubicBezTo>
                    <a:cubicBezTo>
                      <a:pt x="6796" y="2694"/>
                      <a:pt x="6796" y="2753"/>
                      <a:pt x="6789" y="2806"/>
                    </a:cubicBezTo>
                    <a:cubicBezTo>
                      <a:pt x="6880" y="2764"/>
                      <a:pt x="6978" y="2741"/>
                      <a:pt x="7078" y="2741"/>
                    </a:cubicBezTo>
                    <a:cubicBezTo>
                      <a:pt x="7167" y="2741"/>
                      <a:pt x="7257" y="2759"/>
                      <a:pt x="7344" y="2800"/>
                    </a:cubicBezTo>
                    <a:lnTo>
                      <a:pt x="8488" y="3315"/>
                    </a:lnTo>
                    <a:cubicBezTo>
                      <a:pt x="8812" y="3467"/>
                      <a:pt x="8950" y="3844"/>
                      <a:pt x="8805" y="4168"/>
                    </a:cubicBezTo>
                    <a:cubicBezTo>
                      <a:pt x="8824" y="4129"/>
                      <a:pt x="8842" y="4091"/>
                      <a:pt x="8847" y="4080"/>
                    </a:cubicBezTo>
                    <a:lnTo>
                      <a:pt x="8847" y="4080"/>
                    </a:lnTo>
                    <a:cubicBezTo>
                      <a:pt x="8843" y="4089"/>
                      <a:pt x="8831" y="4117"/>
                      <a:pt x="8805" y="4175"/>
                    </a:cubicBezTo>
                    <a:cubicBezTo>
                      <a:pt x="8805" y="4175"/>
                      <a:pt x="8805" y="4175"/>
                      <a:pt x="8805" y="4175"/>
                    </a:cubicBezTo>
                    <a:lnTo>
                      <a:pt x="8805" y="4175"/>
                    </a:lnTo>
                    <a:cubicBezTo>
                      <a:pt x="8804" y="4178"/>
                      <a:pt x="8802" y="4181"/>
                      <a:pt x="8801" y="4183"/>
                    </a:cubicBezTo>
                    <a:lnTo>
                      <a:pt x="8801" y="4183"/>
                    </a:lnTo>
                    <a:cubicBezTo>
                      <a:pt x="8693" y="4415"/>
                      <a:pt x="8462" y="4550"/>
                      <a:pt x="8220" y="4550"/>
                    </a:cubicBezTo>
                    <a:cubicBezTo>
                      <a:pt x="8130" y="4550"/>
                      <a:pt x="8039" y="4531"/>
                      <a:pt x="7952" y="4492"/>
                    </a:cubicBezTo>
                    <a:lnTo>
                      <a:pt x="7000" y="4056"/>
                    </a:lnTo>
                    <a:cubicBezTo>
                      <a:pt x="7139" y="3923"/>
                      <a:pt x="7139" y="3685"/>
                      <a:pt x="7000" y="3547"/>
                    </a:cubicBezTo>
                    <a:cubicBezTo>
                      <a:pt x="6941" y="3487"/>
                      <a:pt x="6862" y="3448"/>
                      <a:pt x="6776" y="3441"/>
                    </a:cubicBezTo>
                    <a:cubicBezTo>
                      <a:pt x="6723" y="3441"/>
                      <a:pt x="6670" y="3448"/>
                      <a:pt x="6624" y="3454"/>
                    </a:cubicBezTo>
                    <a:cubicBezTo>
                      <a:pt x="6558" y="3461"/>
                      <a:pt x="6498" y="3461"/>
                      <a:pt x="6439" y="3461"/>
                    </a:cubicBezTo>
                    <a:cubicBezTo>
                      <a:pt x="6432" y="3421"/>
                      <a:pt x="6432" y="3381"/>
                      <a:pt x="6432" y="3342"/>
                    </a:cubicBezTo>
                    <a:cubicBezTo>
                      <a:pt x="6342" y="3388"/>
                      <a:pt x="6245" y="3410"/>
                      <a:pt x="6148" y="3410"/>
                    </a:cubicBezTo>
                    <a:cubicBezTo>
                      <a:pt x="5966" y="3410"/>
                      <a:pt x="5786" y="3332"/>
                      <a:pt x="5665" y="3190"/>
                    </a:cubicBezTo>
                    <a:cubicBezTo>
                      <a:pt x="5507" y="3005"/>
                      <a:pt x="5473" y="2740"/>
                      <a:pt x="5573" y="2522"/>
                    </a:cubicBezTo>
                    <a:lnTo>
                      <a:pt x="5592" y="2482"/>
                    </a:lnTo>
                    <a:cubicBezTo>
                      <a:pt x="5690" y="2257"/>
                      <a:pt x="5917" y="2116"/>
                      <a:pt x="6164" y="2116"/>
                    </a:cubicBezTo>
                    <a:close/>
                    <a:moveTo>
                      <a:pt x="2845" y="0"/>
                    </a:moveTo>
                    <a:cubicBezTo>
                      <a:pt x="2653" y="0"/>
                      <a:pt x="2463" y="20"/>
                      <a:pt x="2287" y="50"/>
                    </a:cubicBezTo>
                    <a:cubicBezTo>
                      <a:pt x="2261" y="57"/>
                      <a:pt x="2235" y="63"/>
                      <a:pt x="2201" y="70"/>
                    </a:cubicBezTo>
                    <a:cubicBezTo>
                      <a:pt x="2142" y="90"/>
                      <a:pt x="2063" y="116"/>
                      <a:pt x="1977" y="156"/>
                    </a:cubicBezTo>
                    <a:cubicBezTo>
                      <a:pt x="1792" y="228"/>
                      <a:pt x="1560" y="354"/>
                      <a:pt x="1316" y="552"/>
                    </a:cubicBezTo>
                    <a:cubicBezTo>
                      <a:pt x="1197" y="651"/>
                      <a:pt x="1078" y="764"/>
                      <a:pt x="965" y="896"/>
                    </a:cubicBezTo>
                    <a:cubicBezTo>
                      <a:pt x="846" y="1022"/>
                      <a:pt x="741" y="1167"/>
                      <a:pt x="648" y="1326"/>
                    </a:cubicBezTo>
                    <a:cubicBezTo>
                      <a:pt x="450" y="1636"/>
                      <a:pt x="304" y="1987"/>
                      <a:pt x="205" y="2344"/>
                    </a:cubicBezTo>
                    <a:cubicBezTo>
                      <a:pt x="106" y="2694"/>
                      <a:pt x="53" y="3051"/>
                      <a:pt x="27" y="3375"/>
                    </a:cubicBezTo>
                    <a:cubicBezTo>
                      <a:pt x="0" y="3705"/>
                      <a:pt x="0" y="4009"/>
                      <a:pt x="7" y="4261"/>
                    </a:cubicBezTo>
                    <a:cubicBezTo>
                      <a:pt x="20" y="4518"/>
                      <a:pt x="33" y="4730"/>
                      <a:pt x="53" y="4882"/>
                    </a:cubicBezTo>
                    <a:cubicBezTo>
                      <a:pt x="66" y="5027"/>
                      <a:pt x="80" y="5107"/>
                      <a:pt x="80" y="5107"/>
                    </a:cubicBezTo>
                    <a:lnTo>
                      <a:pt x="80" y="5113"/>
                    </a:lnTo>
                    <a:cubicBezTo>
                      <a:pt x="105" y="5330"/>
                      <a:pt x="290" y="5497"/>
                      <a:pt x="511" y="5497"/>
                    </a:cubicBezTo>
                    <a:cubicBezTo>
                      <a:pt x="519" y="5497"/>
                      <a:pt x="527" y="5497"/>
                      <a:pt x="536" y="5497"/>
                    </a:cubicBezTo>
                    <a:cubicBezTo>
                      <a:pt x="780" y="5483"/>
                      <a:pt x="965" y="5279"/>
                      <a:pt x="959" y="5034"/>
                    </a:cubicBezTo>
                    <a:cubicBezTo>
                      <a:pt x="959" y="5034"/>
                      <a:pt x="952" y="4961"/>
                      <a:pt x="952" y="4822"/>
                    </a:cubicBezTo>
                    <a:cubicBezTo>
                      <a:pt x="946" y="4690"/>
                      <a:pt x="946" y="4499"/>
                      <a:pt x="959" y="4267"/>
                    </a:cubicBezTo>
                    <a:cubicBezTo>
                      <a:pt x="965" y="4036"/>
                      <a:pt x="992" y="3771"/>
                      <a:pt x="1038" y="3500"/>
                    </a:cubicBezTo>
                    <a:cubicBezTo>
                      <a:pt x="1084" y="3223"/>
                      <a:pt x="1150" y="2939"/>
                      <a:pt x="1250" y="2674"/>
                    </a:cubicBezTo>
                    <a:cubicBezTo>
                      <a:pt x="1309" y="2529"/>
                      <a:pt x="1375" y="2383"/>
                      <a:pt x="1448" y="2258"/>
                    </a:cubicBezTo>
                    <a:lnTo>
                      <a:pt x="1448" y="2258"/>
                    </a:lnTo>
                    <a:lnTo>
                      <a:pt x="1124" y="4941"/>
                    </a:lnTo>
                    <a:cubicBezTo>
                      <a:pt x="1104" y="5067"/>
                      <a:pt x="1104" y="5212"/>
                      <a:pt x="1124" y="5351"/>
                    </a:cubicBezTo>
                    <a:cubicBezTo>
                      <a:pt x="1157" y="5629"/>
                      <a:pt x="1256" y="5887"/>
                      <a:pt x="1402" y="6105"/>
                    </a:cubicBezTo>
                    <a:lnTo>
                      <a:pt x="1633" y="10924"/>
                    </a:lnTo>
                    <a:cubicBezTo>
                      <a:pt x="1646" y="11188"/>
                      <a:pt x="1858" y="11399"/>
                      <a:pt x="2122" y="11413"/>
                    </a:cubicBezTo>
                    <a:cubicBezTo>
                      <a:pt x="2130" y="11413"/>
                      <a:pt x="2139" y="11413"/>
                      <a:pt x="2147" y="11413"/>
                    </a:cubicBezTo>
                    <a:cubicBezTo>
                      <a:pt x="2420" y="11413"/>
                      <a:pt x="2645" y="11200"/>
                      <a:pt x="2658" y="10924"/>
                    </a:cubicBezTo>
                    <a:lnTo>
                      <a:pt x="2823" y="7281"/>
                    </a:lnTo>
                    <a:lnTo>
                      <a:pt x="2995" y="10924"/>
                    </a:lnTo>
                    <a:cubicBezTo>
                      <a:pt x="3008" y="11188"/>
                      <a:pt x="3213" y="11399"/>
                      <a:pt x="3484" y="11413"/>
                    </a:cubicBezTo>
                    <a:cubicBezTo>
                      <a:pt x="3492" y="11413"/>
                      <a:pt x="3500" y="11413"/>
                      <a:pt x="3508" y="11413"/>
                    </a:cubicBezTo>
                    <a:cubicBezTo>
                      <a:pt x="3782" y="11413"/>
                      <a:pt x="4006" y="11200"/>
                      <a:pt x="4019" y="10924"/>
                    </a:cubicBezTo>
                    <a:lnTo>
                      <a:pt x="4244" y="6085"/>
                    </a:lnTo>
                    <a:cubicBezTo>
                      <a:pt x="4456" y="5761"/>
                      <a:pt x="4561" y="5358"/>
                      <a:pt x="4515" y="4941"/>
                    </a:cubicBezTo>
                    <a:lnTo>
                      <a:pt x="4191" y="2291"/>
                    </a:lnTo>
                    <a:lnTo>
                      <a:pt x="4191" y="2291"/>
                    </a:lnTo>
                    <a:cubicBezTo>
                      <a:pt x="4257" y="2410"/>
                      <a:pt x="4317" y="2542"/>
                      <a:pt x="4370" y="2674"/>
                    </a:cubicBezTo>
                    <a:cubicBezTo>
                      <a:pt x="4469" y="2939"/>
                      <a:pt x="4535" y="3223"/>
                      <a:pt x="4581" y="3500"/>
                    </a:cubicBezTo>
                    <a:cubicBezTo>
                      <a:pt x="4627" y="3771"/>
                      <a:pt x="4654" y="4036"/>
                      <a:pt x="4660" y="4267"/>
                    </a:cubicBezTo>
                    <a:cubicBezTo>
                      <a:pt x="4674" y="4499"/>
                      <a:pt x="4674" y="4690"/>
                      <a:pt x="4667" y="4822"/>
                    </a:cubicBezTo>
                    <a:cubicBezTo>
                      <a:pt x="4667" y="4961"/>
                      <a:pt x="4660" y="5034"/>
                      <a:pt x="4660" y="5034"/>
                    </a:cubicBezTo>
                    <a:cubicBezTo>
                      <a:pt x="4654" y="5265"/>
                      <a:pt x="4819" y="5464"/>
                      <a:pt x="5050" y="5497"/>
                    </a:cubicBezTo>
                    <a:cubicBezTo>
                      <a:pt x="5067" y="5499"/>
                      <a:pt x="5084" y="5499"/>
                      <a:pt x="5100" y="5499"/>
                    </a:cubicBezTo>
                    <a:cubicBezTo>
                      <a:pt x="5319" y="5499"/>
                      <a:pt x="5515" y="5341"/>
                      <a:pt x="5540" y="5113"/>
                    </a:cubicBezTo>
                    <a:lnTo>
                      <a:pt x="5540" y="5107"/>
                    </a:lnTo>
                    <a:cubicBezTo>
                      <a:pt x="5540" y="5107"/>
                      <a:pt x="5553" y="5027"/>
                      <a:pt x="5566" y="4882"/>
                    </a:cubicBezTo>
                    <a:cubicBezTo>
                      <a:pt x="5586" y="4730"/>
                      <a:pt x="5599" y="4518"/>
                      <a:pt x="5612" y="4261"/>
                    </a:cubicBezTo>
                    <a:cubicBezTo>
                      <a:pt x="5612" y="4234"/>
                      <a:pt x="5612" y="4201"/>
                      <a:pt x="5612" y="4175"/>
                    </a:cubicBezTo>
                    <a:cubicBezTo>
                      <a:pt x="5612" y="4148"/>
                      <a:pt x="5612" y="4115"/>
                      <a:pt x="5612" y="4089"/>
                    </a:cubicBezTo>
                    <a:cubicBezTo>
                      <a:pt x="5659" y="4115"/>
                      <a:pt x="5711" y="4148"/>
                      <a:pt x="5764" y="4175"/>
                    </a:cubicBezTo>
                    <a:lnTo>
                      <a:pt x="4991" y="7711"/>
                    </a:lnTo>
                    <a:cubicBezTo>
                      <a:pt x="4978" y="7784"/>
                      <a:pt x="4991" y="7856"/>
                      <a:pt x="5037" y="7916"/>
                    </a:cubicBezTo>
                    <a:cubicBezTo>
                      <a:pt x="5084" y="7975"/>
                      <a:pt x="5156" y="8009"/>
                      <a:pt x="5229" y="8009"/>
                    </a:cubicBezTo>
                    <a:lnTo>
                      <a:pt x="6022" y="8009"/>
                    </a:lnTo>
                    <a:lnTo>
                      <a:pt x="6174" y="11062"/>
                    </a:lnTo>
                    <a:cubicBezTo>
                      <a:pt x="6187" y="11333"/>
                      <a:pt x="6419" y="11558"/>
                      <a:pt x="6690" y="11565"/>
                    </a:cubicBezTo>
                    <a:cubicBezTo>
                      <a:pt x="6694" y="11565"/>
                      <a:pt x="6698" y="11565"/>
                      <a:pt x="6703" y="11565"/>
                    </a:cubicBezTo>
                    <a:cubicBezTo>
                      <a:pt x="6968" y="11565"/>
                      <a:pt x="7199" y="11362"/>
                      <a:pt x="7225" y="11095"/>
                    </a:cubicBezTo>
                    <a:cubicBezTo>
                      <a:pt x="7232" y="11089"/>
                      <a:pt x="7232" y="11076"/>
                      <a:pt x="7232" y="11062"/>
                    </a:cubicBezTo>
                    <a:lnTo>
                      <a:pt x="7390" y="8009"/>
                    </a:lnTo>
                    <a:lnTo>
                      <a:pt x="7476" y="8009"/>
                    </a:lnTo>
                    <a:lnTo>
                      <a:pt x="7628" y="11062"/>
                    </a:lnTo>
                    <a:cubicBezTo>
                      <a:pt x="7642" y="11333"/>
                      <a:pt x="7873" y="11558"/>
                      <a:pt x="8151" y="11565"/>
                    </a:cubicBezTo>
                    <a:cubicBezTo>
                      <a:pt x="8155" y="11565"/>
                      <a:pt x="8159" y="11565"/>
                      <a:pt x="8163" y="11565"/>
                    </a:cubicBezTo>
                    <a:cubicBezTo>
                      <a:pt x="8422" y="11565"/>
                      <a:pt x="8653" y="11362"/>
                      <a:pt x="8686" y="11095"/>
                    </a:cubicBezTo>
                    <a:cubicBezTo>
                      <a:pt x="8686" y="11089"/>
                      <a:pt x="8686" y="11076"/>
                      <a:pt x="8686" y="11062"/>
                    </a:cubicBezTo>
                    <a:lnTo>
                      <a:pt x="8851" y="8009"/>
                    </a:lnTo>
                    <a:lnTo>
                      <a:pt x="9618" y="8009"/>
                    </a:lnTo>
                    <a:cubicBezTo>
                      <a:pt x="9691" y="8009"/>
                      <a:pt x="9757" y="7975"/>
                      <a:pt x="9803" y="7916"/>
                    </a:cubicBezTo>
                    <a:cubicBezTo>
                      <a:pt x="9856" y="7863"/>
                      <a:pt x="9869" y="7784"/>
                      <a:pt x="9856" y="7711"/>
                    </a:cubicBezTo>
                    <a:lnTo>
                      <a:pt x="8957" y="3454"/>
                    </a:lnTo>
                    <a:lnTo>
                      <a:pt x="8957" y="3110"/>
                    </a:lnTo>
                    <a:cubicBezTo>
                      <a:pt x="9228" y="3758"/>
                      <a:pt x="9334" y="4459"/>
                      <a:pt x="9393" y="5153"/>
                    </a:cubicBezTo>
                    <a:cubicBezTo>
                      <a:pt x="9393" y="5173"/>
                      <a:pt x="9393" y="5186"/>
                      <a:pt x="9393" y="5199"/>
                    </a:cubicBezTo>
                    <a:cubicBezTo>
                      <a:pt x="9413" y="5384"/>
                      <a:pt x="9539" y="5536"/>
                      <a:pt x="9704" y="5589"/>
                    </a:cubicBezTo>
                    <a:lnTo>
                      <a:pt x="9704" y="5596"/>
                    </a:lnTo>
                    <a:cubicBezTo>
                      <a:pt x="9757" y="5682"/>
                      <a:pt x="9823" y="5761"/>
                      <a:pt x="9909" y="5821"/>
                    </a:cubicBezTo>
                    <a:cubicBezTo>
                      <a:pt x="10021" y="5893"/>
                      <a:pt x="10153" y="5933"/>
                      <a:pt x="10286" y="5933"/>
                    </a:cubicBezTo>
                    <a:cubicBezTo>
                      <a:pt x="10306" y="5934"/>
                      <a:pt x="10326" y="5934"/>
                      <a:pt x="10345" y="5934"/>
                    </a:cubicBezTo>
                    <a:cubicBezTo>
                      <a:pt x="10596" y="5934"/>
                      <a:pt x="10846" y="5860"/>
                      <a:pt x="11072" y="5768"/>
                    </a:cubicBezTo>
                    <a:lnTo>
                      <a:pt x="11092" y="6627"/>
                    </a:lnTo>
                    <a:lnTo>
                      <a:pt x="10616" y="8788"/>
                    </a:lnTo>
                    <a:cubicBezTo>
                      <a:pt x="10603" y="8835"/>
                      <a:pt x="10616" y="8888"/>
                      <a:pt x="10649" y="8927"/>
                    </a:cubicBezTo>
                    <a:cubicBezTo>
                      <a:pt x="10682" y="8967"/>
                      <a:pt x="10729" y="8987"/>
                      <a:pt x="10781" y="8987"/>
                    </a:cubicBezTo>
                    <a:lnTo>
                      <a:pt x="11165" y="8987"/>
                    </a:lnTo>
                    <a:lnTo>
                      <a:pt x="11264" y="11109"/>
                    </a:lnTo>
                    <a:cubicBezTo>
                      <a:pt x="11271" y="11281"/>
                      <a:pt x="11416" y="11419"/>
                      <a:pt x="11588" y="11419"/>
                    </a:cubicBezTo>
                    <a:cubicBezTo>
                      <a:pt x="11760" y="11419"/>
                      <a:pt x="11905" y="11281"/>
                      <a:pt x="11918" y="11109"/>
                    </a:cubicBezTo>
                    <a:lnTo>
                      <a:pt x="12024" y="8987"/>
                    </a:lnTo>
                    <a:lnTo>
                      <a:pt x="12057" y="8987"/>
                    </a:lnTo>
                    <a:lnTo>
                      <a:pt x="12163" y="11109"/>
                    </a:lnTo>
                    <a:cubicBezTo>
                      <a:pt x="12170" y="11281"/>
                      <a:pt x="12315" y="11419"/>
                      <a:pt x="12487" y="11419"/>
                    </a:cubicBezTo>
                    <a:cubicBezTo>
                      <a:pt x="12659" y="11419"/>
                      <a:pt x="12804" y="11281"/>
                      <a:pt x="12811" y="11109"/>
                    </a:cubicBezTo>
                    <a:lnTo>
                      <a:pt x="12923" y="8987"/>
                    </a:lnTo>
                    <a:lnTo>
                      <a:pt x="13333" y="8987"/>
                    </a:lnTo>
                    <a:cubicBezTo>
                      <a:pt x="13379" y="8987"/>
                      <a:pt x="13432" y="8967"/>
                      <a:pt x="13459" y="8927"/>
                    </a:cubicBezTo>
                    <a:cubicBezTo>
                      <a:pt x="13492" y="8888"/>
                      <a:pt x="13505" y="8835"/>
                      <a:pt x="13498" y="8788"/>
                    </a:cubicBezTo>
                    <a:lnTo>
                      <a:pt x="13016" y="6627"/>
                    </a:lnTo>
                    <a:lnTo>
                      <a:pt x="13029" y="6303"/>
                    </a:lnTo>
                    <a:cubicBezTo>
                      <a:pt x="13168" y="6667"/>
                      <a:pt x="13214" y="7057"/>
                      <a:pt x="13247" y="7440"/>
                    </a:cubicBezTo>
                    <a:cubicBezTo>
                      <a:pt x="13260" y="7588"/>
                      <a:pt x="13385" y="7698"/>
                      <a:pt x="13526" y="7698"/>
                    </a:cubicBezTo>
                    <a:cubicBezTo>
                      <a:pt x="13530" y="7698"/>
                      <a:pt x="13534" y="7698"/>
                      <a:pt x="13538" y="7698"/>
                    </a:cubicBezTo>
                    <a:cubicBezTo>
                      <a:pt x="13683" y="7691"/>
                      <a:pt x="13802" y="7566"/>
                      <a:pt x="13802" y="7420"/>
                    </a:cubicBezTo>
                    <a:cubicBezTo>
                      <a:pt x="13809" y="7010"/>
                      <a:pt x="13789" y="6607"/>
                      <a:pt x="13697" y="6204"/>
                    </a:cubicBezTo>
                    <a:cubicBezTo>
                      <a:pt x="13538" y="5530"/>
                      <a:pt x="13141" y="4869"/>
                      <a:pt x="12493" y="4558"/>
                    </a:cubicBezTo>
                    <a:cubicBezTo>
                      <a:pt x="12349" y="4487"/>
                      <a:pt x="12198" y="4451"/>
                      <a:pt x="12047" y="4451"/>
                    </a:cubicBezTo>
                    <a:cubicBezTo>
                      <a:pt x="11818" y="4451"/>
                      <a:pt x="11588" y="4535"/>
                      <a:pt x="11376" y="4710"/>
                    </a:cubicBezTo>
                    <a:cubicBezTo>
                      <a:pt x="11204" y="4849"/>
                      <a:pt x="11019" y="4981"/>
                      <a:pt x="10828" y="5093"/>
                    </a:cubicBezTo>
                    <a:cubicBezTo>
                      <a:pt x="10729" y="5153"/>
                      <a:pt x="10623" y="5212"/>
                      <a:pt x="10510" y="5259"/>
                    </a:cubicBezTo>
                    <a:cubicBezTo>
                      <a:pt x="10458" y="5279"/>
                      <a:pt x="10405" y="5298"/>
                      <a:pt x="10352" y="5312"/>
                    </a:cubicBezTo>
                    <a:cubicBezTo>
                      <a:pt x="10325" y="5318"/>
                      <a:pt x="10299" y="5318"/>
                      <a:pt x="10272" y="5318"/>
                    </a:cubicBezTo>
                    <a:cubicBezTo>
                      <a:pt x="10292" y="5272"/>
                      <a:pt x="10299" y="5219"/>
                      <a:pt x="10299" y="5166"/>
                    </a:cubicBezTo>
                    <a:cubicBezTo>
                      <a:pt x="10299" y="4558"/>
                      <a:pt x="10299" y="4492"/>
                      <a:pt x="10292" y="4373"/>
                    </a:cubicBezTo>
                    <a:cubicBezTo>
                      <a:pt x="10246" y="3633"/>
                      <a:pt x="10114" y="2892"/>
                      <a:pt x="9810" y="2205"/>
                    </a:cubicBezTo>
                    <a:cubicBezTo>
                      <a:pt x="9526" y="1550"/>
                      <a:pt x="9063" y="949"/>
                      <a:pt x="8435" y="585"/>
                    </a:cubicBezTo>
                    <a:cubicBezTo>
                      <a:pt x="8157" y="420"/>
                      <a:pt x="7734" y="275"/>
                      <a:pt x="7437" y="275"/>
                    </a:cubicBezTo>
                    <a:cubicBezTo>
                      <a:pt x="7139" y="275"/>
                      <a:pt x="6881" y="341"/>
                      <a:pt x="6597" y="493"/>
                    </a:cubicBezTo>
                    <a:cubicBezTo>
                      <a:pt x="6320" y="638"/>
                      <a:pt x="6042" y="803"/>
                      <a:pt x="5784" y="982"/>
                    </a:cubicBezTo>
                    <a:cubicBezTo>
                      <a:pt x="5546" y="1154"/>
                      <a:pt x="5315" y="1346"/>
                      <a:pt x="5123" y="1564"/>
                    </a:cubicBezTo>
                    <a:lnTo>
                      <a:pt x="5110" y="1564"/>
                    </a:lnTo>
                    <a:cubicBezTo>
                      <a:pt x="5110" y="1564"/>
                      <a:pt x="5024" y="1405"/>
                      <a:pt x="4971" y="1326"/>
                    </a:cubicBezTo>
                    <a:cubicBezTo>
                      <a:pt x="4879" y="1167"/>
                      <a:pt x="4766" y="1022"/>
                      <a:pt x="4654" y="896"/>
                    </a:cubicBezTo>
                    <a:cubicBezTo>
                      <a:pt x="4541" y="764"/>
                      <a:pt x="4422" y="651"/>
                      <a:pt x="4304" y="552"/>
                    </a:cubicBezTo>
                    <a:cubicBezTo>
                      <a:pt x="4059" y="354"/>
                      <a:pt x="3828" y="228"/>
                      <a:pt x="3642" y="156"/>
                    </a:cubicBezTo>
                    <a:cubicBezTo>
                      <a:pt x="3550" y="116"/>
                      <a:pt x="3477" y="90"/>
                      <a:pt x="3418" y="70"/>
                    </a:cubicBezTo>
                    <a:cubicBezTo>
                      <a:pt x="3233" y="20"/>
                      <a:pt x="3038" y="0"/>
                      <a:pt x="2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0" name="Google Shape;1490;p68"/>
              <p:cNvSpPr/>
              <p:nvPr/>
            </p:nvSpPr>
            <p:spPr>
              <a:xfrm>
                <a:off x="3399882" y="2040689"/>
                <a:ext cx="66858" cy="63752"/>
              </a:xfrm>
              <a:custGeom>
                <a:avLst/>
                <a:gdLst/>
                <a:ahLst/>
                <a:cxnLst/>
                <a:rect l="l" t="t" r="r" b="b"/>
                <a:pathLst>
                  <a:path w="3207" h="3058" extrusionOk="0">
                    <a:moveTo>
                      <a:pt x="1613" y="1"/>
                    </a:moveTo>
                    <a:cubicBezTo>
                      <a:pt x="1118" y="1"/>
                      <a:pt x="644" y="247"/>
                      <a:pt x="358" y="651"/>
                    </a:cubicBezTo>
                    <a:cubicBezTo>
                      <a:pt x="54" y="1094"/>
                      <a:pt x="1" y="1676"/>
                      <a:pt x="219" y="2159"/>
                    </a:cubicBezTo>
                    <a:cubicBezTo>
                      <a:pt x="437" y="2635"/>
                      <a:pt x="893" y="2978"/>
                      <a:pt x="1415" y="3044"/>
                    </a:cubicBezTo>
                    <a:cubicBezTo>
                      <a:pt x="1482" y="3051"/>
                      <a:pt x="1548" y="3058"/>
                      <a:pt x="1607" y="3058"/>
                    </a:cubicBezTo>
                    <a:cubicBezTo>
                      <a:pt x="2136" y="3058"/>
                      <a:pt x="2638" y="2773"/>
                      <a:pt x="2916" y="2324"/>
                    </a:cubicBezTo>
                    <a:cubicBezTo>
                      <a:pt x="3194" y="1868"/>
                      <a:pt x="3207" y="1286"/>
                      <a:pt x="2962" y="810"/>
                    </a:cubicBezTo>
                    <a:cubicBezTo>
                      <a:pt x="2711" y="347"/>
                      <a:pt x="2235" y="37"/>
                      <a:pt x="1706" y="4"/>
                    </a:cubicBezTo>
                    <a:cubicBezTo>
                      <a:pt x="1675" y="2"/>
                      <a:pt x="1644" y="1"/>
                      <a:pt x="16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pic>
        <p:nvPicPr>
          <p:cNvPr id="1491" name="Google Shape;1491;p68"/>
          <p:cNvPicPr preferRelativeResize="0"/>
          <p:nvPr/>
        </p:nvPicPr>
        <p:blipFill rotWithShape="1">
          <a:blip r:embed="rId3">
            <a:alphaModFix/>
          </a:blip>
          <a:srcRect l="6314" t="16869" b="7003"/>
          <a:stretch/>
        </p:blipFill>
        <p:spPr>
          <a:xfrm>
            <a:off x="3295262" y="1415500"/>
            <a:ext cx="2553425" cy="3113200"/>
          </a:xfrm>
          <a:prstGeom prst="rect">
            <a:avLst/>
          </a:prstGeom>
          <a:noFill/>
          <a:ln>
            <a:noFill/>
          </a:ln>
        </p:spPr>
      </p:pic>
      <p:sp>
        <p:nvSpPr>
          <p:cNvPr id="1492" name="Google Shape;1492;p68"/>
          <p:cNvSpPr/>
          <p:nvPr/>
        </p:nvSpPr>
        <p:spPr>
          <a:xfrm>
            <a:off x="3343200" y="1473281"/>
            <a:ext cx="2458500" cy="29976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68"/>
          <p:cNvSpPr/>
          <p:nvPr/>
        </p:nvSpPr>
        <p:spPr>
          <a:xfrm>
            <a:off x="3530250" y="2267588"/>
            <a:ext cx="242700" cy="242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68"/>
          <p:cNvSpPr/>
          <p:nvPr/>
        </p:nvSpPr>
        <p:spPr>
          <a:xfrm>
            <a:off x="4073175" y="2597588"/>
            <a:ext cx="242700" cy="242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68"/>
          <p:cNvSpPr/>
          <p:nvPr/>
        </p:nvSpPr>
        <p:spPr>
          <a:xfrm>
            <a:off x="4572000" y="2267588"/>
            <a:ext cx="242700" cy="242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68"/>
          <p:cNvSpPr/>
          <p:nvPr/>
        </p:nvSpPr>
        <p:spPr>
          <a:xfrm>
            <a:off x="5162550" y="4077338"/>
            <a:ext cx="242700" cy="242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7" name="Google Shape;1497;p68"/>
          <p:cNvCxnSpPr>
            <a:stCxn id="1468" idx="3"/>
            <a:endCxn id="1493" idx="1"/>
          </p:cNvCxnSpPr>
          <p:nvPr/>
        </p:nvCxnSpPr>
        <p:spPr>
          <a:xfrm>
            <a:off x="2322900" y="2110700"/>
            <a:ext cx="1207500" cy="278100"/>
          </a:xfrm>
          <a:prstGeom prst="bentConnector3">
            <a:avLst>
              <a:gd name="adj1" fmla="val 49994"/>
            </a:avLst>
          </a:prstGeom>
          <a:noFill/>
          <a:ln w="9525" cap="flat" cmpd="sng">
            <a:solidFill>
              <a:schemeClr val="dk1"/>
            </a:solidFill>
            <a:prstDash val="solid"/>
            <a:round/>
            <a:headEnd type="none" w="med" len="med"/>
            <a:tailEnd type="none" w="med" len="med"/>
          </a:ln>
        </p:spPr>
      </p:cxnSp>
      <p:cxnSp>
        <p:nvCxnSpPr>
          <p:cNvPr id="1498" name="Google Shape;1498;p68"/>
          <p:cNvCxnSpPr>
            <a:stCxn id="1472" idx="3"/>
            <a:endCxn id="1494" idx="2"/>
          </p:cNvCxnSpPr>
          <p:nvPr/>
        </p:nvCxnSpPr>
        <p:spPr>
          <a:xfrm rot="10800000" flipH="1">
            <a:off x="2322900" y="2840300"/>
            <a:ext cx="1871700" cy="856200"/>
          </a:xfrm>
          <a:prstGeom prst="bentConnector2">
            <a:avLst/>
          </a:prstGeom>
          <a:noFill/>
          <a:ln w="9525" cap="flat" cmpd="sng">
            <a:solidFill>
              <a:schemeClr val="dk1"/>
            </a:solidFill>
            <a:prstDash val="solid"/>
            <a:round/>
            <a:headEnd type="none" w="med" len="med"/>
            <a:tailEnd type="none" w="med" len="med"/>
          </a:ln>
        </p:spPr>
      </p:cxnSp>
      <p:cxnSp>
        <p:nvCxnSpPr>
          <p:cNvPr id="1499" name="Google Shape;1499;p68"/>
          <p:cNvCxnSpPr>
            <a:stCxn id="1470" idx="1"/>
            <a:endCxn id="1495" idx="3"/>
          </p:cNvCxnSpPr>
          <p:nvPr/>
        </p:nvCxnSpPr>
        <p:spPr>
          <a:xfrm flipH="1">
            <a:off x="4814826" y="2110700"/>
            <a:ext cx="2052900" cy="278100"/>
          </a:xfrm>
          <a:prstGeom prst="bentConnector3">
            <a:avLst>
              <a:gd name="adj1" fmla="val 50003"/>
            </a:avLst>
          </a:prstGeom>
          <a:noFill/>
          <a:ln w="9525" cap="flat" cmpd="sng">
            <a:solidFill>
              <a:schemeClr val="dk1"/>
            </a:solidFill>
            <a:prstDash val="solid"/>
            <a:round/>
            <a:headEnd type="none" w="med" len="med"/>
            <a:tailEnd type="none" w="med" len="med"/>
          </a:ln>
        </p:spPr>
      </p:cxnSp>
      <p:cxnSp>
        <p:nvCxnSpPr>
          <p:cNvPr id="1500" name="Google Shape;1500;p68"/>
          <p:cNvCxnSpPr>
            <a:stCxn id="1473" idx="1"/>
            <a:endCxn id="1496" idx="0"/>
          </p:cNvCxnSpPr>
          <p:nvPr/>
        </p:nvCxnSpPr>
        <p:spPr>
          <a:xfrm flipH="1">
            <a:off x="5284026" y="3696500"/>
            <a:ext cx="1583700" cy="380700"/>
          </a:xfrm>
          <a:prstGeom prst="bentConnector2">
            <a:avLst/>
          </a:prstGeom>
          <a:noFill/>
          <a:ln w="9525" cap="flat" cmpd="sng">
            <a:solidFill>
              <a:schemeClr val="dk1"/>
            </a:solidFill>
            <a:prstDash val="solid"/>
            <a:round/>
            <a:headEnd type="none" w="med" len="med"/>
            <a:tailEnd type="none" w="med" len="med"/>
          </a:ln>
        </p:spPr>
      </p:cxnSp>
      <p:sp>
        <p:nvSpPr>
          <p:cNvPr id="1501" name="Google Shape;1501;p68"/>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FAMILY ROLES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505"/>
        <p:cNvGrpSpPr/>
        <p:nvPr/>
      </p:nvGrpSpPr>
      <p:grpSpPr>
        <a:xfrm>
          <a:off x="0" y="0"/>
          <a:ext cx="0" cy="0"/>
          <a:chOff x="0" y="0"/>
          <a:chExt cx="0" cy="0"/>
        </a:xfrm>
      </p:grpSpPr>
      <p:sp>
        <p:nvSpPr>
          <p:cNvPr id="1506" name="Google Shape;1506;p69"/>
          <p:cNvSpPr txBox="1">
            <a:spLocks noGrp="1"/>
          </p:cNvSpPr>
          <p:nvPr>
            <p:ph type="subTitle" idx="1"/>
          </p:nvPr>
        </p:nvSpPr>
        <p:spPr>
          <a:xfrm>
            <a:off x="2311200" y="1711750"/>
            <a:ext cx="4521600" cy="31170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Clr>
                <a:schemeClr val="lt1"/>
              </a:buClr>
              <a:buSzPts val="1400"/>
              <a:buChar char="●"/>
            </a:pPr>
            <a:r>
              <a:rPr lang="en">
                <a:solidFill>
                  <a:schemeClr val="lt1"/>
                </a:solidFill>
              </a:rPr>
              <a:t>Write your bibliographical references here</a:t>
            </a:r>
            <a:endParaRPr>
              <a:solidFill>
                <a:schemeClr val="lt1"/>
              </a:solidFill>
            </a:endParaRPr>
          </a:p>
          <a:p>
            <a:pPr marL="457200" lvl="0" indent="-317500" algn="l" rtl="0">
              <a:spcBef>
                <a:spcPts val="0"/>
              </a:spcBef>
              <a:spcAft>
                <a:spcPts val="0"/>
              </a:spcAft>
              <a:buClr>
                <a:schemeClr val="lt1"/>
              </a:buClr>
              <a:buSzPts val="1400"/>
              <a:buChar char="●"/>
            </a:pPr>
            <a:r>
              <a:rPr lang="en">
                <a:solidFill>
                  <a:schemeClr val="lt1"/>
                </a:solidFill>
              </a:rPr>
              <a:t>Write your bibliographical references here</a:t>
            </a:r>
            <a:endParaRPr>
              <a:solidFill>
                <a:schemeClr val="lt1"/>
              </a:solidFill>
            </a:endParaRPr>
          </a:p>
          <a:p>
            <a:pPr marL="457200" lvl="0" indent="-317500" algn="l" rtl="0">
              <a:spcBef>
                <a:spcPts val="0"/>
              </a:spcBef>
              <a:spcAft>
                <a:spcPts val="0"/>
              </a:spcAft>
              <a:buClr>
                <a:schemeClr val="lt1"/>
              </a:buClr>
              <a:buSzPts val="1400"/>
              <a:buChar char="●"/>
            </a:pPr>
            <a:r>
              <a:rPr lang="en">
                <a:solidFill>
                  <a:schemeClr val="lt1"/>
                </a:solidFill>
              </a:rPr>
              <a:t>Write your bibliographical references here</a:t>
            </a:r>
            <a:endParaRPr>
              <a:solidFill>
                <a:schemeClr val="lt1"/>
              </a:solidFill>
            </a:endParaRPr>
          </a:p>
          <a:p>
            <a:pPr marL="457200" lvl="0" indent="-317500" algn="l" rtl="0">
              <a:spcBef>
                <a:spcPts val="0"/>
              </a:spcBef>
              <a:spcAft>
                <a:spcPts val="0"/>
              </a:spcAft>
              <a:buClr>
                <a:schemeClr val="lt1"/>
              </a:buClr>
              <a:buSzPts val="1400"/>
              <a:buChar char="●"/>
            </a:pPr>
            <a:r>
              <a:rPr lang="en">
                <a:solidFill>
                  <a:schemeClr val="lt1"/>
                </a:solidFill>
              </a:rPr>
              <a:t>Write your bibliographical references here</a:t>
            </a:r>
            <a:endParaRPr>
              <a:solidFill>
                <a:schemeClr val="lt1"/>
              </a:solidFill>
            </a:endParaRPr>
          </a:p>
          <a:p>
            <a:pPr marL="457200" lvl="0" indent="-317500" algn="l" rtl="0">
              <a:spcBef>
                <a:spcPts val="0"/>
              </a:spcBef>
              <a:spcAft>
                <a:spcPts val="0"/>
              </a:spcAft>
              <a:buClr>
                <a:schemeClr val="lt1"/>
              </a:buClr>
              <a:buSzPts val="1400"/>
              <a:buChar char="●"/>
            </a:pPr>
            <a:r>
              <a:rPr lang="en">
                <a:solidFill>
                  <a:schemeClr val="lt1"/>
                </a:solidFill>
              </a:rPr>
              <a:t>Write your bibliographical references here</a:t>
            </a:r>
            <a:endParaRPr>
              <a:solidFill>
                <a:schemeClr val="lt1"/>
              </a:solidFill>
            </a:endParaRPr>
          </a:p>
          <a:p>
            <a:pPr marL="457200" lvl="0" indent="-317500" algn="l" rtl="0">
              <a:spcBef>
                <a:spcPts val="0"/>
              </a:spcBef>
              <a:spcAft>
                <a:spcPts val="0"/>
              </a:spcAft>
              <a:buClr>
                <a:schemeClr val="lt1"/>
              </a:buClr>
              <a:buSzPts val="1400"/>
              <a:buChar char="●"/>
            </a:pPr>
            <a:r>
              <a:rPr lang="en">
                <a:solidFill>
                  <a:schemeClr val="lt1"/>
                </a:solidFill>
              </a:rPr>
              <a:t>Write your bibliographical references here</a:t>
            </a:r>
            <a:endParaRPr>
              <a:solidFill>
                <a:schemeClr val="lt1"/>
              </a:solidFill>
            </a:endParaRPr>
          </a:p>
          <a:p>
            <a:pPr marL="457200" lvl="0" indent="-317500" algn="l" rtl="0">
              <a:spcBef>
                <a:spcPts val="0"/>
              </a:spcBef>
              <a:spcAft>
                <a:spcPts val="0"/>
              </a:spcAft>
              <a:buClr>
                <a:schemeClr val="lt1"/>
              </a:buClr>
              <a:buSzPts val="1400"/>
              <a:buChar char="●"/>
            </a:pPr>
            <a:r>
              <a:rPr lang="en">
                <a:solidFill>
                  <a:schemeClr val="lt1"/>
                </a:solidFill>
              </a:rPr>
              <a:t>Write your bibliographical references here</a:t>
            </a:r>
            <a:endParaRPr>
              <a:solidFill>
                <a:schemeClr val="lt1"/>
              </a:solidFill>
            </a:endParaRPr>
          </a:p>
          <a:p>
            <a:pPr marL="457200" lvl="0" indent="-317500" algn="l" rtl="0">
              <a:spcBef>
                <a:spcPts val="0"/>
              </a:spcBef>
              <a:spcAft>
                <a:spcPts val="0"/>
              </a:spcAft>
              <a:buClr>
                <a:schemeClr val="lt1"/>
              </a:buClr>
              <a:buSzPts val="1400"/>
              <a:buChar char="●"/>
            </a:pPr>
            <a:r>
              <a:rPr lang="en">
                <a:solidFill>
                  <a:schemeClr val="lt1"/>
                </a:solidFill>
              </a:rPr>
              <a:t>Write your bibliographical references here</a:t>
            </a:r>
            <a:endParaRPr>
              <a:solidFill>
                <a:schemeClr val="lt1"/>
              </a:solidFill>
            </a:endParaRPr>
          </a:p>
          <a:p>
            <a:pPr marL="457200" lvl="0" indent="-317500" algn="l" rtl="0">
              <a:spcBef>
                <a:spcPts val="0"/>
              </a:spcBef>
              <a:spcAft>
                <a:spcPts val="0"/>
              </a:spcAft>
              <a:buClr>
                <a:schemeClr val="lt1"/>
              </a:buClr>
              <a:buSzPts val="1400"/>
              <a:buChar char="●"/>
            </a:pPr>
            <a:r>
              <a:rPr lang="en">
                <a:solidFill>
                  <a:schemeClr val="lt1"/>
                </a:solidFill>
              </a:rPr>
              <a:t>Write your bibliographical references here</a:t>
            </a:r>
            <a:endParaRPr>
              <a:solidFill>
                <a:schemeClr val="lt1"/>
              </a:solidFill>
            </a:endParaRPr>
          </a:p>
          <a:p>
            <a:pPr marL="457200" lvl="0" indent="-317500" algn="l" rtl="0">
              <a:spcBef>
                <a:spcPts val="0"/>
              </a:spcBef>
              <a:spcAft>
                <a:spcPts val="0"/>
              </a:spcAft>
              <a:buClr>
                <a:schemeClr val="lt1"/>
              </a:buClr>
              <a:buSzPts val="1400"/>
              <a:buChar char="●"/>
            </a:pPr>
            <a:r>
              <a:rPr lang="en">
                <a:solidFill>
                  <a:schemeClr val="lt1"/>
                </a:solidFill>
              </a:rPr>
              <a:t>Write your bibliographical references here</a:t>
            </a:r>
            <a:endParaRPr>
              <a:solidFill>
                <a:schemeClr val="lt1"/>
              </a:solidFill>
            </a:endParaRPr>
          </a:p>
          <a:p>
            <a:pPr marL="457200" lvl="0" indent="-317500" algn="l" rtl="0">
              <a:spcBef>
                <a:spcPts val="0"/>
              </a:spcBef>
              <a:spcAft>
                <a:spcPts val="0"/>
              </a:spcAft>
              <a:buClr>
                <a:schemeClr val="lt1"/>
              </a:buClr>
              <a:buSzPts val="1400"/>
              <a:buChar char="●"/>
            </a:pPr>
            <a:r>
              <a:rPr lang="en">
                <a:solidFill>
                  <a:schemeClr val="lt1"/>
                </a:solidFill>
              </a:rPr>
              <a:t>Write your bibliographical references here</a:t>
            </a:r>
            <a:endParaRPr>
              <a:solidFill>
                <a:schemeClr val="lt1"/>
              </a:solidFill>
            </a:endParaRPr>
          </a:p>
          <a:p>
            <a:pPr marL="457200" lvl="0" indent="-317500" algn="l" rtl="0">
              <a:spcBef>
                <a:spcPts val="0"/>
              </a:spcBef>
              <a:spcAft>
                <a:spcPts val="0"/>
              </a:spcAft>
              <a:buClr>
                <a:schemeClr val="lt1"/>
              </a:buClr>
              <a:buSzPts val="1400"/>
              <a:buChar char="●"/>
            </a:pPr>
            <a:r>
              <a:rPr lang="en">
                <a:solidFill>
                  <a:schemeClr val="lt1"/>
                </a:solidFill>
              </a:rPr>
              <a:t>Write your bibliographical references here</a:t>
            </a:r>
            <a:endParaRPr>
              <a:solidFill>
                <a:schemeClr val="lt1"/>
              </a:solidFill>
            </a:endParaRPr>
          </a:p>
          <a:p>
            <a:pPr marL="457200" lvl="0" indent="-317500" algn="l" rtl="0">
              <a:spcBef>
                <a:spcPts val="0"/>
              </a:spcBef>
              <a:spcAft>
                <a:spcPts val="0"/>
              </a:spcAft>
              <a:buClr>
                <a:schemeClr val="lt1"/>
              </a:buClr>
              <a:buSzPts val="1400"/>
              <a:buChar char="●"/>
            </a:pPr>
            <a:r>
              <a:rPr lang="en">
                <a:solidFill>
                  <a:schemeClr val="lt1"/>
                </a:solidFill>
              </a:rPr>
              <a:t>Write your bibliographical references here</a:t>
            </a:r>
            <a:endParaRPr>
              <a:solidFill>
                <a:schemeClr val="lt1"/>
              </a:solidFill>
            </a:endParaRPr>
          </a:p>
        </p:txBody>
      </p:sp>
      <p:cxnSp>
        <p:nvCxnSpPr>
          <p:cNvPr id="1507" name="Google Shape;1507;p69"/>
          <p:cNvCxnSpPr/>
          <p:nvPr/>
        </p:nvCxnSpPr>
        <p:spPr>
          <a:xfrm>
            <a:off x="3677400" y="1123950"/>
            <a:ext cx="1789200" cy="0"/>
          </a:xfrm>
          <a:prstGeom prst="straightConnector1">
            <a:avLst/>
          </a:prstGeom>
          <a:noFill/>
          <a:ln w="9525" cap="flat" cmpd="sng">
            <a:solidFill>
              <a:schemeClr val="lt1"/>
            </a:solidFill>
            <a:prstDash val="solid"/>
            <a:round/>
            <a:headEnd type="none" w="med" len="med"/>
            <a:tailEnd type="none" w="med" len="med"/>
          </a:ln>
        </p:spPr>
      </p:cxnSp>
      <p:grpSp>
        <p:nvGrpSpPr>
          <p:cNvPr id="1508" name="Google Shape;1508;p69"/>
          <p:cNvGrpSpPr/>
          <p:nvPr/>
        </p:nvGrpSpPr>
        <p:grpSpPr>
          <a:xfrm>
            <a:off x="1365969" y="2213088"/>
            <a:ext cx="828000" cy="717300"/>
            <a:chOff x="8184894" y="2526888"/>
            <a:chExt cx="828000" cy="717300"/>
          </a:xfrm>
        </p:grpSpPr>
        <p:sp>
          <p:nvSpPr>
            <p:cNvPr id="1509" name="Google Shape;1509;p69"/>
            <p:cNvSpPr/>
            <p:nvPr/>
          </p:nvSpPr>
          <p:spPr>
            <a:xfrm>
              <a:off x="8184894" y="2526888"/>
              <a:ext cx="828000" cy="717300"/>
            </a:xfrm>
            <a:prstGeom prst="hexagon">
              <a:avLst>
                <a:gd name="adj" fmla="val 25000"/>
                <a:gd name="vf" fmla="val 11547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69"/>
            <p:cNvSpPr/>
            <p:nvPr/>
          </p:nvSpPr>
          <p:spPr>
            <a:xfrm>
              <a:off x="8227922" y="2564686"/>
              <a:ext cx="740700" cy="641700"/>
            </a:xfrm>
            <a:prstGeom prst="hexagon">
              <a:avLst>
                <a:gd name="adj" fmla="val 25000"/>
                <a:gd name="vf" fmla="val 11547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1" name="Google Shape;1511;p69"/>
            <p:cNvGrpSpPr/>
            <p:nvPr/>
          </p:nvGrpSpPr>
          <p:grpSpPr>
            <a:xfrm>
              <a:off x="8460384" y="2743558"/>
              <a:ext cx="275770" cy="283890"/>
              <a:chOff x="4363050" y="2520250"/>
              <a:chExt cx="346575" cy="356825"/>
            </a:xfrm>
          </p:grpSpPr>
          <p:sp>
            <p:nvSpPr>
              <p:cNvPr id="1512" name="Google Shape;1512;p69"/>
              <p:cNvSpPr/>
              <p:nvPr/>
            </p:nvSpPr>
            <p:spPr>
              <a:xfrm>
                <a:off x="4640350" y="2650200"/>
                <a:ext cx="49100" cy="48050"/>
              </a:xfrm>
              <a:custGeom>
                <a:avLst/>
                <a:gdLst/>
                <a:ahLst/>
                <a:cxnLst/>
                <a:rect l="l" t="t" r="r" b="b"/>
                <a:pathLst>
                  <a:path w="1964" h="1922" extrusionOk="0">
                    <a:moveTo>
                      <a:pt x="991" y="0"/>
                    </a:moveTo>
                    <a:cubicBezTo>
                      <a:pt x="760" y="0"/>
                      <a:pt x="531" y="80"/>
                      <a:pt x="357" y="230"/>
                    </a:cubicBezTo>
                    <a:cubicBezTo>
                      <a:pt x="159" y="395"/>
                      <a:pt x="34" y="640"/>
                      <a:pt x="20" y="904"/>
                    </a:cubicBezTo>
                    <a:cubicBezTo>
                      <a:pt x="0" y="1168"/>
                      <a:pt x="100" y="1426"/>
                      <a:pt x="278" y="1618"/>
                    </a:cubicBezTo>
                    <a:cubicBezTo>
                      <a:pt x="457" y="1810"/>
                      <a:pt x="714" y="1922"/>
                      <a:pt x="972" y="1922"/>
                    </a:cubicBezTo>
                    <a:cubicBezTo>
                      <a:pt x="1435" y="1922"/>
                      <a:pt x="1838" y="1578"/>
                      <a:pt x="1917" y="1129"/>
                    </a:cubicBezTo>
                    <a:cubicBezTo>
                      <a:pt x="1964" y="871"/>
                      <a:pt x="1898" y="593"/>
                      <a:pt x="1739" y="382"/>
                    </a:cubicBezTo>
                    <a:cubicBezTo>
                      <a:pt x="1587" y="177"/>
                      <a:pt x="1349" y="38"/>
                      <a:pt x="1091" y="5"/>
                    </a:cubicBezTo>
                    <a:cubicBezTo>
                      <a:pt x="1058" y="2"/>
                      <a:pt x="1024" y="0"/>
                      <a:pt x="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513" name="Google Shape;1513;p69"/>
              <p:cNvSpPr/>
              <p:nvPr/>
            </p:nvSpPr>
            <p:spPr>
              <a:xfrm>
                <a:off x="4363050" y="2594650"/>
                <a:ext cx="346575" cy="282425"/>
              </a:xfrm>
              <a:custGeom>
                <a:avLst/>
                <a:gdLst/>
                <a:ahLst/>
                <a:cxnLst/>
                <a:rect l="l" t="t" r="r" b="b"/>
                <a:pathLst>
                  <a:path w="13863" h="11297" extrusionOk="0">
                    <a:moveTo>
                      <a:pt x="10312" y="3272"/>
                    </a:moveTo>
                    <a:cubicBezTo>
                      <a:pt x="10312" y="3275"/>
                      <a:pt x="10312" y="3284"/>
                      <a:pt x="10313" y="3301"/>
                    </a:cubicBezTo>
                    <a:lnTo>
                      <a:pt x="10313" y="3301"/>
                    </a:lnTo>
                    <a:cubicBezTo>
                      <a:pt x="10315" y="3322"/>
                      <a:pt x="10317" y="3343"/>
                      <a:pt x="10319" y="3364"/>
                    </a:cubicBezTo>
                    <a:cubicBezTo>
                      <a:pt x="10319" y="3324"/>
                      <a:pt x="10312" y="3285"/>
                      <a:pt x="10312" y="3272"/>
                    </a:cubicBezTo>
                    <a:close/>
                    <a:moveTo>
                      <a:pt x="2764" y="0"/>
                    </a:moveTo>
                    <a:cubicBezTo>
                      <a:pt x="2525" y="0"/>
                      <a:pt x="2281" y="54"/>
                      <a:pt x="1977" y="178"/>
                    </a:cubicBezTo>
                    <a:cubicBezTo>
                      <a:pt x="1845" y="231"/>
                      <a:pt x="1719" y="297"/>
                      <a:pt x="1594" y="370"/>
                    </a:cubicBezTo>
                    <a:cubicBezTo>
                      <a:pt x="1296" y="555"/>
                      <a:pt x="1038" y="799"/>
                      <a:pt x="827" y="1077"/>
                    </a:cubicBezTo>
                    <a:cubicBezTo>
                      <a:pt x="397" y="1645"/>
                      <a:pt x="166" y="2339"/>
                      <a:pt x="73" y="3040"/>
                    </a:cubicBezTo>
                    <a:cubicBezTo>
                      <a:pt x="1" y="3556"/>
                      <a:pt x="1" y="4085"/>
                      <a:pt x="40" y="4607"/>
                    </a:cubicBezTo>
                    <a:cubicBezTo>
                      <a:pt x="40" y="4607"/>
                      <a:pt x="40" y="4607"/>
                      <a:pt x="40" y="4613"/>
                    </a:cubicBezTo>
                    <a:cubicBezTo>
                      <a:pt x="106" y="5202"/>
                      <a:pt x="106" y="5440"/>
                      <a:pt x="529" y="5453"/>
                    </a:cubicBezTo>
                    <a:cubicBezTo>
                      <a:pt x="556" y="5453"/>
                      <a:pt x="582" y="5453"/>
                      <a:pt x="602" y="5446"/>
                    </a:cubicBezTo>
                    <a:cubicBezTo>
                      <a:pt x="807" y="5400"/>
                      <a:pt x="966" y="5215"/>
                      <a:pt x="953" y="4997"/>
                    </a:cubicBezTo>
                    <a:cubicBezTo>
                      <a:pt x="926" y="4389"/>
                      <a:pt x="959" y="3761"/>
                      <a:pt x="1098" y="3159"/>
                    </a:cubicBezTo>
                    <a:cubicBezTo>
                      <a:pt x="1171" y="2848"/>
                      <a:pt x="1276" y="2538"/>
                      <a:pt x="1435" y="2260"/>
                    </a:cubicBezTo>
                    <a:lnTo>
                      <a:pt x="1435" y="2260"/>
                    </a:lnTo>
                    <a:cubicBezTo>
                      <a:pt x="1415" y="2432"/>
                      <a:pt x="1395" y="2604"/>
                      <a:pt x="1376" y="2782"/>
                    </a:cubicBezTo>
                    <a:cubicBezTo>
                      <a:pt x="1329" y="3139"/>
                      <a:pt x="1290" y="3496"/>
                      <a:pt x="1243" y="3853"/>
                    </a:cubicBezTo>
                    <a:cubicBezTo>
                      <a:pt x="1210" y="4157"/>
                      <a:pt x="1171" y="4455"/>
                      <a:pt x="1138" y="4752"/>
                    </a:cubicBezTo>
                    <a:cubicBezTo>
                      <a:pt x="1131" y="4805"/>
                      <a:pt x="1124" y="4851"/>
                      <a:pt x="1118" y="4904"/>
                    </a:cubicBezTo>
                    <a:cubicBezTo>
                      <a:pt x="1078" y="5228"/>
                      <a:pt x="1138" y="5572"/>
                      <a:pt x="1283" y="5863"/>
                    </a:cubicBezTo>
                    <a:cubicBezTo>
                      <a:pt x="1316" y="5929"/>
                      <a:pt x="1356" y="5995"/>
                      <a:pt x="1395" y="6054"/>
                    </a:cubicBezTo>
                    <a:lnTo>
                      <a:pt x="1620" y="10807"/>
                    </a:lnTo>
                    <a:cubicBezTo>
                      <a:pt x="1633" y="11071"/>
                      <a:pt x="1858" y="11283"/>
                      <a:pt x="2122" y="11290"/>
                    </a:cubicBezTo>
                    <a:cubicBezTo>
                      <a:pt x="2380" y="11290"/>
                      <a:pt x="2605" y="11085"/>
                      <a:pt x="2631" y="10827"/>
                    </a:cubicBezTo>
                    <a:cubicBezTo>
                      <a:pt x="2631" y="10820"/>
                      <a:pt x="2631" y="10814"/>
                      <a:pt x="2631" y="10807"/>
                    </a:cubicBezTo>
                    <a:lnTo>
                      <a:pt x="2797" y="7211"/>
                    </a:lnTo>
                    <a:lnTo>
                      <a:pt x="2962" y="10807"/>
                    </a:lnTo>
                    <a:cubicBezTo>
                      <a:pt x="2975" y="11071"/>
                      <a:pt x="3200" y="11283"/>
                      <a:pt x="3464" y="11290"/>
                    </a:cubicBezTo>
                    <a:cubicBezTo>
                      <a:pt x="3722" y="11290"/>
                      <a:pt x="3947" y="11085"/>
                      <a:pt x="3973" y="10827"/>
                    </a:cubicBezTo>
                    <a:cubicBezTo>
                      <a:pt x="3973" y="10820"/>
                      <a:pt x="3973" y="10814"/>
                      <a:pt x="3973" y="10807"/>
                    </a:cubicBezTo>
                    <a:lnTo>
                      <a:pt x="4191" y="6034"/>
                    </a:lnTo>
                    <a:cubicBezTo>
                      <a:pt x="4403" y="5711"/>
                      <a:pt x="4509" y="5314"/>
                      <a:pt x="4462" y="4904"/>
                    </a:cubicBezTo>
                    <a:lnTo>
                      <a:pt x="4145" y="2260"/>
                    </a:lnTo>
                    <a:lnTo>
                      <a:pt x="4145" y="2260"/>
                    </a:lnTo>
                    <a:cubicBezTo>
                      <a:pt x="4476" y="2881"/>
                      <a:pt x="4588" y="3635"/>
                      <a:pt x="4615" y="4329"/>
                    </a:cubicBezTo>
                    <a:cubicBezTo>
                      <a:pt x="4621" y="4554"/>
                      <a:pt x="4621" y="4779"/>
                      <a:pt x="4608" y="4997"/>
                    </a:cubicBezTo>
                    <a:cubicBezTo>
                      <a:pt x="4601" y="5228"/>
                      <a:pt x="4773" y="5433"/>
                      <a:pt x="5005" y="5453"/>
                    </a:cubicBezTo>
                    <a:cubicBezTo>
                      <a:pt x="5019" y="5454"/>
                      <a:pt x="5034" y="5455"/>
                      <a:pt x="5048" y="5455"/>
                    </a:cubicBezTo>
                    <a:cubicBezTo>
                      <a:pt x="5090" y="5455"/>
                      <a:pt x="5130" y="5448"/>
                      <a:pt x="5170" y="5433"/>
                    </a:cubicBezTo>
                    <a:cubicBezTo>
                      <a:pt x="5216" y="5446"/>
                      <a:pt x="5262" y="5453"/>
                      <a:pt x="5322" y="5453"/>
                    </a:cubicBezTo>
                    <a:cubicBezTo>
                      <a:pt x="5355" y="5453"/>
                      <a:pt x="5375" y="5453"/>
                      <a:pt x="5395" y="5446"/>
                    </a:cubicBezTo>
                    <a:cubicBezTo>
                      <a:pt x="5599" y="5400"/>
                      <a:pt x="5758" y="5215"/>
                      <a:pt x="5745" y="4997"/>
                    </a:cubicBezTo>
                    <a:cubicBezTo>
                      <a:pt x="5718" y="4389"/>
                      <a:pt x="5751" y="3761"/>
                      <a:pt x="5890" y="3159"/>
                    </a:cubicBezTo>
                    <a:cubicBezTo>
                      <a:pt x="5963" y="2848"/>
                      <a:pt x="6069" y="2538"/>
                      <a:pt x="6227" y="2260"/>
                    </a:cubicBezTo>
                    <a:lnTo>
                      <a:pt x="6227" y="2260"/>
                    </a:lnTo>
                    <a:cubicBezTo>
                      <a:pt x="6208" y="2432"/>
                      <a:pt x="6188" y="2604"/>
                      <a:pt x="6168" y="2782"/>
                    </a:cubicBezTo>
                    <a:cubicBezTo>
                      <a:pt x="6122" y="3139"/>
                      <a:pt x="6082" y="3496"/>
                      <a:pt x="6036" y="3853"/>
                    </a:cubicBezTo>
                    <a:cubicBezTo>
                      <a:pt x="6003" y="4157"/>
                      <a:pt x="5963" y="4455"/>
                      <a:pt x="5930" y="4752"/>
                    </a:cubicBezTo>
                    <a:cubicBezTo>
                      <a:pt x="5923" y="4805"/>
                      <a:pt x="5917" y="4851"/>
                      <a:pt x="5910" y="4904"/>
                    </a:cubicBezTo>
                    <a:cubicBezTo>
                      <a:pt x="5870" y="5228"/>
                      <a:pt x="5930" y="5572"/>
                      <a:pt x="6075" y="5863"/>
                    </a:cubicBezTo>
                    <a:cubicBezTo>
                      <a:pt x="6108" y="5929"/>
                      <a:pt x="6148" y="5995"/>
                      <a:pt x="6188" y="6054"/>
                    </a:cubicBezTo>
                    <a:lnTo>
                      <a:pt x="6412" y="10807"/>
                    </a:lnTo>
                    <a:cubicBezTo>
                      <a:pt x="6426" y="11071"/>
                      <a:pt x="6650" y="11283"/>
                      <a:pt x="6915" y="11290"/>
                    </a:cubicBezTo>
                    <a:cubicBezTo>
                      <a:pt x="7173" y="11290"/>
                      <a:pt x="7404" y="11085"/>
                      <a:pt x="7424" y="10827"/>
                    </a:cubicBezTo>
                    <a:cubicBezTo>
                      <a:pt x="7424" y="10820"/>
                      <a:pt x="7424" y="10814"/>
                      <a:pt x="7424" y="10807"/>
                    </a:cubicBezTo>
                    <a:lnTo>
                      <a:pt x="7589" y="7211"/>
                    </a:lnTo>
                    <a:lnTo>
                      <a:pt x="7754" y="10807"/>
                    </a:lnTo>
                    <a:cubicBezTo>
                      <a:pt x="7768" y="11071"/>
                      <a:pt x="7992" y="11283"/>
                      <a:pt x="8257" y="11290"/>
                    </a:cubicBezTo>
                    <a:cubicBezTo>
                      <a:pt x="8515" y="11290"/>
                      <a:pt x="8739" y="11085"/>
                      <a:pt x="8766" y="10827"/>
                    </a:cubicBezTo>
                    <a:cubicBezTo>
                      <a:pt x="8766" y="10820"/>
                      <a:pt x="8766" y="10814"/>
                      <a:pt x="8766" y="10807"/>
                    </a:cubicBezTo>
                    <a:lnTo>
                      <a:pt x="8984" y="6034"/>
                    </a:lnTo>
                    <a:cubicBezTo>
                      <a:pt x="9202" y="5711"/>
                      <a:pt x="9301" y="5314"/>
                      <a:pt x="9255" y="4904"/>
                    </a:cubicBezTo>
                    <a:lnTo>
                      <a:pt x="8938" y="2260"/>
                    </a:lnTo>
                    <a:lnTo>
                      <a:pt x="8938" y="2260"/>
                    </a:lnTo>
                    <a:cubicBezTo>
                      <a:pt x="9275" y="2881"/>
                      <a:pt x="9380" y="3635"/>
                      <a:pt x="9407" y="4329"/>
                    </a:cubicBezTo>
                    <a:cubicBezTo>
                      <a:pt x="9413" y="4554"/>
                      <a:pt x="9413" y="4779"/>
                      <a:pt x="9400" y="4997"/>
                    </a:cubicBezTo>
                    <a:cubicBezTo>
                      <a:pt x="9394" y="5208"/>
                      <a:pt x="9539" y="5393"/>
                      <a:pt x="9737" y="5440"/>
                    </a:cubicBezTo>
                    <a:cubicBezTo>
                      <a:pt x="9744" y="5453"/>
                      <a:pt x="9751" y="5459"/>
                      <a:pt x="9757" y="5459"/>
                    </a:cubicBezTo>
                    <a:cubicBezTo>
                      <a:pt x="9797" y="5512"/>
                      <a:pt x="9843" y="5559"/>
                      <a:pt x="9896" y="5592"/>
                    </a:cubicBezTo>
                    <a:cubicBezTo>
                      <a:pt x="10008" y="5671"/>
                      <a:pt x="10141" y="5704"/>
                      <a:pt x="10279" y="5711"/>
                    </a:cubicBezTo>
                    <a:cubicBezTo>
                      <a:pt x="10298" y="5712"/>
                      <a:pt x="10317" y="5712"/>
                      <a:pt x="10335" y="5712"/>
                    </a:cubicBezTo>
                    <a:cubicBezTo>
                      <a:pt x="10588" y="5712"/>
                      <a:pt x="10845" y="5631"/>
                      <a:pt x="11079" y="5539"/>
                    </a:cubicBezTo>
                    <a:lnTo>
                      <a:pt x="11079" y="5539"/>
                    </a:lnTo>
                    <a:lnTo>
                      <a:pt x="10987" y="7231"/>
                    </a:lnTo>
                    <a:cubicBezTo>
                      <a:pt x="10973" y="7442"/>
                      <a:pt x="11026" y="7628"/>
                      <a:pt x="11119" y="7799"/>
                    </a:cubicBezTo>
                    <a:lnTo>
                      <a:pt x="11271" y="10985"/>
                    </a:lnTo>
                    <a:cubicBezTo>
                      <a:pt x="11278" y="11157"/>
                      <a:pt x="11430" y="11296"/>
                      <a:pt x="11601" y="11296"/>
                    </a:cubicBezTo>
                    <a:cubicBezTo>
                      <a:pt x="11780" y="11296"/>
                      <a:pt x="11925" y="11157"/>
                      <a:pt x="11939" y="10985"/>
                    </a:cubicBezTo>
                    <a:lnTo>
                      <a:pt x="12064" y="8474"/>
                    </a:lnTo>
                    <a:lnTo>
                      <a:pt x="12190" y="10985"/>
                    </a:lnTo>
                    <a:cubicBezTo>
                      <a:pt x="12196" y="11157"/>
                      <a:pt x="12342" y="11296"/>
                      <a:pt x="12520" y="11296"/>
                    </a:cubicBezTo>
                    <a:cubicBezTo>
                      <a:pt x="12692" y="11296"/>
                      <a:pt x="12844" y="11157"/>
                      <a:pt x="12851" y="10985"/>
                    </a:cubicBezTo>
                    <a:lnTo>
                      <a:pt x="13016" y="7793"/>
                    </a:lnTo>
                    <a:cubicBezTo>
                      <a:pt x="13109" y="7621"/>
                      <a:pt x="13142" y="7423"/>
                      <a:pt x="13128" y="7231"/>
                    </a:cubicBezTo>
                    <a:cubicBezTo>
                      <a:pt x="13128" y="7138"/>
                      <a:pt x="13122" y="7046"/>
                      <a:pt x="13115" y="6947"/>
                    </a:cubicBezTo>
                    <a:cubicBezTo>
                      <a:pt x="13102" y="6662"/>
                      <a:pt x="13082" y="6372"/>
                      <a:pt x="13069" y="6087"/>
                    </a:cubicBezTo>
                    <a:lnTo>
                      <a:pt x="13069" y="6087"/>
                    </a:lnTo>
                    <a:cubicBezTo>
                      <a:pt x="13208" y="6458"/>
                      <a:pt x="13261" y="6854"/>
                      <a:pt x="13294" y="7244"/>
                    </a:cubicBezTo>
                    <a:cubicBezTo>
                      <a:pt x="13307" y="7392"/>
                      <a:pt x="13432" y="7509"/>
                      <a:pt x="13579" y="7509"/>
                    </a:cubicBezTo>
                    <a:cubicBezTo>
                      <a:pt x="13583" y="7509"/>
                      <a:pt x="13587" y="7509"/>
                      <a:pt x="13591" y="7509"/>
                    </a:cubicBezTo>
                    <a:cubicBezTo>
                      <a:pt x="13737" y="7495"/>
                      <a:pt x="13856" y="7370"/>
                      <a:pt x="13862" y="7224"/>
                    </a:cubicBezTo>
                    <a:cubicBezTo>
                      <a:pt x="13862" y="6808"/>
                      <a:pt x="13842" y="6391"/>
                      <a:pt x="13750" y="5982"/>
                    </a:cubicBezTo>
                    <a:cubicBezTo>
                      <a:pt x="13591" y="5294"/>
                      <a:pt x="13188" y="4620"/>
                      <a:pt x="12527" y="4303"/>
                    </a:cubicBezTo>
                    <a:cubicBezTo>
                      <a:pt x="12378" y="4232"/>
                      <a:pt x="12224" y="4196"/>
                      <a:pt x="12071" y="4196"/>
                    </a:cubicBezTo>
                    <a:cubicBezTo>
                      <a:pt x="11836" y="4196"/>
                      <a:pt x="11602" y="4281"/>
                      <a:pt x="11390" y="4461"/>
                    </a:cubicBezTo>
                    <a:cubicBezTo>
                      <a:pt x="11211" y="4607"/>
                      <a:pt x="11026" y="4732"/>
                      <a:pt x="10828" y="4851"/>
                    </a:cubicBezTo>
                    <a:cubicBezTo>
                      <a:pt x="10722" y="4917"/>
                      <a:pt x="10617" y="4970"/>
                      <a:pt x="10504" y="5017"/>
                    </a:cubicBezTo>
                    <a:cubicBezTo>
                      <a:pt x="10451" y="5043"/>
                      <a:pt x="10398" y="5063"/>
                      <a:pt x="10339" y="5076"/>
                    </a:cubicBezTo>
                    <a:cubicBezTo>
                      <a:pt x="10319" y="5076"/>
                      <a:pt x="10293" y="5083"/>
                      <a:pt x="10266" y="5089"/>
                    </a:cubicBezTo>
                    <a:cubicBezTo>
                      <a:pt x="10266" y="5083"/>
                      <a:pt x="10266" y="5076"/>
                      <a:pt x="10266" y="5076"/>
                    </a:cubicBezTo>
                    <a:cubicBezTo>
                      <a:pt x="10343" y="4524"/>
                      <a:pt x="10364" y="3965"/>
                      <a:pt x="10323" y="3412"/>
                    </a:cubicBezTo>
                    <a:lnTo>
                      <a:pt x="10323" y="3412"/>
                    </a:lnTo>
                    <a:cubicBezTo>
                      <a:pt x="10324" y="3424"/>
                      <a:pt x="10326" y="3434"/>
                      <a:pt x="10326" y="3443"/>
                    </a:cubicBezTo>
                    <a:cubicBezTo>
                      <a:pt x="10326" y="3430"/>
                      <a:pt x="10326" y="3404"/>
                      <a:pt x="10319" y="3364"/>
                    </a:cubicBezTo>
                    <a:lnTo>
                      <a:pt x="10319" y="3364"/>
                    </a:lnTo>
                    <a:cubicBezTo>
                      <a:pt x="10319" y="3364"/>
                      <a:pt x="10319" y="3364"/>
                      <a:pt x="10319" y="3364"/>
                    </a:cubicBezTo>
                    <a:cubicBezTo>
                      <a:pt x="10316" y="3336"/>
                      <a:pt x="10314" y="3316"/>
                      <a:pt x="10313" y="3301"/>
                    </a:cubicBezTo>
                    <a:lnTo>
                      <a:pt x="10313" y="3301"/>
                    </a:lnTo>
                    <a:cubicBezTo>
                      <a:pt x="10249" y="2615"/>
                      <a:pt x="10077" y="1932"/>
                      <a:pt x="9711" y="1348"/>
                    </a:cubicBezTo>
                    <a:cubicBezTo>
                      <a:pt x="9367" y="793"/>
                      <a:pt x="8845" y="304"/>
                      <a:pt x="8210" y="112"/>
                    </a:cubicBezTo>
                    <a:cubicBezTo>
                      <a:pt x="7974" y="41"/>
                      <a:pt x="7768" y="0"/>
                      <a:pt x="7559" y="0"/>
                    </a:cubicBezTo>
                    <a:cubicBezTo>
                      <a:pt x="7319" y="0"/>
                      <a:pt x="7073" y="54"/>
                      <a:pt x="6769" y="178"/>
                    </a:cubicBezTo>
                    <a:cubicBezTo>
                      <a:pt x="6637" y="231"/>
                      <a:pt x="6512" y="297"/>
                      <a:pt x="6386" y="370"/>
                    </a:cubicBezTo>
                    <a:cubicBezTo>
                      <a:pt x="6089" y="555"/>
                      <a:pt x="5831" y="799"/>
                      <a:pt x="5619" y="1077"/>
                    </a:cubicBezTo>
                    <a:cubicBezTo>
                      <a:pt x="5441" y="1315"/>
                      <a:pt x="5295" y="1579"/>
                      <a:pt x="5176" y="1850"/>
                    </a:cubicBezTo>
                    <a:cubicBezTo>
                      <a:pt x="5104" y="1678"/>
                      <a:pt x="5018" y="1507"/>
                      <a:pt x="4919" y="1348"/>
                    </a:cubicBezTo>
                    <a:cubicBezTo>
                      <a:pt x="4575" y="793"/>
                      <a:pt x="4053" y="304"/>
                      <a:pt x="3418" y="112"/>
                    </a:cubicBezTo>
                    <a:cubicBezTo>
                      <a:pt x="3178" y="41"/>
                      <a:pt x="2973" y="0"/>
                      <a:pt x="27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514" name="Google Shape;1514;p69"/>
              <p:cNvSpPr/>
              <p:nvPr/>
            </p:nvSpPr>
            <p:spPr>
              <a:xfrm>
                <a:off x="4394450" y="2520250"/>
                <a:ext cx="76550" cy="73250"/>
              </a:xfrm>
              <a:custGeom>
                <a:avLst/>
                <a:gdLst/>
                <a:ahLst/>
                <a:cxnLst/>
                <a:rect l="l" t="t" r="r" b="b"/>
                <a:pathLst>
                  <a:path w="3062" h="2930" extrusionOk="0">
                    <a:moveTo>
                      <a:pt x="1529" y="1"/>
                    </a:moveTo>
                    <a:cubicBezTo>
                      <a:pt x="1020" y="1"/>
                      <a:pt x="539" y="271"/>
                      <a:pt x="278" y="708"/>
                    </a:cubicBezTo>
                    <a:cubicBezTo>
                      <a:pt x="7" y="1151"/>
                      <a:pt x="1" y="1726"/>
                      <a:pt x="258" y="2182"/>
                    </a:cubicBezTo>
                    <a:cubicBezTo>
                      <a:pt x="510" y="2632"/>
                      <a:pt x="985" y="2916"/>
                      <a:pt x="1501" y="2929"/>
                    </a:cubicBezTo>
                    <a:lnTo>
                      <a:pt x="1534" y="2929"/>
                    </a:lnTo>
                    <a:cubicBezTo>
                      <a:pt x="2050" y="2929"/>
                      <a:pt x="2532" y="2652"/>
                      <a:pt x="2797" y="2209"/>
                    </a:cubicBezTo>
                    <a:cubicBezTo>
                      <a:pt x="3061" y="1759"/>
                      <a:pt x="3061" y="1184"/>
                      <a:pt x="2803" y="735"/>
                    </a:cubicBezTo>
                    <a:cubicBezTo>
                      <a:pt x="2545" y="292"/>
                      <a:pt x="2063"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515" name="Google Shape;1515;p69"/>
              <p:cNvSpPr/>
              <p:nvPr/>
            </p:nvSpPr>
            <p:spPr>
              <a:xfrm>
                <a:off x="4514250" y="2520250"/>
                <a:ext cx="76550" cy="73250"/>
              </a:xfrm>
              <a:custGeom>
                <a:avLst/>
                <a:gdLst/>
                <a:ahLst/>
                <a:cxnLst/>
                <a:rect l="l" t="t" r="r" b="b"/>
                <a:pathLst>
                  <a:path w="3062" h="2930" extrusionOk="0">
                    <a:moveTo>
                      <a:pt x="1529" y="1"/>
                    </a:moveTo>
                    <a:cubicBezTo>
                      <a:pt x="1020" y="1"/>
                      <a:pt x="540" y="271"/>
                      <a:pt x="279" y="708"/>
                    </a:cubicBezTo>
                    <a:cubicBezTo>
                      <a:pt x="8" y="1151"/>
                      <a:pt x="1" y="1726"/>
                      <a:pt x="259" y="2182"/>
                    </a:cubicBezTo>
                    <a:cubicBezTo>
                      <a:pt x="510" y="2632"/>
                      <a:pt x="986" y="2916"/>
                      <a:pt x="1501" y="2929"/>
                    </a:cubicBezTo>
                    <a:lnTo>
                      <a:pt x="1534" y="2929"/>
                    </a:lnTo>
                    <a:cubicBezTo>
                      <a:pt x="2050" y="2929"/>
                      <a:pt x="2533" y="2652"/>
                      <a:pt x="2797" y="2209"/>
                    </a:cubicBezTo>
                    <a:cubicBezTo>
                      <a:pt x="3061" y="1759"/>
                      <a:pt x="3061" y="1184"/>
                      <a:pt x="2804" y="735"/>
                    </a:cubicBezTo>
                    <a:cubicBezTo>
                      <a:pt x="2546" y="292"/>
                      <a:pt x="2063" y="8"/>
                      <a:pt x="1548" y="1"/>
                    </a:cubicBezTo>
                    <a:cubicBezTo>
                      <a:pt x="1542"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516" name="Google Shape;1516;p69"/>
              <p:cNvSpPr/>
              <p:nvPr/>
            </p:nvSpPr>
            <p:spPr>
              <a:xfrm>
                <a:off x="4621175" y="2680875"/>
                <a:ext cx="25" cy="200"/>
              </a:xfrm>
              <a:custGeom>
                <a:avLst/>
                <a:gdLst/>
                <a:ahLst/>
                <a:cxnLst/>
                <a:rect l="l" t="t" r="r" b="b"/>
                <a:pathLst>
                  <a:path w="1" h="8" extrusionOk="0">
                    <a:moveTo>
                      <a:pt x="1" y="1"/>
                    </a:moveTo>
                    <a:cubicBezTo>
                      <a:pt x="1" y="8"/>
                      <a:pt x="1" y="8"/>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517" name="Google Shape;1517;p69"/>
              <p:cNvSpPr/>
              <p:nvPr/>
            </p:nvSpPr>
            <p:spPr>
              <a:xfrm>
                <a:off x="4621175" y="2680725"/>
                <a:ext cx="25" cy="175"/>
              </a:xfrm>
              <a:custGeom>
                <a:avLst/>
                <a:gdLst/>
                <a:ahLst/>
                <a:cxnLst/>
                <a:rect l="l" t="t" r="r" b="b"/>
                <a:pathLst>
                  <a:path w="1" h="7" extrusionOk="0">
                    <a:moveTo>
                      <a:pt x="1" y="0"/>
                    </a:moveTo>
                    <a:cubicBezTo>
                      <a:pt x="1" y="0"/>
                      <a:pt x="1" y="0"/>
                      <a:pt x="1" y="7"/>
                    </a:cubicBezTo>
                    <a:cubicBezTo>
                      <a:pt x="1" y="0"/>
                      <a:pt x="1"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1518" name="Google Shape;1518;p69"/>
          <p:cNvGrpSpPr/>
          <p:nvPr/>
        </p:nvGrpSpPr>
        <p:grpSpPr>
          <a:xfrm>
            <a:off x="7019687" y="3337269"/>
            <a:ext cx="777000" cy="738300"/>
            <a:chOff x="7606062" y="61869"/>
            <a:chExt cx="777000" cy="738300"/>
          </a:xfrm>
        </p:grpSpPr>
        <p:sp>
          <p:nvSpPr>
            <p:cNvPr id="1519" name="Google Shape;1519;p69"/>
            <p:cNvSpPr/>
            <p:nvPr/>
          </p:nvSpPr>
          <p:spPr>
            <a:xfrm>
              <a:off x="7606062" y="61869"/>
              <a:ext cx="777000" cy="738300"/>
            </a:xfrm>
            <a:prstGeom prst="pentagon">
              <a:avLst>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69"/>
            <p:cNvSpPr/>
            <p:nvPr/>
          </p:nvSpPr>
          <p:spPr>
            <a:xfrm>
              <a:off x="7656944" y="110211"/>
              <a:ext cx="675300" cy="641700"/>
            </a:xfrm>
            <a:prstGeom prst="pentagon">
              <a:avLst>
                <a:gd name="hf" fmla="val 105146"/>
                <a:gd name="vf" fmla="val 11055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1" name="Google Shape;1521;p69"/>
            <p:cNvGrpSpPr/>
            <p:nvPr/>
          </p:nvGrpSpPr>
          <p:grpSpPr>
            <a:xfrm>
              <a:off x="7851217" y="289420"/>
              <a:ext cx="286783" cy="293105"/>
              <a:chOff x="4072473" y="2031100"/>
              <a:chExt cx="300579" cy="307206"/>
            </a:xfrm>
          </p:grpSpPr>
          <p:sp>
            <p:nvSpPr>
              <p:cNvPr id="1522" name="Google Shape;1522;p69"/>
              <p:cNvSpPr/>
              <p:nvPr/>
            </p:nvSpPr>
            <p:spPr>
              <a:xfrm>
                <a:off x="4100741" y="2031100"/>
                <a:ext cx="63126" cy="63001"/>
              </a:xfrm>
              <a:custGeom>
                <a:avLst/>
                <a:gdLst/>
                <a:ahLst/>
                <a:cxnLst/>
                <a:rect l="l" t="t" r="r" b="b"/>
                <a:pathLst>
                  <a:path w="3028" h="3022" extrusionOk="0">
                    <a:moveTo>
                      <a:pt x="1514" y="1"/>
                    </a:moveTo>
                    <a:cubicBezTo>
                      <a:pt x="681" y="1"/>
                      <a:pt x="0" y="675"/>
                      <a:pt x="0" y="1515"/>
                    </a:cubicBezTo>
                    <a:cubicBezTo>
                      <a:pt x="0" y="2348"/>
                      <a:pt x="681" y="3022"/>
                      <a:pt x="1514" y="3022"/>
                    </a:cubicBezTo>
                    <a:cubicBezTo>
                      <a:pt x="2353" y="3022"/>
                      <a:pt x="3027" y="2348"/>
                      <a:pt x="3027" y="1515"/>
                    </a:cubicBezTo>
                    <a:cubicBezTo>
                      <a:pt x="3027" y="675"/>
                      <a:pt x="2353" y="1"/>
                      <a:pt x="15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523" name="Google Shape;1523;p69"/>
              <p:cNvSpPr/>
              <p:nvPr/>
            </p:nvSpPr>
            <p:spPr>
              <a:xfrm>
                <a:off x="4281522" y="2040481"/>
                <a:ext cx="65482" cy="62584"/>
              </a:xfrm>
              <a:custGeom>
                <a:avLst/>
                <a:gdLst/>
                <a:ahLst/>
                <a:cxnLst/>
                <a:rect l="l" t="t" r="r" b="b"/>
                <a:pathLst>
                  <a:path w="3141" h="3002" extrusionOk="0">
                    <a:moveTo>
                      <a:pt x="1569" y="0"/>
                    </a:moveTo>
                    <a:cubicBezTo>
                      <a:pt x="1046" y="0"/>
                      <a:pt x="553" y="277"/>
                      <a:pt x="285" y="728"/>
                    </a:cubicBezTo>
                    <a:cubicBezTo>
                      <a:pt x="7" y="1184"/>
                      <a:pt x="1" y="1772"/>
                      <a:pt x="258" y="2235"/>
                    </a:cubicBezTo>
                    <a:cubicBezTo>
                      <a:pt x="516" y="2697"/>
                      <a:pt x="1012" y="2988"/>
                      <a:pt x="1534" y="3001"/>
                    </a:cubicBezTo>
                    <a:lnTo>
                      <a:pt x="1567" y="3001"/>
                    </a:lnTo>
                    <a:cubicBezTo>
                      <a:pt x="2096" y="3001"/>
                      <a:pt x="2592" y="2717"/>
                      <a:pt x="2863" y="2261"/>
                    </a:cubicBezTo>
                    <a:cubicBezTo>
                      <a:pt x="3134" y="1805"/>
                      <a:pt x="3140" y="1217"/>
                      <a:pt x="2869" y="754"/>
                    </a:cubicBezTo>
                    <a:cubicBezTo>
                      <a:pt x="2605" y="298"/>
                      <a:pt x="2109"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524" name="Google Shape;1524;p69"/>
              <p:cNvSpPr/>
              <p:nvPr/>
            </p:nvSpPr>
            <p:spPr>
              <a:xfrm>
                <a:off x="4072473" y="2095891"/>
                <a:ext cx="300579" cy="242415"/>
              </a:xfrm>
              <a:custGeom>
                <a:avLst/>
                <a:gdLst/>
                <a:ahLst/>
                <a:cxnLst/>
                <a:rect l="l" t="t" r="r" b="b"/>
                <a:pathLst>
                  <a:path w="14418" h="11628" extrusionOk="0">
                    <a:moveTo>
                      <a:pt x="2887" y="1"/>
                    </a:moveTo>
                    <a:cubicBezTo>
                      <a:pt x="2695" y="1"/>
                      <a:pt x="2506" y="20"/>
                      <a:pt x="2334" y="53"/>
                    </a:cubicBezTo>
                    <a:cubicBezTo>
                      <a:pt x="2308" y="59"/>
                      <a:pt x="2281" y="66"/>
                      <a:pt x="2248" y="72"/>
                    </a:cubicBezTo>
                    <a:cubicBezTo>
                      <a:pt x="2182" y="92"/>
                      <a:pt x="2103" y="119"/>
                      <a:pt x="2010" y="158"/>
                    </a:cubicBezTo>
                    <a:cubicBezTo>
                      <a:pt x="1832" y="231"/>
                      <a:pt x="1587" y="363"/>
                      <a:pt x="1343" y="562"/>
                    </a:cubicBezTo>
                    <a:cubicBezTo>
                      <a:pt x="1224" y="661"/>
                      <a:pt x="1098" y="780"/>
                      <a:pt x="986" y="912"/>
                    </a:cubicBezTo>
                    <a:cubicBezTo>
                      <a:pt x="867" y="1044"/>
                      <a:pt x="755" y="1190"/>
                      <a:pt x="662" y="1348"/>
                    </a:cubicBezTo>
                    <a:cubicBezTo>
                      <a:pt x="464" y="1665"/>
                      <a:pt x="312" y="2022"/>
                      <a:pt x="212" y="2386"/>
                    </a:cubicBezTo>
                    <a:cubicBezTo>
                      <a:pt x="107" y="2743"/>
                      <a:pt x="54" y="3107"/>
                      <a:pt x="27" y="3437"/>
                    </a:cubicBezTo>
                    <a:cubicBezTo>
                      <a:pt x="1" y="3774"/>
                      <a:pt x="1" y="4085"/>
                      <a:pt x="8" y="4343"/>
                    </a:cubicBezTo>
                    <a:cubicBezTo>
                      <a:pt x="21" y="4607"/>
                      <a:pt x="41" y="4819"/>
                      <a:pt x="54" y="4971"/>
                    </a:cubicBezTo>
                    <a:cubicBezTo>
                      <a:pt x="67" y="5123"/>
                      <a:pt x="80" y="5209"/>
                      <a:pt x="80" y="5209"/>
                    </a:cubicBezTo>
                    <a:cubicBezTo>
                      <a:pt x="112" y="5432"/>
                      <a:pt x="298" y="5599"/>
                      <a:pt x="518" y="5599"/>
                    </a:cubicBezTo>
                    <a:cubicBezTo>
                      <a:pt x="526" y="5599"/>
                      <a:pt x="535" y="5599"/>
                      <a:pt x="543" y="5599"/>
                    </a:cubicBezTo>
                    <a:cubicBezTo>
                      <a:pt x="794" y="5592"/>
                      <a:pt x="986" y="5380"/>
                      <a:pt x="973" y="5129"/>
                    </a:cubicBezTo>
                    <a:cubicBezTo>
                      <a:pt x="973" y="5129"/>
                      <a:pt x="973" y="5050"/>
                      <a:pt x="966" y="4918"/>
                    </a:cubicBezTo>
                    <a:cubicBezTo>
                      <a:pt x="966" y="4779"/>
                      <a:pt x="966" y="4581"/>
                      <a:pt x="979" y="4349"/>
                    </a:cubicBezTo>
                    <a:cubicBezTo>
                      <a:pt x="986" y="4111"/>
                      <a:pt x="1012" y="3847"/>
                      <a:pt x="1059" y="3563"/>
                    </a:cubicBezTo>
                    <a:cubicBezTo>
                      <a:pt x="1105" y="3285"/>
                      <a:pt x="1178" y="2994"/>
                      <a:pt x="1277" y="2730"/>
                    </a:cubicBezTo>
                    <a:cubicBezTo>
                      <a:pt x="1336" y="2578"/>
                      <a:pt x="1402" y="2432"/>
                      <a:pt x="1475" y="2300"/>
                    </a:cubicBezTo>
                    <a:lnTo>
                      <a:pt x="1475" y="2300"/>
                    </a:lnTo>
                    <a:lnTo>
                      <a:pt x="1145" y="5030"/>
                    </a:lnTo>
                    <a:cubicBezTo>
                      <a:pt x="1131" y="5162"/>
                      <a:pt x="1125" y="5314"/>
                      <a:pt x="1145" y="5453"/>
                    </a:cubicBezTo>
                    <a:cubicBezTo>
                      <a:pt x="1178" y="5737"/>
                      <a:pt x="1283" y="5995"/>
                      <a:pt x="1429" y="6220"/>
                    </a:cubicBezTo>
                    <a:lnTo>
                      <a:pt x="1667" y="11131"/>
                    </a:lnTo>
                    <a:cubicBezTo>
                      <a:pt x="1680" y="11396"/>
                      <a:pt x="1891" y="11614"/>
                      <a:pt x="2162" y="11627"/>
                    </a:cubicBezTo>
                    <a:cubicBezTo>
                      <a:pt x="2171" y="11627"/>
                      <a:pt x="2179" y="11627"/>
                      <a:pt x="2187" y="11627"/>
                    </a:cubicBezTo>
                    <a:cubicBezTo>
                      <a:pt x="2467" y="11627"/>
                      <a:pt x="2698" y="11407"/>
                      <a:pt x="2711" y="11131"/>
                    </a:cubicBezTo>
                    <a:lnTo>
                      <a:pt x="2876" y="7416"/>
                    </a:lnTo>
                    <a:lnTo>
                      <a:pt x="3048" y="11131"/>
                    </a:lnTo>
                    <a:cubicBezTo>
                      <a:pt x="3061" y="11396"/>
                      <a:pt x="3280" y="11614"/>
                      <a:pt x="3551" y="11627"/>
                    </a:cubicBezTo>
                    <a:cubicBezTo>
                      <a:pt x="3559" y="11627"/>
                      <a:pt x="3567" y="11627"/>
                      <a:pt x="3575" y="11627"/>
                    </a:cubicBezTo>
                    <a:cubicBezTo>
                      <a:pt x="3855" y="11627"/>
                      <a:pt x="4086" y="11407"/>
                      <a:pt x="4099" y="11131"/>
                    </a:cubicBezTo>
                    <a:lnTo>
                      <a:pt x="4324" y="6200"/>
                    </a:lnTo>
                    <a:cubicBezTo>
                      <a:pt x="4542" y="5870"/>
                      <a:pt x="4648" y="5460"/>
                      <a:pt x="4595" y="5030"/>
                    </a:cubicBezTo>
                    <a:lnTo>
                      <a:pt x="4271" y="2333"/>
                    </a:lnTo>
                    <a:lnTo>
                      <a:pt x="4271" y="2333"/>
                    </a:lnTo>
                    <a:cubicBezTo>
                      <a:pt x="4337" y="2452"/>
                      <a:pt x="4397" y="2584"/>
                      <a:pt x="4450" y="2730"/>
                    </a:cubicBezTo>
                    <a:cubicBezTo>
                      <a:pt x="4555" y="2994"/>
                      <a:pt x="4621" y="3285"/>
                      <a:pt x="4668" y="3563"/>
                    </a:cubicBezTo>
                    <a:cubicBezTo>
                      <a:pt x="4714" y="3847"/>
                      <a:pt x="4740" y="4111"/>
                      <a:pt x="4754" y="4349"/>
                    </a:cubicBezTo>
                    <a:cubicBezTo>
                      <a:pt x="4760" y="4581"/>
                      <a:pt x="4760" y="4779"/>
                      <a:pt x="4760" y="4918"/>
                    </a:cubicBezTo>
                    <a:cubicBezTo>
                      <a:pt x="4754" y="5050"/>
                      <a:pt x="4754" y="5129"/>
                      <a:pt x="4754" y="5129"/>
                    </a:cubicBezTo>
                    <a:cubicBezTo>
                      <a:pt x="4747" y="5341"/>
                      <a:pt x="4886" y="5532"/>
                      <a:pt x="5091" y="5585"/>
                    </a:cubicBezTo>
                    <a:cubicBezTo>
                      <a:pt x="5256" y="5770"/>
                      <a:pt x="5441" y="5922"/>
                      <a:pt x="5666" y="6028"/>
                    </a:cubicBezTo>
                    <a:cubicBezTo>
                      <a:pt x="5845" y="6115"/>
                      <a:pt x="6045" y="6156"/>
                      <a:pt x="6243" y="6156"/>
                    </a:cubicBezTo>
                    <a:cubicBezTo>
                      <a:pt x="6271" y="6156"/>
                      <a:pt x="6299" y="6155"/>
                      <a:pt x="6327" y="6154"/>
                    </a:cubicBezTo>
                    <a:lnTo>
                      <a:pt x="6327" y="6887"/>
                    </a:lnTo>
                    <a:lnTo>
                      <a:pt x="6333" y="7006"/>
                    </a:lnTo>
                    <a:lnTo>
                      <a:pt x="5838" y="9241"/>
                    </a:lnTo>
                    <a:cubicBezTo>
                      <a:pt x="5824" y="9294"/>
                      <a:pt x="5838" y="9346"/>
                      <a:pt x="5871" y="9386"/>
                    </a:cubicBezTo>
                    <a:cubicBezTo>
                      <a:pt x="5904" y="9432"/>
                      <a:pt x="5957" y="9452"/>
                      <a:pt x="6010" y="9452"/>
                    </a:cubicBezTo>
                    <a:lnTo>
                      <a:pt x="6380" y="9452"/>
                    </a:lnTo>
                    <a:lnTo>
                      <a:pt x="6466" y="11336"/>
                    </a:lnTo>
                    <a:cubicBezTo>
                      <a:pt x="6472" y="11501"/>
                      <a:pt x="6611" y="11627"/>
                      <a:pt x="6770" y="11627"/>
                    </a:cubicBezTo>
                    <a:cubicBezTo>
                      <a:pt x="6928" y="11627"/>
                      <a:pt x="7067" y="11501"/>
                      <a:pt x="7074" y="11343"/>
                    </a:cubicBezTo>
                    <a:lnTo>
                      <a:pt x="7180" y="9452"/>
                    </a:lnTo>
                    <a:lnTo>
                      <a:pt x="7219" y="9452"/>
                    </a:lnTo>
                    <a:lnTo>
                      <a:pt x="7305" y="11336"/>
                    </a:lnTo>
                    <a:cubicBezTo>
                      <a:pt x="7312" y="11501"/>
                      <a:pt x="7444" y="11627"/>
                      <a:pt x="7609" y="11627"/>
                    </a:cubicBezTo>
                    <a:cubicBezTo>
                      <a:pt x="7768" y="11627"/>
                      <a:pt x="7900" y="11501"/>
                      <a:pt x="7907" y="11343"/>
                    </a:cubicBezTo>
                    <a:lnTo>
                      <a:pt x="8012" y="9452"/>
                    </a:lnTo>
                    <a:lnTo>
                      <a:pt x="8383" y="9452"/>
                    </a:lnTo>
                    <a:cubicBezTo>
                      <a:pt x="8436" y="9452"/>
                      <a:pt x="8482" y="9432"/>
                      <a:pt x="8515" y="9386"/>
                    </a:cubicBezTo>
                    <a:cubicBezTo>
                      <a:pt x="8548" y="9346"/>
                      <a:pt x="8561" y="9294"/>
                      <a:pt x="8554" y="9241"/>
                    </a:cubicBezTo>
                    <a:lnTo>
                      <a:pt x="8072" y="7046"/>
                    </a:lnTo>
                    <a:lnTo>
                      <a:pt x="8079" y="6914"/>
                    </a:lnTo>
                    <a:lnTo>
                      <a:pt x="8079" y="6154"/>
                    </a:lnTo>
                    <a:cubicBezTo>
                      <a:pt x="8106" y="6155"/>
                      <a:pt x="8133" y="6156"/>
                      <a:pt x="8161" y="6156"/>
                    </a:cubicBezTo>
                    <a:cubicBezTo>
                      <a:pt x="8354" y="6156"/>
                      <a:pt x="8554" y="6116"/>
                      <a:pt x="8733" y="6035"/>
                    </a:cubicBezTo>
                    <a:cubicBezTo>
                      <a:pt x="8898" y="5962"/>
                      <a:pt x="9037" y="5856"/>
                      <a:pt x="9163" y="5737"/>
                    </a:cubicBezTo>
                    <a:cubicBezTo>
                      <a:pt x="9167" y="5737"/>
                      <a:pt x="9171" y="5737"/>
                      <a:pt x="9175" y="5737"/>
                    </a:cubicBezTo>
                    <a:cubicBezTo>
                      <a:pt x="9401" y="5737"/>
                      <a:pt x="9599" y="5555"/>
                      <a:pt x="9619" y="5327"/>
                    </a:cubicBezTo>
                    <a:cubicBezTo>
                      <a:pt x="9625" y="5222"/>
                      <a:pt x="9632" y="5109"/>
                      <a:pt x="9645" y="4997"/>
                    </a:cubicBezTo>
                    <a:cubicBezTo>
                      <a:pt x="9665" y="4825"/>
                      <a:pt x="9685" y="4653"/>
                      <a:pt x="9711" y="4481"/>
                    </a:cubicBezTo>
                    <a:cubicBezTo>
                      <a:pt x="9771" y="4118"/>
                      <a:pt x="9870" y="3761"/>
                      <a:pt x="9996" y="3417"/>
                    </a:cubicBezTo>
                    <a:cubicBezTo>
                      <a:pt x="10029" y="3331"/>
                      <a:pt x="10062" y="3245"/>
                      <a:pt x="10101" y="3166"/>
                    </a:cubicBezTo>
                    <a:lnTo>
                      <a:pt x="10114" y="4224"/>
                    </a:lnTo>
                    <a:lnTo>
                      <a:pt x="9262" y="8064"/>
                    </a:lnTo>
                    <a:cubicBezTo>
                      <a:pt x="9249" y="8157"/>
                      <a:pt x="9268" y="8243"/>
                      <a:pt x="9328" y="8315"/>
                    </a:cubicBezTo>
                    <a:cubicBezTo>
                      <a:pt x="9381" y="8388"/>
                      <a:pt x="9467" y="8428"/>
                      <a:pt x="9559" y="8428"/>
                    </a:cubicBezTo>
                    <a:lnTo>
                      <a:pt x="10233" y="8428"/>
                    </a:lnTo>
                    <a:lnTo>
                      <a:pt x="10366" y="11131"/>
                    </a:lnTo>
                    <a:cubicBezTo>
                      <a:pt x="10379" y="11409"/>
                      <a:pt x="10610" y="11627"/>
                      <a:pt x="10881" y="11627"/>
                    </a:cubicBezTo>
                    <a:cubicBezTo>
                      <a:pt x="11152" y="11627"/>
                      <a:pt x="11384" y="11415"/>
                      <a:pt x="11403" y="11144"/>
                    </a:cubicBezTo>
                    <a:cubicBezTo>
                      <a:pt x="11403" y="11138"/>
                      <a:pt x="11403" y="11138"/>
                      <a:pt x="11403" y="11138"/>
                    </a:cubicBezTo>
                    <a:lnTo>
                      <a:pt x="11542" y="8428"/>
                    </a:lnTo>
                    <a:lnTo>
                      <a:pt x="11668" y="8428"/>
                    </a:lnTo>
                    <a:lnTo>
                      <a:pt x="11800" y="11131"/>
                    </a:lnTo>
                    <a:cubicBezTo>
                      <a:pt x="11813" y="11409"/>
                      <a:pt x="12045" y="11627"/>
                      <a:pt x="12316" y="11627"/>
                    </a:cubicBezTo>
                    <a:cubicBezTo>
                      <a:pt x="12587" y="11627"/>
                      <a:pt x="12818" y="11415"/>
                      <a:pt x="12838" y="11144"/>
                    </a:cubicBezTo>
                    <a:cubicBezTo>
                      <a:pt x="12838" y="11138"/>
                      <a:pt x="12838" y="11138"/>
                      <a:pt x="12838" y="11138"/>
                    </a:cubicBezTo>
                    <a:lnTo>
                      <a:pt x="12977" y="8428"/>
                    </a:lnTo>
                    <a:lnTo>
                      <a:pt x="13631" y="8428"/>
                    </a:lnTo>
                    <a:cubicBezTo>
                      <a:pt x="13717" y="8428"/>
                      <a:pt x="13803" y="8388"/>
                      <a:pt x="13862" y="8315"/>
                    </a:cubicBezTo>
                    <a:cubicBezTo>
                      <a:pt x="13922" y="8249"/>
                      <a:pt x="13942" y="8157"/>
                      <a:pt x="13922" y="8064"/>
                    </a:cubicBezTo>
                    <a:lnTo>
                      <a:pt x="13082" y="4204"/>
                    </a:lnTo>
                    <a:lnTo>
                      <a:pt x="13096" y="3159"/>
                    </a:lnTo>
                    <a:cubicBezTo>
                      <a:pt x="13241" y="3510"/>
                      <a:pt x="13334" y="3933"/>
                      <a:pt x="13406" y="4303"/>
                    </a:cubicBezTo>
                    <a:cubicBezTo>
                      <a:pt x="13466" y="4620"/>
                      <a:pt x="13499" y="4944"/>
                      <a:pt x="13525" y="5261"/>
                    </a:cubicBezTo>
                    <a:cubicBezTo>
                      <a:pt x="13525" y="5268"/>
                      <a:pt x="13525" y="5281"/>
                      <a:pt x="13525" y="5288"/>
                    </a:cubicBezTo>
                    <a:cubicBezTo>
                      <a:pt x="13544" y="5511"/>
                      <a:pt x="13743" y="5692"/>
                      <a:pt x="13965" y="5692"/>
                    </a:cubicBezTo>
                    <a:cubicBezTo>
                      <a:pt x="13972" y="5692"/>
                      <a:pt x="13980" y="5691"/>
                      <a:pt x="13988" y="5691"/>
                    </a:cubicBezTo>
                    <a:cubicBezTo>
                      <a:pt x="14226" y="5684"/>
                      <a:pt x="14411" y="5486"/>
                      <a:pt x="14418" y="5255"/>
                    </a:cubicBezTo>
                    <a:cubicBezTo>
                      <a:pt x="14418" y="5103"/>
                      <a:pt x="14418" y="4951"/>
                      <a:pt x="14418" y="4805"/>
                    </a:cubicBezTo>
                    <a:lnTo>
                      <a:pt x="14418" y="4792"/>
                    </a:lnTo>
                    <a:cubicBezTo>
                      <a:pt x="14418" y="4784"/>
                      <a:pt x="14418" y="4777"/>
                      <a:pt x="14418" y="4772"/>
                    </a:cubicBezTo>
                    <a:cubicBezTo>
                      <a:pt x="14404" y="4422"/>
                      <a:pt x="14385" y="4072"/>
                      <a:pt x="14325" y="3721"/>
                    </a:cubicBezTo>
                    <a:cubicBezTo>
                      <a:pt x="14272" y="3344"/>
                      <a:pt x="14180" y="2981"/>
                      <a:pt x="14048" y="2624"/>
                    </a:cubicBezTo>
                    <a:cubicBezTo>
                      <a:pt x="13803" y="1943"/>
                      <a:pt x="13387" y="1295"/>
                      <a:pt x="12792" y="879"/>
                    </a:cubicBezTo>
                    <a:cubicBezTo>
                      <a:pt x="12666" y="793"/>
                      <a:pt x="12534" y="720"/>
                      <a:pt x="12402" y="648"/>
                    </a:cubicBezTo>
                    <a:cubicBezTo>
                      <a:pt x="12146" y="508"/>
                      <a:pt x="11873" y="438"/>
                      <a:pt x="11599" y="438"/>
                    </a:cubicBezTo>
                    <a:cubicBezTo>
                      <a:pt x="11329" y="438"/>
                      <a:pt x="11058" y="506"/>
                      <a:pt x="10802" y="641"/>
                    </a:cubicBezTo>
                    <a:cubicBezTo>
                      <a:pt x="10174" y="978"/>
                      <a:pt x="9665" y="1513"/>
                      <a:pt x="9334" y="2135"/>
                    </a:cubicBezTo>
                    <a:cubicBezTo>
                      <a:pt x="9163" y="2465"/>
                      <a:pt x="9037" y="2822"/>
                      <a:pt x="8938" y="3186"/>
                    </a:cubicBezTo>
                    <a:cubicBezTo>
                      <a:pt x="8845" y="3549"/>
                      <a:pt x="8792" y="3920"/>
                      <a:pt x="8753" y="4290"/>
                    </a:cubicBezTo>
                    <a:cubicBezTo>
                      <a:pt x="8720" y="4627"/>
                      <a:pt x="8726" y="4964"/>
                      <a:pt x="8726" y="5301"/>
                    </a:cubicBezTo>
                    <a:cubicBezTo>
                      <a:pt x="8726" y="5321"/>
                      <a:pt x="8726" y="5347"/>
                      <a:pt x="8733" y="5367"/>
                    </a:cubicBezTo>
                    <a:cubicBezTo>
                      <a:pt x="8634" y="5427"/>
                      <a:pt x="8521" y="5473"/>
                      <a:pt x="8402" y="5486"/>
                    </a:cubicBezTo>
                    <a:cubicBezTo>
                      <a:pt x="8364" y="5492"/>
                      <a:pt x="8325" y="5495"/>
                      <a:pt x="8286" y="5495"/>
                    </a:cubicBezTo>
                    <a:cubicBezTo>
                      <a:pt x="8111" y="5495"/>
                      <a:pt x="7938" y="5436"/>
                      <a:pt x="7814" y="5327"/>
                    </a:cubicBezTo>
                    <a:cubicBezTo>
                      <a:pt x="7633" y="5169"/>
                      <a:pt x="7427" y="5094"/>
                      <a:pt x="7219" y="5094"/>
                    </a:cubicBezTo>
                    <a:cubicBezTo>
                      <a:pt x="7002" y="5094"/>
                      <a:pt x="6784" y="5176"/>
                      <a:pt x="6591" y="5327"/>
                    </a:cubicBezTo>
                    <a:cubicBezTo>
                      <a:pt x="6460" y="5431"/>
                      <a:pt x="6288" y="5495"/>
                      <a:pt x="6117" y="5495"/>
                    </a:cubicBezTo>
                    <a:cubicBezTo>
                      <a:pt x="6081" y="5495"/>
                      <a:pt x="6045" y="5492"/>
                      <a:pt x="6010" y="5486"/>
                    </a:cubicBezTo>
                    <a:cubicBezTo>
                      <a:pt x="5858" y="5466"/>
                      <a:pt x="5732" y="5413"/>
                      <a:pt x="5613" y="5334"/>
                    </a:cubicBezTo>
                    <a:cubicBezTo>
                      <a:pt x="5633" y="5294"/>
                      <a:pt x="5639" y="5255"/>
                      <a:pt x="5646" y="5209"/>
                    </a:cubicBezTo>
                    <a:cubicBezTo>
                      <a:pt x="5646" y="5209"/>
                      <a:pt x="5659" y="5123"/>
                      <a:pt x="5672" y="4971"/>
                    </a:cubicBezTo>
                    <a:cubicBezTo>
                      <a:pt x="5692" y="4819"/>
                      <a:pt x="5706" y="4607"/>
                      <a:pt x="5719" y="4343"/>
                    </a:cubicBezTo>
                    <a:cubicBezTo>
                      <a:pt x="5725" y="4085"/>
                      <a:pt x="5725" y="3774"/>
                      <a:pt x="5699" y="3437"/>
                    </a:cubicBezTo>
                    <a:cubicBezTo>
                      <a:pt x="5672" y="3107"/>
                      <a:pt x="5620" y="2743"/>
                      <a:pt x="5514" y="2386"/>
                    </a:cubicBezTo>
                    <a:cubicBezTo>
                      <a:pt x="5415" y="2022"/>
                      <a:pt x="5263" y="1665"/>
                      <a:pt x="5071" y="1348"/>
                    </a:cubicBezTo>
                    <a:cubicBezTo>
                      <a:pt x="4972" y="1190"/>
                      <a:pt x="4859" y="1044"/>
                      <a:pt x="4747" y="912"/>
                    </a:cubicBezTo>
                    <a:cubicBezTo>
                      <a:pt x="4628" y="780"/>
                      <a:pt x="4502" y="661"/>
                      <a:pt x="4383" y="562"/>
                    </a:cubicBezTo>
                    <a:cubicBezTo>
                      <a:pt x="4139" y="363"/>
                      <a:pt x="3901" y="231"/>
                      <a:pt x="3716" y="158"/>
                    </a:cubicBezTo>
                    <a:cubicBezTo>
                      <a:pt x="3623" y="119"/>
                      <a:pt x="3544" y="92"/>
                      <a:pt x="3478" y="72"/>
                    </a:cubicBezTo>
                    <a:cubicBezTo>
                      <a:pt x="3289" y="22"/>
                      <a:pt x="3087" y="1"/>
                      <a:pt x="28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525" name="Google Shape;1525;p69"/>
              <p:cNvSpPr/>
              <p:nvPr/>
            </p:nvSpPr>
            <p:spPr>
              <a:xfrm>
                <a:off x="4203389" y="2163454"/>
                <a:ext cx="38464" cy="36608"/>
              </a:xfrm>
              <a:custGeom>
                <a:avLst/>
                <a:gdLst/>
                <a:ahLst/>
                <a:cxnLst/>
                <a:rect l="l" t="t" r="r" b="b"/>
                <a:pathLst>
                  <a:path w="1845" h="1756" extrusionOk="0">
                    <a:moveTo>
                      <a:pt x="916" y="0"/>
                    </a:moveTo>
                    <a:cubicBezTo>
                      <a:pt x="680" y="0"/>
                      <a:pt x="451" y="98"/>
                      <a:pt x="291" y="269"/>
                    </a:cubicBezTo>
                    <a:cubicBezTo>
                      <a:pt x="87" y="487"/>
                      <a:pt x="1" y="791"/>
                      <a:pt x="73" y="1082"/>
                    </a:cubicBezTo>
                    <a:cubicBezTo>
                      <a:pt x="139" y="1359"/>
                      <a:pt x="344" y="1597"/>
                      <a:pt x="615" y="1697"/>
                    </a:cubicBezTo>
                    <a:cubicBezTo>
                      <a:pt x="714" y="1736"/>
                      <a:pt x="820" y="1756"/>
                      <a:pt x="926" y="1756"/>
                    </a:cubicBezTo>
                    <a:cubicBezTo>
                      <a:pt x="1217" y="1756"/>
                      <a:pt x="1494" y="1604"/>
                      <a:pt x="1653" y="1359"/>
                    </a:cubicBezTo>
                    <a:cubicBezTo>
                      <a:pt x="1818" y="1115"/>
                      <a:pt x="1845" y="798"/>
                      <a:pt x="1726" y="527"/>
                    </a:cubicBezTo>
                    <a:cubicBezTo>
                      <a:pt x="1613" y="262"/>
                      <a:pt x="1369" y="64"/>
                      <a:pt x="1085" y="18"/>
                    </a:cubicBezTo>
                    <a:cubicBezTo>
                      <a:pt x="1029" y="6"/>
                      <a:pt x="972" y="0"/>
                      <a:pt x="9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1526" name="Google Shape;1526;p69"/>
          <p:cNvSpPr txBox="1">
            <a:spLocks noGrp="1"/>
          </p:cNvSpPr>
          <p:nvPr>
            <p:ph type="title"/>
          </p:nvPr>
        </p:nvSpPr>
        <p:spPr>
          <a:xfrm>
            <a:off x="720075"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REFERENCES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530"/>
        <p:cNvGrpSpPr/>
        <p:nvPr/>
      </p:nvGrpSpPr>
      <p:grpSpPr>
        <a:xfrm>
          <a:off x="0" y="0"/>
          <a:ext cx="0" cy="0"/>
          <a:chOff x="0" y="0"/>
          <a:chExt cx="0" cy="0"/>
        </a:xfrm>
      </p:grpSpPr>
      <p:cxnSp>
        <p:nvCxnSpPr>
          <p:cNvPr id="1531" name="Google Shape;1531;p70"/>
          <p:cNvCxnSpPr>
            <a:stCxn id="1532" idx="1"/>
            <a:endCxn id="1533" idx="3"/>
          </p:cNvCxnSpPr>
          <p:nvPr/>
        </p:nvCxnSpPr>
        <p:spPr>
          <a:xfrm rot="10800000">
            <a:off x="3342656" y="2133063"/>
            <a:ext cx="486900" cy="0"/>
          </a:xfrm>
          <a:prstGeom prst="straightConnector1">
            <a:avLst/>
          </a:prstGeom>
          <a:noFill/>
          <a:ln w="9525" cap="flat" cmpd="sng">
            <a:solidFill>
              <a:schemeClr val="dk1"/>
            </a:solidFill>
            <a:prstDash val="solid"/>
            <a:round/>
            <a:headEnd type="none" w="med" len="med"/>
            <a:tailEnd type="none" w="med" len="med"/>
          </a:ln>
        </p:spPr>
      </p:cxnSp>
      <p:cxnSp>
        <p:nvCxnSpPr>
          <p:cNvPr id="1534" name="Google Shape;1534;p70"/>
          <p:cNvCxnSpPr>
            <a:stCxn id="1532" idx="3"/>
            <a:endCxn id="1535" idx="1"/>
          </p:cNvCxnSpPr>
          <p:nvPr/>
        </p:nvCxnSpPr>
        <p:spPr>
          <a:xfrm>
            <a:off x="5314467" y="2133063"/>
            <a:ext cx="486900" cy="0"/>
          </a:xfrm>
          <a:prstGeom prst="straightConnector1">
            <a:avLst/>
          </a:prstGeom>
          <a:noFill/>
          <a:ln w="9525" cap="flat" cmpd="sng">
            <a:solidFill>
              <a:schemeClr val="dk1"/>
            </a:solidFill>
            <a:prstDash val="solid"/>
            <a:round/>
            <a:headEnd type="none" w="med" len="med"/>
            <a:tailEnd type="none" w="med" len="med"/>
          </a:ln>
        </p:spPr>
      </p:cxnSp>
      <p:cxnSp>
        <p:nvCxnSpPr>
          <p:cNvPr id="1536" name="Google Shape;1536;p70"/>
          <p:cNvCxnSpPr>
            <a:stCxn id="1537" idx="1"/>
            <a:endCxn id="1538" idx="3"/>
          </p:cNvCxnSpPr>
          <p:nvPr/>
        </p:nvCxnSpPr>
        <p:spPr>
          <a:xfrm rot="10800000">
            <a:off x="3342656" y="2856888"/>
            <a:ext cx="486900" cy="0"/>
          </a:xfrm>
          <a:prstGeom prst="straightConnector1">
            <a:avLst/>
          </a:prstGeom>
          <a:noFill/>
          <a:ln w="9525" cap="flat" cmpd="sng">
            <a:solidFill>
              <a:schemeClr val="dk1"/>
            </a:solidFill>
            <a:prstDash val="solid"/>
            <a:round/>
            <a:headEnd type="none" w="med" len="med"/>
            <a:tailEnd type="none" w="med" len="med"/>
          </a:ln>
        </p:spPr>
      </p:cxnSp>
      <p:cxnSp>
        <p:nvCxnSpPr>
          <p:cNvPr id="1539" name="Google Shape;1539;p70"/>
          <p:cNvCxnSpPr>
            <a:stCxn id="1537" idx="3"/>
            <a:endCxn id="1540" idx="1"/>
          </p:cNvCxnSpPr>
          <p:nvPr/>
        </p:nvCxnSpPr>
        <p:spPr>
          <a:xfrm>
            <a:off x="5314467" y="2856888"/>
            <a:ext cx="486900" cy="0"/>
          </a:xfrm>
          <a:prstGeom prst="straightConnector1">
            <a:avLst/>
          </a:prstGeom>
          <a:noFill/>
          <a:ln w="9525" cap="flat" cmpd="sng">
            <a:solidFill>
              <a:schemeClr val="dk1"/>
            </a:solidFill>
            <a:prstDash val="solid"/>
            <a:round/>
            <a:headEnd type="none" w="med" len="med"/>
            <a:tailEnd type="none" w="med" len="med"/>
          </a:ln>
        </p:spPr>
      </p:cxnSp>
      <p:cxnSp>
        <p:nvCxnSpPr>
          <p:cNvPr id="1541" name="Google Shape;1541;p70"/>
          <p:cNvCxnSpPr>
            <a:stCxn id="1542" idx="1"/>
            <a:endCxn id="1543" idx="3"/>
          </p:cNvCxnSpPr>
          <p:nvPr/>
        </p:nvCxnSpPr>
        <p:spPr>
          <a:xfrm rot="10800000">
            <a:off x="3342656" y="3580713"/>
            <a:ext cx="486900" cy="0"/>
          </a:xfrm>
          <a:prstGeom prst="straightConnector1">
            <a:avLst/>
          </a:prstGeom>
          <a:noFill/>
          <a:ln w="9525" cap="flat" cmpd="sng">
            <a:solidFill>
              <a:schemeClr val="dk1"/>
            </a:solidFill>
            <a:prstDash val="solid"/>
            <a:round/>
            <a:headEnd type="none" w="med" len="med"/>
            <a:tailEnd type="none" w="med" len="med"/>
          </a:ln>
        </p:spPr>
      </p:cxnSp>
      <p:cxnSp>
        <p:nvCxnSpPr>
          <p:cNvPr id="1544" name="Google Shape;1544;p70"/>
          <p:cNvCxnSpPr>
            <a:stCxn id="1542" idx="3"/>
            <a:endCxn id="1545" idx="1"/>
          </p:cNvCxnSpPr>
          <p:nvPr/>
        </p:nvCxnSpPr>
        <p:spPr>
          <a:xfrm>
            <a:off x="5314467" y="3580713"/>
            <a:ext cx="486900" cy="0"/>
          </a:xfrm>
          <a:prstGeom prst="straightConnector1">
            <a:avLst/>
          </a:prstGeom>
          <a:noFill/>
          <a:ln w="9525" cap="flat" cmpd="sng">
            <a:solidFill>
              <a:schemeClr val="dk1"/>
            </a:solidFill>
            <a:prstDash val="solid"/>
            <a:round/>
            <a:headEnd type="none" w="med" len="med"/>
            <a:tailEnd type="none" w="med" len="med"/>
          </a:ln>
        </p:spPr>
      </p:cxnSp>
      <p:cxnSp>
        <p:nvCxnSpPr>
          <p:cNvPr id="1546" name="Google Shape;1546;p70"/>
          <p:cNvCxnSpPr>
            <a:stCxn id="1547" idx="1"/>
            <a:endCxn id="1548" idx="3"/>
          </p:cNvCxnSpPr>
          <p:nvPr/>
        </p:nvCxnSpPr>
        <p:spPr>
          <a:xfrm rot="10800000">
            <a:off x="3342656" y="4304538"/>
            <a:ext cx="486900" cy="0"/>
          </a:xfrm>
          <a:prstGeom prst="straightConnector1">
            <a:avLst/>
          </a:prstGeom>
          <a:noFill/>
          <a:ln w="9525" cap="flat" cmpd="sng">
            <a:solidFill>
              <a:schemeClr val="dk1"/>
            </a:solidFill>
            <a:prstDash val="solid"/>
            <a:round/>
            <a:headEnd type="none" w="med" len="med"/>
            <a:tailEnd type="none" w="med" len="med"/>
          </a:ln>
        </p:spPr>
      </p:cxnSp>
      <p:cxnSp>
        <p:nvCxnSpPr>
          <p:cNvPr id="1549" name="Google Shape;1549;p70"/>
          <p:cNvCxnSpPr>
            <a:stCxn id="1547" idx="3"/>
            <a:endCxn id="1550" idx="1"/>
          </p:cNvCxnSpPr>
          <p:nvPr/>
        </p:nvCxnSpPr>
        <p:spPr>
          <a:xfrm>
            <a:off x="5314467" y="4304538"/>
            <a:ext cx="486900" cy="0"/>
          </a:xfrm>
          <a:prstGeom prst="straightConnector1">
            <a:avLst/>
          </a:prstGeom>
          <a:noFill/>
          <a:ln w="9525" cap="flat" cmpd="sng">
            <a:solidFill>
              <a:schemeClr val="dk1"/>
            </a:solidFill>
            <a:prstDash val="solid"/>
            <a:round/>
            <a:headEnd type="none" w="med" len="med"/>
            <a:tailEnd type="none" w="med" len="med"/>
          </a:ln>
        </p:spPr>
      </p:cxnSp>
      <p:sp>
        <p:nvSpPr>
          <p:cNvPr id="1551" name="Google Shape;1551;p70"/>
          <p:cNvSpPr txBox="1"/>
          <p:nvPr/>
        </p:nvSpPr>
        <p:spPr>
          <a:xfrm>
            <a:off x="571950" y="1256575"/>
            <a:ext cx="2964300" cy="466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2"/>
                </a:solidFill>
                <a:latin typeface="M PLUS 1p"/>
                <a:ea typeface="M PLUS 1p"/>
                <a:cs typeface="M PLUS 1p"/>
                <a:sym typeface="M PLUS 1p"/>
              </a:rPr>
              <a:t>Healthy family</a:t>
            </a:r>
            <a:endParaRPr sz="2500" b="1">
              <a:solidFill>
                <a:schemeClr val="dk2"/>
              </a:solidFill>
              <a:latin typeface="M PLUS 1p"/>
              <a:ea typeface="M PLUS 1p"/>
              <a:cs typeface="M PLUS 1p"/>
              <a:sym typeface="M PLUS 1p"/>
            </a:endParaRPr>
          </a:p>
        </p:txBody>
      </p:sp>
      <p:sp>
        <p:nvSpPr>
          <p:cNvPr id="1552" name="Google Shape;1552;p70"/>
          <p:cNvSpPr txBox="1"/>
          <p:nvPr/>
        </p:nvSpPr>
        <p:spPr>
          <a:xfrm>
            <a:off x="5607725" y="1256575"/>
            <a:ext cx="2964300" cy="466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2"/>
                </a:solidFill>
                <a:latin typeface="M PLUS 1p"/>
                <a:ea typeface="M PLUS 1p"/>
                <a:cs typeface="M PLUS 1p"/>
                <a:sym typeface="M PLUS 1p"/>
              </a:rPr>
              <a:t>Unhealthy family</a:t>
            </a:r>
            <a:endParaRPr sz="2500" b="1">
              <a:solidFill>
                <a:schemeClr val="dk2"/>
              </a:solidFill>
              <a:latin typeface="M PLUS 1p"/>
              <a:ea typeface="M PLUS 1p"/>
              <a:cs typeface="M PLUS 1p"/>
              <a:sym typeface="M PLUS 1p"/>
            </a:endParaRPr>
          </a:p>
        </p:txBody>
      </p:sp>
      <p:grpSp>
        <p:nvGrpSpPr>
          <p:cNvPr id="1553" name="Google Shape;1553;p70"/>
          <p:cNvGrpSpPr/>
          <p:nvPr/>
        </p:nvGrpSpPr>
        <p:grpSpPr>
          <a:xfrm>
            <a:off x="3765786" y="1822514"/>
            <a:ext cx="1612392" cy="621156"/>
            <a:chOff x="-1024775" y="1887525"/>
            <a:chExt cx="1369800" cy="527700"/>
          </a:xfrm>
        </p:grpSpPr>
        <p:sp>
          <p:nvSpPr>
            <p:cNvPr id="1554" name="Google Shape;1554;p70"/>
            <p:cNvSpPr/>
            <p:nvPr/>
          </p:nvSpPr>
          <p:spPr>
            <a:xfrm>
              <a:off x="-1024775" y="1887525"/>
              <a:ext cx="1369800" cy="527700"/>
            </a:xfrm>
            <a:prstGeom prst="rect">
              <a:avLst/>
            </a:prstGeom>
            <a:solidFill>
              <a:srgbClr val="FF6B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70"/>
            <p:cNvSpPr/>
            <p:nvPr/>
          </p:nvSpPr>
          <p:spPr>
            <a:xfrm>
              <a:off x="-970600" y="1943450"/>
              <a:ext cx="1261500" cy="415800"/>
            </a:xfrm>
            <a:prstGeom prst="rect">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5" name="Google Shape;1555;p70"/>
          <p:cNvSpPr txBox="1"/>
          <p:nvPr/>
        </p:nvSpPr>
        <p:spPr>
          <a:xfrm>
            <a:off x="3891325" y="1977242"/>
            <a:ext cx="1361100" cy="31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lt1"/>
                </a:solidFill>
                <a:latin typeface="M PLUS 1p"/>
                <a:ea typeface="M PLUS 1p"/>
                <a:cs typeface="M PLUS 1p"/>
                <a:sym typeface="M PLUS 1p"/>
              </a:rPr>
              <a:t>Respect</a:t>
            </a:r>
            <a:endParaRPr sz="2000" b="1">
              <a:solidFill>
                <a:schemeClr val="lt1"/>
              </a:solidFill>
              <a:latin typeface="M PLUS 1p"/>
              <a:ea typeface="M PLUS 1p"/>
              <a:cs typeface="M PLUS 1p"/>
              <a:sym typeface="M PLUS 1p"/>
            </a:endParaRPr>
          </a:p>
        </p:txBody>
      </p:sp>
      <p:sp>
        <p:nvSpPr>
          <p:cNvPr id="1535" name="Google Shape;1535;p70"/>
          <p:cNvSpPr txBox="1"/>
          <p:nvPr/>
        </p:nvSpPr>
        <p:spPr>
          <a:xfrm>
            <a:off x="5801400" y="1977250"/>
            <a:ext cx="2577000" cy="31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Venus has a nice name</a:t>
            </a:r>
            <a:endParaRPr>
              <a:solidFill>
                <a:srgbClr val="13181E"/>
              </a:solidFill>
              <a:latin typeface="Montserrat"/>
              <a:ea typeface="Montserrat"/>
              <a:cs typeface="Montserrat"/>
              <a:sym typeface="Montserrat"/>
            </a:endParaRPr>
          </a:p>
        </p:txBody>
      </p:sp>
      <p:sp>
        <p:nvSpPr>
          <p:cNvPr id="1533" name="Google Shape;1533;p70"/>
          <p:cNvSpPr txBox="1"/>
          <p:nvPr/>
        </p:nvSpPr>
        <p:spPr>
          <a:xfrm>
            <a:off x="765650" y="1977250"/>
            <a:ext cx="2577000" cy="31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Jupiter is a very big planet </a:t>
            </a:r>
            <a:endParaRPr>
              <a:solidFill>
                <a:srgbClr val="13181E"/>
              </a:solidFill>
              <a:latin typeface="Montserrat"/>
              <a:ea typeface="Montserrat"/>
              <a:cs typeface="Montserrat"/>
              <a:sym typeface="Montserrat"/>
            </a:endParaRPr>
          </a:p>
        </p:txBody>
      </p:sp>
      <p:grpSp>
        <p:nvGrpSpPr>
          <p:cNvPr id="1556" name="Google Shape;1556;p70"/>
          <p:cNvGrpSpPr/>
          <p:nvPr/>
        </p:nvGrpSpPr>
        <p:grpSpPr>
          <a:xfrm>
            <a:off x="3765786" y="2546339"/>
            <a:ext cx="1612392" cy="621156"/>
            <a:chOff x="-1024775" y="1887525"/>
            <a:chExt cx="1369800" cy="527700"/>
          </a:xfrm>
        </p:grpSpPr>
        <p:sp>
          <p:nvSpPr>
            <p:cNvPr id="1557" name="Google Shape;1557;p70"/>
            <p:cNvSpPr/>
            <p:nvPr/>
          </p:nvSpPr>
          <p:spPr>
            <a:xfrm>
              <a:off x="-1024775" y="1887525"/>
              <a:ext cx="1369800" cy="527700"/>
            </a:xfrm>
            <a:prstGeom prst="rect">
              <a:avLst/>
            </a:prstGeom>
            <a:solidFill>
              <a:srgbClr val="FF6B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70"/>
            <p:cNvSpPr/>
            <p:nvPr/>
          </p:nvSpPr>
          <p:spPr>
            <a:xfrm>
              <a:off x="-970600" y="1943450"/>
              <a:ext cx="1261500" cy="415800"/>
            </a:xfrm>
            <a:prstGeom prst="rect">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8" name="Google Shape;1558;p70"/>
          <p:cNvSpPr txBox="1"/>
          <p:nvPr/>
        </p:nvSpPr>
        <p:spPr>
          <a:xfrm>
            <a:off x="3891325" y="2701067"/>
            <a:ext cx="1361100" cy="31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lt1"/>
                </a:solidFill>
                <a:latin typeface="M PLUS 1p"/>
                <a:ea typeface="M PLUS 1p"/>
                <a:cs typeface="M PLUS 1p"/>
                <a:sym typeface="M PLUS 1p"/>
              </a:rPr>
              <a:t>Dignity</a:t>
            </a:r>
            <a:endParaRPr sz="2000" b="1">
              <a:solidFill>
                <a:schemeClr val="lt1"/>
              </a:solidFill>
              <a:latin typeface="M PLUS 1p"/>
              <a:ea typeface="M PLUS 1p"/>
              <a:cs typeface="M PLUS 1p"/>
              <a:sym typeface="M PLUS 1p"/>
            </a:endParaRPr>
          </a:p>
        </p:txBody>
      </p:sp>
      <p:sp>
        <p:nvSpPr>
          <p:cNvPr id="1540" name="Google Shape;1540;p70"/>
          <p:cNvSpPr txBox="1"/>
          <p:nvPr/>
        </p:nvSpPr>
        <p:spPr>
          <a:xfrm>
            <a:off x="5801400" y="2701075"/>
            <a:ext cx="2577000" cy="31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Pluto is a dwarf planet</a:t>
            </a:r>
            <a:endParaRPr>
              <a:solidFill>
                <a:srgbClr val="13181E"/>
              </a:solidFill>
              <a:latin typeface="Montserrat"/>
              <a:ea typeface="Montserrat"/>
              <a:cs typeface="Montserrat"/>
              <a:sym typeface="Montserrat"/>
            </a:endParaRPr>
          </a:p>
        </p:txBody>
      </p:sp>
      <p:sp>
        <p:nvSpPr>
          <p:cNvPr id="1538" name="Google Shape;1538;p70"/>
          <p:cNvSpPr txBox="1"/>
          <p:nvPr/>
        </p:nvSpPr>
        <p:spPr>
          <a:xfrm>
            <a:off x="765650" y="2701075"/>
            <a:ext cx="2577000" cy="31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Mercury a small planet</a:t>
            </a:r>
            <a:endParaRPr>
              <a:solidFill>
                <a:srgbClr val="13181E"/>
              </a:solidFill>
              <a:latin typeface="Montserrat"/>
              <a:ea typeface="Montserrat"/>
              <a:cs typeface="Montserrat"/>
              <a:sym typeface="Montserrat"/>
            </a:endParaRPr>
          </a:p>
        </p:txBody>
      </p:sp>
      <p:grpSp>
        <p:nvGrpSpPr>
          <p:cNvPr id="1559" name="Google Shape;1559;p70"/>
          <p:cNvGrpSpPr/>
          <p:nvPr/>
        </p:nvGrpSpPr>
        <p:grpSpPr>
          <a:xfrm>
            <a:off x="3765786" y="3270164"/>
            <a:ext cx="1612392" cy="621156"/>
            <a:chOff x="-1024775" y="1887525"/>
            <a:chExt cx="1369800" cy="527700"/>
          </a:xfrm>
        </p:grpSpPr>
        <p:sp>
          <p:nvSpPr>
            <p:cNvPr id="1560" name="Google Shape;1560;p70"/>
            <p:cNvSpPr/>
            <p:nvPr/>
          </p:nvSpPr>
          <p:spPr>
            <a:xfrm>
              <a:off x="-1024775" y="1887525"/>
              <a:ext cx="1369800" cy="527700"/>
            </a:xfrm>
            <a:prstGeom prst="rect">
              <a:avLst/>
            </a:prstGeom>
            <a:solidFill>
              <a:srgbClr val="FF6B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70"/>
            <p:cNvSpPr/>
            <p:nvPr/>
          </p:nvSpPr>
          <p:spPr>
            <a:xfrm>
              <a:off x="-970600" y="1943450"/>
              <a:ext cx="1261500" cy="415800"/>
            </a:xfrm>
            <a:prstGeom prst="rect">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 name="Google Shape;1561;p70"/>
          <p:cNvSpPr txBox="1"/>
          <p:nvPr/>
        </p:nvSpPr>
        <p:spPr>
          <a:xfrm>
            <a:off x="3891325" y="3424892"/>
            <a:ext cx="1361100" cy="31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lt1"/>
                </a:solidFill>
                <a:latin typeface="M PLUS 1p"/>
                <a:ea typeface="M PLUS 1p"/>
                <a:cs typeface="M PLUS 1p"/>
                <a:sym typeface="M PLUS 1p"/>
              </a:rPr>
              <a:t>Diversity</a:t>
            </a:r>
            <a:endParaRPr sz="2000" b="1">
              <a:solidFill>
                <a:schemeClr val="lt1"/>
              </a:solidFill>
              <a:latin typeface="M PLUS 1p"/>
              <a:ea typeface="M PLUS 1p"/>
              <a:cs typeface="M PLUS 1p"/>
              <a:sym typeface="M PLUS 1p"/>
            </a:endParaRPr>
          </a:p>
        </p:txBody>
      </p:sp>
      <p:sp>
        <p:nvSpPr>
          <p:cNvPr id="1545" name="Google Shape;1545;p70"/>
          <p:cNvSpPr txBox="1"/>
          <p:nvPr/>
        </p:nvSpPr>
        <p:spPr>
          <a:xfrm>
            <a:off x="5801400" y="3424900"/>
            <a:ext cx="2577000" cy="31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Neptune is far away</a:t>
            </a:r>
            <a:endParaRPr>
              <a:solidFill>
                <a:srgbClr val="13181E"/>
              </a:solidFill>
              <a:latin typeface="Montserrat"/>
              <a:ea typeface="Montserrat"/>
              <a:cs typeface="Montserrat"/>
              <a:sym typeface="Montserrat"/>
            </a:endParaRPr>
          </a:p>
        </p:txBody>
      </p:sp>
      <p:sp>
        <p:nvSpPr>
          <p:cNvPr id="1543" name="Google Shape;1543;p70"/>
          <p:cNvSpPr txBox="1"/>
          <p:nvPr/>
        </p:nvSpPr>
        <p:spPr>
          <a:xfrm>
            <a:off x="765650" y="3424900"/>
            <a:ext cx="2577000" cy="31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Earth is where we live</a:t>
            </a:r>
            <a:endParaRPr>
              <a:solidFill>
                <a:srgbClr val="13181E"/>
              </a:solidFill>
              <a:latin typeface="Montserrat"/>
              <a:ea typeface="Montserrat"/>
              <a:cs typeface="Montserrat"/>
              <a:sym typeface="Montserrat"/>
            </a:endParaRPr>
          </a:p>
        </p:txBody>
      </p:sp>
      <p:grpSp>
        <p:nvGrpSpPr>
          <p:cNvPr id="1562" name="Google Shape;1562;p70"/>
          <p:cNvGrpSpPr/>
          <p:nvPr/>
        </p:nvGrpSpPr>
        <p:grpSpPr>
          <a:xfrm>
            <a:off x="3765786" y="3993989"/>
            <a:ext cx="1612392" cy="621156"/>
            <a:chOff x="-1024775" y="1887525"/>
            <a:chExt cx="1369800" cy="527700"/>
          </a:xfrm>
        </p:grpSpPr>
        <p:sp>
          <p:nvSpPr>
            <p:cNvPr id="1563" name="Google Shape;1563;p70"/>
            <p:cNvSpPr/>
            <p:nvPr/>
          </p:nvSpPr>
          <p:spPr>
            <a:xfrm>
              <a:off x="-1024775" y="1887525"/>
              <a:ext cx="1369800" cy="527700"/>
            </a:xfrm>
            <a:prstGeom prst="rect">
              <a:avLst/>
            </a:prstGeom>
            <a:solidFill>
              <a:srgbClr val="FF6B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70"/>
            <p:cNvSpPr/>
            <p:nvPr/>
          </p:nvSpPr>
          <p:spPr>
            <a:xfrm>
              <a:off x="-970600" y="1943450"/>
              <a:ext cx="1261500" cy="415800"/>
            </a:xfrm>
            <a:prstGeom prst="rect">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4" name="Google Shape;1564;p70"/>
          <p:cNvSpPr txBox="1"/>
          <p:nvPr/>
        </p:nvSpPr>
        <p:spPr>
          <a:xfrm>
            <a:off x="3891325" y="4148717"/>
            <a:ext cx="1361100" cy="31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lt1"/>
                </a:solidFill>
                <a:latin typeface="M PLUS 1p"/>
                <a:ea typeface="M PLUS 1p"/>
                <a:cs typeface="M PLUS 1p"/>
                <a:sym typeface="M PLUS 1p"/>
              </a:rPr>
              <a:t>Trust</a:t>
            </a:r>
            <a:endParaRPr sz="2000" b="1">
              <a:solidFill>
                <a:schemeClr val="lt1"/>
              </a:solidFill>
              <a:latin typeface="M PLUS 1p"/>
              <a:ea typeface="M PLUS 1p"/>
              <a:cs typeface="M PLUS 1p"/>
              <a:sym typeface="M PLUS 1p"/>
            </a:endParaRPr>
          </a:p>
        </p:txBody>
      </p:sp>
      <p:sp>
        <p:nvSpPr>
          <p:cNvPr id="1550" name="Google Shape;1550;p70"/>
          <p:cNvSpPr txBox="1"/>
          <p:nvPr/>
        </p:nvSpPr>
        <p:spPr>
          <a:xfrm>
            <a:off x="5801400" y="4148725"/>
            <a:ext cx="2577000" cy="31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Saturn is a gas giant</a:t>
            </a:r>
            <a:endParaRPr>
              <a:solidFill>
                <a:srgbClr val="13181E"/>
              </a:solidFill>
              <a:latin typeface="Montserrat"/>
              <a:ea typeface="Montserrat"/>
              <a:cs typeface="Montserrat"/>
              <a:sym typeface="Montserrat"/>
            </a:endParaRPr>
          </a:p>
        </p:txBody>
      </p:sp>
      <p:sp>
        <p:nvSpPr>
          <p:cNvPr id="1548" name="Google Shape;1548;p70"/>
          <p:cNvSpPr txBox="1"/>
          <p:nvPr/>
        </p:nvSpPr>
        <p:spPr>
          <a:xfrm>
            <a:off x="765650" y="4148725"/>
            <a:ext cx="2577000" cy="31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13181E"/>
                </a:solidFill>
                <a:latin typeface="Montserrat"/>
                <a:ea typeface="Montserrat"/>
                <a:cs typeface="Montserrat"/>
                <a:sym typeface="Montserrat"/>
              </a:rPr>
              <a:t>Mars is a cold place</a:t>
            </a:r>
            <a:endParaRPr>
              <a:solidFill>
                <a:srgbClr val="13181E"/>
              </a:solidFill>
              <a:latin typeface="Montserrat"/>
              <a:ea typeface="Montserrat"/>
              <a:cs typeface="Montserrat"/>
              <a:sym typeface="Montserrat"/>
            </a:endParaRPr>
          </a:p>
        </p:txBody>
      </p:sp>
      <p:cxnSp>
        <p:nvCxnSpPr>
          <p:cNvPr id="1565" name="Google Shape;1565;p70"/>
          <p:cNvCxnSpPr/>
          <p:nvPr/>
        </p:nvCxnSpPr>
        <p:spPr>
          <a:xfrm>
            <a:off x="2454300" y="1123950"/>
            <a:ext cx="4235400" cy="0"/>
          </a:xfrm>
          <a:prstGeom prst="straightConnector1">
            <a:avLst/>
          </a:prstGeom>
          <a:noFill/>
          <a:ln w="9525" cap="flat" cmpd="sng">
            <a:solidFill>
              <a:schemeClr val="dk1"/>
            </a:solidFill>
            <a:prstDash val="solid"/>
            <a:round/>
            <a:headEnd type="none" w="med" len="med"/>
            <a:tailEnd type="none" w="med" len="med"/>
          </a:ln>
        </p:spPr>
      </p:cxnSp>
      <p:cxnSp>
        <p:nvCxnSpPr>
          <p:cNvPr id="1566" name="Google Shape;1566;p70"/>
          <p:cNvCxnSpPr/>
          <p:nvPr/>
        </p:nvCxnSpPr>
        <p:spPr>
          <a:xfrm>
            <a:off x="1012350" y="1770600"/>
            <a:ext cx="2083500" cy="0"/>
          </a:xfrm>
          <a:prstGeom prst="straightConnector1">
            <a:avLst/>
          </a:prstGeom>
          <a:noFill/>
          <a:ln w="9525" cap="flat" cmpd="sng">
            <a:solidFill>
              <a:schemeClr val="dk1"/>
            </a:solidFill>
            <a:prstDash val="solid"/>
            <a:round/>
            <a:headEnd type="none" w="med" len="med"/>
            <a:tailEnd type="none" w="med" len="med"/>
          </a:ln>
        </p:spPr>
      </p:cxnSp>
      <p:cxnSp>
        <p:nvCxnSpPr>
          <p:cNvPr id="1567" name="Google Shape;1567;p70"/>
          <p:cNvCxnSpPr/>
          <p:nvPr/>
        </p:nvCxnSpPr>
        <p:spPr>
          <a:xfrm>
            <a:off x="6048150" y="1770600"/>
            <a:ext cx="2083500" cy="0"/>
          </a:xfrm>
          <a:prstGeom prst="straightConnector1">
            <a:avLst/>
          </a:prstGeom>
          <a:noFill/>
          <a:ln w="9525" cap="flat" cmpd="sng">
            <a:solidFill>
              <a:schemeClr val="dk1"/>
            </a:solidFill>
            <a:prstDash val="solid"/>
            <a:round/>
            <a:headEnd type="none" w="med" len="med"/>
            <a:tailEnd type="none" w="med" len="med"/>
          </a:ln>
        </p:spPr>
      </p:cxnSp>
      <p:grpSp>
        <p:nvGrpSpPr>
          <p:cNvPr id="1568" name="Google Shape;1568;p70"/>
          <p:cNvGrpSpPr/>
          <p:nvPr/>
        </p:nvGrpSpPr>
        <p:grpSpPr>
          <a:xfrm>
            <a:off x="516562" y="218113"/>
            <a:ext cx="717300" cy="717300"/>
            <a:chOff x="8230562" y="117588"/>
            <a:chExt cx="717300" cy="717300"/>
          </a:xfrm>
        </p:grpSpPr>
        <p:sp>
          <p:nvSpPr>
            <p:cNvPr id="1569" name="Google Shape;1569;p70"/>
            <p:cNvSpPr/>
            <p:nvPr/>
          </p:nvSpPr>
          <p:spPr>
            <a:xfrm>
              <a:off x="8230562" y="117588"/>
              <a:ext cx="717300" cy="717300"/>
            </a:xfrm>
            <a:prstGeom prst="octagon">
              <a:avLst>
                <a:gd name="adj" fmla="val 29289"/>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70"/>
            <p:cNvSpPr/>
            <p:nvPr/>
          </p:nvSpPr>
          <p:spPr>
            <a:xfrm>
              <a:off x="8268367" y="155436"/>
              <a:ext cx="641700" cy="641700"/>
            </a:xfrm>
            <a:prstGeom prst="octagon">
              <a:avLst>
                <a:gd name="adj" fmla="val 29289"/>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1" name="Google Shape;1571;p70"/>
            <p:cNvGrpSpPr/>
            <p:nvPr/>
          </p:nvGrpSpPr>
          <p:grpSpPr>
            <a:xfrm>
              <a:off x="8456811" y="334176"/>
              <a:ext cx="264849" cy="284129"/>
              <a:chOff x="5960550" y="2519275"/>
              <a:chExt cx="332850" cy="357125"/>
            </a:xfrm>
          </p:grpSpPr>
          <p:sp>
            <p:nvSpPr>
              <p:cNvPr id="1572" name="Google Shape;1572;p70"/>
              <p:cNvSpPr/>
              <p:nvPr/>
            </p:nvSpPr>
            <p:spPr>
              <a:xfrm>
                <a:off x="6088300" y="2519275"/>
                <a:ext cx="78525" cy="75050"/>
              </a:xfrm>
              <a:custGeom>
                <a:avLst/>
                <a:gdLst/>
                <a:ahLst/>
                <a:cxnLst/>
                <a:rect l="l" t="t" r="r" b="b"/>
                <a:pathLst>
                  <a:path w="3141" h="3002" extrusionOk="0">
                    <a:moveTo>
                      <a:pt x="1569" y="0"/>
                    </a:moveTo>
                    <a:cubicBezTo>
                      <a:pt x="1047" y="0"/>
                      <a:pt x="553" y="283"/>
                      <a:pt x="285" y="727"/>
                    </a:cubicBezTo>
                    <a:cubicBezTo>
                      <a:pt x="7" y="1183"/>
                      <a:pt x="1" y="1772"/>
                      <a:pt x="265" y="2234"/>
                    </a:cubicBezTo>
                    <a:cubicBezTo>
                      <a:pt x="523" y="2697"/>
                      <a:pt x="1012" y="2995"/>
                      <a:pt x="1541" y="3001"/>
                    </a:cubicBezTo>
                    <a:lnTo>
                      <a:pt x="1574" y="3001"/>
                    </a:lnTo>
                    <a:cubicBezTo>
                      <a:pt x="2096" y="3001"/>
                      <a:pt x="2598" y="2717"/>
                      <a:pt x="2863" y="2268"/>
                    </a:cubicBezTo>
                    <a:cubicBezTo>
                      <a:pt x="3134" y="1805"/>
                      <a:pt x="3140" y="1217"/>
                      <a:pt x="2869" y="754"/>
                    </a:cubicBezTo>
                    <a:cubicBezTo>
                      <a:pt x="2612" y="298"/>
                      <a:pt x="2116"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573" name="Google Shape;1573;p70"/>
              <p:cNvSpPr/>
              <p:nvPr/>
            </p:nvSpPr>
            <p:spPr>
              <a:xfrm>
                <a:off x="6223800" y="2648525"/>
                <a:ext cx="49125" cy="48075"/>
              </a:xfrm>
              <a:custGeom>
                <a:avLst/>
                <a:gdLst/>
                <a:ahLst/>
                <a:cxnLst/>
                <a:rect l="l" t="t" r="r" b="b"/>
                <a:pathLst>
                  <a:path w="1965" h="1923" extrusionOk="0">
                    <a:moveTo>
                      <a:pt x="991" y="1"/>
                    </a:moveTo>
                    <a:cubicBezTo>
                      <a:pt x="760" y="1"/>
                      <a:pt x="531" y="81"/>
                      <a:pt x="358" y="231"/>
                    </a:cubicBezTo>
                    <a:cubicBezTo>
                      <a:pt x="160" y="396"/>
                      <a:pt x="34" y="641"/>
                      <a:pt x="21" y="905"/>
                    </a:cubicBezTo>
                    <a:cubicBezTo>
                      <a:pt x="1" y="1169"/>
                      <a:pt x="100" y="1427"/>
                      <a:pt x="279" y="1619"/>
                    </a:cubicBezTo>
                    <a:cubicBezTo>
                      <a:pt x="457" y="1811"/>
                      <a:pt x="715" y="1923"/>
                      <a:pt x="979" y="1923"/>
                    </a:cubicBezTo>
                    <a:cubicBezTo>
                      <a:pt x="1435" y="1923"/>
                      <a:pt x="1839" y="1579"/>
                      <a:pt x="1918" y="1130"/>
                    </a:cubicBezTo>
                    <a:cubicBezTo>
                      <a:pt x="1964" y="872"/>
                      <a:pt x="1905" y="594"/>
                      <a:pt x="1739" y="383"/>
                    </a:cubicBezTo>
                    <a:cubicBezTo>
                      <a:pt x="1587" y="178"/>
                      <a:pt x="1349" y="39"/>
                      <a:pt x="1092" y="6"/>
                    </a:cubicBezTo>
                    <a:cubicBezTo>
                      <a:pt x="1058" y="3"/>
                      <a:pt x="1025" y="1"/>
                      <a:pt x="9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574" name="Google Shape;1574;p70"/>
              <p:cNvSpPr/>
              <p:nvPr/>
            </p:nvSpPr>
            <p:spPr>
              <a:xfrm>
                <a:off x="5960550" y="2596675"/>
                <a:ext cx="332850" cy="279725"/>
              </a:xfrm>
              <a:custGeom>
                <a:avLst/>
                <a:gdLst/>
                <a:ahLst/>
                <a:cxnLst/>
                <a:rect l="l" t="t" r="r" b="b"/>
                <a:pathLst>
                  <a:path w="13314" h="11189" extrusionOk="0">
                    <a:moveTo>
                      <a:pt x="6685" y="0"/>
                    </a:moveTo>
                    <a:cubicBezTo>
                      <a:pt x="6414" y="0"/>
                      <a:pt x="6144" y="68"/>
                      <a:pt x="5891" y="203"/>
                    </a:cubicBezTo>
                    <a:cubicBezTo>
                      <a:pt x="5256" y="540"/>
                      <a:pt x="4747" y="1075"/>
                      <a:pt x="4423" y="1697"/>
                    </a:cubicBezTo>
                    <a:cubicBezTo>
                      <a:pt x="4245" y="2034"/>
                      <a:pt x="4119" y="2384"/>
                      <a:pt x="4027" y="2748"/>
                    </a:cubicBezTo>
                    <a:cubicBezTo>
                      <a:pt x="3927" y="3111"/>
                      <a:pt x="3874" y="3481"/>
                      <a:pt x="3841" y="3851"/>
                    </a:cubicBezTo>
                    <a:cubicBezTo>
                      <a:pt x="3808" y="4189"/>
                      <a:pt x="3808" y="4526"/>
                      <a:pt x="3808" y="4863"/>
                    </a:cubicBezTo>
                    <a:cubicBezTo>
                      <a:pt x="3808" y="4863"/>
                      <a:pt x="3802" y="4869"/>
                      <a:pt x="3802" y="4869"/>
                    </a:cubicBezTo>
                    <a:cubicBezTo>
                      <a:pt x="3802" y="4869"/>
                      <a:pt x="3694" y="4947"/>
                      <a:pt x="3573" y="4947"/>
                    </a:cubicBezTo>
                    <a:cubicBezTo>
                      <a:pt x="3557" y="4947"/>
                      <a:pt x="3540" y="4945"/>
                      <a:pt x="3524" y="4942"/>
                    </a:cubicBezTo>
                    <a:cubicBezTo>
                      <a:pt x="3465" y="4929"/>
                      <a:pt x="3412" y="4909"/>
                      <a:pt x="3359" y="4889"/>
                    </a:cubicBezTo>
                    <a:cubicBezTo>
                      <a:pt x="3247" y="4843"/>
                      <a:pt x="3141" y="4784"/>
                      <a:pt x="3035" y="4717"/>
                    </a:cubicBezTo>
                    <a:cubicBezTo>
                      <a:pt x="2837" y="4605"/>
                      <a:pt x="2652" y="4473"/>
                      <a:pt x="2473" y="4327"/>
                    </a:cubicBezTo>
                    <a:cubicBezTo>
                      <a:pt x="2262" y="4148"/>
                      <a:pt x="2029" y="4065"/>
                      <a:pt x="1796" y="4065"/>
                    </a:cubicBezTo>
                    <a:cubicBezTo>
                      <a:pt x="1643" y="4065"/>
                      <a:pt x="1490" y="4101"/>
                      <a:pt x="1343" y="4169"/>
                    </a:cubicBezTo>
                    <a:cubicBezTo>
                      <a:pt x="675" y="4486"/>
                      <a:pt x="272" y="5160"/>
                      <a:pt x="113" y="5848"/>
                    </a:cubicBezTo>
                    <a:cubicBezTo>
                      <a:pt x="21" y="6258"/>
                      <a:pt x="1" y="6674"/>
                      <a:pt x="1" y="7090"/>
                    </a:cubicBezTo>
                    <a:cubicBezTo>
                      <a:pt x="8" y="7236"/>
                      <a:pt x="127" y="7361"/>
                      <a:pt x="272" y="7375"/>
                    </a:cubicBezTo>
                    <a:cubicBezTo>
                      <a:pt x="276" y="7375"/>
                      <a:pt x="280" y="7375"/>
                      <a:pt x="284" y="7375"/>
                    </a:cubicBezTo>
                    <a:cubicBezTo>
                      <a:pt x="431" y="7375"/>
                      <a:pt x="563" y="7258"/>
                      <a:pt x="569" y="7110"/>
                    </a:cubicBezTo>
                    <a:cubicBezTo>
                      <a:pt x="602" y="6720"/>
                      <a:pt x="655" y="6324"/>
                      <a:pt x="794" y="5953"/>
                    </a:cubicBezTo>
                    <a:lnTo>
                      <a:pt x="807" y="6284"/>
                    </a:lnTo>
                    <a:lnTo>
                      <a:pt x="318" y="8479"/>
                    </a:lnTo>
                    <a:cubicBezTo>
                      <a:pt x="305" y="8531"/>
                      <a:pt x="318" y="8584"/>
                      <a:pt x="351" y="8624"/>
                    </a:cubicBezTo>
                    <a:cubicBezTo>
                      <a:pt x="384" y="8664"/>
                      <a:pt x="437" y="8683"/>
                      <a:pt x="483" y="8683"/>
                    </a:cubicBezTo>
                    <a:lnTo>
                      <a:pt x="887" y="8683"/>
                    </a:lnTo>
                    <a:lnTo>
                      <a:pt x="999" y="10852"/>
                    </a:lnTo>
                    <a:cubicBezTo>
                      <a:pt x="1006" y="11023"/>
                      <a:pt x="1158" y="11162"/>
                      <a:pt x="1330" y="11162"/>
                    </a:cubicBezTo>
                    <a:cubicBezTo>
                      <a:pt x="1501" y="11162"/>
                      <a:pt x="1653" y="11023"/>
                      <a:pt x="1660" y="10852"/>
                    </a:cubicBezTo>
                    <a:lnTo>
                      <a:pt x="1766" y="8683"/>
                    </a:lnTo>
                    <a:lnTo>
                      <a:pt x="1799" y="8683"/>
                    </a:lnTo>
                    <a:lnTo>
                      <a:pt x="1911" y="10852"/>
                    </a:lnTo>
                    <a:cubicBezTo>
                      <a:pt x="1924" y="11023"/>
                      <a:pt x="2070" y="11162"/>
                      <a:pt x="2242" y="11162"/>
                    </a:cubicBezTo>
                    <a:cubicBezTo>
                      <a:pt x="2420" y="11162"/>
                      <a:pt x="2566" y="11023"/>
                      <a:pt x="2579" y="10852"/>
                    </a:cubicBezTo>
                    <a:lnTo>
                      <a:pt x="2678" y="8683"/>
                    </a:lnTo>
                    <a:lnTo>
                      <a:pt x="3088" y="8683"/>
                    </a:lnTo>
                    <a:cubicBezTo>
                      <a:pt x="3134" y="8683"/>
                      <a:pt x="3187" y="8664"/>
                      <a:pt x="3220" y="8624"/>
                    </a:cubicBezTo>
                    <a:cubicBezTo>
                      <a:pt x="3253" y="8584"/>
                      <a:pt x="3266" y="8531"/>
                      <a:pt x="3253" y="8479"/>
                    </a:cubicBezTo>
                    <a:lnTo>
                      <a:pt x="2771" y="6284"/>
                    </a:lnTo>
                    <a:lnTo>
                      <a:pt x="2784" y="5405"/>
                    </a:lnTo>
                    <a:cubicBezTo>
                      <a:pt x="3018" y="5497"/>
                      <a:pt x="3275" y="5578"/>
                      <a:pt x="3528" y="5578"/>
                    </a:cubicBezTo>
                    <a:cubicBezTo>
                      <a:pt x="3546" y="5578"/>
                      <a:pt x="3565" y="5578"/>
                      <a:pt x="3584" y="5577"/>
                    </a:cubicBezTo>
                    <a:cubicBezTo>
                      <a:pt x="3722" y="5570"/>
                      <a:pt x="3855" y="5537"/>
                      <a:pt x="3967" y="5458"/>
                    </a:cubicBezTo>
                    <a:cubicBezTo>
                      <a:pt x="4040" y="5411"/>
                      <a:pt x="4093" y="5352"/>
                      <a:pt x="4145" y="5286"/>
                    </a:cubicBezTo>
                    <a:cubicBezTo>
                      <a:pt x="4172" y="5292"/>
                      <a:pt x="4205" y="5299"/>
                      <a:pt x="4238" y="5299"/>
                    </a:cubicBezTo>
                    <a:cubicBezTo>
                      <a:pt x="4246" y="5300"/>
                      <a:pt x="4254" y="5300"/>
                      <a:pt x="4261" y="5300"/>
                    </a:cubicBezTo>
                    <a:cubicBezTo>
                      <a:pt x="4483" y="5300"/>
                      <a:pt x="4682" y="5119"/>
                      <a:pt x="4701" y="4896"/>
                    </a:cubicBezTo>
                    <a:cubicBezTo>
                      <a:pt x="4707" y="4784"/>
                      <a:pt x="4714" y="4671"/>
                      <a:pt x="4727" y="4559"/>
                    </a:cubicBezTo>
                    <a:cubicBezTo>
                      <a:pt x="4747" y="4387"/>
                      <a:pt x="4773" y="4215"/>
                      <a:pt x="4800" y="4043"/>
                    </a:cubicBezTo>
                    <a:cubicBezTo>
                      <a:pt x="4853" y="3680"/>
                      <a:pt x="4952" y="3323"/>
                      <a:pt x="5078" y="2979"/>
                    </a:cubicBezTo>
                    <a:cubicBezTo>
                      <a:pt x="5111" y="2893"/>
                      <a:pt x="5144" y="2807"/>
                      <a:pt x="5183" y="2728"/>
                    </a:cubicBezTo>
                    <a:lnTo>
                      <a:pt x="5203" y="3785"/>
                    </a:lnTo>
                    <a:lnTo>
                      <a:pt x="4344" y="7632"/>
                    </a:lnTo>
                    <a:cubicBezTo>
                      <a:pt x="4331" y="7718"/>
                      <a:pt x="4350" y="7811"/>
                      <a:pt x="4410" y="7877"/>
                    </a:cubicBezTo>
                    <a:cubicBezTo>
                      <a:pt x="4469" y="7950"/>
                      <a:pt x="4549" y="7989"/>
                      <a:pt x="4641" y="7989"/>
                    </a:cubicBezTo>
                    <a:lnTo>
                      <a:pt x="5315" y="7989"/>
                    </a:lnTo>
                    <a:lnTo>
                      <a:pt x="5448" y="10700"/>
                    </a:lnTo>
                    <a:cubicBezTo>
                      <a:pt x="5461" y="10971"/>
                      <a:pt x="5692" y="11189"/>
                      <a:pt x="5970" y="11189"/>
                    </a:cubicBezTo>
                    <a:cubicBezTo>
                      <a:pt x="5974" y="11189"/>
                      <a:pt x="5978" y="11189"/>
                      <a:pt x="5982" y="11189"/>
                    </a:cubicBezTo>
                    <a:cubicBezTo>
                      <a:pt x="6241" y="11189"/>
                      <a:pt x="6472" y="10973"/>
                      <a:pt x="6485" y="10706"/>
                    </a:cubicBezTo>
                    <a:cubicBezTo>
                      <a:pt x="6485" y="10706"/>
                      <a:pt x="6485" y="10700"/>
                      <a:pt x="6485" y="10700"/>
                    </a:cubicBezTo>
                    <a:lnTo>
                      <a:pt x="6631" y="7989"/>
                    </a:lnTo>
                    <a:lnTo>
                      <a:pt x="6750" y="7989"/>
                    </a:lnTo>
                    <a:lnTo>
                      <a:pt x="6882" y="10700"/>
                    </a:lnTo>
                    <a:cubicBezTo>
                      <a:pt x="6895" y="10971"/>
                      <a:pt x="7127" y="11189"/>
                      <a:pt x="7398" y="11189"/>
                    </a:cubicBezTo>
                    <a:cubicBezTo>
                      <a:pt x="7402" y="11189"/>
                      <a:pt x="7406" y="11189"/>
                      <a:pt x="7410" y="11189"/>
                    </a:cubicBezTo>
                    <a:cubicBezTo>
                      <a:pt x="7675" y="11189"/>
                      <a:pt x="7900" y="10973"/>
                      <a:pt x="7920" y="10706"/>
                    </a:cubicBezTo>
                    <a:cubicBezTo>
                      <a:pt x="7920" y="10706"/>
                      <a:pt x="7920" y="10700"/>
                      <a:pt x="7920" y="10700"/>
                    </a:cubicBezTo>
                    <a:lnTo>
                      <a:pt x="8059" y="7989"/>
                    </a:lnTo>
                    <a:lnTo>
                      <a:pt x="8713" y="7989"/>
                    </a:lnTo>
                    <a:cubicBezTo>
                      <a:pt x="8806" y="7989"/>
                      <a:pt x="8892" y="7950"/>
                      <a:pt x="8944" y="7877"/>
                    </a:cubicBezTo>
                    <a:cubicBezTo>
                      <a:pt x="9004" y="7811"/>
                      <a:pt x="9024" y="7718"/>
                      <a:pt x="9011" y="7626"/>
                    </a:cubicBezTo>
                    <a:lnTo>
                      <a:pt x="8164" y="3766"/>
                    </a:lnTo>
                    <a:lnTo>
                      <a:pt x="8178" y="2728"/>
                    </a:lnTo>
                    <a:cubicBezTo>
                      <a:pt x="8323" y="3071"/>
                      <a:pt x="8422" y="3501"/>
                      <a:pt x="8488" y="3865"/>
                    </a:cubicBezTo>
                    <a:cubicBezTo>
                      <a:pt x="8548" y="4182"/>
                      <a:pt x="8581" y="4506"/>
                      <a:pt x="8607" y="4823"/>
                    </a:cubicBezTo>
                    <a:cubicBezTo>
                      <a:pt x="8607" y="4836"/>
                      <a:pt x="8607" y="4843"/>
                      <a:pt x="8614" y="4850"/>
                    </a:cubicBezTo>
                    <a:cubicBezTo>
                      <a:pt x="8633" y="5073"/>
                      <a:pt x="8825" y="5253"/>
                      <a:pt x="9053" y="5253"/>
                    </a:cubicBezTo>
                    <a:cubicBezTo>
                      <a:pt x="9061" y="5253"/>
                      <a:pt x="9069" y="5253"/>
                      <a:pt x="9077" y="5253"/>
                    </a:cubicBezTo>
                    <a:cubicBezTo>
                      <a:pt x="9096" y="5253"/>
                      <a:pt x="9123" y="5253"/>
                      <a:pt x="9143" y="5246"/>
                    </a:cubicBezTo>
                    <a:cubicBezTo>
                      <a:pt x="9196" y="5332"/>
                      <a:pt x="9255" y="5405"/>
                      <a:pt x="9341" y="5458"/>
                    </a:cubicBezTo>
                    <a:cubicBezTo>
                      <a:pt x="9453" y="5537"/>
                      <a:pt x="9592" y="5570"/>
                      <a:pt x="9724" y="5577"/>
                    </a:cubicBezTo>
                    <a:cubicBezTo>
                      <a:pt x="9744" y="5578"/>
                      <a:pt x="9763" y="5578"/>
                      <a:pt x="9782" y="5578"/>
                    </a:cubicBezTo>
                    <a:cubicBezTo>
                      <a:pt x="10039" y="5578"/>
                      <a:pt x="10290" y="5497"/>
                      <a:pt x="10524" y="5405"/>
                    </a:cubicBezTo>
                    <a:lnTo>
                      <a:pt x="10524" y="5405"/>
                    </a:lnTo>
                    <a:lnTo>
                      <a:pt x="10432" y="7097"/>
                    </a:lnTo>
                    <a:cubicBezTo>
                      <a:pt x="10425" y="7309"/>
                      <a:pt x="10471" y="7494"/>
                      <a:pt x="10564" y="7666"/>
                    </a:cubicBezTo>
                    <a:lnTo>
                      <a:pt x="10716" y="10852"/>
                    </a:lnTo>
                    <a:cubicBezTo>
                      <a:pt x="10729" y="11023"/>
                      <a:pt x="10875" y="11162"/>
                      <a:pt x="11053" y="11162"/>
                    </a:cubicBezTo>
                    <a:cubicBezTo>
                      <a:pt x="11225" y="11162"/>
                      <a:pt x="11370" y="11023"/>
                      <a:pt x="11384" y="10852"/>
                    </a:cubicBezTo>
                    <a:lnTo>
                      <a:pt x="11516" y="8340"/>
                    </a:lnTo>
                    <a:lnTo>
                      <a:pt x="11635" y="10852"/>
                    </a:lnTo>
                    <a:cubicBezTo>
                      <a:pt x="11641" y="11023"/>
                      <a:pt x="11793" y="11162"/>
                      <a:pt x="11965" y="11162"/>
                    </a:cubicBezTo>
                    <a:cubicBezTo>
                      <a:pt x="12137" y="11162"/>
                      <a:pt x="12289" y="11023"/>
                      <a:pt x="12296" y="10852"/>
                    </a:cubicBezTo>
                    <a:lnTo>
                      <a:pt x="12461" y="7659"/>
                    </a:lnTo>
                    <a:cubicBezTo>
                      <a:pt x="12554" y="7487"/>
                      <a:pt x="12587" y="7295"/>
                      <a:pt x="12580" y="7097"/>
                    </a:cubicBezTo>
                    <a:cubicBezTo>
                      <a:pt x="12573" y="7005"/>
                      <a:pt x="12567" y="6912"/>
                      <a:pt x="12560" y="6819"/>
                    </a:cubicBezTo>
                    <a:cubicBezTo>
                      <a:pt x="12547" y="6529"/>
                      <a:pt x="12534" y="6238"/>
                      <a:pt x="12514" y="5953"/>
                    </a:cubicBezTo>
                    <a:lnTo>
                      <a:pt x="12514" y="5953"/>
                    </a:lnTo>
                    <a:cubicBezTo>
                      <a:pt x="12653" y="6324"/>
                      <a:pt x="12706" y="6720"/>
                      <a:pt x="12739" y="7110"/>
                    </a:cubicBezTo>
                    <a:cubicBezTo>
                      <a:pt x="12752" y="7258"/>
                      <a:pt x="12877" y="7375"/>
                      <a:pt x="13024" y="7375"/>
                    </a:cubicBezTo>
                    <a:cubicBezTo>
                      <a:pt x="13028" y="7375"/>
                      <a:pt x="13032" y="7375"/>
                      <a:pt x="13036" y="7375"/>
                    </a:cubicBezTo>
                    <a:cubicBezTo>
                      <a:pt x="13188" y="7361"/>
                      <a:pt x="13307" y="7236"/>
                      <a:pt x="13307" y="7090"/>
                    </a:cubicBezTo>
                    <a:cubicBezTo>
                      <a:pt x="13314" y="6674"/>
                      <a:pt x="13287" y="6258"/>
                      <a:pt x="13195" y="5848"/>
                    </a:cubicBezTo>
                    <a:cubicBezTo>
                      <a:pt x="13036" y="5160"/>
                      <a:pt x="12633" y="4486"/>
                      <a:pt x="11972" y="4169"/>
                    </a:cubicBezTo>
                    <a:cubicBezTo>
                      <a:pt x="11825" y="4101"/>
                      <a:pt x="11672" y="4065"/>
                      <a:pt x="11519" y="4065"/>
                    </a:cubicBezTo>
                    <a:cubicBezTo>
                      <a:pt x="11285" y="4065"/>
                      <a:pt x="11050" y="4148"/>
                      <a:pt x="10835" y="4327"/>
                    </a:cubicBezTo>
                    <a:cubicBezTo>
                      <a:pt x="10663" y="4473"/>
                      <a:pt x="10471" y="4605"/>
                      <a:pt x="10280" y="4717"/>
                    </a:cubicBezTo>
                    <a:cubicBezTo>
                      <a:pt x="10174" y="4784"/>
                      <a:pt x="10062" y="4843"/>
                      <a:pt x="9949" y="4889"/>
                    </a:cubicBezTo>
                    <a:cubicBezTo>
                      <a:pt x="9896" y="4909"/>
                      <a:pt x="9843" y="4929"/>
                      <a:pt x="9791" y="4942"/>
                    </a:cubicBezTo>
                    <a:cubicBezTo>
                      <a:pt x="9753" y="4947"/>
                      <a:pt x="9707" y="4957"/>
                      <a:pt x="9666" y="4957"/>
                    </a:cubicBezTo>
                    <a:cubicBezTo>
                      <a:pt x="9657" y="4957"/>
                      <a:pt x="9647" y="4957"/>
                      <a:pt x="9639" y="4955"/>
                    </a:cubicBezTo>
                    <a:cubicBezTo>
                      <a:pt x="9632" y="4949"/>
                      <a:pt x="9513" y="4869"/>
                      <a:pt x="9513" y="4869"/>
                    </a:cubicBezTo>
                    <a:cubicBezTo>
                      <a:pt x="9506" y="4869"/>
                      <a:pt x="9500" y="4863"/>
                      <a:pt x="9500" y="4863"/>
                    </a:cubicBezTo>
                    <a:cubicBezTo>
                      <a:pt x="9500" y="4850"/>
                      <a:pt x="9500" y="4830"/>
                      <a:pt x="9500" y="4817"/>
                    </a:cubicBezTo>
                    <a:cubicBezTo>
                      <a:pt x="9500" y="4665"/>
                      <a:pt x="9506" y="4512"/>
                      <a:pt x="9500" y="4367"/>
                    </a:cubicBezTo>
                    <a:cubicBezTo>
                      <a:pt x="9500" y="4367"/>
                      <a:pt x="9500" y="4367"/>
                      <a:pt x="9500" y="4354"/>
                    </a:cubicBezTo>
                    <a:cubicBezTo>
                      <a:pt x="9500" y="4345"/>
                      <a:pt x="9500" y="4339"/>
                      <a:pt x="9500" y="4334"/>
                    </a:cubicBezTo>
                    <a:cubicBezTo>
                      <a:pt x="9493" y="3984"/>
                      <a:pt x="9467" y="3633"/>
                      <a:pt x="9414" y="3283"/>
                    </a:cubicBezTo>
                    <a:cubicBezTo>
                      <a:pt x="9354" y="2913"/>
                      <a:pt x="9262" y="2543"/>
                      <a:pt x="9130" y="2186"/>
                    </a:cubicBezTo>
                    <a:cubicBezTo>
                      <a:pt x="8885" y="1505"/>
                      <a:pt x="8469" y="857"/>
                      <a:pt x="7874" y="441"/>
                    </a:cubicBezTo>
                    <a:cubicBezTo>
                      <a:pt x="7748" y="355"/>
                      <a:pt x="7616" y="282"/>
                      <a:pt x="7484" y="209"/>
                    </a:cubicBezTo>
                    <a:cubicBezTo>
                      <a:pt x="7231" y="70"/>
                      <a:pt x="6958" y="0"/>
                      <a:pt x="6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575" name="Google Shape;1575;p70"/>
              <p:cNvSpPr/>
              <p:nvPr/>
            </p:nvSpPr>
            <p:spPr>
              <a:xfrm>
                <a:off x="5980875" y="2648525"/>
                <a:ext cx="49125" cy="48075"/>
              </a:xfrm>
              <a:custGeom>
                <a:avLst/>
                <a:gdLst/>
                <a:ahLst/>
                <a:cxnLst/>
                <a:rect l="l" t="t" r="r" b="b"/>
                <a:pathLst>
                  <a:path w="1965" h="1923" extrusionOk="0">
                    <a:moveTo>
                      <a:pt x="980" y="1"/>
                    </a:moveTo>
                    <a:cubicBezTo>
                      <a:pt x="947" y="1"/>
                      <a:pt x="913" y="3"/>
                      <a:pt x="880" y="6"/>
                    </a:cubicBezTo>
                    <a:cubicBezTo>
                      <a:pt x="622" y="39"/>
                      <a:pt x="384" y="178"/>
                      <a:pt x="226" y="383"/>
                    </a:cubicBezTo>
                    <a:cubicBezTo>
                      <a:pt x="67" y="594"/>
                      <a:pt x="1" y="872"/>
                      <a:pt x="47" y="1130"/>
                    </a:cubicBezTo>
                    <a:cubicBezTo>
                      <a:pt x="127" y="1579"/>
                      <a:pt x="536" y="1923"/>
                      <a:pt x="992" y="1923"/>
                    </a:cubicBezTo>
                    <a:cubicBezTo>
                      <a:pt x="1257" y="1923"/>
                      <a:pt x="1508" y="1811"/>
                      <a:pt x="1687" y="1619"/>
                    </a:cubicBezTo>
                    <a:cubicBezTo>
                      <a:pt x="1872" y="1427"/>
                      <a:pt x="1964" y="1169"/>
                      <a:pt x="1951" y="905"/>
                    </a:cubicBezTo>
                    <a:cubicBezTo>
                      <a:pt x="1931" y="641"/>
                      <a:pt x="1812" y="396"/>
                      <a:pt x="1614" y="231"/>
                    </a:cubicBezTo>
                    <a:cubicBezTo>
                      <a:pt x="1435" y="81"/>
                      <a:pt x="1210"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1576" name="Google Shape;1576;p70"/>
          <p:cNvGrpSpPr/>
          <p:nvPr/>
        </p:nvGrpSpPr>
        <p:grpSpPr>
          <a:xfrm>
            <a:off x="8192988" y="268887"/>
            <a:ext cx="805800" cy="805800"/>
            <a:chOff x="310188" y="183362"/>
            <a:chExt cx="805800" cy="805800"/>
          </a:xfrm>
        </p:grpSpPr>
        <p:sp>
          <p:nvSpPr>
            <p:cNvPr id="1577" name="Google Shape;1577;p70"/>
            <p:cNvSpPr/>
            <p:nvPr/>
          </p:nvSpPr>
          <p:spPr>
            <a:xfrm>
              <a:off x="310188" y="183362"/>
              <a:ext cx="805800" cy="805800"/>
            </a:xfrm>
            <a:prstGeom prst="diamond">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70"/>
            <p:cNvSpPr/>
            <p:nvPr/>
          </p:nvSpPr>
          <p:spPr>
            <a:xfrm>
              <a:off x="378022" y="251212"/>
              <a:ext cx="670200" cy="670200"/>
            </a:xfrm>
            <a:prstGeom prst="diamon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9" name="Google Shape;1579;p70"/>
            <p:cNvGrpSpPr/>
            <p:nvPr/>
          </p:nvGrpSpPr>
          <p:grpSpPr>
            <a:xfrm>
              <a:off x="575759" y="440939"/>
              <a:ext cx="274669" cy="290718"/>
              <a:chOff x="3278493" y="2036478"/>
              <a:chExt cx="287883" cy="304704"/>
            </a:xfrm>
          </p:grpSpPr>
          <p:sp>
            <p:nvSpPr>
              <p:cNvPr id="1580" name="Google Shape;1580;p70"/>
              <p:cNvSpPr/>
              <p:nvPr/>
            </p:nvSpPr>
            <p:spPr>
              <a:xfrm>
                <a:off x="3306178" y="2036478"/>
                <a:ext cx="62042" cy="61896"/>
              </a:xfrm>
              <a:custGeom>
                <a:avLst/>
                <a:gdLst/>
                <a:ahLst/>
                <a:cxnLst/>
                <a:rect l="l" t="t" r="r" b="b"/>
                <a:pathLst>
                  <a:path w="2976" h="2969" extrusionOk="0">
                    <a:moveTo>
                      <a:pt x="1488" y="1"/>
                    </a:moveTo>
                    <a:cubicBezTo>
                      <a:pt x="669" y="1"/>
                      <a:pt x="1" y="662"/>
                      <a:pt x="1" y="1481"/>
                    </a:cubicBezTo>
                    <a:cubicBezTo>
                      <a:pt x="1" y="2301"/>
                      <a:pt x="669" y="2969"/>
                      <a:pt x="1488" y="2969"/>
                    </a:cubicBezTo>
                    <a:cubicBezTo>
                      <a:pt x="2308" y="2969"/>
                      <a:pt x="2976" y="2301"/>
                      <a:pt x="2976" y="1481"/>
                    </a:cubicBezTo>
                    <a:cubicBezTo>
                      <a:pt x="2976" y="662"/>
                      <a:pt x="2308" y="1"/>
                      <a:pt x="1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581" name="Google Shape;1581;p70"/>
              <p:cNvSpPr/>
              <p:nvPr/>
            </p:nvSpPr>
            <p:spPr>
              <a:xfrm>
                <a:off x="3509431" y="2152218"/>
                <a:ext cx="40277" cy="39172"/>
              </a:xfrm>
              <a:custGeom>
                <a:avLst/>
                <a:gdLst/>
                <a:ahLst/>
                <a:cxnLst/>
                <a:rect l="l" t="t" r="r" b="b"/>
                <a:pathLst>
                  <a:path w="1932" h="1879" extrusionOk="0">
                    <a:moveTo>
                      <a:pt x="956" y="1"/>
                    </a:moveTo>
                    <a:cubicBezTo>
                      <a:pt x="736" y="1"/>
                      <a:pt x="520" y="79"/>
                      <a:pt x="351" y="219"/>
                    </a:cubicBezTo>
                    <a:cubicBezTo>
                      <a:pt x="153" y="385"/>
                      <a:pt x="34" y="629"/>
                      <a:pt x="21" y="887"/>
                    </a:cubicBezTo>
                    <a:cubicBezTo>
                      <a:pt x="1" y="1145"/>
                      <a:pt x="100" y="1396"/>
                      <a:pt x="272" y="1588"/>
                    </a:cubicBezTo>
                    <a:cubicBezTo>
                      <a:pt x="450" y="1773"/>
                      <a:pt x="702" y="1879"/>
                      <a:pt x="959" y="1879"/>
                    </a:cubicBezTo>
                    <a:cubicBezTo>
                      <a:pt x="1409" y="1879"/>
                      <a:pt x="1805" y="1548"/>
                      <a:pt x="1885" y="1105"/>
                    </a:cubicBezTo>
                    <a:cubicBezTo>
                      <a:pt x="1931" y="847"/>
                      <a:pt x="1865" y="583"/>
                      <a:pt x="1713" y="371"/>
                    </a:cubicBezTo>
                    <a:cubicBezTo>
                      <a:pt x="1554" y="173"/>
                      <a:pt x="1323" y="34"/>
                      <a:pt x="1072" y="8"/>
                    </a:cubicBezTo>
                    <a:cubicBezTo>
                      <a:pt x="1033" y="3"/>
                      <a:pt x="994" y="1"/>
                      <a:pt x="9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582" name="Google Shape;1582;p70"/>
              <p:cNvSpPr/>
              <p:nvPr/>
            </p:nvSpPr>
            <p:spPr>
              <a:xfrm>
                <a:off x="3278493" y="2100081"/>
                <a:ext cx="287883" cy="241101"/>
              </a:xfrm>
              <a:custGeom>
                <a:avLst/>
                <a:gdLst/>
                <a:ahLst/>
                <a:cxnLst/>
                <a:rect l="l" t="t" r="r" b="b"/>
                <a:pathLst>
                  <a:path w="13809" h="11565" extrusionOk="0">
                    <a:moveTo>
                      <a:pt x="6164" y="2116"/>
                    </a:moveTo>
                    <a:cubicBezTo>
                      <a:pt x="6185" y="2116"/>
                      <a:pt x="6206" y="2117"/>
                      <a:pt x="6227" y="2119"/>
                    </a:cubicBezTo>
                    <a:cubicBezTo>
                      <a:pt x="6505" y="2145"/>
                      <a:pt x="6743" y="2363"/>
                      <a:pt x="6789" y="2641"/>
                    </a:cubicBezTo>
                    <a:cubicBezTo>
                      <a:pt x="6796" y="2694"/>
                      <a:pt x="6796" y="2753"/>
                      <a:pt x="6789" y="2806"/>
                    </a:cubicBezTo>
                    <a:cubicBezTo>
                      <a:pt x="6880" y="2764"/>
                      <a:pt x="6978" y="2741"/>
                      <a:pt x="7078" y="2741"/>
                    </a:cubicBezTo>
                    <a:cubicBezTo>
                      <a:pt x="7167" y="2741"/>
                      <a:pt x="7257" y="2759"/>
                      <a:pt x="7344" y="2800"/>
                    </a:cubicBezTo>
                    <a:lnTo>
                      <a:pt x="8488" y="3315"/>
                    </a:lnTo>
                    <a:cubicBezTo>
                      <a:pt x="8812" y="3467"/>
                      <a:pt x="8950" y="3844"/>
                      <a:pt x="8805" y="4168"/>
                    </a:cubicBezTo>
                    <a:cubicBezTo>
                      <a:pt x="8824" y="4129"/>
                      <a:pt x="8842" y="4091"/>
                      <a:pt x="8847" y="4080"/>
                    </a:cubicBezTo>
                    <a:lnTo>
                      <a:pt x="8847" y="4080"/>
                    </a:lnTo>
                    <a:cubicBezTo>
                      <a:pt x="8843" y="4089"/>
                      <a:pt x="8831" y="4117"/>
                      <a:pt x="8805" y="4175"/>
                    </a:cubicBezTo>
                    <a:cubicBezTo>
                      <a:pt x="8805" y="4175"/>
                      <a:pt x="8805" y="4175"/>
                      <a:pt x="8805" y="4175"/>
                    </a:cubicBezTo>
                    <a:lnTo>
                      <a:pt x="8805" y="4175"/>
                    </a:lnTo>
                    <a:cubicBezTo>
                      <a:pt x="8804" y="4178"/>
                      <a:pt x="8802" y="4181"/>
                      <a:pt x="8801" y="4183"/>
                    </a:cubicBezTo>
                    <a:lnTo>
                      <a:pt x="8801" y="4183"/>
                    </a:lnTo>
                    <a:cubicBezTo>
                      <a:pt x="8693" y="4415"/>
                      <a:pt x="8462" y="4550"/>
                      <a:pt x="8220" y="4550"/>
                    </a:cubicBezTo>
                    <a:cubicBezTo>
                      <a:pt x="8130" y="4550"/>
                      <a:pt x="8039" y="4531"/>
                      <a:pt x="7952" y="4492"/>
                    </a:cubicBezTo>
                    <a:lnTo>
                      <a:pt x="7000" y="4056"/>
                    </a:lnTo>
                    <a:cubicBezTo>
                      <a:pt x="7139" y="3923"/>
                      <a:pt x="7139" y="3685"/>
                      <a:pt x="7000" y="3547"/>
                    </a:cubicBezTo>
                    <a:cubicBezTo>
                      <a:pt x="6941" y="3487"/>
                      <a:pt x="6862" y="3448"/>
                      <a:pt x="6776" y="3441"/>
                    </a:cubicBezTo>
                    <a:cubicBezTo>
                      <a:pt x="6723" y="3441"/>
                      <a:pt x="6670" y="3448"/>
                      <a:pt x="6624" y="3454"/>
                    </a:cubicBezTo>
                    <a:cubicBezTo>
                      <a:pt x="6558" y="3461"/>
                      <a:pt x="6498" y="3461"/>
                      <a:pt x="6439" y="3461"/>
                    </a:cubicBezTo>
                    <a:cubicBezTo>
                      <a:pt x="6432" y="3421"/>
                      <a:pt x="6432" y="3381"/>
                      <a:pt x="6432" y="3342"/>
                    </a:cubicBezTo>
                    <a:cubicBezTo>
                      <a:pt x="6342" y="3388"/>
                      <a:pt x="6245" y="3410"/>
                      <a:pt x="6148" y="3410"/>
                    </a:cubicBezTo>
                    <a:cubicBezTo>
                      <a:pt x="5966" y="3410"/>
                      <a:pt x="5786" y="3332"/>
                      <a:pt x="5665" y="3190"/>
                    </a:cubicBezTo>
                    <a:cubicBezTo>
                      <a:pt x="5507" y="3005"/>
                      <a:pt x="5473" y="2740"/>
                      <a:pt x="5573" y="2522"/>
                    </a:cubicBezTo>
                    <a:lnTo>
                      <a:pt x="5592" y="2482"/>
                    </a:lnTo>
                    <a:cubicBezTo>
                      <a:pt x="5690" y="2257"/>
                      <a:pt x="5917" y="2116"/>
                      <a:pt x="6164" y="2116"/>
                    </a:cubicBezTo>
                    <a:close/>
                    <a:moveTo>
                      <a:pt x="2845" y="0"/>
                    </a:moveTo>
                    <a:cubicBezTo>
                      <a:pt x="2653" y="0"/>
                      <a:pt x="2463" y="20"/>
                      <a:pt x="2287" y="50"/>
                    </a:cubicBezTo>
                    <a:cubicBezTo>
                      <a:pt x="2261" y="57"/>
                      <a:pt x="2235" y="63"/>
                      <a:pt x="2201" y="70"/>
                    </a:cubicBezTo>
                    <a:cubicBezTo>
                      <a:pt x="2142" y="90"/>
                      <a:pt x="2063" y="116"/>
                      <a:pt x="1977" y="156"/>
                    </a:cubicBezTo>
                    <a:cubicBezTo>
                      <a:pt x="1792" y="228"/>
                      <a:pt x="1560" y="354"/>
                      <a:pt x="1316" y="552"/>
                    </a:cubicBezTo>
                    <a:cubicBezTo>
                      <a:pt x="1197" y="651"/>
                      <a:pt x="1078" y="764"/>
                      <a:pt x="965" y="896"/>
                    </a:cubicBezTo>
                    <a:cubicBezTo>
                      <a:pt x="846" y="1022"/>
                      <a:pt x="741" y="1167"/>
                      <a:pt x="648" y="1326"/>
                    </a:cubicBezTo>
                    <a:cubicBezTo>
                      <a:pt x="450" y="1636"/>
                      <a:pt x="304" y="1987"/>
                      <a:pt x="205" y="2344"/>
                    </a:cubicBezTo>
                    <a:cubicBezTo>
                      <a:pt x="106" y="2694"/>
                      <a:pt x="53" y="3051"/>
                      <a:pt x="27" y="3375"/>
                    </a:cubicBezTo>
                    <a:cubicBezTo>
                      <a:pt x="0" y="3705"/>
                      <a:pt x="0" y="4009"/>
                      <a:pt x="7" y="4261"/>
                    </a:cubicBezTo>
                    <a:cubicBezTo>
                      <a:pt x="20" y="4518"/>
                      <a:pt x="33" y="4730"/>
                      <a:pt x="53" y="4882"/>
                    </a:cubicBezTo>
                    <a:cubicBezTo>
                      <a:pt x="66" y="5027"/>
                      <a:pt x="80" y="5107"/>
                      <a:pt x="80" y="5107"/>
                    </a:cubicBezTo>
                    <a:lnTo>
                      <a:pt x="80" y="5113"/>
                    </a:lnTo>
                    <a:cubicBezTo>
                      <a:pt x="105" y="5330"/>
                      <a:pt x="290" y="5497"/>
                      <a:pt x="511" y="5497"/>
                    </a:cubicBezTo>
                    <a:cubicBezTo>
                      <a:pt x="519" y="5497"/>
                      <a:pt x="527" y="5497"/>
                      <a:pt x="536" y="5497"/>
                    </a:cubicBezTo>
                    <a:cubicBezTo>
                      <a:pt x="780" y="5483"/>
                      <a:pt x="965" y="5279"/>
                      <a:pt x="959" y="5034"/>
                    </a:cubicBezTo>
                    <a:cubicBezTo>
                      <a:pt x="959" y="5034"/>
                      <a:pt x="952" y="4961"/>
                      <a:pt x="952" y="4822"/>
                    </a:cubicBezTo>
                    <a:cubicBezTo>
                      <a:pt x="946" y="4690"/>
                      <a:pt x="946" y="4499"/>
                      <a:pt x="959" y="4267"/>
                    </a:cubicBezTo>
                    <a:cubicBezTo>
                      <a:pt x="965" y="4036"/>
                      <a:pt x="992" y="3771"/>
                      <a:pt x="1038" y="3500"/>
                    </a:cubicBezTo>
                    <a:cubicBezTo>
                      <a:pt x="1084" y="3223"/>
                      <a:pt x="1150" y="2939"/>
                      <a:pt x="1250" y="2674"/>
                    </a:cubicBezTo>
                    <a:cubicBezTo>
                      <a:pt x="1309" y="2529"/>
                      <a:pt x="1375" y="2383"/>
                      <a:pt x="1448" y="2258"/>
                    </a:cubicBezTo>
                    <a:lnTo>
                      <a:pt x="1448" y="2258"/>
                    </a:lnTo>
                    <a:lnTo>
                      <a:pt x="1124" y="4941"/>
                    </a:lnTo>
                    <a:cubicBezTo>
                      <a:pt x="1104" y="5067"/>
                      <a:pt x="1104" y="5212"/>
                      <a:pt x="1124" y="5351"/>
                    </a:cubicBezTo>
                    <a:cubicBezTo>
                      <a:pt x="1157" y="5629"/>
                      <a:pt x="1256" y="5887"/>
                      <a:pt x="1402" y="6105"/>
                    </a:cubicBezTo>
                    <a:lnTo>
                      <a:pt x="1633" y="10924"/>
                    </a:lnTo>
                    <a:cubicBezTo>
                      <a:pt x="1646" y="11188"/>
                      <a:pt x="1858" y="11399"/>
                      <a:pt x="2122" y="11413"/>
                    </a:cubicBezTo>
                    <a:cubicBezTo>
                      <a:pt x="2130" y="11413"/>
                      <a:pt x="2139" y="11413"/>
                      <a:pt x="2147" y="11413"/>
                    </a:cubicBezTo>
                    <a:cubicBezTo>
                      <a:pt x="2420" y="11413"/>
                      <a:pt x="2645" y="11200"/>
                      <a:pt x="2658" y="10924"/>
                    </a:cubicBezTo>
                    <a:lnTo>
                      <a:pt x="2823" y="7281"/>
                    </a:lnTo>
                    <a:lnTo>
                      <a:pt x="2995" y="10924"/>
                    </a:lnTo>
                    <a:cubicBezTo>
                      <a:pt x="3008" y="11188"/>
                      <a:pt x="3213" y="11399"/>
                      <a:pt x="3484" y="11413"/>
                    </a:cubicBezTo>
                    <a:cubicBezTo>
                      <a:pt x="3492" y="11413"/>
                      <a:pt x="3500" y="11413"/>
                      <a:pt x="3508" y="11413"/>
                    </a:cubicBezTo>
                    <a:cubicBezTo>
                      <a:pt x="3782" y="11413"/>
                      <a:pt x="4006" y="11200"/>
                      <a:pt x="4019" y="10924"/>
                    </a:cubicBezTo>
                    <a:lnTo>
                      <a:pt x="4244" y="6085"/>
                    </a:lnTo>
                    <a:cubicBezTo>
                      <a:pt x="4456" y="5761"/>
                      <a:pt x="4561" y="5358"/>
                      <a:pt x="4515" y="4941"/>
                    </a:cubicBezTo>
                    <a:lnTo>
                      <a:pt x="4191" y="2291"/>
                    </a:lnTo>
                    <a:lnTo>
                      <a:pt x="4191" y="2291"/>
                    </a:lnTo>
                    <a:cubicBezTo>
                      <a:pt x="4257" y="2410"/>
                      <a:pt x="4317" y="2542"/>
                      <a:pt x="4370" y="2674"/>
                    </a:cubicBezTo>
                    <a:cubicBezTo>
                      <a:pt x="4469" y="2939"/>
                      <a:pt x="4535" y="3223"/>
                      <a:pt x="4581" y="3500"/>
                    </a:cubicBezTo>
                    <a:cubicBezTo>
                      <a:pt x="4627" y="3771"/>
                      <a:pt x="4654" y="4036"/>
                      <a:pt x="4660" y="4267"/>
                    </a:cubicBezTo>
                    <a:cubicBezTo>
                      <a:pt x="4674" y="4499"/>
                      <a:pt x="4674" y="4690"/>
                      <a:pt x="4667" y="4822"/>
                    </a:cubicBezTo>
                    <a:cubicBezTo>
                      <a:pt x="4667" y="4961"/>
                      <a:pt x="4660" y="5034"/>
                      <a:pt x="4660" y="5034"/>
                    </a:cubicBezTo>
                    <a:cubicBezTo>
                      <a:pt x="4654" y="5265"/>
                      <a:pt x="4819" y="5464"/>
                      <a:pt x="5050" y="5497"/>
                    </a:cubicBezTo>
                    <a:cubicBezTo>
                      <a:pt x="5067" y="5499"/>
                      <a:pt x="5084" y="5499"/>
                      <a:pt x="5100" y="5499"/>
                    </a:cubicBezTo>
                    <a:cubicBezTo>
                      <a:pt x="5319" y="5499"/>
                      <a:pt x="5515" y="5341"/>
                      <a:pt x="5540" y="5113"/>
                    </a:cubicBezTo>
                    <a:lnTo>
                      <a:pt x="5540" y="5107"/>
                    </a:lnTo>
                    <a:cubicBezTo>
                      <a:pt x="5540" y="5107"/>
                      <a:pt x="5553" y="5027"/>
                      <a:pt x="5566" y="4882"/>
                    </a:cubicBezTo>
                    <a:cubicBezTo>
                      <a:pt x="5586" y="4730"/>
                      <a:pt x="5599" y="4518"/>
                      <a:pt x="5612" y="4261"/>
                    </a:cubicBezTo>
                    <a:cubicBezTo>
                      <a:pt x="5612" y="4234"/>
                      <a:pt x="5612" y="4201"/>
                      <a:pt x="5612" y="4175"/>
                    </a:cubicBezTo>
                    <a:cubicBezTo>
                      <a:pt x="5612" y="4148"/>
                      <a:pt x="5612" y="4115"/>
                      <a:pt x="5612" y="4089"/>
                    </a:cubicBezTo>
                    <a:cubicBezTo>
                      <a:pt x="5659" y="4115"/>
                      <a:pt x="5711" y="4148"/>
                      <a:pt x="5764" y="4175"/>
                    </a:cubicBezTo>
                    <a:lnTo>
                      <a:pt x="4991" y="7711"/>
                    </a:lnTo>
                    <a:cubicBezTo>
                      <a:pt x="4978" y="7784"/>
                      <a:pt x="4991" y="7856"/>
                      <a:pt x="5037" y="7916"/>
                    </a:cubicBezTo>
                    <a:cubicBezTo>
                      <a:pt x="5084" y="7975"/>
                      <a:pt x="5156" y="8009"/>
                      <a:pt x="5229" y="8009"/>
                    </a:cubicBezTo>
                    <a:lnTo>
                      <a:pt x="6022" y="8009"/>
                    </a:lnTo>
                    <a:lnTo>
                      <a:pt x="6174" y="11062"/>
                    </a:lnTo>
                    <a:cubicBezTo>
                      <a:pt x="6187" y="11333"/>
                      <a:pt x="6419" y="11558"/>
                      <a:pt x="6690" y="11565"/>
                    </a:cubicBezTo>
                    <a:cubicBezTo>
                      <a:pt x="6694" y="11565"/>
                      <a:pt x="6698" y="11565"/>
                      <a:pt x="6703" y="11565"/>
                    </a:cubicBezTo>
                    <a:cubicBezTo>
                      <a:pt x="6968" y="11565"/>
                      <a:pt x="7199" y="11362"/>
                      <a:pt x="7225" y="11095"/>
                    </a:cubicBezTo>
                    <a:cubicBezTo>
                      <a:pt x="7232" y="11089"/>
                      <a:pt x="7232" y="11076"/>
                      <a:pt x="7232" y="11062"/>
                    </a:cubicBezTo>
                    <a:lnTo>
                      <a:pt x="7390" y="8009"/>
                    </a:lnTo>
                    <a:lnTo>
                      <a:pt x="7476" y="8009"/>
                    </a:lnTo>
                    <a:lnTo>
                      <a:pt x="7628" y="11062"/>
                    </a:lnTo>
                    <a:cubicBezTo>
                      <a:pt x="7642" y="11333"/>
                      <a:pt x="7873" y="11558"/>
                      <a:pt x="8151" y="11565"/>
                    </a:cubicBezTo>
                    <a:cubicBezTo>
                      <a:pt x="8155" y="11565"/>
                      <a:pt x="8159" y="11565"/>
                      <a:pt x="8163" y="11565"/>
                    </a:cubicBezTo>
                    <a:cubicBezTo>
                      <a:pt x="8422" y="11565"/>
                      <a:pt x="8653" y="11362"/>
                      <a:pt x="8686" y="11095"/>
                    </a:cubicBezTo>
                    <a:cubicBezTo>
                      <a:pt x="8686" y="11089"/>
                      <a:pt x="8686" y="11076"/>
                      <a:pt x="8686" y="11062"/>
                    </a:cubicBezTo>
                    <a:lnTo>
                      <a:pt x="8851" y="8009"/>
                    </a:lnTo>
                    <a:lnTo>
                      <a:pt x="9618" y="8009"/>
                    </a:lnTo>
                    <a:cubicBezTo>
                      <a:pt x="9691" y="8009"/>
                      <a:pt x="9757" y="7975"/>
                      <a:pt x="9803" y="7916"/>
                    </a:cubicBezTo>
                    <a:cubicBezTo>
                      <a:pt x="9856" y="7863"/>
                      <a:pt x="9869" y="7784"/>
                      <a:pt x="9856" y="7711"/>
                    </a:cubicBezTo>
                    <a:lnTo>
                      <a:pt x="8957" y="3454"/>
                    </a:lnTo>
                    <a:lnTo>
                      <a:pt x="8957" y="3110"/>
                    </a:lnTo>
                    <a:cubicBezTo>
                      <a:pt x="9228" y="3758"/>
                      <a:pt x="9334" y="4459"/>
                      <a:pt x="9393" y="5153"/>
                    </a:cubicBezTo>
                    <a:cubicBezTo>
                      <a:pt x="9393" y="5173"/>
                      <a:pt x="9393" y="5186"/>
                      <a:pt x="9393" y="5199"/>
                    </a:cubicBezTo>
                    <a:cubicBezTo>
                      <a:pt x="9413" y="5384"/>
                      <a:pt x="9539" y="5536"/>
                      <a:pt x="9704" y="5589"/>
                    </a:cubicBezTo>
                    <a:lnTo>
                      <a:pt x="9704" y="5596"/>
                    </a:lnTo>
                    <a:cubicBezTo>
                      <a:pt x="9757" y="5682"/>
                      <a:pt x="9823" y="5761"/>
                      <a:pt x="9909" y="5821"/>
                    </a:cubicBezTo>
                    <a:cubicBezTo>
                      <a:pt x="10021" y="5893"/>
                      <a:pt x="10153" y="5933"/>
                      <a:pt x="10286" y="5933"/>
                    </a:cubicBezTo>
                    <a:cubicBezTo>
                      <a:pt x="10306" y="5934"/>
                      <a:pt x="10326" y="5934"/>
                      <a:pt x="10345" y="5934"/>
                    </a:cubicBezTo>
                    <a:cubicBezTo>
                      <a:pt x="10596" y="5934"/>
                      <a:pt x="10846" y="5860"/>
                      <a:pt x="11072" y="5768"/>
                    </a:cubicBezTo>
                    <a:lnTo>
                      <a:pt x="11092" y="6627"/>
                    </a:lnTo>
                    <a:lnTo>
                      <a:pt x="10616" y="8788"/>
                    </a:lnTo>
                    <a:cubicBezTo>
                      <a:pt x="10603" y="8835"/>
                      <a:pt x="10616" y="8888"/>
                      <a:pt x="10649" y="8927"/>
                    </a:cubicBezTo>
                    <a:cubicBezTo>
                      <a:pt x="10682" y="8967"/>
                      <a:pt x="10729" y="8987"/>
                      <a:pt x="10781" y="8987"/>
                    </a:cubicBezTo>
                    <a:lnTo>
                      <a:pt x="11165" y="8987"/>
                    </a:lnTo>
                    <a:lnTo>
                      <a:pt x="11264" y="11109"/>
                    </a:lnTo>
                    <a:cubicBezTo>
                      <a:pt x="11271" y="11281"/>
                      <a:pt x="11416" y="11419"/>
                      <a:pt x="11588" y="11419"/>
                    </a:cubicBezTo>
                    <a:cubicBezTo>
                      <a:pt x="11760" y="11419"/>
                      <a:pt x="11905" y="11281"/>
                      <a:pt x="11918" y="11109"/>
                    </a:cubicBezTo>
                    <a:lnTo>
                      <a:pt x="12024" y="8987"/>
                    </a:lnTo>
                    <a:lnTo>
                      <a:pt x="12057" y="8987"/>
                    </a:lnTo>
                    <a:lnTo>
                      <a:pt x="12163" y="11109"/>
                    </a:lnTo>
                    <a:cubicBezTo>
                      <a:pt x="12170" y="11281"/>
                      <a:pt x="12315" y="11419"/>
                      <a:pt x="12487" y="11419"/>
                    </a:cubicBezTo>
                    <a:cubicBezTo>
                      <a:pt x="12659" y="11419"/>
                      <a:pt x="12804" y="11281"/>
                      <a:pt x="12811" y="11109"/>
                    </a:cubicBezTo>
                    <a:lnTo>
                      <a:pt x="12923" y="8987"/>
                    </a:lnTo>
                    <a:lnTo>
                      <a:pt x="13333" y="8987"/>
                    </a:lnTo>
                    <a:cubicBezTo>
                      <a:pt x="13379" y="8987"/>
                      <a:pt x="13432" y="8967"/>
                      <a:pt x="13459" y="8927"/>
                    </a:cubicBezTo>
                    <a:cubicBezTo>
                      <a:pt x="13492" y="8888"/>
                      <a:pt x="13505" y="8835"/>
                      <a:pt x="13498" y="8788"/>
                    </a:cubicBezTo>
                    <a:lnTo>
                      <a:pt x="13016" y="6627"/>
                    </a:lnTo>
                    <a:lnTo>
                      <a:pt x="13029" y="6303"/>
                    </a:lnTo>
                    <a:cubicBezTo>
                      <a:pt x="13168" y="6667"/>
                      <a:pt x="13214" y="7057"/>
                      <a:pt x="13247" y="7440"/>
                    </a:cubicBezTo>
                    <a:cubicBezTo>
                      <a:pt x="13260" y="7588"/>
                      <a:pt x="13385" y="7698"/>
                      <a:pt x="13526" y="7698"/>
                    </a:cubicBezTo>
                    <a:cubicBezTo>
                      <a:pt x="13530" y="7698"/>
                      <a:pt x="13534" y="7698"/>
                      <a:pt x="13538" y="7698"/>
                    </a:cubicBezTo>
                    <a:cubicBezTo>
                      <a:pt x="13683" y="7691"/>
                      <a:pt x="13802" y="7566"/>
                      <a:pt x="13802" y="7420"/>
                    </a:cubicBezTo>
                    <a:cubicBezTo>
                      <a:pt x="13809" y="7010"/>
                      <a:pt x="13789" y="6607"/>
                      <a:pt x="13697" y="6204"/>
                    </a:cubicBezTo>
                    <a:cubicBezTo>
                      <a:pt x="13538" y="5530"/>
                      <a:pt x="13141" y="4869"/>
                      <a:pt x="12493" y="4558"/>
                    </a:cubicBezTo>
                    <a:cubicBezTo>
                      <a:pt x="12349" y="4487"/>
                      <a:pt x="12198" y="4451"/>
                      <a:pt x="12047" y="4451"/>
                    </a:cubicBezTo>
                    <a:cubicBezTo>
                      <a:pt x="11818" y="4451"/>
                      <a:pt x="11588" y="4535"/>
                      <a:pt x="11376" y="4710"/>
                    </a:cubicBezTo>
                    <a:cubicBezTo>
                      <a:pt x="11204" y="4849"/>
                      <a:pt x="11019" y="4981"/>
                      <a:pt x="10828" y="5093"/>
                    </a:cubicBezTo>
                    <a:cubicBezTo>
                      <a:pt x="10729" y="5153"/>
                      <a:pt x="10623" y="5212"/>
                      <a:pt x="10510" y="5259"/>
                    </a:cubicBezTo>
                    <a:cubicBezTo>
                      <a:pt x="10458" y="5279"/>
                      <a:pt x="10405" y="5298"/>
                      <a:pt x="10352" y="5312"/>
                    </a:cubicBezTo>
                    <a:cubicBezTo>
                      <a:pt x="10325" y="5318"/>
                      <a:pt x="10299" y="5318"/>
                      <a:pt x="10272" y="5318"/>
                    </a:cubicBezTo>
                    <a:cubicBezTo>
                      <a:pt x="10292" y="5272"/>
                      <a:pt x="10299" y="5219"/>
                      <a:pt x="10299" y="5166"/>
                    </a:cubicBezTo>
                    <a:cubicBezTo>
                      <a:pt x="10299" y="4558"/>
                      <a:pt x="10299" y="4492"/>
                      <a:pt x="10292" y="4373"/>
                    </a:cubicBezTo>
                    <a:cubicBezTo>
                      <a:pt x="10246" y="3633"/>
                      <a:pt x="10114" y="2892"/>
                      <a:pt x="9810" y="2205"/>
                    </a:cubicBezTo>
                    <a:cubicBezTo>
                      <a:pt x="9526" y="1550"/>
                      <a:pt x="9063" y="949"/>
                      <a:pt x="8435" y="585"/>
                    </a:cubicBezTo>
                    <a:cubicBezTo>
                      <a:pt x="8157" y="420"/>
                      <a:pt x="7734" y="275"/>
                      <a:pt x="7437" y="275"/>
                    </a:cubicBezTo>
                    <a:cubicBezTo>
                      <a:pt x="7139" y="275"/>
                      <a:pt x="6881" y="341"/>
                      <a:pt x="6597" y="493"/>
                    </a:cubicBezTo>
                    <a:cubicBezTo>
                      <a:pt x="6320" y="638"/>
                      <a:pt x="6042" y="803"/>
                      <a:pt x="5784" y="982"/>
                    </a:cubicBezTo>
                    <a:cubicBezTo>
                      <a:pt x="5546" y="1154"/>
                      <a:pt x="5315" y="1346"/>
                      <a:pt x="5123" y="1564"/>
                    </a:cubicBezTo>
                    <a:lnTo>
                      <a:pt x="5110" y="1564"/>
                    </a:lnTo>
                    <a:cubicBezTo>
                      <a:pt x="5110" y="1564"/>
                      <a:pt x="5024" y="1405"/>
                      <a:pt x="4971" y="1326"/>
                    </a:cubicBezTo>
                    <a:cubicBezTo>
                      <a:pt x="4879" y="1167"/>
                      <a:pt x="4766" y="1022"/>
                      <a:pt x="4654" y="896"/>
                    </a:cubicBezTo>
                    <a:cubicBezTo>
                      <a:pt x="4541" y="764"/>
                      <a:pt x="4422" y="651"/>
                      <a:pt x="4304" y="552"/>
                    </a:cubicBezTo>
                    <a:cubicBezTo>
                      <a:pt x="4059" y="354"/>
                      <a:pt x="3828" y="228"/>
                      <a:pt x="3642" y="156"/>
                    </a:cubicBezTo>
                    <a:cubicBezTo>
                      <a:pt x="3550" y="116"/>
                      <a:pt x="3477" y="90"/>
                      <a:pt x="3418" y="70"/>
                    </a:cubicBezTo>
                    <a:cubicBezTo>
                      <a:pt x="3233" y="20"/>
                      <a:pt x="3038" y="0"/>
                      <a:pt x="2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583" name="Google Shape;1583;p70"/>
              <p:cNvSpPr/>
              <p:nvPr/>
            </p:nvSpPr>
            <p:spPr>
              <a:xfrm>
                <a:off x="3399882" y="2040689"/>
                <a:ext cx="66858" cy="63752"/>
              </a:xfrm>
              <a:custGeom>
                <a:avLst/>
                <a:gdLst/>
                <a:ahLst/>
                <a:cxnLst/>
                <a:rect l="l" t="t" r="r" b="b"/>
                <a:pathLst>
                  <a:path w="3207" h="3058" extrusionOk="0">
                    <a:moveTo>
                      <a:pt x="1613" y="1"/>
                    </a:moveTo>
                    <a:cubicBezTo>
                      <a:pt x="1118" y="1"/>
                      <a:pt x="644" y="247"/>
                      <a:pt x="358" y="651"/>
                    </a:cubicBezTo>
                    <a:cubicBezTo>
                      <a:pt x="54" y="1094"/>
                      <a:pt x="1" y="1676"/>
                      <a:pt x="219" y="2159"/>
                    </a:cubicBezTo>
                    <a:cubicBezTo>
                      <a:pt x="437" y="2635"/>
                      <a:pt x="893" y="2978"/>
                      <a:pt x="1415" y="3044"/>
                    </a:cubicBezTo>
                    <a:cubicBezTo>
                      <a:pt x="1482" y="3051"/>
                      <a:pt x="1548" y="3058"/>
                      <a:pt x="1607" y="3058"/>
                    </a:cubicBezTo>
                    <a:cubicBezTo>
                      <a:pt x="2136" y="3058"/>
                      <a:pt x="2638" y="2773"/>
                      <a:pt x="2916" y="2324"/>
                    </a:cubicBezTo>
                    <a:cubicBezTo>
                      <a:pt x="3194" y="1868"/>
                      <a:pt x="3207" y="1286"/>
                      <a:pt x="2962" y="810"/>
                    </a:cubicBezTo>
                    <a:cubicBezTo>
                      <a:pt x="2711" y="347"/>
                      <a:pt x="2235" y="37"/>
                      <a:pt x="1706" y="4"/>
                    </a:cubicBezTo>
                    <a:cubicBezTo>
                      <a:pt x="1675" y="2"/>
                      <a:pt x="1644" y="1"/>
                      <a:pt x="16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1584" name="Google Shape;1584;p70"/>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SIGNS OF A HEALTHY FAMILY</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588"/>
        <p:cNvGrpSpPr/>
        <p:nvPr/>
      </p:nvGrpSpPr>
      <p:grpSpPr>
        <a:xfrm>
          <a:off x="0" y="0"/>
          <a:ext cx="0" cy="0"/>
          <a:chOff x="0" y="0"/>
          <a:chExt cx="0" cy="0"/>
        </a:xfrm>
      </p:grpSpPr>
      <p:pic>
        <p:nvPicPr>
          <p:cNvPr id="1589" name="Google Shape;1589;p71"/>
          <p:cNvPicPr preferRelativeResize="0"/>
          <p:nvPr/>
        </p:nvPicPr>
        <p:blipFill rotWithShape="1">
          <a:blip r:embed="rId3">
            <a:alphaModFix/>
          </a:blip>
          <a:srcRect l="9196" t="18595" r="9196" b="17326"/>
          <a:stretch/>
        </p:blipFill>
        <p:spPr>
          <a:xfrm>
            <a:off x="4778275" y="-7825"/>
            <a:ext cx="4365725" cy="5143500"/>
          </a:xfrm>
          <a:prstGeom prst="rect">
            <a:avLst/>
          </a:prstGeom>
          <a:noFill/>
          <a:ln>
            <a:noFill/>
          </a:ln>
        </p:spPr>
      </p:pic>
      <p:sp>
        <p:nvSpPr>
          <p:cNvPr id="1590" name="Google Shape;1590;p71"/>
          <p:cNvSpPr txBox="1">
            <a:spLocks noGrp="1"/>
          </p:cNvSpPr>
          <p:nvPr>
            <p:ph type="subTitle" idx="1"/>
          </p:nvPr>
        </p:nvSpPr>
        <p:spPr>
          <a:xfrm>
            <a:off x="713100" y="1482888"/>
            <a:ext cx="3434700" cy="142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lt1"/>
              </a:buClr>
              <a:buSzPts val="1100"/>
              <a:buFont typeface="Arial"/>
              <a:buNone/>
            </a:pPr>
            <a:r>
              <a:rPr lang="en">
                <a:solidFill>
                  <a:schemeClr val="dk1"/>
                </a:solidFill>
              </a:rPr>
              <a:t>Do you have any questions?</a:t>
            </a:r>
            <a:endParaRPr>
              <a:solidFill>
                <a:schemeClr val="dk1"/>
              </a:solidFill>
            </a:endParaRPr>
          </a:p>
          <a:p>
            <a:pPr marL="0" lvl="0" indent="0" algn="l" rtl="0">
              <a:spcBef>
                <a:spcPts val="1000"/>
              </a:spcBef>
              <a:spcAft>
                <a:spcPts val="0"/>
              </a:spcAft>
              <a:buClr>
                <a:schemeClr val="lt1"/>
              </a:buClr>
              <a:buSzPts val="1100"/>
              <a:buFont typeface="Arial"/>
              <a:buNone/>
            </a:pPr>
            <a:r>
              <a:rPr lang="en">
                <a:solidFill>
                  <a:schemeClr val="dk1"/>
                </a:solidFill>
              </a:rPr>
              <a:t>youremail@freepik.com </a:t>
            </a:r>
            <a:endParaRPr>
              <a:solidFill>
                <a:schemeClr val="dk1"/>
              </a:solidFill>
            </a:endParaRPr>
          </a:p>
          <a:p>
            <a:pPr marL="0" lvl="0" indent="0" algn="l" rtl="0">
              <a:spcBef>
                <a:spcPts val="0"/>
              </a:spcBef>
              <a:spcAft>
                <a:spcPts val="0"/>
              </a:spcAft>
              <a:buClr>
                <a:schemeClr val="lt1"/>
              </a:buClr>
              <a:buSzPts val="1100"/>
              <a:buFont typeface="Arial"/>
              <a:buNone/>
            </a:pPr>
            <a:r>
              <a:rPr lang="en">
                <a:solidFill>
                  <a:schemeClr val="dk1"/>
                </a:solidFill>
              </a:rPr>
              <a:t>+91  620 421 838 </a:t>
            </a:r>
            <a:endParaRPr>
              <a:solidFill>
                <a:schemeClr val="dk1"/>
              </a:solidFill>
            </a:endParaRPr>
          </a:p>
          <a:p>
            <a:pPr marL="0" lvl="0" indent="0" algn="l" rtl="0">
              <a:spcBef>
                <a:spcPts val="0"/>
              </a:spcBef>
              <a:spcAft>
                <a:spcPts val="0"/>
              </a:spcAft>
              <a:buNone/>
            </a:pPr>
            <a:r>
              <a:rPr lang="en">
                <a:solidFill>
                  <a:schemeClr val="dk1"/>
                </a:solidFill>
              </a:rPr>
              <a:t>yourcompany.com</a:t>
            </a:r>
            <a:endParaRPr>
              <a:solidFill>
                <a:schemeClr val="dk1"/>
              </a:solidFill>
            </a:endParaRPr>
          </a:p>
        </p:txBody>
      </p:sp>
      <p:sp>
        <p:nvSpPr>
          <p:cNvPr id="1591" name="Google Shape;1591;p71"/>
          <p:cNvSpPr txBox="1"/>
          <p:nvPr/>
        </p:nvSpPr>
        <p:spPr>
          <a:xfrm>
            <a:off x="720000" y="4051525"/>
            <a:ext cx="3000000" cy="4347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000">
                <a:solidFill>
                  <a:schemeClr val="dk1"/>
                </a:solidFill>
                <a:latin typeface="Montserrat"/>
                <a:ea typeface="Montserrat"/>
                <a:cs typeface="Montserrat"/>
                <a:sym typeface="Montserrat"/>
              </a:rPr>
              <a:t>Please keep this slide for attribution</a:t>
            </a:r>
            <a:endParaRPr sz="1000">
              <a:solidFill>
                <a:schemeClr val="dk1"/>
              </a:solidFill>
              <a:latin typeface="Montserrat"/>
              <a:ea typeface="Montserrat"/>
              <a:cs typeface="Montserrat"/>
              <a:sym typeface="Montserrat"/>
            </a:endParaRPr>
          </a:p>
        </p:txBody>
      </p:sp>
      <p:grpSp>
        <p:nvGrpSpPr>
          <p:cNvPr id="1592" name="Google Shape;1592;p71"/>
          <p:cNvGrpSpPr/>
          <p:nvPr/>
        </p:nvGrpSpPr>
        <p:grpSpPr>
          <a:xfrm>
            <a:off x="1668378" y="2938977"/>
            <a:ext cx="314171" cy="314171"/>
            <a:chOff x="1379798" y="1723250"/>
            <a:chExt cx="397887" cy="397887"/>
          </a:xfrm>
        </p:grpSpPr>
        <p:sp>
          <p:nvSpPr>
            <p:cNvPr id="1593" name="Google Shape;1593;p71"/>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71"/>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71"/>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71"/>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 name="Google Shape;1597;p71"/>
          <p:cNvGrpSpPr/>
          <p:nvPr/>
        </p:nvGrpSpPr>
        <p:grpSpPr>
          <a:xfrm>
            <a:off x="807606" y="2938977"/>
            <a:ext cx="314188" cy="314171"/>
            <a:chOff x="266768" y="1721375"/>
            <a:chExt cx="397907" cy="397887"/>
          </a:xfrm>
        </p:grpSpPr>
        <p:sp>
          <p:nvSpPr>
            <p:cNvPr id="1598" name="Google Shape;1598;p71"/>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71"/>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 name="Google Shape;1600;p71"/>
          <p:cNvGrpSpPr/>
          <p:nvPr/>
        </p:nvGrpSpPr>
        <p:grpSpPr>
          <a:xfrm>
            <a:off x="1238007" y="2938977"/>
            <a:ext cx="314155" cy="314171"/>
            <a:chOff x="864491" y="1723250"/>
            <a:chExt cx="397866" cy="397887"/>
          </a:xfrm>
        </p:grpSpPr>
        <p:sp>
          <p:nvSpPr>
            <p:cNvPr id="1601" name="Google Shape;1601;p71"/>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71"/>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71"/>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4" name="Google Shape;1604;p71"/>
          <p:cNvSpPr/>
          <p:nvPr/>
        </p:nvSpPr>
        <p:spPr>
          <a:xfrm>
            <a:off x="2098849" y="2967601"/>
            <a:ext cx="315131" cy="257022"/>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05" name="Google Shape;1605;p71"/>
          <p:cNvCxnSpPr/>
          <p:nvPr/>
        </p:nvCxnSpPr>
        <p:spPr>
          <a:xfrm>
            <a:off x="829708" y="1518235"/>
            <a:ext cx="2311800" cy="0"/>
          </a:xfrm>
          <a:prstGeom prst="straightConnector1">
            <a:avLst/>
          </a:prstGeom>
          <a:noFill/>
          <a:ln w="9525" cap="flat" cmpd="sng">
            <a:solidFill>
              <a:schemeClr val="dk1"/>
            </a:solidFill>
            <a:prstDash val="solid"/>
            <a:round/>
            <a:headEnd type="none" w="med" len="med"/>
            <a:tailEnd type="none" w="med" len="med"/>
          </a:ln>
        </p:spPr>
      </p:cxnSp>
      <p:grpSp>
        <p:nvGrpSpPr>
          <p:cNvPr id="1606" name="Google Shape;1606;p71"/>
          <p:cNvGrpSpPr/>
          <p:nvPr/>
        </p:nvGrpSpPr>
        <p:grpSpPr>
          <a:xfrm>
            <a:off x="4250625" y="3829225"/>
            <a:ext cx="690900" cy="657000"/>
            <a:chOff x="1049150" y="3578900"/>
            <a:chExt cx="690900" cy="657000"/>
          </a:xfrm>
        </p:grpSpPr>
        <p:sp>
          <p:nvSpPr>
            <p:cNvPr id="1607" name="Google Shape;1607;p71"/>
            <p:cNvSpPr/>
            <p:nvPr/>
          </p:nvSpPr>
          <p:spPr>
            <a:xfrm>
              <a:off x="1049150" y="3578900"/>
              <a:ext cx="690900" cy="657000"/>
            </a:xfrm>
            <a:prstGeom prst="decagon">
              <a:avLst>
                <a:gd name="vf" fmla="val 105146"/>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71"/>
            <p:cNvSpPr/>
            <p:nvPr/>
          </p:nvSpPr>
          <p:spPr>
            <a:xfrm>
              <a:off x="1085204" y="3613204"/>
              <a:ext cx="618600" cy="588300"/>
            </a:xfrm>
            <a:prstGeom prst="decagon">
              <a:avLst>
                <a:gd name="vf" fmla="val 105146"/>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9" name="Google Shape;1609;p71"/>
            <p:cNvGrpSpPr/>
            <p:nvPr/>
          </p:nvGrpSpPr>
          <p:grpSpPr>
            <a:xfrm>
              <a:off x="1302841" y="3765437"/>
              <a:ext cx="183329" cy="283890"/>
              <a:chOff x="3311700" y="2520250"/>
              <a:chExt cx="230400" cy="356825"/>
            </a:xfrm>
          </p:grpSpPr>
          <p:sp>
            <p:nvSpPr>
              <p:cNvPr id="1610" name="Google Shape;1610;p71"/>
              <p:cNvSpPr/>
              <p:nvPr/>
            </p:nvSpPr>
            <p:spPr>
              <a:xfrm>
                <a:off x="3332375" y="2650200"/>
                <a:ext cx="49100" cy="48050"/>
              </a:xfrm>
              <a:custGeom>
                <a:avLst/>
                <a:gdLst/>
                <a:ahLst/>
                <a:cxnLst/>
                <a:rect l="l" t="t" r="r" b="b"/>
                <a:pathLst>
                  <a:path w="1964" h="1922" extrusionOk="0">
                    <a:moveTo>
                      <a:pt x="977" y="0"/>
                    </a:moveTo>
                    <a:cubicBezTo>
                      <a:pt x="944" y="0"/>
                      <a:pt x="912" y="2"/>
                      <a:pt x="879" y="5"/>
                    </a:cubicBezTo>
                    <a:cubicBezTo>
                      <a:pt x="622" y="38"/>
                      <a:pt x="377" y="177"/>
                      <a:pt x="225" y="382"/>
                    </a:cubicBezTo>
                    <a:cubicBezTo>
                      <a:pt x="66" y="593"/>
                      <a:pt x="0" y="871"/>
                      <a:pt x="46" y="1129"/>
                    </a:cubicBezTo>
                    <a:cubicBezTo>
                      <a:pt x="126" y="1578"/>
                      <a:pt x="529" y="1922"/>
                      <a:pt x="992" y="1922"/>
                    </a:cubicBezTo>
                    <a:cubicBezTo>
                      <a:pt x="1249" y="1922"/>
                      <a:pt x="1507" y="1810"/>
                      <a:pt x="1686" y="1618"/>
                    </a:cubicBezTo>
                    <a:cubicBezTo>
                      <a:pt x="1871" y="1426"/>
                      <a:pt x="1963" y="1168"/>
                      <a:pt x="1944" y="904"/>
                    </a:cubicBezTo>
                    <a:cubicBezTo>
                      <a:pt x="1930" y="640"/>
                      <a:pt x="1805" y="395"/>
                      <a:pt x="1606" y="230"/>
                    </a:cubicBezTo>
                    <a:cubicBezTo>
                      <a:pt x="1433" y="80"/>
                      <a:pt x="1204" y="0"/>
                      <a:pt x="9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611" name="Google Shape;1611;p71"/>
              <p:cNvSpPr/>
              <p:nvPr/>
            </p:nvSpPr>
            <p:spPr>
              <a:xfrm>
                <a:off x="3434175" y="2520250"/>
                <a:ext cx="76525" cy="73250"/>
              </a:xfrm>
              <a:custGeom>
                <a:avLst/>
                <a:gdLst/>
                <a:ahLst/>
                <a:cxnLst/>
                <a:rect l="l" t="t" r="r" b="b"/>
                <a:pathLst>
                  <a:path w="3061" h="2930" extrusionOk="0">
                    <a:moveTo>
                      <a:pt x="1529" y="1"/>
                    </a:moveTo>
                    <a:cubicBezTo>
                      <a:pt x="1026" y="1"/>
                      <a:pt x="545" y="271"/>
                      <a:pt x="278" y="708"/>
                    </a:cubicBezTo>
                    <a:cubicBezTo>
                      <a:pt x="13" y="1151"/>
                      <a:pt x="0" y="1726"/>
                      <a:pt x="258" y="2182"/>
                    </a:cubicBezTo>
                    <a:cubicBezTo>
                      <a:pt x="509" y="2632"/>
                      <a:pt x="992" y="2916"/>
                      <a:pt x="1501" y="2929"/>
                    </a:cubicBezTo>
                    <a:lnTo>
                      <a:pt x="1534" y="2929"/>
                    </a:lnTo>
                    <a:cubicBezTo>
                      <a:pt x="2049" y="2929"/>
                      <a:pt x="2532" y="2652"/>
                      <a:pt x="2796" y="2209"/>
                    </a:cubicBezTo>
                    <a:cubicBezTo>
                      <a:pt x="3061" y="1759"/>
                      <a:pt x="3061" y="1184"/>
                      <a:pt x="2803" y="735"/>
                    </a:cubicBezTo>
                    <a:cubicBezTo>
                      <a:pt x="2545" y="292"/>
                      <a:pt x="2062" y="8"/>
                      <a:pt x="1547" y="1"/>
                    </a:cubicBezTo>
                    <a:cubicBezTo>
                      <a:pt x="1541" y="1"/>
                      <a:pt x="1535" y="1"/>
                      <a:pt x="1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612" name="Google Shape;1612;p71"/>
              <p:cNvSpPr/>
              <p:nvPr/>
            </p:nvSpPr>
            <p:spPr>
              <a:xfrm>
                <a:off x="3311700" y="2594650"/>
                <a:ext cx="230400" cy="282425"/>
              </a:xfrm>
              <a:custGeom>
                <a:avLst/>
                <a:gdLst/>
                <a:ahLst/>
                <a:cxnLst/>
                <a:rect l="l" t="t" r="r" b="b"/>
                <a:pathLst>
                  <a:path w="9216" h="11297" extrusionOk="0">
                    <a:moveTo>
                      <a:pt x="9163" y="3271"/>
                    </a:moveTo>
                    <a:cubicBezTo>
                      <a:pt x="9163" y="3285"/>
                      <a:pt x="9169" y="3324"/>
                      <a:pt x="9169" y="3364"/>
                    </a:cubicBezTo>
                    <a:cubicBezTo>
                      <a:pt x="9169" y="3305"/>
                      <a:pt x="9163" y="3278"/>
                      <a:pt x="9163" y="3271"/>
                    </a:cubicBezTo>
                    <a:close/>
                    <a:moveTo>
                      <a:pt x="9169" y="3364"/>
                    </a:moveTo>
                    <a:cubicBezTo>
                      <a:pt x="9176" y="3404"/>
                      <a:pt x="9176" y="3430"/>
                      <a:pt x="9176" y="3443"/>
                    </a:cubicBezTo>
                    <a:cubicBezTo>
                      <a:pt x="9176" y="3424"/>
                      <a:pt x="9176" y="3397"/>
                      <a:pt x="9169" y="3364"/>
                    </a:cubicBezTo>
                    <a:close/>
                    <a:moveTo>
                      <a:pt x="6410" y="0"/>
                    </a:moveTo>
                    <a:cubicBezTo>
                      <a:pt x="6170" y="0"/>
                      <a:pt x="5927" y="54"/>
                      <a:pt x="5626" y="178"/>
                    </a:cubicBezTo>
                    <a:cubicBezTo>
                      <a:pt x="5487" y="231"/>
                      <a:pt x="5362" y="297"/>
                      <a:pt x="5236" y="370"/>
                    </a:cubicBezTo>
                    <a:cubicBezTo>
                      <a:pt x="4939" y="555"/>
                      <a:pt x="4681" y="799"/>
                      <a:pt x="4469" y="1077"/>
                    </a:cubicBezTo>
                    <a:cubicBezTo>
                      <a:pt x="4040" y="1645"/>
                      <a:pt x="3808" y="2339"/>
                      <a:pt x="3716" y="3040"/>
                    </a:cubicBezTo>
                    <a:cubicBezTo>
                      <a:pt x="3643" y="3556"/>
                      <a:pt x="3643" y="4085"/>
                      <a:pt x="3683" y="4607"/>
                    </a:cubicBezTo>
                    <a:cubicBezTo>
                      <a:pt x="3683" y="4607"/>
                      <a:pt x="3683" y="4607"/>
                      <a:pt x="3683" y="4613"/>
                    </a:cubicBezTo>
                    <a:cubicBezTo>
                      <a:pt x="3703" y="4785"/>
                      <a:pt x="3716" y="4931"/>
                      <a:pt x="3736" y="5043"/>
                    </a:cubicBezTo>
                    <a:cubicBezTo>
                      <a:pt x="3736" y="5043"/>
                      <a:pt x="3729" y="5050"/>
                      <a:pt x="3722" y="5050"/>
                    </a:cubicBezTo>
                    <a:lnTo>
                      <a:pt x="3716" y="5050"/>
                    </a:lnTo>
                    <a:cubicBezTo>
                      <a:pt x="3680" y="5065"/>
                      <a:pt x="3628" y="5080"/>
                      <a:pt x="3573" y="5080"/>
                    </a:cubicBezTo>
                    <a:cubicBezTo>
                      <a:pt x="3557" y="5080"/>
                      <a:pt x="3540" y="5079"/>
                      <a:pt x="3524" y="5076"/>
                    </a:cubicBezTo>
                    <a:cubicBezTo>
                      <a:pt x="3471" y="5063"/>
                      <a:pt x="3418" y="5043"/>
                      <a:pt x="3365" y="5017"/>
                    </a:cubicBezTo>
                    <a:cubicBezTo>
                      <a:pt x="3253" y="4970"/>
                      <a:pt x="3141" y="4917"/>
                      <a:pt x="3035" y="4851"/>
                    </a:cubicBezTo>
                    <a:cubicBezTo>
                      <a:pt x="2843" y="4732"/>
                      <a:pt x="2652" y="4607"/>
                      <a:pt x="2480" y="4461"/>
                    </a:cubicBezTo>
                    <a:cubicBezTo>
                      <a:pt x="2264" y="4281"/>
                      <a:pt x="2028" y="4196"/>
                      <a:pt x="1794" y="4196"/>
                    </a:cubicBezTo>
                    <a:cubicBezTo>
                      <a:pt x="1641" y="4196"/>
                      <a:pt x="1489" y="4232"/>
                      <a:pt x="1343" y="4303"/>
                    </a:cubicBezTo>
                    <a:cubicBezTo>
                      <a:pt x="682" y="4620"/>
                      <a:pt x="279" y="5294"/>
                      <a:pt x="120" y="5982"/>
                    </a:cubicBezTo>
                    <a:cubicBezTo>
                      <a:pt x="27" y="6391"/>
                      <a:pt x="1" y="6808"/>
                      <a:pt x="8" y="7224"/>
                    </a:cubicBezTo>
                    <a:cubicBezTo>
                      <a:pt x="8" y="7370"/>
                      <a:pt x="126" y="7495"/>
                      <a:pt x="279" y="7509"/>
                    </a:cubicBezTo>
                    <a:cubicBezTo>
                      <a:pt x="283" y="7509"/>
                      <a:pt x="287" y="7509"/>
                      <a:pt x="291" y="7509"/>
                    </a:cubicBezTo>
                    <a:cubicBezTo>
                      <a:pt x="437" y="7509"/>
                      <a:pt x="563" y="7392"/>
                      <a:pt x="576" y="7244"/>
                    </a:cubicBezTo>
                    <a:cubicBezTo>
                      <a:pt x="609" y="6854"/>
                      <a:pt x="662" y="6458"/>
                      <a:pt x="801" y="6087"/>
                    </a:cubicBezTo>
                    <a:lnTo>
                      <a:pt x="807" y="6418"/>
                    </a:lnTo>
                    <a:lnTo>
                      <a:pt x="318" y="8612"/>
                    </a:lnTo>
                    <a:cubicBezTo>
                      <a:pt x="312" y="8665"/>
                      <a:pt x="325" y="8718"/>
                      <a:pt x="358" y="8758"/>
                    </a:cubicBezTo>
                    <a:cubicBezTo>
                      <a:pt x="391" y="8798"/>
                      <a:pt x="437" y="8817"/>
                      <a:pt x="490" y="8817"/>
                    </a:cubicBezTo>
                    <a:lnTo>
                      <a:pt x="887" y="8817"/>
                    </a:lnTo>
                    <a:lnTo>
                      <a:pt x="999" y="10985"/>
                    </a:lnTo>
                    <a:cubicBezTo>
                      <a:pt x="1012" y="11157"/>
                      <a:pt x="1158" y="11296"/>
                      <a:pt x="1336" y="11296"/>
                    </a:cubicBezTo>
                    <a:cubicBezTo>
                      <a:pt x="1508" y="11296"/>
                      <a:pt x="1653" y="11157"/>
                      <a:pt x="1667" y="10985"/>
                    </a:cubicBezTo>
                    <a:lnTo>
                      <a:pt x="1772" y="8817"/>
                    </a:lnTo>
                    <a:lnTo>
                      <a:pt x="1805" y="8817"/>
                    </a:lnTo>
                    <a:lnTo>
                      <a:pt x="1918" y="10985"/>
                    </a:lnTo>
                    <a:cubicBezTo>
                      <a:pt x="1924" y="11157"/>
                      <a:pt x="2076" y="11296"/>
                      <a:pt x="2248" y="11296"/>
                    </a:cubicBezTo>
                    <a:cubicBezTo>
                      <a:pt x="2420" y="11296"/>
                      <a:pt x="2572" y="11157"/>
                      <a:pt x="2579" y="10985"/>
                    </a:cubicBezTo>
                    <a:lnTo>
                      <a:pt x="2685" y="8817"/>
                    </a:lnTo>
                    <a:lnTo>
                      <a:pt x="3088" y="8817"/>
                    </a:lnTo>
                    <a:cubicBezTo>
                      <a:pt x="3141" y="8817"/>
                      <a:pt x="3187" y="8798"/>
                      <a:pt x="3220" y="8758"/>
                    </a:cubicBezTo>
                    <a:cubicBezTo>
                      <a:pt x="3253" y="8718"/>
                      <a:pt x="3266" y="8665"/>
                      <a:pt x="3260" y="8612"/>
                    </a:cubicBezTo>
                    <a:lnTo>
                      <a:pt x="2771" y="6418"/>
                    </a:lnTo>
                    <a:lnTo>
                      <a:pt x="2790" y="5539"/>
                    </a:lnTo>
                    <a:cubicBezTo>
                      <a:pt x="3024" y="5631"/>
                      <a:pt x="3275" y="5712"/>
                      <a:pt x="3533" y="5712"/>
                    </a:cubicBezTo>
                    <a:cubicBezTo>
                      <a:pt x="3552" y="5712"/>
                      <a:pt x="3571" y="5712"/>
                      <a:pt x="3590" y="5711"/>
                    </a:cubicBezTo>
                    <a:cubicBezTo>
                      <a:pt x="3722" y="5704"/>
                      <a:pt x="3861" y="5671"/>
                      <a:pt x="3974" y="5592"/>
                    </a:cubicBezTo>
                    <a:cubicBezTo>
                      <a:pt x="4026" y="5559"/>
                      <a:pt x="4073" y="5512"/>
                      <a:pt x="4112" y="5466"/>
                    </a:cubicBezTo>
                    <a:cubicBezTo>
                      <a:pt x="4112" y="5459"/>
                      <a:pt x="4119" y="5453"/>
                      <a:pt x="4126" y="5453"/>
                    </a:cubicBezTo>
                    <a:lnTo>
                      <a:pt x="4172" y="5453"/>
                    </a:lnTo>
                    <a:cubicBezTo>
                      <a:pt x="4205" y="5453"/>
                      <a:pt x="4225" y="5453"/>
                      <a:pt x="4251" y="5446"/>
                    </a:cubicBezTo>
                    <a:cubicBezTo>
                      <a:pt x="4456" y="5400"/>
                      <a:pt x="4608" y="5215"/>
                      <a:pt x="4595" y="4997"/>
                    </a:cubicBezTo>
                    <a:cubicBezTo>
                      <a:pt x="4569" y="4389"/>
                      <a:pt x="4602" y="3761"/>
                      <a:pt x="4740" y="3159"/>
                    </a:cubicBezTo>
                    <a:cubicBezTo>
                      <a:pt x="4820" y="2848"/>
                      <a:pt x="4925" y="2538"/>
                      <a:pt x="5084" y="2260"/>
                    </a:cubicBezTo>
                    <a:lnTo>
                      <a:pt x="5084" y="2260"/>
                    </a:lnTo>
                    <a:cubicBezTo>
                      <a:pt x="5058" y="2432"/>
                      <a:pt x="5038" y="2604"/>
                      <a:pt x="5018" y="2782"/>
                    </a:cubicBezTo>
                    <a:cubicBezTo>
                      <a:pt x="4972" y="3139"/>
                      <a:pt x="4932" y="3496"/>
                      <a:pt x="4886" y="3853"/>
                    </a:cubicBezTo>
                    <a:cubicBezTo>
                      <a:pt x="4853" y="4157"/>
                      <a:pt x="4813" y="4455"/>
                      <a:pt x="4780" y="4752"/>
                    </a:cubicBezTo>
                    <a:cubicBezTo>
                      <a:pt x="4773" y="4805"/>
                      <a:pt x="4767" y="4851"/>
                      <a:pt x="4760" y="4904"/>
                    </a:cubicBezTo>
                    <a:cubicBezTo>
                      <a:pt x="4721" y="5228"/>
                      <a:pt x="4780" y="5572"/>
                      <a:pt x="4932" y="5863"/>
                    </a:cubicBezTo>
                    <a:cubicBezTo>
                      <a:pt x="4959" y="5929"/>
                      <a:pt x="4998" y="5995"/>
                      <a:pt x="5038" y="6054"/>
                    </a:cubicBezTo>
                    <a:lnTo>
                      <a:pt x="5263" y="10807"/>
                    </a:lnTo>
                    <a:cubicBezTo>
                      <a:pt x="5276" y="11071"/>
                      <a:pt x="5501" y="11283"/>
                      <a:pt x="5765" y="11290"/>
                    </a:cubicBezTo>
                    <a:cubicBezTo>
                      <a:pt x="6023" y="11290"/>
                      <a:pt x="6254" y="11085"/>
                      <a:pt x="6274" y="10827"/>
                    </a:cubicBezTo>
                    <a:cubicBezTo>
                      <a:pt x="6281" y="10820"/>
                      <a:pt x="6281" y="10814"/>
                      <a:pt x="6281" y="10807"/>
                    </a:cubicBezTo>
                    <a:lnTo>
                      <a:pt x="6439" y="7211"/>
                    </a:lnTo>
                    <a:lnTo>
                      <a:pt x="6604" y="10807"/>
                    </a:lnTo>
                    <a:cubicBezTo>
                      <a:pt x="6618" y="11071"/>
                      <a:pt x="6842" y="11283"/>
                      <a:pt x="7107" y="11290"/>
                    </a:cubicBezTo>
                    <a:cubicBezTo>
                      <a:pt x="7365" y="11290"/>
                      <a:pt x="7596" y="11085"/>
                      <a:pt x="7616" y="10827"/>
                    </a:cubicBezTo>
                    <a:cubicBezTo>
                      <a:pt x="7616" y="10820"/>
                      <a:pt x="7622" y="10814"/>
                      <a:pt x="7622" y="10807"/>
                    </a:cubicBezTo>
                    <a:lnTo>
                      <a:pt x="7841" y="6034"/>
                    </a:lnTo>
                    <a:cubicBezTo>
                      <a:pt x="8052" y="5711"/>
                      <a:pt x="8158" y="5314"/>
                      <a:pt x="8105" y="4904"/>
                    </a:cubicBezTo>
                    <a:lnTo>
                      <a:pt x="7788" y="2260"/>
                    </a:lnTo>
                    <a:lnTo>
                      <a:pt x="7788" y="2260"/>
                    </a:lnTo>
                    <a:cubicBezTo>
                      <a:pt x="8125" y="2881"/>
                      <a:pt x="8231" y="3635"/>
                      <a:pt x="8257" y="4329"/>
                    </a:cubicBezTo>
                    <a:cubicBezTo>
                      <a:pt x="8264" y="4554"/>
                      <a:pt x="8264" y="4779"/>
                      <a:pt x="8257" y="4997"/>
                    </a:cubicBezTo>
                    <a:cubicBezTo>
                      <a:pt x="8244" y="5228"/>
                      <a:pt x="8422" y="5433"/>
                      <a:pt x="8647" y="5453"/>
                    </a:cubicBezTo>
                    <a:cubicBezTo>
                      <a:pt x="8659" y="5454"/>
                      <a:pt x="8671" y="5454"/>
                      <a:pt x="8683" y="5454"/>
                    </a:cubicBezTo>
                    <a:cubicBezTo>
                      <a:pt x="8900" y="5454"/>
                      <a:pt x="9092" y="5289"/>
                      <a:pt x="9123" y="5076"/>
                    </a:cubicBezTo>
                    <a:cubicBezTo>
                      <a:pt x="9196" y="4508"/>
                      <a:pt x="9215" y="3932"/>
                      <a:pt x="9169" y="3364"/>
                    </a:cubicBezTo>
                    <a:cubicBezTo>
                      <a:pt x="9116" y="2657"/>
                      <a:pt x="8938" y="1949"/>
                      <a:pt x="8568" y="1348"/>
                    </a:cubicBezTo>
                    <a:cubicBezTo>
                      <a:pt x="8224" y="793"/>
                      <a:pt x="7695" y="304"/>
                      <a:pt x="7061" y="112"/>
                    </a:cubicBezTo>
                    <a:cubicBezTo>
                      <a:pt x="6824" y="41"/>
                      <a:pt x="6618" y="0"/>
                      <a:pt x="6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1613" name="Google Shape;1613;p71"/>
          <p:cNvGrpSpPr/>
          <p:nvPr/>
        </p:nvGrpSpPr>
        <p:grpSpPr>
          <a:xfrm>
            <a:off x="4259463" y="2132091"/>
            <a:ext cx="758400" cy="657000"/>
            <a:chOff x="1753788" y="3579016"/>
            <a:chExt cx="758400" cy="657000"/>
          </a:xfrm>
        </p:grpSpPr>
        <p:sp>
          <p:nvSpPr>
            <p:cNvPr id="1614" name="Google Shape;1614;p71"/>
            <p:cNvSpPr/>
            <p:nvPr/>
          </p:nvSpPr>
          <p:spPr>
            <a:xfrm>
              <a:off x="1753788" y="3579016"/>
              <a:ext cx="758400" cy="657000"/>
            </a:xfrm>
            <a:prstGeom prst="hexagon">
              <a:avLst>
                <a:gd name="adj" fmla="val 25000"/>
                <a:gd name="vf" fmla="val 11547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71"/>
            <p:cNvSpPr/>
            <p:nvPr/>
          </p:nvSpPr>
          <p:spPr>
            <a:xfrm>
              <a:off x="1793200" y="3613638"/>
              <a:ext cx="678300" cy="587700"/>
            </a:xfrm>
            <a:prstGeom prst="hexagon">
              <a:avLst>
                <a:gd name="adj" fmla="val 25000"/>
                <a:gd name="vf" fmla="val 115470"/>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6" name="Google Shape;1616;p71"/>
            <p:cNvGrpSpPr/>
            <p:nvPr/>
          </p:nvGrpSpPr>
          <p:grpSpPr>
            <a:xfrm>
              <a:off x="2039245" y="3767811"/>
              <a:ext cx="186214" cy="279116"/>
              <a:chOff x="2582950" y="2526250"/>
              <a:chExt cx="234025" cy="350825"/>
            </a:xfrm>
          </p:grpSpPr>
          <p:sp>
            <p:nvSpPr>
              <p:cNvPr id="1617" name="Google Shape;1617;p71"/>
              <p:cNvSpPr/>
              <p:nvPr/>
            </p:nvSpPr>
            <p:spPr>
              <a:xfrm>
                <a:off x="2709025" y="2526250"/>
                <a:ext cx="78025" cy="73200"/>
              </a:xfrm>
              <a:custGeom>
                <a:avLst/>
                <a:gdLst/>
                <a:ahLst/>
                <a:cxnLst/>
                <a:rect l="l" t="t" r="r" b="b"/>
                <a:pathLst>
                  <a:path w="3121" h="2928" extrusionOk="0">
                    <a:moveTo>
                      <a:pt x="1559" y="1"/>
                    </a:moveTo>
                    <a:cubicBezTo>
                      <a:pt x="1485" y="1"/>
                      <a:pt x="1410" y="7"/>
                      <a:pt x="1336" y="19"/>
                    </a:cubicBezTo>
                    <a:cubicBezTo>
                      <a:pt x="801" y="105"/>
                      <a:pt x="351" y="488"/>
                      <a:pt x="179" y="997"/>
                    </a:cubicBezTo>
                    <a:cubicBezTo>
                      <a:pt x="1" y="1513"/>
                      <a:pt x="140" y="2108"/>
                      <a:pt x="523" y="2491"/>
                    </a:cubicBezTo>
                    <a:cubicBezTo>
                      <a:pt x="801" y="2769"/>
                      <a:pt x="1177" y="2927"/>
                      <a:pt x="1567" y="2927"/>
                    </a:cubicBezTo>
                    <a:cubicBezTo>
                      <a:pt x="2109" y="2927"/>
                      <a:pt x="2618" y="2616"/>
                      <a:pt x="2863" y="2141"/>
                    </a:cubicBezTo>
                    <a:cubicBezTo>
                      <a:pt x="3121" y="1651"/>
                      <a:pt x="3074" y="1043"/>
                      <a:pt x="2751" y="600"/>
                    </a:cubicBezTo>
                    <a:cubicBezTo>
                      <a:pt x="2472" y="225"/>
                      <a:pt x="2021" y="1"/>
                      <a:pt x="15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618" name="Google Shape;1618;p71"/>
              <p:cNvSpPr/>
              <p:nvPr/>
            </p:nvSpPr>
            <p:spPr>
              <a:xfrm>
                <a:off x="2816950" y="2707500"/>
                <a:ext cx="25" cy="850"/>
              </a:xfrm>
              <a:custGeom>
                <a:avLst/>
                <a:gdLst/>
                <a:ahLst/>
                <a:cxnLst/>
                <a:rect l="l" t="t" r="r" b="b"/>
                <a:pathLst>
                  <a:path w="1" h="34" extrusionOk="0">
                    <a:moveTo>
                      <a:pt x="0" y="33"/>
                    </a:moveTo>
                    <a:lnTo>
                      <a:pt x="0" y="33"/>
                    </a:lnTo>
                    <a:cubicBezTo>
                      <a:pt x="0" y="20"/>
                      <a:pt x="0" y="0"/>
                      <a:pt x="0" y="3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619" name="Google Shape;1619;p71"/>
              <p:cNvSpPr/>
              <p:nvPr/>
            </p:nvSpPr>
            <p:spPr>
              <a:xfrm>
                <a:off x="2582950" y="2603975"/>
                <a:ext cx="234025" cy="273100"/>
              </a:xfrm>
              <a:custGeom>
                <a:avLst/>
                <a:gdLst/>
                <a:ahLst/>
                <a:cxnLst/>
                <a:rect l="l" t="t" r="r" b="b"/>
                <a:pathLst>
                  <a:path w="9361" h="10924" extrusionOk="0">
                    <a:moveTo>
                      <a:pt x="6575" y="0"/>
                    </a:moveTo>
                    <a:cubicBezTo>
                      <a:pt x="6334" y="0"/>
                      <a:pt x="6080" y="50"/>
                      <a:pt x="5837" y="182"/>
                    </a:cubicBezTo>
                    <a:cubicBezTo>
                      <a:pt x="5559" y="334"/>
                      <a:pt x="5308" y="519"/>
                      <a:pt x="5083" y="737"/>
                    </a:cubicBezTo>
                    <a:cubicBezTo>
                      <a:pt x="5070" y="750"/>
                      <a:pt x="5057" y="763"/>
                      <a:pt x="5044" y="777"/>
                    </a:cubicBezTo>
                    <a:cubicBezTo>
                      <a:pt x="5011" y="803"/>
                      <a:pt x="4984" y="836"/>
                      <a:pt x="4951" y="869"/>
                    </a:cubicBezTo>
                    <a:cubicBezTo>
                      <a:pt x="4925" y="902"/>
                      <a:pt x="4898" y="929"/>
                      <a:pt x="4865" y="962"/>
                    </a:cubicBezTo>
                    <a:cubicBezTo>
                      <a:pt x="4839" y="995"/>
                      <a:pt x="4812" y="1028"/>
                      <a:pt x="4793" y="1054"/>
                    </a:cubicBezTo>
                    <a:cubicBezTo>
                      <a:pt x="4753" y="1101"/>
                      <a:pt x="4720" y="1147"/>
                      <a:pt x="4687" y="1193"/>
                    </a:cubicBezTo>
                    <a:cubicBezTo>
                      <a:pt x="4674" y="1206"/>
                      <a:pt x="4667" y="1220"/>
                      <a:pt x="4654" y="1233"/>
                    </a:cubicBezTo>
                    <a:cubicBezTo>
                      <a:pt x="4561" y="1365"/>
                      <a:pt x="4475" y="1504"/>
                      <a:pt x="4389" y="1649"/>
                    </a:cubicBezTo>
                    <a:cubicBezTo>
                      <a:pt x="4059" y="2244"/>
                      <a:pt x="3841" y="2951"/>
                      <a:pt x="3788" y="3692"/>
                    </a:cubicBezTo>
                    <a:cubicBezTo>
                      <a:pt x="3761" y="4002"/>
                      <a:pt x="3768" y="4326"/>
                      <a:pt x="3808" y="4650"/>
                    </a:cubicBezTo>
                    <a:cubicBezTo>
                      <a:pt x="3775" y="4657"/>
                      <a:pt x="3748" y="4663"/>
                      <a:pt x="3715" y="4677"/>
                    </a:cubicBezTo>
                    <a:cubicBezTo>
                      <a:pt x="3674" y="4692"/>
                      <a:pt x="3621" y="4707"/>
                      <a:pt x="3569" y="4707"/>
                    </a:cubicBezTo>
                    <a:cubicBezTo>
                      <a:pt x="3553" y="4707"/>
                      <a:pt x="3538" y="4706"/>
                      <a:pt x="3523" y="4703"/>
                    </a:cubicBezTo>
                    <a:cubicBezTo>
                      <a:pt x="3464" y="4690"/>
                      <a:pt x="3411" y="4670"/>
                      <a:pt x="3358" y="4644"/>
                    </a:cubicBezTo>
                    <a:cubicBezTo>
                      <a:pt x="3246" y="4597"/>
                      <a:pt x="3133" y="4544"/>
                      <a:pt x="3034" y="4478"/>
                    </a:cubicBezTo>
                    <a:cubicBezTo>
                      <a:pt x="2836" y="4359"/>
                      <a:pt x="2651" y="4234"/>
                      <a:pt x="2472" y="4088"/>
                    </a:cubicBezTo>
                    <a:cubicBezTo>
                      <a:pt x="2256" y="3908"/>
                      <a:pt x="2021" y="3823"/>
                      <a:pt x="1787" y="3823"/>
                    </a:cubicBezTo>
                    <a:cubicBezTo>
                      <a:pt x="1634" y="3823"/>
                      <a:pt x="1482" y="3859"/>
                      <a:pt x="1335" y="3930"/>
                    </a:cubicBezTo>
                    <a:cubicBezTo>
                      <a:pt x="674" y="4247"/>
                      <a:pt x="271" y="4921"/>
                      <a:pt x="113" y="5609"/>
                    </a:cubicBezTo>
                    <a:cubicBezTo>
                      <a:pt x="20" y="6018"/>
                      <a:pt x="0" y="6435"/>
                      <a:pt x="0" y="6851"/>
                    </a:cubicBezTo>
                    <a:cubicBezTo>
                      <a:pt x="0" y="6997"/>
                      <a:pt x="126" y="7122"/>
                      <a:pt x="271" y="7136"/>
                    </a:cubicBezTo>
                    <a:cubicBezTo>
                      <a:pt x="275" y="7136"/>
                      <a:pt x="279" y="7136"/>
                      <a:pt x="283" y="7136"/>
                    </a:cubicBezTo>
                    <a:cubicBezTo>
                      <a:pt x="430" y="7136"/>
                      <a:pt x="556" y="7019"/>
                      <a:pt x="569" y="6871"/>
                    </a:cubicBezTo>
                    <a:cubicBezTo>
                      <a:pt x="602" y="6481"/>
                      <a:pt x="655" y="6085"/>
                      <a:pt x="793" y="5714"/>
                    </a:cubicBezTo>
                    <a:lnTo>
                      <a:pt x="800" y="6045"/>
                    </a:lnTo>
                    <a:lnTo>
                      <a:pt x="317" y="8239"/>
                    </a:lnTo>
                    <a:cubicBezTo>
                      <a:pt x="304" y="8292"/>
                      <a:pt x="317" y="8345"/>
                      <a:pt x="350" y="8385"/>
                    </a:cubicBezTo>
                    <a:cubicBezTo>
                      <a:pt x="384" y="8425"/>
                      <a:pt x="430" y="8444"/>
                      <a:pt x="483" y="8444"/>
                    </a:cubicBezTo>
                    <a:lnTo>
                      <a:pt x="886" y="8444"/>
                    </a:lnTo>
                    <a:lnTo>
                      <a:pt x="992" y="10612"/>
                    </a:lnTo>
                    <a:cubicBezTo>
                      <a:pt x="1005" y="10784"/>
                      <a:pt x="1150" y="10923"/>
                      <a:pt x="1329" y="10923"/>
                    </a:cubicBezTo>
                    <a:cubicBezTo>
                      <a:pt x="1501" y="10923"/>
                      <a:pt x="1653" y="10784"/>
                      <a:pt x="1659" y="10612"/>
                    </a:cubicBezTo>
                    <a:lnTo>
                      <a:pt x="1765" y="8444"/>
                    </a:lnTo>
                    <a:lnTo>
                      <a:pt x="1798" y="8444"/>
                    </a:lnTo>
                    <a:lnTo>
                      <a:pt x="1910" y="10612"/>
                    </a:lnTo>
                    <a:cubicBezTo>
                      <a:pt x="1917" y="10784"/>
                      <a:pt x="2069" y="10923"/>
                      <a:pt x="2241" y="10923"/>
                    </a:cubicBezTo>
                    <a:cubicBezTo>
                      <a:pt x="2419" y="10923"/>
                      <a:pt x="2565" y="10784"/>
                      <a:pt x="2571" y="10612"/>
                    </a:cubicBezTo>
                    <a:lnTo>
                      <a:pt x="2677" y="8444"/>
                    </a:lnTo>
                    <a:lnTo>
                      <a:pt x="3080" y="8444"/>
                    </a:lnTo>
                    <a:cubicBezTo>
                      <a:pt x="3133" y="8444"/>
                      <a:pt x="3180" y="8425"/>
                      <a:pt x="3213" y="8385"/>
                    </a:cubicBezTo>
                    <a:cubicBezTo>
                      <a:pt x="3246" y="8345"/>
                      <a:pt x="3259" y="8292"/>
                      <a:pt x="3252" y="8239"/>
                    </a:cubicBezTo>
                    <a:lnTo>
                      <a:pt x="2770" y="6045"/>
                    </a:lnTo>
                    <a:lnTo>
                      <a:pt x="2783" y="5166"/>
                    </a:lnTo>
                    <a:cubicBezTo>
                      <a:pt x="3017" y="5258"/>
                      <a:pt x="3268" y="5339"/>
                      <a:pt x="3526" y="5339"/>
                    </a:cubicBezTo>
                    <a:cubicBezTo>
                      <a:pt x="3545" y="5339"/>
                      <a:pt x="3564" y="5339"/>
                      <a:pt x="3583" y="5338"/>
                    </a:cubicBezTo>
                    <a:cubicBezTo>
                      <a:pt x="3715" y="5331"/>
                      <a:pt x="3854" y="5298"/>
                      <a:pt x="3966" y="5219"/>
                    </a:cubicBezTo>
                    <a:cubicBezTo>
                      <a:pt x="4013" y="5192"/>
                      <a:pt x="4046" y="5159"/>
                      <a:pt x="4079" y="5126"/>
                    </a:cubicBezTo>
                    <a:cubicBezTo>
                      <a:pt x="4112" y="5139"/>
                      <a:pt x="4151" y="5146"/>
                      <a:pt x="4191" y="5153"/>
                    </a:cubicBezTo>
                    <a:cubicBezTo>
                      <a:pt x="4207" y="5154"/>
                      <a:pt x="4222" y="5155"/>
                      <a:pt x="4238" y="5155"/>
                    </a:cubicBezTo>
                    <a:cubicBezTo>
                      <a:pt x="4463" y="5155"/>
                      <a:pt x="4655" y="4979"/>
                      <a:pt x="4680" y="4756"/>
                    </a:cubicBezTo>
                    <a:lnTo>
                      <a:pt x="4680" y="4736"/>
                    </a:lnTo>
                    <a:cubicBezTo>
                      <a:pt x="4687" y="4644"/>
                      <a:pt x="4693" y="4544"/>
                      <a:pt x="4700" y="4445"/>
                    </a:cubicBezTo>
                    <a:cubicBezTo>
                      <a:pt x="4726" y="4260"/>
                      <a:pt x="4746" y="4075"/>
                      <a:pt x="4779" y="3890"/>
                    </a:cubicBezTo>
                    <a:cubicBezTo>
                      <a:pt x="4852" y="3526"/>
                      <a:pt x="4938" y="3163"/>
                      <a:pt x="5077" y="2819"/>
                    </a:cubicBezTo>
                    <a:cubicBezTo>
                      <a:pt x="5103" y="2760"/>
                      <a:pt x="5123" y="2700"/>
                      <a:pt x="5149" y="2641"/>
                    </a:cubicBezTo>
                    <a:lnTo>
                      <a:pt x="5149" y="3051"/>
                    </a:lnTo>
                    <a:lnTo>
                      <a:pt x="4376" y="6904"/>
                    </a:lnTo>
                    <a:cubicBezTo>
                      <a:pt x="4363" y="6984"/>
                      <a:pt x="4383" y="7063"/>
                      <a:pt x="4436" y="7122"/>
                    </a:cubicBezTo>
                    <a:cubicBezTo>
                      <a:pt x="4482" y="7188"/>
                      <a:pt x="4561" y="7221"/>
                      <a:pt x="4640" y="7221"/>
                    </a:cubicBezTo>
                    <a:lnTo>
                      <a:pt x="5249" y="7221"/>
                    </a:lnTo>
                    <a:lnTo>
                      <a:pt x="5401" y="10414"/>
                    </a:lnTo>
                    <a:cubicBezTo>
                      <a:pt x="5414" y="10679"/>
                      <a:pt x="5639" y="10897"/>
                      <a:pt x="5910" y="10897"/>
                    </a:cubicBezTo>
                    <a:cubicBezTo>
                      <a:pt x="6174" y="10897"/>
                      <a:pt x="6399" y="10679"/>
                      <a:pt x="6412" y="10414"/>
                    </a:cubicBezTo>
                    <a:lnTo>
                      <a:pt x="6577" y="7221"/>
                    </a:lnTo>
                    <a:lnTo>
                      <a:pt x="6643" y="7221"/>
                    </a:lnTo>
                    <a:lnTo>
                      <a:pt x="6795" y="10414"/>
                    </a:lnTo>
                    <a:cubicBezTo>
                      <a:pt x="6815" y="10679"/>
                      <a:pt x="7040" y="10897"/>
                      <a:pt x="7304" y="10897"/>
                    </a:cubicBezTo>
                    <a:cubicBezTo>
                      <a:pt x="7569" y="10897"/>
                      <a:pt x="7800" y="10685"/>
                      <a:pt x="7813" y="10414"/>
                    </a:cubicBezTo>
                    <a:lnTo>
                      <a:pt x="7979" y="7221"/>
                    </a:lnTo>
                    <a:lnTo>
                      <a:pt x="8580" y="7221"/>
                    </a:lnTo>
                    <a:cubicBezTo>
                      <a:pt x="8659" y="7221"/>
                      <a:pt x="8732" y="7188"/>
                      <a:pt x="8785" y="7122"/>
                    </a:cubicBezTo>
                    <a:cubicBezTo>
                      <a:pt x="8831" y="7063"/>
                      <a:pt x="8851" y="6984"/>
                      <a:pt x="8838" y="6904"/>
                    </a:cubicBezTo>
                    <a:lnTo>
                      <a:pt x="8065" y="2991"/>
                    </a:lnTo>
                    <a:lnTo>
                      <a:pt x="8065" y="2661"/>
                    </a:lnTo>
                    <a:cubicBezTo>
                      <a:pt x="8078" y="2687"/>
                      <a:pt x="8091" y="2720"/>
                      <a:pt x="8104" y="2746"/>
                    </a:cubicBezTo>
                    <a:cubicBezTo>
                      <a:pt x="8131" y="2813"/>
                      <a:pt x="8150" y="2872"/>
                      <a:pt x="8170" y="2932"/>
                    </a:cubicBezTo>
                    <a:cubicBezTo>
                      <a:pt x="8236" y="3136"/>
                      <a:pt x="8296" y="3348"/>
                      <a:pt x="8342" y="3559"/>
                    </a:cubicBezTo>
                    <a:cubicBezTo>
                      <a:pt x="8362" y="3645"/>
                      <a:pt x="8375" y="3725"/>
                      <a:pt x="8395" y="3811"/>
                    </a:cubicBezTo>
                    <a:cubicBezTo>
                      <a:pt x="8435" y="4088"/>
                      <a:pt x="8468" y="4366"/>
                      <a:pt x="8488" y="4650"/>
                    </a:cubicBezTo>
                    <a:lnTo>
                      <a:pt x="8494" y="4670"/>
                    </a:lnTo>
                    <a:cubicBezTo>
                      <a:pt x="8514" y="4891"/>
                      <a:pt x="8705" y="5067"/>
                      <a:pt x="8931" y="5067"/>
                    </a:cubicBezTo>
                    <a:cubicBezTo>
                      <a:pt x="8935" y="5067"/>
                      <a:pt x="8940" y="5067"/>
                      <a:pt x="8944" y="5067"/>
                    </a:cubicBezTo>
                    <a:cubicBezTo>
                      <a:pt x="9175" y="5053"/>
                      <a:pt x="9354" y="4862"/>
                      <a:pt x="9360" y="4637"/>
                    </a:cubicBezTo>
                    <a:cubicBezTo>
                      <a:pt x="9360" y="4486"/>
                      <a:pt x="9360" y="4341"/>
                      <a:pt x="9360" y="4197"/>
                    </a:cubicBezTo>
                    <a:cubicBezTo>
                      <a:pt x="9360" y="4197"/>
                      <a:pt x="9360" y="4192"/>
                      <a:pt x="9360" y="4187"/>
                    </a:cubicBezTo>
                    <a:cubicBezTo>
                      <a:pt x="9360" y="4181"/>
                      <a:pt x="9360" y="4181"/>
                      <a:pt x="9360" y="4174"/>
                    </a:cubicBezTo>
                    <a:cubicBezTo>
                      <a:pt x="9354" y="4016"/>
                      <a:pt x="9347" y="3857"/>
                      <a:pt x="9340" y="3698"/>
                    </a:cubicBezTo>
                    <a:cubicBezTo>
                      <a:pt x="9327" y="3599"/>
                      <a:pt x="9320" y="3500"/>
                      <a:pt x="9307" y="3401"/>
                    </a:cubicBezTo>
                    <a:cubicBezTo>
                      <a:pt x="9274" y="3150"/>
                      <a:pt x="9228" y="2892"/>
                      <a:pt x="9175" y="2641"/>
                    </a:cubicBezTo>
                    <a:cubicBezTo>
                      <a:pt x="9155" y="2568"/>
                      <a:pt x="9135" y="2489"/>
                      <a:pt x="9116" y="2409"/>
                    </a:cubicBezTo>
                    <a:cubicBezTo>
                      <a:pt x="9089" y="2337"/>
                      <a:pt x="9069" y="2257"/>
                      <a:pt x="9043" y="2185"/>
                    </a:cubicBezTo>
                    <a:cubicBezTo>
                      <a:pt x="8970" y="1993"/>
                      <a:pt x="8891" y="1847"/>
                      <a:pt x="8805" y="1662"/>
                    </a:cubicBezTo>
                    <a:cubicBezTo>
                      <a:pt x="8752" y="1557"/>
                      <a:pt x="8692" y="1451"/>
                      <a:pt x="8626" y="1345"/>
                    </a:cubicBezTo>
                    <a:cubicBezTo>
                      <a:pt x="8322" y="863"/>
                      <a:pt x="7912" y="446"/>
                      <a:pt x="7390" y="188"/>
                    </a:cubicBezTo>
                    <a:cubicBezTo>
                      <a:pt x="7184" y="87"/>
                      <a:pt x="6892" y="0"/>
                      <a:pt x="65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620" name="Google Shape;1620;p71"/>
              <p:cNvSpPr/>
              <p:nvPr/>
            </p:nvSpPr>
            <p:spPr>
              <a:xfrm>
                <a:off x="2603425" y="2650200"/>
                <a:ext cx="49125" cy="48050"/>
              </a:xfrm>
              <a:custGeom>
                <a:avLst/>
                <a:gdLst/>
                <a:ahLst/>
                <a:cxnLst/>
                <a:rect l="l" t="t" r="r" b="b"/>
                <a:pathLst>
                  <a:path w="1965" h="1922" extrusionOk="0">
                    <a:moveTo>
                      <a:pt x="978" y="0"/>
                    </a:moveTo>
                    <a:cubicBezTo>
                      <a:pt x="945" y="0"/>
                      <a:pt x="912" y="2"/>
                      <a:pt x="880" y="5"/>
                    </a:cubicBezTo>
                    <a:cubicBezTo>
                      <a:pt x="622" y="38"/>
                      <a:pt x="384" y="177"/>
                      <a:pt x="226" y="382"/>
                    </a:cubicBezTo>
                    <a:cubicBezTo>
                      <a:pt x="67" y="593"/>
                      <a:pt x="1" y="871"/>
                      <a:pt x="47" y="1129"/>
                    </a:cubicBezTo>
                    <a:cubicBezTo>
                      <a:pt x="126" y="1578"/>
                      <a:pt x="530" y="1922"/>
                      <a:pt x="992" y="1922"/>
                    </a:cubicBezTo>
                    <a:cubicBezTo>
                      <a:pt x="1250" y="1922"/>
                      <a:pt x="1508" y="1810"/>
                      <a:pt x="1686" y="1618"/>
                    </a:cubicBezTo>
                    <a:cubicBezTo>
                      <a:pt x="1871" y="1426"/>
                      <a:pt x="1964" y="1168"/>
                      <a:pt x="1951" y="904"/>
                    </a:cubicBezTo>
                    <a:cubicBezTo>
                      <a:pt x="1931" y="640"/>
                      <a:pt x="1812" y="395"/>
                      <a:pt x="1607" y="230"/>
                    </a:cubicBezTo>
                    <a:cubicBezTo>
                      <a:pt x="1434" y="80"/>
                      <a:pt x="1205" y="0"/>
                      <a:pt x="9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1621" name="Google Shape;1621;p71"/>
          <p:cNvSpPr txBox="1">
            <a:spLocks noGrp="1"/>
          </p:cNvSpPr>
          <p:nvPr>
            <p:ph type="title"/>
          </p:nvPr>
        </p:nvSpPr>
        <p:spPr>
          <a:xfrm>
            <a:off x="713100" y="657275"/>
            <a:ext cx="3400200" cy="87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THANKS!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625"/>
        <p:cNvGrpSpPr/>
        <p:nvPr/>
      </p:nvGrpSpPr>
      <p:grpSpPr>
        <a:xfrm>
          <a:off x="0" y="0"/>
          <a:ext cx="0" cy="0"/>
          <a:chOff x="0" y="0"/>
          <a:chExt cx="0" cy="0"/>
        </a:xfrm>
      </p:grpSpPr>
      <p:grpSp>
        <p:nvGrpSpPr>
          <p:cNvPr id="1626" name="Google Shape;1626;p72"/>
          <p:cNvGrpSpPr/>
          <p:nvPr/>
        </p:nvGrpSpPr>
        <p:grpSpPr>
          <a:xfrm>
            <a:off x="1520984" y="1774496"/>
            <a:ext cx="480057" cy="459569"/>
            <a:chOff x="1520984" y="1774496"/>
            <a:chExt cx="480057" cy="459569"/>
          </a:xfrm>
        </p:grpSpPr>
        <p:sp>
          <p:nvSpPr>
            <p:cNvPr id="1627" name="Google Shape;1627;p72"/>
            <p:cNvSpPr/>
            <p:nvPr/>
          </p:nvSpPr>
          <p:spPr>
            <a:xfrm>
              <a:off x="1577026" y="1881932"/>
              <a:ext cx="112704" cy="59257"/>
            </a:xfrm>
            <a:custGeom>
              <a:avLst/>
              <a:gdLst/>
              <a:ahLst/>
              <a:cxnLst/>
              <a:rect l="l" t="t" r="r" b="b"/>
              <a:pathLst>
                <a:path w="2910" h="1530" extrusionOk="0">
                  <a:moveTo>
                    <a:pt x="1451" y="1"/>
                  </a:moveTo>
                  <a:cubicBezTo>
                    <a:pt x="650" y="1"/>
                    <a:pt x="1" y="654"/>
                    <a:pt x="1" y="1450"/>
                  </a:cubicBezTo>
                  <a:lnTo>
                    <a:pt x="1" y="1530"/>
                  </a:lnTo>
                  <a:lnTo>
                    <a:pt x="1297" y="888"/>
                  </a:lnTo>
                  <a:cubicBezTo>
                    <a:pt x="1346" y="862"/>
                    <a:pt x="1401" y="849"/>
                    <a:pt x="1456" y="849"/>
                  </a:cubicBezTo>
                  <a:cubicBezTo>
                    <a:pt x="1511" y="849"/>
                    <a:pt x="1568" y="862"/>
                    <a:pt x="1620" y="888"/>
                  </a:cubicBezTo>
                  <a:lnTo>
                    <a:pt x="2909" y="1530"/>
                  </a:lnTo>
                  <a:lnTo>
                    <a:pt x="2909" y="1470"/>
                  </a:lnTo>
                  <a:cubicBezTo>
                    <a:pt x="2909" y="690"/>
                    <a:pt x="2301" y="36"/>
                    <a:pt x="1521" y="3"/>
                  </a:cubicBezTo>
                  <a:cubicBezTo>
                    <a:pt x="1498" y="2"/>
                    <a:pt x="1474" y="1"/>
                    <a:pt x="1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72"/>
            <p:cNvSpPr/>
            <p:nvPr/>
          </p:nvSpPr>
          <p:spPr>
            <a:xfrm>
              <a:off x="1577026" y="1944481"/>
              <a:ext cx="112704" cy="96864"/>
            </a:xfrm>
            <a:custGeom>
              <a:avLst/>
              <a:gdLst/>
              <a:ahLst/>
              <a:cxnLst/>
              <a:rect l="l" t="t" r="r" b="b"/>
              <a:pathLst>
                <a:path w="2910" h="2501" extrusionOk="0">
                  <a:moveTo>
                    <a:pt x="1455" y="1"/>
                  </a:moveTo>
                  <a:lnTo>
                    <a:pt x="1" y="728"/>
                  </a:lnTo>
                  <a:lnTo>
                    <a:pt x="1" y="1052"/>
                  </a:lnTo>
                  <a:cubicBezTo>
                    <a:pt x="1" y="1848"/>
                    <a:pt x="650" y="2501"/>
                    <a:pt x="1451" y="2501"/>
                  </a:cubicBezTo>
                  <a:cubicBezTo>
                    <a:pt x="1474" y="2501"/>
                    <a:pt x="1498" y="2500"/>
                    <a:pt x="1521" y="2499"/>
                  </a:cubicBezTo>
                  <a:cubicBezTo>
                    <a:pt x="2301" y="2466"/>
                    <a:pt x="2909" y="1805"/>
                    <a:pt x="2909" y="1025"/>
                  </a:cubicBezTo>
                  <a:lnTo>
                    <a:pt x="2909" y="728"/>
                  </a:lnTo>
                  <a:lnTo>
                    <a:pt x="14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72"/>
            <p:cNvSpPr/>
            <p:nvPr/>
          </p:nvSpPr>
          <p:spPr>
            <a:xfrm>
              <a:off x="1520984" y="2084761"/>
              <a:ext cx="225060" cy="149304"/>
            </a:xfrm>
            <a:custGeom>
              <a:avLst/>
              <a:gdLst/>
              <a:ahLst/>
              <a:cxnLst/>
              <a:rect l="l" t="t" r="r" b="b"/>
              <a:pathLst>
                <a:path w="5811" h="3855" extrusionOk="0">
                  <a:moveTo>
                    <a:pt x="1415" y="1"/>
                  </a:moveTo>
                  <a:lnTo>
                    <a:pt x="1124" y="120"/>
                  </a:lnTo>
                  <a:cubicBezTo>
                    <a:pt x="443" y="397"/>
                    <a:pt x="0" y="1065"/>
                    <a:pt x="0" y="1799"/>
                  </a:cubicBezTo>
                  <a:lnTo>
                    <a:pt x="0" y="3491"/>
                  </a:lnTo>
                  <a:cubicBezTo>
                    <a:pt x="0" y="3689"/>
                    <a:pt x="159" y="3855"/>
                    <a:pt x="364" y="3855"/>
                  </a:cubicBezTo>
                  <a:lnTo>
                    <a:pt x="5811" y="3855"/>
                  </a:lnTo>
                  <a:lnTo>
                    <a:pt x="5811" y="1799"/>
                  </a:lnTo>
                  <a:cubicBezTo>
                    <a:pt x="5811" y="1065"/>
                    <a:pt x="5368" y="397"/>
                    <a:pt x="4687" y="120"/>
                  </a:cubicBezTo>
                  <a:lnTo>
                    <a:pt x="4389" y="1"/>
                  </a:lnTo>
                  <a:lnTo>
                    <a:pt x="3775" y="821"/>
                  </a:lnTo>
                  <a:cubicBezTo>
                    <a:pt x="3557" y="1111"/>
                    <a:pt x="3229" y="1257"/>
                    <a:pt x="2902" y="1257"/>
                  </a:cubicBezTo>
                  <a:cubicBezTo>
                    <a:pt x="2575" y="1257"/>
                    <a:pt x="2248" y="1111"/>
                    <a:pt x="2030" y="821"/>
                  </a:cubicBezTo>
                  <a:lnTo>
                    <a:pt x="14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72"/>
            <p:cNvSpPr/>
            <p:nvPr/>
          </p:nvSpPr>
          <p:spPr>
            <a:xfrm>
              <a:off x="1603401" y="2064040"/>
              <a:ext cx="59954" cy="40938"/>
            </a:xfrm>
            <a:custGeom>
              <a:avLst/>
              <a:gdLst/>
              <a:ahLst/>
              <a:cxnLst/>
              <a:rect l="l" t="t" r="r" b="b"/>
              <a:pathLst>
                <a:path w="1548" h="1057" extrusionOk="0">
                  <a:moveTo>
                    <a:pt x="1" y="0"/>
                  </a:moveTo>
                  <a:lnTo>
                    <a:pt x="1" y="265"/>
                  </a:lnTo>
                  <a:lnTo>
                    <a:pt x="483" y="913"/>
                  </a:lnTo>
                  <a:cubicBezTo>
                    <a:pt x="556" y="1008"/>
                    <a:pt x="665" y="1056"/>
                    <a:pt x="774" y="1056"/>
                  </a:cubicBezTo>
                  <a:cubicBezTo>
                    <a:pt x="883" y="1056"/>
                    <a:pt x="992" y="1008"/>
                    <a:pt x="1065" y="913"/>
                  </a:cubicBezTo>
                  <a:lnTo>
                    <a:pt x="1548" y="265"/>
                  </a:lnTo>
                  <a:lnTo>
                    <a:pt x="1548" y="0"/>
                  </a:lnTo>
                  <a:cubicBezTo>
                    <a:pt x="1310" y="93"/>
                    <a:pt x="1045" y="139"/>
                    <a:pt x="774" y="139"/>
                  </a:cubicBezTo>
                  <a:cubicBezTo>
                    <a:pt x="503" y="139"/>
                    <a:pt x="239" y="9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72"/>
            <p:cNvSpPr/>
            <p:nvPr/>
          </p:nvSpPr>
          <p:spPr>
            <a:xfrm>
              <a:off x="1736011" y="2055094"/>
              <a:ext cx="265029" cy="177964"/>
            </a:xfrm>
            <a:custGeom>
              <a:avLst/>
              <a:gdLst/>
              <a:ahLst/>
              <a:cxnLst/>
              <a:rect l="l" t="t" r="r" b="b"/>
              <a:pathLst>
                <a:path w="6843" h="4595" extrusionOk="0">
                  <a:moveTo>
                    <a:pt x="1402" y="0"/>
                  </a:moveTo>
                  <a:lnTo>
                    <a:pt x="292" y="403"/>
                  </a:lnTo>
                  <a:cubicBezTo>
                    <a:pt x="186" y="443"/>
                    <a:pt x="93" y="489"/>
                    <a:pt x="1" y="542"/>
                  </a:cubicBezTo>
                  <a:cubicBezTo>
                    <a:pt x="609" y="1011"/>
                    <a:pt x="986" y="1745"/>
                    <a:pt x="986" y="2545"/>
                  </a:cubicBezTo>
                  <a:lnTo>
                    <a:pt x="986" y="4594"/>
                  </a:lnTo>
                  <a:lnTo>
                    <a:pt x="4787" y="4594"/>
                  </a:lnTo>
                  <a:lnTo>
                    <a:pt x="4787" y="3028"/>
                  </a:lnTo>
                  <a:cubicBezTo>
                    <a:pt x="4787" y="2842"/>
                    <a:pt x="4919" y="2677"/>
                    <a:pt x="5104" y="2657"/>
                  </a:cubicBezTo>
                  <a:cubicBezTo>
                    <a:pt x="5116" y="2656"/>
                    <a:pt x="5127" y="2656"/>
                    <a:pt x="5139" y="2656"/>
                  </a:cubicBezTo>
                  <a:cubicBezTo>
                    <a:pt x="5348" y="2656"/>
                    <a:pt x="5514" y="2821"/>
                    <a:pt x="5514" y="3021"/>
                  </a:cubicBezTo>
                  <a:lnTo>
                    <a:pt x="5514" y="4594"/>
                  </a:lnTo>
                  <a:lnTo>
                    <a:pt x="6479" y="4594"/>
                  </a:lnTo>
                  <a:cubicBezTo>
                    <a:pt x="6684" y="4594"/>
                    <a:pt x="6842" y="4429"/>
                    <a:pt x="6842" y="4231"/>
                  </a:cubicBezTo>
                  <a:lnTo>
                    <a:pt x="6842" y="2109"/>
                  </a:lnTo>
                  <a:cubicBezTo>
                    <a:pt x="6842" y="1349"/>
                    <a:pt x="6360" y="668"/>
                    <a:pt x="5646" y="403"/>
                  </a:cubicBezTo>
                  <a:lnTo>
                    <a:pt x="4535" y="0"/>
                  </a:lnTo>
                  <a:lnTo>
                    <a:pt x="3861" y="965"/>
                  </a:lnTo>
                  <a:cubicBezTo>
                    <a:pt x="3643" y="1273"/>
                    <a:pt x="3306" y="1426"/>
                    <a:pt x="2969" y="1426"/>
                  </a:cubicBezTo>
                  <a:cubicBezTo>
                    <a:pt x="2632" y="1426"/>
                    <a:pt x="2295" y="1273"/>
                    <a:pt x="2076" y="965"/>
                  </a:cubicBez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72"/>
            <p:cNvSpPr/>
            <p:nvPr/>
          </p:nvSpPr>
          <p:spPr>
            <a:xfrm>
              <a:off x="1747785" y="1774496"/>
              <a:ext cx="178235" cy="84276"/>
            </a:xfrm>
            <a:custGeom>
              <a:avLst/>
              <a:gdLst/>
              <a:ahLst/>
              <a:cxnLst/>
              <a:rect l="l" t="t" r="r" b="b"/>
              <a:pathLst>
                <a:path w="4602" h="2176" extrusionOk="0">
                  <a:moveTo>
                    <a:pt x="364" y="0"/>
                  </a:moveTo>
                  <a:cubicBezTo>
                    <a:pt x="166" y="0"/>
                    <a:pt x="1" y="159"/>
                    <a:pt x="1" y="364"/>
                  </a:cubicBezTo>
                  <a:lnTo>
                    <a:pt x="1" y="728"/>
                  </a:lnTo>
                  <a:cubicBezTo>
                    <a:pt x="1" y="1527"/>
                    <a:pt x="649" y="2175"/>
                    <a:pt x="1455" y="2175"/>
                  </a:cubicBezTo>
                  <a:lnTo>
                    <a:pt x="4602" y="2175"/>
                  </a:lnTo>
                  <a:lnTo>
                    <a:pt x="4602" y="1693"/>
                  </a:lnTo>
                  <a:cubicBezTo>
                    <a:pt x="4602" y="754"/>
                    <a:pt x="3841" y="0"/>
                    <a:pt x="2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72"/>
            <p:cNvSpPr/>
            <p:nvPr/>
          </p:nvSpPr>
          <p:spPr>
            <a:xfrm>
              <a:off x="1775942" y="1882010"/>
              <a:ext cx="150079" cy="131682"/>
            </a:xfrm>
            <a:custGeom>
              <a:avLst/>
              <a:gdLst/>
              <a:ahLst/>
              <a:cxnLst/>
              <a:rect l="l" t="t" r="r" b="b"/>
              <a:pathLst>
                <a:path w="3875" h="3400" extrusionOk="0">
                  <a:moveTo>
                    <a:pt x="1" y="1"/>
                  </a:moveTo>
                  <a:lnTo>
                    <a:pt x="1" y="1461"/>
                  </a:lnTo>
                  <a:cubicBezTo>
                    <a:pt x="1" y="2532"/>
                    <a:pt x="874" y="3399"/>
                    <a:pt x="1944" y="3399"/>
                  </a:cubicBezTo>
                  <a:cubicBezTo>
                    <a:pt x="1964" y="3399"/>
                    <a:pt x="1984" y="3399"/>
                    <a:pt x="2004" y="3398"/>
                  </a:cubicBezTo>
                  <a:cubicBezTo>
                    <a:pt x="3055" y="3359"/>
                    <a:pt x="3875" y="2486"/>
                    <a:pt x="3875" y="1435"/>
                  </a:cubicBezTo>
                  <a:lnTo>
                    <a:pt x="3875" y="126"/>
                  </a:lnTo>
                  <a:lnTo>
                    <a:pt x="728" y="126"/>
                  </a:lnTo>
                  <a:cubicBezTo>
                    <a:pt x="470" y="126"/>
                    <a:pt x="226" y="8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72"/>
            <p:cNvSpPr/>
            <p:nvPr/>
          </p:nvSpPr>
          <p:spPr>
            <a:xfrm>
              <a:off x="1818196" y="2035884"/>
              <a:ext cx="65570" cy="46631"/>
            </a:xfrm>
            <a:custGeom>
              <a:avLst/>
              <a:gdLst/>
              <a:ahLst/>
              <a:cxnLst/>
              <a:rect l="l" t="t" r="r" b="b"/>
              <a:pathLst>
                <a:path w="1693" h="1204" extrusionOk="0">
                  <a:moveTo>
                    <a:pt x="1" y="0"/>
                  </a:moveTo>
                  <a:lnTo>
                    <a:pt x="1" y="265"/>
                  </a:lnTo>
                  <a:lnTo>
                    <a:pt x="549" y="1045"/>
                  </a:lnTo>
                  <a:cubicBezTo>
                    <a:pt x="622" y="1150"/>
                    <a:pt x="734" y="1203"/>
                    <a:pt x="847" y="1203"/>
                  </a:cubicBezTo>
                  <a:cubicBezTo>
                    <a:pt x="959" y="1203"/>
                    <a:pt x="1072" y="1150"/>
                    <a:pt x="1144" y="1045"/>
                  </a:cubicBezTo>
                  <a:lnTo>
                    <a:pt x="1693" y="265"/>
                  </a:lnTo>
                  <a:lnTo>
                    <a:pt x="1693" y="0"/>
                  </a:lnTo>
                  <a:cubicBezTo>
                    <a:pt x="1428" y="93"/>
                    <a:pt x="1144" y="139"/>
                    <a:pt x="847" y="139"/>
                  </a:cubicBezTo>
                  <a:cubicBezTo>
                    <a:pt x="549" y="139"/>
                    <a:pt x="265" y="9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 name="Google Shape;1635;p72"/>
          <p:cNvGrpSpPr/>
          <p:nvPr/>
        </p:nvGrpSpPr>
        <p:grpSpPr>
          <a:xfrm>
            <a:off x="2146663" y="1764155"/>
            <a:ext cx="480058" cy="480135"/>
            <a:chOff x="2146663" y="1764155"/>
            <a:chExt cx="480058" cy="480135"/>
          </a:xfrm>
        </p:grpSpPr>
        <p:sp>
          <p:nvSpPr>
            <p:cNvPr id="1636" name="Google Shape;1636;p72"/>
            <p:cNvSpPr/>
            <p:nvPr/>
          </p:nvSpPr>
          <p:spPr>
            <a:xfrm>
              <a:off x="2146663" y="1792157"/>
              <a:ext cx="480058" cy="75059"/>
            </a:xfrm>
            <a:custGeom>
              <a:avLst/>
              <a:gdLst/>
              <a:ahLst/>
              <a:cxnLst/>
              <a:rect l="l" t="t" r="r" b="b"/>
              <a:pathLst>
                <a:path w="12395" h="1938" extrusionOk="0">
                  <a:moveTo>
                    <a:pt x="966" y="1"/>
                  </a:moveTo>
                  <a:cubicBezTo>
                    <a:pt x="430" y="1"/>
                    <a:pt x="0" y="437"/>
                    <a:pt x="0" y="972"/>
                  </a:cubicBezTo>
                  <a:lnTo>
                    <a:pt x="0" y="1937"/>
                  </a:lnTo>
                  <a:lnTo>
                    <a:pt x="12395" y="1937"/>
                  </a:lnTo>
                  <a:lnTo>
                    <a:pt x="12395" y="972"/>
                  </a:lnTo>
                  <a:cubicBezTo>
                    <a:pt x="12395" y="437"/>
                    <a:pt x="11965" y="1"/>
                    <a:pt x="11429" y="1"/>
                  </a:cubicBezTo>
                  <a:lnTo>
                    <a:pt x="10801" y="1"/>
                  </a:lnTo>
                  <a:lnTo>
                    <a:pt x="10801" y="721"/>
                  </a:lnTo>
                  <a:cubicBezTo>
                    <a:pt x="10801" y="906"/>
                    <a:pt x="10663" y="1071"/>
                    <a:pt x="10478" y="1091"/>
                  </a:cubicBezTo>
                  <a:cubicBezTo>
                    <a:pt x="10466" y="1092"/>
                    <a:pt x="10454" y="1093"/>
                    <a:pt x="10442" y="1093"/>
                  </a:cubicBezTo>
                  <a:cubicBezTo>
                    <a:pt x="10240" y="1093"/>
                    <a:pt x="10074" y="934"/>
                    <a:pt x="10074" y="728"/>
                  </a:cubicBezTo>
                  <a:lnTo>
                    <a:pt x="10074" y="1"/>
                  </a:lnTo>
                  <a:lnTo>
                    <a:pt x="9103" y="1"/>
                  </a:lnTo>
                  <a:lnTo>
                    <a:pt x="9103" y="721"/>
                  </a:lnTo>
                  <a:cubicBezTo>
                    <a:pt x="9103" y="906"/>
                    <a:pt x="8964" y="1071"/>
                    <a:pt x="8779" y="1091"/>
                  </a:cubicBezTo>
                  <a:cubicBezTo>
                    <a:pt x="8767" y="1092"/>
                    <a:pt x="8755" y="1093"/>
                    <a:pt x="8743" y="1093"/>
                  </a:cubicBezTo>
                  <a:cubicBezTo>
                    <a:pt x="8541" y="1093"/>
                    <a:pt x="8376" y="934"/>
                    <a:pt x="8376" y="728"/>
                  </a:cubicBezTo>
                  <a:lnTo>
                    <a:pt x="8376" y="1"/>
                  </a:lnTo>
                  <a:lnTo>
                    <a:pt x="7410" y="1"/>
                  </a:lnTo>
                  <a:lnTo>
                    <a:pt x="7410" y="721"/>
                  </a:lnTo>
                  <a:cubicBezTo>
                    <a:pt x="7410" y="906"/>
                    <a:pt x="7272" y="1071"/>
                    <a:pt x="7087" y="1091"/>
                  </a:cubicBezTo>
                  <a:cubicBezTo>
                    <a:pt x="7075" y="1092"/>
                    <a:pt x="7063" y="1093"/>
                    <a:pt x="7051" y="1093"/>
                  </a:cubicBezTo>
                  <a:cubicBezTo>
                    <a:pt x="6849" y="1093"/>
                    <a:pt x="6683" y="934"/>
                    <a:pt x="6683" y="728"/>
                  </a:cubicBezTo>
                  <a:lnTo>
                    <a:pt x="6683" y="1"/>
                  </a:lnTo>
                  <a:lnTo>
                    <a:pt x="5712" y="1"/>
                  </a:lnTo>
                  <a:lnTo>
                    <a:pt x="5712" y="721"/>
                  </a:lnTo>
                  <a:cubicBezTo>
                    <a:pt x="5712" y="906"/>
                    <a:pt x="5579" y="1071"/>
                    <a:pt x="5394" y="1091"/>
                  </a:cubicBezTo>
                  <a:cubicBezTo>
                    <a:pt x="5382" y="1092"/>
                    <a:pt x="5370" y="1093"/>
                    <a:pt x="5358" y="1093"/>
                  </a:cubicBezTo>
                  <a:cubicBezTo>
                    <a:pt x="5150" y="1093"/>
                    <a:pt x="4985" y="934"/>
                    <a:pt x="4985" y="728"/>
                  </a:cubicBezTo>
                  <a:lnTo>
                    <a:pt x="4985" y="1"/>
                  </a:lnTo>
                  <a:lnTo>
                    <a:pt x="4019" y="1"/>
                  </a:lnTo>
                  <a:lnTo>
                    <a:pt x="4019" y="721"/>
                  </a:lnTo>
                  <a:cubicBezTo>
                    <a:pt x="4019" y="906"/>
                    <a:pt x="3881" y="1071"/>
                    <a:pt x="3696" y="1091"/>
                  </a:cubicBezTo>
                  <a:cubicBezTo>
                    <a:pt x="3684" y="1092"/>
                    <a:pt x="3672" y="1093"/>
                    <a:pt x="3660" y="1093"/>
                  </a:cubicBezTo>
                  <a:cubicBezTo>
                    <a:pt x="3458" y="1093"/>
                    <a:pt x="3292" y="934"/>
                    <a:pt x="3292" y="728"/>
                  </a:cubicBezTo>
                  <a:lnTo>
                    <a:pt x="3292" y="1"/>
                  </a:lnTo>
                  <a:lnTo>
                    <a:pt x="2321" y="1"/>
                  </a:lnTo>
                  <a:lnTo>
                    <a:pt x="2321" y="721"/>
                  </a:lnTo>
                  <a:cubicBezTo>
                    <a:pt x="2321" y="906"/>
                    <a:pt x="2188" y="1071"/>
                    <a:pt x="2003" y="1091"/>
                  </a:cubicBezTo>
                  <a:cubicBezTo>
                    <a:pt x="1991" y="1092"/>
                    <a:pt x="1980" y="1093"/>
                    <a:pt x="1968" y="1093"/>
                  </a:cubicBezTo>
                  <a:cubicBezTo>
                    <a:pt x="1766" y="1093"/>
                    <a:pt x="1600" y="934"/>
                    <a:pt x="1600" y="728"/>
                  </a:cubicBezTo>
                  <a:lnTo>
                    <a:pt x="16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72"/>
            <p:cNvSpPr/>
            <p:nvPr/>
          </p:nvSpPr>
          <p:spPr>
            <a:xfrm>
              <a:off x="2208631" y="1764155"/>
              <a:ext cx="27924" cy="28041"/>
            </a:xfrm>
            <a:custGeom>
              <a:avLst/>
              <a:gdLst/>
              <a:ahLst/>
              <a:cxnLst/>
              <a:rect l="l" t="t" r="r" b="b"/>
              <a:pathLst>
                <a:path w="721" h="724" extrusionOk="0">
                  <a:moveTo>
                    <a:pt x="362" y="0"/>
                  </a:moveTo>
                  <a:cubicBezTo>
                    <a:pt x="347" y="0"/>
                    <a:pt x="332" y="1"/>
                    <a:pt x="317" y="3"/>
                  </a:cubicBezTo>
                  <a:cubicBezTo>
                    <a:pt x="132" y="23"/>
                    <a:pt x="0" y="188"/>
                    <a:pt x="0" y="373"/>
                  </a:cubicBezTo>
                  <a:lnTo>
                    <a:pt x="0" y="724"/>
                  </a:lnTo>
                  <a:lnTo>
                    <a:pt x="721" y="724"/>
                  </a:lnTo>
                  <a:lnTo>
                    <a:pt x="721" y="360"/>
                  </a:lnTo>
                  <a:cubicBezTo>
                    <a:pt x="721" y="163"/>
                    <a:pt x="560"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72"/>
            <p:cNvSpPr/>
            <p:nvPr/>
          </p:nvSpPr>
          <p:spPr>
            <a:xfrm>
              <a:off x="2274162" y="1764155"/>
              <a:ext cx="28195" cy="28041"/>
            </a:xfrm>
            <a:custGeom>
              <a:avLst/>
              <a:gdLst/>
              <a:ahLst/>
              <a:cxnLst/>
              <a:rect l="l" t="t" r="r" b="b"/>
              <a:pathLst>
                <a:path w="728" h="724" extrusionOk="0">
                  <a:moveTo>
                    <a:pt x="369" y="0"/>
                  </a:moveTo>
                  <a:cubicBezTo>
                    <a:pt x="354" y="0"/>
                    <a:pt x="339" y="1"/>
                    <a:pt x="324" y="3"/>
                  </a:cubicBezTo>
                  <a:cubicBezTo>
                    <a:pt x="139" y="23"/>
                    <a:pt x="0" y="188"/>
                    <a:pt x="0" y="373"/>
                  </a:cubicBezTo>
                  <a:lnTo>
                    <a:pt x="0" y="724"/>
                  </a:lnTo>
                  <a:lnTo>
                    <a:pt x="727" y="724"/>
                  </a:lnTo>
                  <a:lnTo>
                    <a:pt x="727" y="360"/>
                  </a:lnTo>
                  <a:cubicBezTo>
                    <a:pt x="727" y="163"/>
                    <a:pt x="567" y="0"/>
                    <a:pt x="3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72"/>
            <p:cNvSpPr/>
            <p:nvPr/>
          </p:nvSpPr>
          <p:spPr>
            <a:xfrm>
              <a:off x="2339693" y="1764155"/>
              <a:ext cx="28195" cy="28041"/>
            </a:xfrm>
            <a:custGeom>
              <a:avLst/>
              <a:gdLst/>
              <a:ahLst/>
              <a:cxnLst/>
              <a:rect l="l" t="t" r="r" b="b"/>
              <a:pathLst>
                <a:path w="728" h="724" extrusionOk="0">
                  <a:moveTo>
                    <a:pt x="369" y="0"/>
                  </a:moveTo>
                  <a:cubicBezTo>
                    <a:pt x="354" y="0"/>
                    <a:pt x="339" y="1"/>
                    <a:pt x="324" y="3"/>
                  </a:cubicBezTo>
                  <a:cubicBezTo>
                    <a:pt x="139" y="23"/>
                    <a:pt x="1" y="188"/>
                    <a:pt x="1" y="373"/>
                  </a:cubicBezTo>
                  <a:lnTo>
                    <a:pt x="1" y="724"/>
                  </a:lnTo>
                  <a:lnTo>
                    <a:pt x="728" y="724"/>
                  </a:lnTo>
                  <a:lnTo>
                    <a:pt x="728" y="360"/>
                  </a:lnTo>
                  <a:cubicBezTo>
                    <a:pt x="728" y="163"/>
                    <a:pt x="567" y="0"/>
                    <a:pt x="3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72"/>
            <p:cNvSpPr/>
            <p:nvPr/>
          </p:nvSpPr>
          <p:spPr>
            <a:xfrm>
              <a:off x="2536827" y="1764155"/>
              <a:ext cx="28195" cy="28041"/>
            </a:xfrm>
            <a:custGeom>
              <a:avLst/>
              <a:gdLst/>
              <a:ahLst/>
              <a:cxnLst/>
              <a:rect l="l" t="t" r="r" b="b"/>
              <a:pathLst>
                <a:path w="728" h="724" extrusionOk="0">
                  <a:moveTo>
                    <a:pt x="363" y="0"/>
                  </a:moveTo>
                  <a:cubicBezTo>
                    <a:pt x="348" y="0"/>
                    <a:pt x="333" y="1"/>
                    <a:pt x="318" y="3"/>
                  </a:cubicBezTo>
                  <a:cubicBezTo>
                    <a:pt x="133" y="23"/>
                    <a:pt x="0" y="188"/>
                    <a:pt x="0" y="373"/>
                  </a:cubicBezTo>
                  <a:lnTo>
                    <a:pt x="0" y="724"/>
                  </a:lnTo>
                  <a:lnTo>
                    <a:pt x="727" y="724"/>
                  </a:lnTo>
                  <a:lnTo>
                    <a:pt x="727" y="360"/>
                  </a:lnTo>
                  <a:cubicBezTo>
                    <a:pt x="727" y="163"/>
                    <a:pt x="567"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72"/>
            <p:cNvSpPr/>
            <p:nvPr/>
          </p:nvSpPr>
          <p:spPr>
            <a:xfrm>
              <a:off x="2471025" y="1764155"/>
              <a:ext cx="28195" cy="28041"/>
            </a:xfrm>
            <a:custGeom>
              <a:avLst/>
              <a:gdLst/>
              <a:ahLst/>
              <a:cxnLst/>
              <a:rect l="l" t="t" r="r" b="b"/>
              <a:pathLst>
                <a:path w="728" h="724" extrusionOk="0">
                  <a:moveTo>
                    <a:pt x="369" y="0"/>
                  </a:moveTo>
                  <a:cubicBezTo>
                    <a:pt x="354" y="0"/>
                    <a:pt x="339" y="1"/>
                    <a:pt x="324" y="3"/>
                  </a:cubicBezTo>
                  <a:cubicBezTo>
                    <a:pt x="139" y="23"/>
                    <a:pt x="1" y="188"/>
                    <a:pt x="1" y="373"/>
                  </a:cubicBezTo>
                  <a:lnTo>
                    <a:pt x="1" y="724"/>
                  </a:lnTo>
                  <a:lnTo>
                    <a:pt x="728" y="724"/>
                  </a:lnTo>
                  <a:lnTo>
                    <a:pt x="728" y="360"/>
                  </a:lnTo>
                  <a:cubicBezTo>
                    <a:pt x="728" y="163"/>
                    <a:pt x="567" y="0"/>
                    <a:pt x="3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72"/>
            <p:cNvSpPr/>
            <p:nvPr/>
          </p:nvSpPr>
          <p:spPr>
            <a:xfrm>
              <a:off x="2405495" y="1764155"/>
              <a:ext cx="28195" cy="28041"/>
            </a:xfrm>
            <a:custGeom>
              <a:avLst/>
              <a:gdLst/>
              <a:ahLst/>
              <a:cxnLst/>
              <a:rect l="l" t="t" r="r" b="b"/>
              <a:pathLst>
                <a:path w="728" h="724" extrusionOk="0">
                  <a:moveTo>
                    <a:pt x="369" y="0"/>
                  </a:moveTo>
                  <a:cubicBezTo>
                    <a:pt x="354" y="0"/>
                    <a:pt x="339" y="1"/>
                    <a:pt x="324" y="3"/>
                  </a:cubicBezTo>
                  <a:cubicBezTo>
                    <a:pt x="133" y="23"/>
                    <a:pt x="0" y="188"/>
                    <a:pt x="0" y="373"/>
                  </a:cubicBezTo>
                  <a:lnTo>
                    <a:pt x="0" y="724"/>
                  </a:lnTo>
                  <a:lnTo>
                    <a:pt x="727" y="724"/>
                  </a:lnTo>
                  <a:lnTo>
                    <a:pt x="727" y="360"/>
                  </a:lnTo>
                  <a:cubicBezTo>
                    <a:pt x="727" y="163"/>
                    <a:pt x="567" y="0"/>
                    <a:pt x="3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72"/>
            <p:cNvSpPr/>
            <p:nvPr/>
          </p:nvSpPr>
          <p:spPr>
            <a:xfrm>
              <a:off x="2341745" y="1961910"/>
              <a:ext cx="28970" cy="71379"/>
            </a:xfrm>
            <a:custGeom>
              <a:avLst/>
              <a:gdLst/>
              <a:ahLst/>
              <a:cxnLst/>
              <a:rect l="l" t="t" r="r" b="b"/>
              <a:pathLst>
                <a:path w="748" h="1843" extrusionOk="0">
                  <a:moveTo>
                    <a:pt x="371" y="0"/>
                  </a:moveTo>
                  <a:cubicBezTo>
                    <a:pt x="166" y="0"/>
                    <a:pt x="0" y="172"/>
                    <a:pt x="0" y="377"/>
                  </a:cubicBezTo>
                  <a:lnTo>
                    <a:pt x="0" y="1461"/>
                  </a:lnTo>
                  <a:cubicBezTo>
                    <a:pt x="0" y="1633"/>
                    <a:pt x="113" y="1791"/>
                    <a:pt x="278" y="1831"/>
                  </a:cubicBezTo>
                  <a:cubicBezTo>
                    <a:pt x="310" y="1839"/>
                    <a:pt x="342" y="1842"/>
                    <a:pt x="373" y="1842"/>
                  </a:cubicBezTo>
                  <a:cubicBezTo>
                    <a:pt x="582" y="1842"/>
                    <a:pt x="747" y="1675"/>
                    <a:pt x="747" y="1467"/>
                  </a:cubicBezTo>
                  <a:lnTo>
                    <a:pt x="747" y="377"/>
                  </a:lnTo>
                  <a:cubicBezTo>
                    <a:pt x="747" y="172"/>
                    <a:pt x="582"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72"/>
            <p:cNvSpPr/>
            <p:nvPr/>
          </p:nvSpPr>
          <p:spPr>
            <a:xfrm>
              <a:off x="2146663" y="1895333"/>
              <a:ext cx="480058" cy="348957"/>
            </a:xfrm>
            <a:custGeom>
              <a:avLst/>
              <a:gdLst/>
              <a:ahLst/>
              <a:cxnLst/>
              <a:rect l="l" t="t" r="r" b="b"/>
              <a:pathLst>
                <a:path w="12395" h="9010" extrusionOk="0">
                  <a:moveTo>
                    <a:pt x="7715" y="1210"/>
                  </a:moveTo>
                  <a:cubicBezTo>
                    <a:pt x="7840" y="1210"/>
                    <a:pt x="7939" y="1316"/>
                    <a:pt x="7939" y="1441"/>
                  </a:cubicBezTo>
                  <a:lnTo>
                    <a:pt x="7939" y="3887"/>
                  </a:lnTo>
                  <a:cubicBezTo>
                    <a:pt x="7939" y="3960"/>
                    <a:pt x="7906" y="4033"/>
                    <a:pt x="7840" y="4079"/>
                  </a:cubicBezTo>
                  <a:cubicBezTo>
                    <a:pt x="7772" y="4125"/>
                    <a:pt x="7704" y="4144"/>
                    <a:pt x="7640" y="4144"/>
                  </a:cubicBezTo>
                  <a:cubicBezTo>
                    <a:pt x="7473" y="4144"/>
                    <a:pt x="7338" y="4008"/>
                    <a:pt x="7338" y="3841"/>
                  </a:cubicBezTo>
                  <a:lnTo>
                    <a:pt x="7338" y="1818"/>
                  </a:lnTo>
                  <a:lnTo>
                    <a:pt x="7100" y="1818"/>
                  </a:lnTo>
                  <a:cubicBezTo>
                    <a:pt x="7020" y="1818"/>
                    <a:pt x="6948" y="1785"/>
                    <a:pt x="6908" y="1719"/>
                  </a:cubicBezTo>
                  <a:cubicBezTo>
                    <a:pt x="6736" y="1474"/>
                    <a:pt x="6908" y="1210"/>
                    <a:pt x="7139" y="1210"/>
                  </a:cubicBezTo>
                  <a:close/>
                  <a:moveTo>
                    <a:pt x="5412" y="1119"/>
                  </a:moveTo>
                  <a:cubicBezTo>
                    <a:pt x="5951" y="1119"/>
                    <a:pt x="6392" y="1563"/>
                    <a:pt x="6392" y="2102"/>
                  </a:cubicBezTo>
                  <a:lnTo>
                    <a:pt x="6392" y="3180"/>
                  </a:lnTo>
                  <a:cubicBezTo>
                    <a:pt x="6392" y="3722"/>
                    <a:pt x="5947" y="4161"/>
                    <a:pt x="5405" y="4161"/>
                  </a:cubicBezTo>
                  <a:cubicBezTo>
                    <a:pt x="5345" y="4161"/>
                    <a:pt x="5284" y="4156"/>
                    <a:pt x="5223" y="4145"/>
                  </a:cubicBezTo>
                  <a:cubicBezTo>
                    <a:pt x="4760" y="4059"/>
                    <a:pt x="4429" y="3643"/>
                    <a:pt x="4429" y="3173"/>
                  </a:cubicBezTo>
                  <a:lnTo>
                    <a:pt x="4429" y="2109"/>
                  </a:lnTo>
                  <a:cubicBezTo>
                    <a:pt x="4429" y="1640"/>
                    <a:pt x="4760" y="1223"/>
                    <a:pt x="5223" y="1137"/>
                  </a:cubicBezTo>
                  <a:cubicBezTo>
                    <a:pt x="5287" y="1125"/>
                    <a:pt x="5350" y="1119"/>
                    <a:pt x="5412" y="1119"/>
                  </a:cubicBezTo>
                  <a:close/>
                  <a:moveTo>
                    <a:pt x="4657" y="7265"/>
                  </a:moveTo>
                  <a:cubicBezTo>
                    <a:pt x="4656" y="7265"/>
                    <a:pt x="4655" y="7265"/>
                    <a:pt x="4654" y="7265"/>
                  </a:cubicBezTo>
                  <a:lnTo>
                    <a:pt x="4661" y="7265"/>
                  </a:lnTo>
                  <a:cubicBezTo>
                    <a:pt x="4660" y="7265"/>
                    <a:pt x="4659" y="7265"/>
                    <a:pt x="4657" y="7265"/>
                  </a:cubicBezTo>
                  <a:close/>
                  <a:moveTo>
                    <a:pt x="5504" y="4842"/>
                  </a:moveTo>
                  <a:cubicBezTo>
                    <a:pt x="5671" y="4842"/>
                    <a:pt x="5811" y="4979"/>
                    <a:pt x="5811" y="5150"/>
                  </a:cubicBezTo>
                  <a:lnTo>
                    <a:pt x="5811" y="6809"/>
                  </a:lnTo>
                  <a:cubicBezTo>
                    <a:pt x="5811" y="7093"/>
                    <a:pt x="5705" y="7490"/>
                    <a:pt x="5189" y="7747"/>
                  </a:cubicBezTo>
                  <a:cubicBezTo>
                    <a:pt x="5025" y="7826"/>
                    <a:pt x="4848" y="7872"/>
                    <a:pt x="4657" y="7873"/>
                  </a:cubicBezTo>
                  <a:lnTo>
                    <a:pt x="4657" y="7873"/>
                  </a:lnTo>
                  <a:cubicBezTo>
                    <a:pt x="4440" y="7872"/>
                    <a:pt x="4237" y="7813"/>
                    <a:pt x="4053" y="7695"/>
                  </a:cubicBezTo>
                  <a:cubicBezTo>
                    <a:pt x="3709" y="7476"/>
                    <a:pt x="3537" y="7179"/>
                    <a:pt x="3537" y="6815"/>
                  </a:cubicBezTo>
                  <a:lnTo>
                    <a:pt x="3537" y="5156"/>
                  </a:lnTo>
                  <a:cubicBezTo>
                    <a:pt x="3537" y="5004"/>
                    <a:pt x="3643" y="4872"/>
                    <a:pt x="3788" y="4846"/>
                  </a:cubicBezTo>
                  <a:cubicBezTo>
                    <a:pt x="3803" y="4843"/>
                    <a:pt x="3817" y="4842"/>
                    <a:pt x="3832" y="4842"/>
                  </a:cubicBezTo>
                  <a:cubicBezTo>
                    <a:pt x="3998" y="4842"/>
                    <a:pt x="4138" y="4979"/>
                    <a:pt x="4138" y="5150"/>
                  </a:cubicBezTo>
                  <a:lnTo>
                    <a:pt x="4138" y="6815"/>
                  </a:lnTo>
                  <a:cubicBezTo>
                    <a:pt x="4138" y="6948"/>
                    <a:pt x="4178" y="7060"/>
                    <a:pt x="4383" y="7186"/>
                  </a:cubicBezTo>
                  <a:cubicBezTo>
                    <a:pt x="4462" y="7238"/>
                    <a:pt x="4553" y="7264"/>
                    <a:pt x="4657" y="7265"/>
                  </a:cubicBezTo>
                  <a:lnTo>
                    <a:pt x="4657" y="7265"/>
                  </a:lnTo>
                  <a:cubicBezTo>
                    <a:pt x="4755" y="7264"/>
                    <a:pt x="4840" y="7245"/>
                    <a:pt x="4918" y="7205"/>
                  </a:cubicBezTo>
                  <a:cubicBezTo>
                    <a:pt x="5170" y="7080"/>
                    <a:pt x="5203" y="6928"/>
                    <a:pt x="5203" y="6809"/>
                  </a:cubicBezTo>
                  <a:lnTo>
                    <a:pt x="5203" y="5156"/>
                  </a:lnTo>
                  <a:cubicBezTo>
                    <a:pt x="5203" y="5004"/>
                    <a:pt x="5308" y="4872"/>
                    <a:pt x="5460" y="4846"/>
                  </a:cubicBezTo>
                  <a:cubicBezTo>
                    <a:pt x="5475" y="4843"/>
                    <a:pt x="5490" y="4842"/>
                    <a:pt x="5504" y="4842"/>
                  </a:cubicBezTo>
                  <a:close/>
                  <a:moveTo>
                    <a:pt x="10537" y="4846"/>
                  </a:moveTo>
                  <a:cubicBezTo>
                    <a:pt x="10689" y="4846"/>
                    <a:pt x="10821" y="4951"/>
                    <a:pt x="10848" y="5097"/>
                  </a:cubicBezTo>
                  <a:cubicBezTo>
                    <a:pt x="10874" y="5288"/>
                    <a:pt x="10729" y="5447"/>
                    <a:pt x="10550" y="5447"/>
                  </a:cubicBezTo>
                  <a:lnTo>
                    <a:pt x="9830" y="5447"/>
                  </a:lnTo>
                  <a:lnTo>
                    <a:pt x="9830" y="6055"/>
                  </a:lnTo>
                  <a:lnTo>
                    <a:pt x="10464" y="6055"/>
                  </a:lnTo>
                  <a:cubicBezTo>
                    <a:pt x="10616" y="6055"/>
                    <a:pt x="10749" y="6161"/>
                    <a:pt x="10768" y="6306"/>
                  </a:cubicBezTo>
                  <a:cubicBezTo>
                    <a:pt x="10801" y="6498"/>
                    <a:pt x="10656" y="6663"/>
                    <a:pt x="10471" y="6663"/>
                  </a:cubicBezTo>
                  <a:lnTo>
                    <a:pt x="9830" y="6663"/>
                  </a:lnTo>
                  <a:lnTo>
                    <a:pt x="9830" y="7265"/>
                  </a:lnTo>
                  <a:lnTo>
                    <a:pt x="10537" y="7265"/>
                  </a:lnTo>
                  <a:cubicBezTo>
                    <a:pt x="10689" y="7265"/>
                    <a:pt x="10821" y="7371"/>
                    <a:pt x="10848" y="7516"/>
                  </a:cubicBezTo>
                  <a:cubicBezTo>
                    <a:pt x="10874" y="7708"/>
                    <a:pt x="10729" y="7873"/>
                    <a:pt x="10550" y="7873"/>
                  </a:cubicBezTo>
                  <a:lnTo>
                    <a:pt x="9526" y="7873"/>
                  </a:lnTo>
                  <a:cubicBezTo>
                    <a:pt x="9360" y="7873"/>
                    <a:pt x="9222" y="7734"/>
                    <a:pt x="9222" y="7569"/>
                  </a:cubicBezTo>
                  <a:lnTo>
                    <a:pt x="9222" y="5150"/>
                  </a:lnTo>
                  <a:cubicBezTo>
                    <a:pt x="9222" y="4978"/>
                    <a:pt x="9360" y="4846"/>
                    <a:pt x="9526" y="4846"/>
                  </a:cubicBezTo>
                  <a:close/>
                  <a:moveTo>
                    <a:pt x="8349" y="4859"/>
                  </a:moveTo>
                  <a:cubicBezTo>
                    <a:pt x="8508" y="4859"/>
                    <a:pt x="8640" y="4991"/>
                    <a:pt x="8647" y="5156"/>
                  </a:cubicBezTo>
                  <a:lnTo>
                    <a:pt x="8666" y="7496"/>
                  </a:lnTo>
                  <a:cubicBezTo>
                    <a:pt x="8666" y="7661"/>
                    <a:pt x="8574" y="7794"/>
                    <a:pt x="8435" y="7840"/>
                  </a:cubicBezTo>
                  <a:cubicBezTo>
                    <a:pt x="8402" y="7851"/>
                    <a:pt x="8369" y="7856"/>
                    <a:pt x="8336" y="7856"/>
                  </a:cubicBezTo>
                  <a:cubicBezTo>
                    <a:pt x="8226" y="7856"/>
                    <a:pt x="8123" y="7798"/>
                    <a:pt x="8052" y="7701"/>
                  </a:cubicBezTo>
                  <a:lnTo>
                    <a:pt x="6974" y="6135"/>
                  </a:lnTo>
                  <a:lnTo>
                    <a:pt x="6974" y="7569"/>
                  </a:lnTo>
                  <a:cubicBezTo>
                    <a:pt x="6974" y="7721"/>
                    <a:pt x="6868" y="7853"/>
                    <a:pt x="6723" y="7880"/>
                  </a:cubicBezTo>
                  <a:cubicBezTo>
                    <a:pt x="6708" y="7882"/>
                    <a:pt x="6693" y="7883"/>
                    <a:pt x="6678" y="7883"/>
                  </a:cubicBezTo>
                  <a:cubicBezTo>
                    <a:pt x="6506" y="7883"/>
                    <a:pt x="6366" y="7746"/>
                    <a:pt x="6366" y="7582"/>
                  </a:cubicBezTo>
                  <a:lnTo>
                    <a:pt x="6366" y="5169"/>
                  </a:lnTo>
                  <a:cubicBezTo>
                    <a:pt x="6366" y="5064"/>
                    <a:pt x="6419" y="4958"/>
                    <a:pt x="6511" y="4905"/>
                  </a:cubicBezTo>
                  <a:cubicBezTo>
                    <a:pt x="6564" y="4874"/>
                    <a:pt x="6619" y="4860"/>
                    <a:pt x="6673" y="4860"/>
                  </a:cubicBezTo>
                  <a:cubicBezTo>
                    <a:pt x="6770" y="4860"/>
                    <a:pt x="6862" y="4906"/>
                    <a:pt x="6921" y="4991"/>
                  </a:cubicBezTo>
                  <a:lnTo>
                    <a:pt x="8065" y="6644"/>
                  </a:lnTo>
                  <a:lnTo>
                    <a:pt x="8052" y="5156"/>
                  </a:lnTo>
                  <a:cubicBezTo>
                    <a:pt x="8045" y="4998"/>
                    <a:pt x="8177" y="4859"/>
                    <a:pt x="8342" y="4859"/>
                  </a:cubicBezTo>
                  <a:close/>
                  <a:moveTo>
                    <a:pt x="2695" y="4856"/>
                  </a:moveTo>
                  <a:cubicBezTo>
                    <a:pt x="2861" y="4856"/>
                    <a:pt x="3001" y="4992"/>
                    <a:pt x="3001" y="5156"/>
                  </a:cubicBezTo>
                  <a:lnTo>
                    <a:pt x="3001" y="7093"/>
                  </a:lnTo>
                  <a:cubicBezTo>
                    <a:pt x="3001" y="7384"/>
                    <a:pt x="2849" y="7648"/>
                    <a:pt x="2598" y="7787"/>
                  </a:cubicBezTo>
                  <a:cubicBezTo>
                    <a:pt x="2473" y="7860"/>
                    <a:pt x="2354" y="7886"/>
                    <a:pt x="2241" y="7886"/>
                  </a:cubicBezTo>
                  <a:cubicBezTo>
                    <a:pt x="1977" y="7886"/>
                    <a:pt x="1752" y="7741"/>
                    <a:pt x="1633" y="7622"/>
                  </a:cubicBezTo>
                  <a:cubicBezTo>
                    <a:pt x="1567" y="7556"/>
                    <a:pt x="1534" y="7470"/>
                    <a:pt x="1547" y="7371"/>
                  </a:cubicBezTo>
                  <a:cubicBezTo>
                    <a:pt x="1560" y="7232"/>
                    <a:pt x="1673" y="7126"/>
                    <a:pt x="1805" y="7106"/>
                  </a:cubicBezTo>
                  <a:cubicBezTo>
                    <a:pt x="1818" y="7105"/>
                    <a:pt x="1831" y="7104"/>
                    <a:pt x="1843" y="7104"/>
                  </a:cubicBezTo>
                  <a:cubicBezTo>
                    <a:pt x="1928" y="7104"/>
                    <a:pt x="2005" y="7140"/>
                    <a:pt x="2063" y="7192"/>
                  </a:cubicBezTo>
                  <a:lnTo>
                    <a:pt x="2056" y="7192"/>
                  </a:lnTo>
                  <a:cubicBezTo>
                    <a:pt x="2062" y="7197"/>
                    <a:pt x="2147" y="7275"/>
                    <a:pt x="2236" y="7275"/>
                  </a:cubicBezTo>
                  <a:cubicBezTo>
                    <a:pt x="2258" y="7275"/>
                    <a:pt x="2280" y="7270"/>
                    <a:pt x="2301" y="7258"/>
                  </a:cubicBezTo>
                  <a:cubicBezTo>
                    <a:pt x="2360" y="7225"/>
                    <a:pt x="2393" y="7166"/>
                    <a:pt x="2393" y="7093"/>
                  </a:cubicBezTo>
                  <a:lnTo>
                    <a:pt x="2393" y="5169"/>
                  </a:lnTo>
                  <a:cubicBezTo>
                    <a:pt x="2393" y="5017"/>
                    <a:pt x="2499" y="4885"/>
                    <a:pt x="2651" y="4859"/>
                  </a:cubicBezTo>
                  <a:cubicBezTo>
                    <a:pt x="2666" y="4857"/>
                    <a:pt x="2680" y="4856"/>
                    <a:pt x="2695" y="4856"/>
                  </a:cubicBezTo>
                  <a:close/>
                  <a:moveTo>
                    <a:pt x="0" y="0"/>
                  </a:moveTo>
                  <a:lnTo>
                    <a:pt x="0" y="7919"/>
                  </a:lnTo>
                  <a:cubicBezTo>
                    <a:pt x="0" y="8521"/>
                    <a:pt x="490" y="9010"/>
                    <a:pt x="1091" y="9010"/>
                  </a:cubicBezTo>
                  <a:lnTo>
                    <a:pt x="11310" y="9010"/>
                  </a:lnTo>
                  <a:cubicBezTo>
                    <a:pt x="11912" y="9010"/>
                    <a:pt x="12395" y="8521"/>
                    <a:pt x="12395" y="7919"/>
                  </a:cubicBezTo>
                  <a:lnTo>
                    <a:pt x="12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 name="Google Shape;1645;p72"/>
          <p:cNvGrpSpPr/>
          <p:nvPr/>
        </p:nvGrpSpPr>
        <p:grpSpPr>
          <a:xfrm>
            <a:off x="2810763" y="1764271"/>
            <a:ext cx="403256" cy="480020"/>
            <a:chOff x="2810763" y="1764271"/>
            <a:chExt cx="403256" cy="480020"/>
          </a:xfrm>
        </p:grpSpPr>
        <p:sp>
          <p:nvSpPr>
            <p:cNvPr id="1646" name="Google Shape;1646;p72"/>
            <p:cNvSpPr/>
            <p:nvPr/>
          </p:nvSpPr>
          <p:spPr>
            <a:xfrm>
              <a:off x="3026565" y="1764271"/>
              <a:ext cx="187453" cy="480020"/>
            </a:xfrm>
            <a:custGeom>
              <a:avLst/>
              <a:gdLst/>
              <a:ahLst/>
              <a:cxnLst/>
              <a:rect l="l" t="t" r="r" b="b"/>
              <a:pathLst>
                <a:path w="4840" h="12394" extrusionOk="0">
                  <a:moveTo>
                    <a:pt x="629" y="0"/>
                  </a:moveTo>
                  <a:cubicBezTo>
                    <a:pt x="278" y="0"/>
                    <a:pt x="1" y="278"/>
                    <a:pt x="1" y="621"/>
                  </a:cubicBezTo>
                  <a:cubicBezTo>
                    <a:pt x="1" y="694"/>
                    <a:pt x="14" y="767"/>
                    <a:pt x="34" y="833"/>
                  </a:cubicBezTo>
                  <a:lnTo>
                    <a:pt x="1111" y="3920"/>
                  </a:lnTo>
                  <a:cubicBezTo>
                    <a:pt x="1726" y="4092"/>
                    <a:pt x="2175" y="4654"/>
                    <a:pt x="2175" y="5321"/>
                  </a:cubicBezTo>
                  <a:lnTo>
                    <a:pt x="2175" y="7383"/>
                  </a:lnTo>
                  <a:cubicBezTo>
                    <a:pt x="2175" y="7581"/>
                    <a:pt x="2015" y="7743"/>
                    <a:pt x="1816" y="7743"/>
                  </a:cubicBezTo>
                  <a:cubicBezTo>
                    <a:pt x="1802" y="7743"/>
                    <a:pt x="1787" y="7742"/>
                    <a:pt x="1772" y="7740"/>
                  </a:cubicBezTo>
                  <a:cubicBezTo>
                    <a:pt x="1587" y="7721"/>
                    <a:pt x="1448" y="7555"/>
                    <a:pt x="1448" y="7370"/>
                  </a:cubicBezTo>
                  <a:lnTo>
                    <a:pt x="1448" y="5334"/>
                  </a:lnTo>
                  <a:cubicBezTo>
                    <a:pt x="1448" y="4951"/>
                    <a:pt x="1164" y="4627"/>
                    <a:pt x="781" y="4601"/>
                  </a:cubicBezTo>
                  <a:cubicBezTo>
                    <a:pt x="761" y="4599"/>
                    <a:pt x="742" y="4598"/>
                    <a:pt x="722" y="4598"/>
                  </a:cubicBezTo>
                  <a:cubicBezTo>
                    <a:pt x="320" y="4598"/>
                    <a:pt x="1" y="4924"/>
                    <a:pt x="1" y="5321"/>
                  </a:cubicBezTo>
                  <a:lnTo>
                    <a:pt x="1" y="9089"/>
                  </a:lnTo>
                  <a:cubicBezTo>
                    <a:pt x="1" y="9836"/>
                    <a:pt x="291" y="10530"/>
                    <a:pt x="814" y="11059"/>
                  </a:cubicBezTo>
                  <a:lnTo>
                    <a:pt x="2043" y="12288"/>
                  </a:lnTo>
                  <a:cubicBezTo>
                    <a:pt x="2109" y="12354"/>
                    <a:pt x="2202" y="12394"/>
                    <a:pt x="2301" y="12394"/>
                  </a:cubicBezTo>
                  <a:lnTo>
                    <a:pt x="4476" y="12394"/>
                  </a:lnTo>
                  <a:cubicBezTo>
                    <a:pt x="4681" y="12394"/>
                    <a:pt x="4839" y="12229"/>
                    <a:pt x="4839" y="12030"/>
                  </a:cubicBezTo>
                  <a:lnTo>
                    <a:pt x="4839" y="9849"/>
                  </a:lnTo>
                  <a:cubicBezTo>
                    <a:pt x="4839" y="9730"/>
                    <a:pt x="4780" y="9618"/>
                    <a:pt x="4681" y="9545"/>
                  </a:cubicBezTo>
                  <a:lnTo>
                    <a:pt x="3392" y="8686"/>
                  </a:lnTo>
                  <a:lnTo>
                    <a:pt x="3392" y="5116"/>
                  </a:lnTo>
                  <a:cubicBezTo>
                    <a:pt x="3392" y="4488"/>
                    <a:pt x="3233" y="3867"/>
                    <a:pt x="2929" y="3318"/>
                  </a:cubicBezTo>
                  <a:lnTo>
                    <a:pt x="1349" y="423"/>
                  </a:lnTo>
                  <a:cubicBezTo>
                    <a:pt x="1204" y="159"/>
                    <a:pt x="926" y="0"/>
                    <a:pt x="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72"/>
            <p:cNvSpPr/>
            <p:nvPr/>
          </p:nvSpPr>
          <p:spPr>
            <a:xfrm>
              <a:off x="2810763" y="1764271"/>
              <a:ext cx="187686" cy="480020"/>
            </a:xfrm>
            <a:custGeom>
              <a:avLst/>
              <a:gdLst/>
              <a:ahLst/>
              <a:cxnLst/>
              <a:rect l="l" t="t" r="r" b="b"/>
              <a:pathLst>
                <a:path w="4846" h="12394" extrusionOk="0">
                  <a:moveTo>
                    <a:pt x="4217" y="0"/>
                  </a:moveTo>
                  <a:cubicBezTo>
                    <a:pt x="3913" y="0"/>
                    <a:pt x="3642" y="159"/>
                    <a:pt x="3497" y="423"/>
                  </a:cubicBezTo>
                  <a:lnTo>
                    <a:pt x="1911" y="3318"/>
                  </a:lnTo>
                  <a:cubicBezTo>
                    <a:pt x="1613" y="3867"/>
                    <a:pt x="1454" y="4488"/>
                    <a:pt x="1454" y="5116"/>
                  </a:cubicBezTo>
                  <a:lnTo>
                    <a:pt x="1454" y="8686"/>
                  </a:lnTo>
                  <a:lnTo>
                    <a:pt x="165" y="9545"/>
                  </a:lnTo>
                  <a:cubicBezTo>
                    <a:pt x="60" y="9618"/>
                    <a:pt x="0" y="9730"/>
                    <a:pt x="0" y="9849"/>
                  </a:cubicBezTo>
                  <a:lnTo>
                    <a:pt x="0" y="12030"/>
                  </a:lnTo>
                  <a:cubicBezTo>
                    <a:pt x="0" y="12229"/>
                    <a:pt x="165" y="12394"/>
                    <a:pt x="364" y="12394"/>
                  </a:cubicBezTo>
                  <a:lnTo>
                    <a:pt x="2545" y="12394"/>
                  </a:lnTo>
                  <a:cubicBezTo>
                    <a:pt x="2638" y="12394"/>
                    <a:pt x="2730" y="12354"/>
                    <a:pt x="2803" y="12288"/>
                  </a:cubicBezTo>
                  <a:lnTo>
                    <a:pt x="4026" y="11059"/>
                  </a:lnTo>
                  <a:cubicBezTo>
                    <a:pt x="4555" y="10530"/>
                    <a:pt x="4845" y="9836"/>
                    <a:pt x="4845" y="9089"/>
                  </a:cubicBezTo>
                  <a:lnTo>
                    <a:pt x="4845" y="5334"/>
                  </a:lnTo>
                  <a:cubicBezTo>
                    <a:pt x="4845" y="4951"/>
                    <a:pt x="4555" y="4627"/>
                    <a:pt x="4171" y="4601"/>
                  </a:cubicBezTo>
                  <a:cubicBezTo>
                    <a:pt x="4152" y="4599"/>
                    <a:pt x="4133" y="4598"/>
                    <a:pt x="4114" y="4598"/>
                  </a:cubicBezTo>
                  <a:cubicBezTo>
                    <a:pt x="3716" y="4598"/>
                    <a:pt x="3391" y="4924"/>
                    <a:pt x="3391" y="5321"/>
                  </a:cubicBezTo>
                  <a:lnTo>
                    <a:pt x="3391" y="7370"/>
                  </a:lnTo>
                  <a:cubicBezTo>
                    <a:pt x="3391" y="7555"/>
                    <a:pt x="3252" y="7721"/>
                    <a:pt x="3067" y="7740"/>
                  </a:cubicBezTo>
                  <a:cubicBezTo>
                    <a:pt x="3052" y="7742"/>
                    <a:pt x="3038" y="7743"/>
                    <a:pt x="3023" y="7743"/>
                  </a:cubicBezTo>
                  <a:cubicBezTo>
                    <a:pt x="2825" y="7743"/>
                    <a:pt x="2664" y="7581"/>
                    <a:pt x="2664" y="7383"/>
                  </a:cubicBezTo>
                  <a:lnTo>
                    <a:pt x="2664" y="5321"/>
                  </a:lnTo>
                  <a:cubicBezTo>
                    <a:pt x="2664" y="4654"/>
                    <a:pt x="3120" y="4092"/>
                    <a:pt x="3735" y="3920"/>
                  </a:cubicBezTo>
                  <a:lnTo>
                    <a:pt x="4806" y="833"/>
                  </a:lnTo>
                  <a:cubicBezTo>
                    <a:pt x="4832" y="767"/>
                    <a:pt x="4845" y="694"/>
                    <a:pt x="4845" y="621"/>
                  </a:cubicBezTo>
                  <a:cubicBezTo>
                    <a:pt x="4845" y="278"/>
                    <a:pt x="4561" y="0"/>
                    <a:pt x="4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 name="Google Shape;1648;p72"/>
          <p:cNvGrpSpPr/>
          <p:nvPr/>
        </p:nvGrpSpPr>
        <p:grpSpPr>
          <a:xfrm>
            <a:off x="3398023" y="1774496"/>
            <a:ext cx="480328" cy="459569"/>
            <a:chOff x="3398023" y="1774496"/>
            <a:chExt cx="480328" cy="459569"/>
          </a:xfrm>
        </p:grpSpPr>
        <p:sp>
          <p:nvSpPr>
            <p:cNvPr id="1649" name="Google Shape;1649;p72"/>
            <p:cNvSpPr/>
            <p:nvPr/>
          </p:nvSpPr>
          <p:spPr>
            <a:xfrm>
              <a:off x="3613089" y="2056101"/>
              <a:ext cx="265262" cy="177964"/>
            </a:xfrm>
            <a:custGeom>
              <a:avLst/>
              <a:gdLst/>
              <a:ahLst/>
              <a:cxnLst/>
              <a:rect l="l" t="t" r="r" b="b"/>
              <a:pathLst>
                <a:path w="6849" h="4595" extrusionOk="0">
                  <a:moveTo>
                    <a:pt x="1408" y="1"/>
                  </a:moveTo>
                  <a:lnTo>
                    <a:pt x="291" y="404"/>
                  </a:lnTo>
                  <a:cubicBezTo>
                    <a:pt x="192" y="443"/>
                    <a:pt x="93" y="483"/>
                    <a:pt x="0" y="543"/>
                  </a:cubicBezTo>
                  <a:cubicBezTo>
                    <a:pt x="615" y="1012"/>
                    <a:pt x="985" y="1746"/>
                    <a:pt x="985" y="2545"/>
                  </a:cubicBezTo>
                  <a:lnTo>
                    <a:pt x="985" y="4595"/>
                  </a:lnTo>
                  <a:lnTo>
                    <a:pt x="4786" y="4595"/>
                  </a:lnTo>
                  <a:lnTo>
                    <a:pt x="4786" y="3028"/>
                  </a:lnTo>
                  <a:cubicBezTo>
                    <a:pt x="4786" y="2843"/>
                    <a:pt x="4925" y="2678"/>
                    <a:pt x="5110" y="2658"/>
                  </a:cubicBezTo>
                  <a:cubicBezTo>
                    <a:pt x="5125" y="2656"/>
                    <a:pt x="5140" y="2655"/>
                    <a:pt x="5154" y="2655"/>
                  </a:cubicBezTo>
                  <a:cubicBezTo>
                    <a:pt x="5353" y="2655"/>
                    <a:pt x="5513" y="2818"/>
                    <a:pt x="5513" y="3021"/>
                  </a:cubicBezTo>
                  <a:lnTo>
                    <a:pt x="5513" y="4595"/>
                  </a:lnTo>
                  <a:lnTo>
                    <a:pt x="6485" y="4595"/>
                  </a:lnTo>
                  <a:cubicBezTo>
                    <a:pt x="6683" y="4595"/>
                    <a:pt x="6849" y="4429"/>
                    <a:pt x="6849" y="4231"/>
                  </a:cubicBezTo>
                  <a:lnTo>
                    <a:pt x="6849" y="2103"/>
                  </a:lnTo>
                  <a:cubicBezTo>
                    <a:pt x="6849" y="1349"/>
                    <a:pt x="6366" y="662"/>
                    <a:pt x="5652" y="404"/>
                  </a:cubicBezTo>
                  <a:lnTo>
                    <a:pt x="4542" y="1"/>
                  </a:lnTo>
                  <a:lnTo>
                    <a:pt x="3867" y="959"/>
                  </a:lnTo>
                  <a:cubicBezTo>
                    <a:pt x="3649" y="1270"/>
                    <a:pt x="3310" y="1425"/>
                    <a:pt x="2972" y="1425"/>
                  </a:cubicBezTo>
                  <a:cubicBezTo>
                    <a:pt x="2635" y="1425"/>
                    <a:pt x="2297" y="1270"/>
                    <a:pt x="2083" y="959"/>
                  </a:cubicBezTo>
                  <a:lnTo>
                    <a:pt x="1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72"/>
            <p:cNvSpPr/>
            <p:nvPr/>
          </p:nvSpPr>
          <p:spPr>
            <a:xfrm>
              <a:off x="3625134" y="1774496"/>
              <a:ext cx="178197" cy="84276"/>
            </a:xfrm>
            <a:custGeom>
              <a:avLst/>
              <a:gdLst/>
              <a:ahLst/>
              <a:cxnLst/>
              <a:rect l="l" t="t" r="r" b="b"/>
              <a:pathLst>
                <a:path w="4601" h="2176" extrusionOk="0">
                  <a:moveTo>
                    <a:pt x="364" y="0"/>
                  </a:moveTo>
                  <a:cubicBezTo>
                    <a:pt x="159" y="0"/>
                    <a:pt x="0" y="159"/>
                    <a:pt x="0" y="364"/>
                  </a:cubicBezTo>
                  <a:lnTo>
                    <a:pt x="0" y="728"/>
                  </a:lnTo>
                  <a:cubicBezTo>
                    <a:pt x="0" y="1527"/>
                    <a:pt x="648" y="2175"/>
                    <a:pt x="1448" y="2175"/>
                  </a:cubicBezTo>
                  <a:lnTo>
                    <a:pt x="4601" y="2175"/>
                  </a:lnTo>
                  <a:lnTo>
                    <a:pt x="4601" y="1693"/>
                  </a:lnTo>
                  <a:cubicBezTo>
                    <a:pt x="4601" y="754"/>
                    <a:pt x="3841" y="0"/>
                    <a:pt x="2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72"/>
            <p:cNvSpPr/>
            <p:nvPr/>
          </p:nvSpPr>
          <p:spPr>
            <a:xfrm>
              <a:off x="3653291" y="1882010"/>
              <a:ext cx="150040" cy="131682"/>
            </a:xfrm>
            <a:custGeom>
              <a:avLst/>
              <a:gdLst/>
              <a:ahLst/>
              <a:cxnLst/>
              <a:rect l="l" t="t" r="r" b="b"/>
              <a:pathLst>
                <a:path w="3874" h="3400" extrusionOk="0">
                  <a:moveTo>
                    <a:pt x="0" y="1"/>
                  </a:moveTo>
                  <a:lnTo>
                    <a:pt x="0" y="1461"/>
                  </a:lnTo>
                  <a:cubicBezTo>
                    <a:pt x="0" y="2532"/>
                    <a:pt x="867" y="3399"/>
                    <a:pt x="1943" y="3399"/>
                  </a:cubicBezTo>
                  <a:cubicBezTo>
                    <a:pt x="1963" y="3399"/>
                    <a:pt x="1983" y="3399"/>
                    <a:pt x="2003" y="3398"/>
                  </a:cubicBezTo>
                  <a:cubicBezTo>
                    <a:pt x="3047" y="3359"/>
                    <a:pt x="3874" y="2486"/>
                    <a:pt x="3874" y="1435"/>
                  </a:cubicBezTo>
                  <a:lnTo>
                    <a:pt x="3874" y="126"/>
                  </a:lnTo>
                  <a:lnTo>
                    <a:pt x="721" y="126"/>
                  </a:lnTo>
                  <a:cubicBezTo>
                    <a:pt x="470" y="126"/>
                    <a:pt x="225" y="8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72"/>
            <p:cNvSpPr/>
            <p:nvPr/>
          </p:nvSpPr>
          <p:spPr>
            <a:xfrm>
              <a:off x="3695274" y="2036387"/>
              <a:ext cx="65841" cy="46437"/>
            </a:xfrm>
            <a:custGeom>
              <a:avLst/>
              <a:gdLst/>
              <a:ahLst/>
              <a:cxnLst/>
              <a:rect l="l" t="t" r="r" b="b"/>
              <a:pathLst>
                <a:path w="1700" h="1199" extrusionOk="0">
                  <a:moveTo>
                    <a:pt x="0" y="1"/>
                  </a:moveTo>
                  <a:lnTo>
                    <a:pt x="0" y="258"/>
                  </a:lnTo>
                  <a:lnTo>
                    <a:pt x="556" y="1045"/>
                  </a:lnTo>
                  <a:cubicBezTo>
                    <a:pt x="625" y="1147"/>
                    <a:pt x="737" y="1199"/>
                    <a:pt x="850" y="1199"/>
                  </a:cubicBezTo>
                  <a:cubicBezTo>
                    <a:pt x="964" y="1199"/>
                    <a:pt x="1078" y="1147"/>
                    <a:pt x="1150" y="1045"/>
                  </a:cubicBezTo>
                  <a:lnTo>
                    <a:pt x="1699" y="258"/>
                  </a:lnTo>
                  <a:lnTo>
                    <a:pt x="1699" y="1"/>
                  </a:lnTo>
                  <a:cubicBezTo>
                    <a:pt x="1435" y="93"/>
                    <a:pt x="1144" y="139"/>
                    <a:pt x="853" y="139"/>
                  </a:cubicBezTo>
                  <a:cubicBezTo>
                    <a:pt x="556" y="139"/>
                    <a:pt x="271" y="9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72"/>
            <p:cNvSpPr/>
            <p:nvPr/>
          </p:nvSpPr>
          <p:spPr>
            <a:xfrm>
              <a:off x="3398023" y="2084761"/>
              <a:ext cx="225099" cy="149304"/>
            </a:xfrm>
            <a:custGeom>
              <a:avLst/>
              <a:gdLst/>
              <a:ahLst/>
              <a:cxnLst/>
              <a:rect l="l" t="t" r="r" b="b"/>
              <a:pathLst>
                <a:path w="5812" h="3855" extrusionOk="0">
                  <a:moveTo>
                    <a:pt x="1422" y="1"/>
                  </a:moveTo>
                  <a:lnTo>
                    <a:pt x="1125" y="120"/>
                  </a:lnTo>
                  <a:cubicBezTo>
                    <a:pt x="444" y="397"/>
                    <a:pt x="1" y="1065"/>
                    <a:pt x="1" y="1799"/>
                  </a:cubicBezTo>
                  <a:lnTo>
                    <a:pt x="1" y="3491"/>
                  </a:lnTo>
                  <a:cubicBezTo>
                    <a:pt x="1" y="3689"/>
                    <a:pt x="166" y="3855"/>
                    <a:pt x="364" y="3855"/>
                  </a:cubicBezTo>
                  <a:lnTo>
                    <a:pt x="5811" y="3855"/>
                  </a:lnTo>
                  <a:lnTo>
                    <a:pt x="5811" y="1799"/>
                  </a:lnTo>
                  <a:cubicBezTo>
                    <a:pt x="5811" y="1065"/>
                    <a:pt x="5368" y="397"/>
                    <a:pt x="4687" y="120"/>
                  </a:cubicBezTo>
                  <a:lnTo>
                    <a:pt x="4397" y="1"/>
                  </a:lnTo>
                  <a:lnTo>
                    <a:pt x="3782" y="821"/>
                  </a:lnTo>
                  <a:cubicBezTo>
                    <a:pt x="3564" y="1111"/>
                    <a:pt x="3237" y="1257"/>
                    <a:pt x="2909" y="1257"/>
                  </a:cubicBezTo>
                  <a:cubicBezTo>
                    <a:pt x="2582" y="1257"/>
                    <a:pt x="2255" y="1111"/>
                    <a:pt x="2037" y="821"/>
                  </a:cubicBezTo>
                  <a:lnTo>
                    <a:pt x="14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72"/>
            <p:cNvSpPr/>
            <p:nvPr/>
          </p:nvSpPr>
          <p:spPr>
            <a:xfrm>
              <a:off x="3424901" y="1947541"/>
              <a:ext cx="172349" cy="94269"/>
            </a:xfrm>
            <a:custGeom>
              <a:avLst/>
              <a:gdLst/>
              <a:ahLst/>
              <a:cxnLst/>
              <a:rect l="l" t="t" r="r" b="b"/>
              <a:pathLst>
                <a:path w="4450" h="2434" extrusionOk="0">
                  <a:moveTo>
                    <a:pt x="1898" y="1"/>
                  </a:moveTo>
                  <a:cubicBezTo>
                    <a:pt x="1614" y="239"/>
                    <a:pt x="1257" y="371"/>
                    <a:pt x="880" y="371"/>
                  </a:cubicBezTo>
                  <a:lnTo>
                    <a:pt x="761" y="371"/>
                  </a:lnTo>
                  <a:lnTo>
                    <a:pt x="761" y="715"/>
                  </a:lnTo>
                  <a:lnTo>
                    <a:pt x="292" y="873"/>
                  </a:lnTo>
                  <a:cubicBezTo>
                    <a:pt x="113" y="933"/>
                    <a:pt x="1" y="1111"/>
                    <a:pt x="41" y="1296"/>
                  </a:cubicBezTo>
                  <a:cubicBezTo>
                    <a:pt x="78" y="1470"/>
                    <a:pt x="236" y="1585"/>
                    <a:pt x="401" y="1585"/>
                  </a:cubicBezTo>
                  <a:cubicBezTo>
                    <a:pt x="437" y="1585"/>
                    <a:pt x="474" y="1579"/>
                    <a:pt x="510" y="1567"/>
                  </a:cubicBezTo>
                  <a:lnTo>
                    <a:pt x="840" y="1455"/>
                  </a:lnTo>
                  <a:cubicBezTo>
                    <a:pt x="1039" y="2024"/>
                    <a:pt x="1581" y="2433"/>
                    <a:pt x="2215" y="2433"/>
                  </a:cubicBezTo>
                  <a:cubicBezTo>
                    <a:pt x="2850" y="2433"/>
                    <a:pt x="3385" y="2024"/>
                    <a:pt x="3584" y="1455"/>
                  </a:cubicBezTo>
                  <a:lnTo>
                    <a:pt x="3908" y="1561"/>
                  </a:lnTo>
                  <a:cubicBezTo>
                    <a:pt x="3946" y="1574"/>
                    <a:pt x="3986" y="1581"/>
                    <a:pt x="4026" y="1581"/>
                  </a:cubicBezTo>
                  <a:cubicBezTo>
                    <a:pt x="4165" y="1581"/>
                    <a:pt x="4301" y="1504"/>
                    <a:pt x="4357" y="1376"/>
                  </a:cubicBezTo>
                  <a:cubicBezTo>
                    <a:pt x="4450" y="1171"/>
                    <a:pt x="4350" y="946"/>
                    <a:pt x="4146" y="873"/>
                  </a:cubicBezTo>
                  <a:lnTo>
                    <a:pt x="3670" y="715"/>
                  </a:lnTo>
                  <a:lnTo>
                    <a:pt x="3670" y="371"/>
                  </a:lnTo>
                  <a:lnTo>
                    <a:pt x="3233" y="371"/>
                  </a:lnTo>
                  <a:cubicBezTo>
                    <a:pt x="2764" y="371"/>
                    <a:pt x="2301" y="245"/>
                    <a:pt x="18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72"/>
            <p:cNvSpPr/>
            <p:nvPr/>
          </p:nvSpPr>
          <p:spPr>
            <a:xfrm>
              <a:off x="3454607" y="1882281"/>
              <a:ext cx="112162" cy="51472"/>
            </a:xfrm>
            <a:custGeom>
              <a:avLst/>
              <a:gdLst/>
              <a:ahLst/>
              <a:cxnLst/>
              <a:rect l="l" t="t" r="r" b="b"/>
              <a:pathLst>
                <a:path w="2896" h="1329" extrusionOk="0">
                  <a:moveTo>
                    <a:pt x="1448" y="0"/>
                  </a:moveTo>
                  <a:cubicBezTo>
                    <a:pt x="688" y="0"/>
                    <a:pt x="60" y="589"/>
                    <a:pt x="1" y="1329"/>
                  </a:cubicBezTo>
                  <a:lnTo>
                    <a:pt x="113" y="1329"/>
                  </a:lnTo>
                  <a:cubicBezTo>
                    <a:pt x="378" y="1329"/>
                    <a:pt x="635" y="1203"/>
                    <a:pt x="794" y="992"/>
                  </a:cubicBezTo>
                  <a:cubicBezTo>
                    <a:pt x="820" y="952"/>
                    <a:pt x="853" y="926"/>
                    <a:pt x="893" y="899"/>
                  </a:cubicBezTo>
                  <a:cubicBezTo>
                    <a:pt x="955" y="864"/>
                    <a:pt x="1021" y="847"/>
                    <a:pt x="1086" y="847"/>
                  </a:cubicBezTo>
                  <a:cubicBezTo>
                    <a:pt x="1168" y="847"/>
                    <a:pt x="1247" y="874"/>
                    <a:pt x="1310" y="926"/>
                  </a:cubicBezTo>
                  <a:cubicBezTo>
                    <a:pt x="1633" y="1190"/>
                    <a:pt x="2043" y="1329"/>
                    <a:pt x="2466" y="1329"/>
                  </a:cubicBezTo>
                  <a:lnTo>
                    <a:pt x="2896" y="1329"/>
                  </a:lnTo>
                  <a:cubicBezTo>
                    <a:pt x="2830" y="589"/>
                    <a:pt x="2209" y="0"/>
                    <a:pt x="14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72"/>
            <p:cNvSpPr/>
            <p:nvPr/>
          </p:nvSpPr>
          <p:spPr>
            <a:xfrm>
              <a:off x="3480711" y="2064311"/>
              <a:ext cx="59954" cy="41170"/>
            </a:xfrm>
            <a:custGeom>
              <a:avLst/>
              <a:gdLst/>
              <a:ahLst/>
              <a:cxnLst/>
              <a:rect l="l" t="t" r="r" b="b"/>
              <a:pathLst>
                <a:path w="1548" h="1063" extrusionOk="0">
                  <a:moveTo>
                    <a:pt x="1" y="0"/>
                  </a:moveTo>
                  <a:lnTo>
                    <a:pt x="1" y="264"/>
                  </a:lnTo>
                  <a:lnTo>
                    <a:pt x="483" y="919"/>
                  </a:lnTo>
                  <a:cubicBezTo>
                    <a:pt x="556" y="1015"/>
                    <a:pt x="665" y="1063"/>
                    <a:pt x="774" y="1063"/>
                  </a:cubicBezTo>
                  <a:cubicBezTo>
                    <a:pt x="883" y="1063"/>
                    <a:pt x="992" y="1015"/>
                    <a:pt x="1065" y="919"/>
                  </a:cubicBezTo>
                  <a:lnTo>
                    <a:pt x="1548" y="264"/>
                  </a:lnTo>
                  <a:lnTo>
                    <a:pt x="1548" y="0"/>
                  </a:lnTo>
                  <a:cubicBezTo>
                    <a:pt x="1310" y="93"/>
                    <a:pt x="1045" y="145"/>
                    <a:pt x="774" y="145"/>
                  </a:cubicBezTo>
                  <a:cubicBezTo>
                    <a:pt x="497" y="145"/>
                    <a:pt x="239" y="9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 name="Google Shape;1657;p72"/>
          <p:cNvGrpSpPr/>
          <p:nvPr/>
        </p:nvGrpSpPr>
        <p:grpSpPr>
          <a:xfrm>
            <a:off x="4023741" y="1764000"/>
            <a:ext cx="480290" cy="480290"/>
            <a:chOff x="4023741" y="1764000"/>
            <a:chExt cx="480290" cy="480290"/>
          </a:xfrm>
        </p:grpSpPr>
        <p:sp>
          <p:nvSpPr>
            <p:cNvPr id="1658" name="Google Shape;1658;p72"/>
            <p:cNvSpPr/>
            <p:nvPr/>
          </p:nvSpPr>
          <p:spPr>
            <a:xfrm>
              <a:off x="4080054" y="1892467"/>
              <a:ext cx="112666" cy="59489"/>
            </a:xfrm>
            <a:custGeom>
              <a:avLst/>
              <a:gdLst/>
              <a:ahLst/>
              <a:cxnLst/>
              <a:rect l="l" t="t" r="r" b="b"/>
              <a:pathLst>
                <a:path w="2909" h="1536" extrusionOk="0">
                  <a:moveTo>
                    <a:pt x="1461" y="0"/>
                  </a:moveTo>
                  <a:cubicBezTo>
                    <a:pt x="655" y="0"/>
                    <a:pt x="0" y="649"/>
                    <a:pt x="0" y="1456"/>
                  </a:cubicBezTo>
                  <a:lnTo>
                    <a:pt x="0" y="1535"/>
                  </a:lnTo>
                  <a:lnTo>
                    <a:pt x="1289" y="887"/>
                  </a:lnTo>
                  <a:cubicBezTo>
                    <a:pt x="1342" y="864"/>
                    <a:pt x="1398" y="853"/>
                    <a:pt x="1455" y="853"/>
                  </a:cubicBezTo>
                  <a:cubicBezTo>
                    <a:pt x="1511" y="853"/>
                    <a:pt x="1567" y="864"/>
                    <a:pt x="1620" y="887"/>
                  </a:cubicBezTo>
                  <a:lnTo>
                    <a:pt x="2909" y="1535"/>
                  </a:lnTo>
                  <a:lnTo>
                    <a:pt x="2909" y="1476"/>
                  </a:lnTo>
                  <a:cubicBezTo>
                    <a:pt x="2909" y="696"/>
                    <a:pt x="2301" y="41"/>
                    <a:pt x="1521" y="2"/>
                  </a:cubicBezTo>
                  <a:cubicBezTo>
                    <a:pt x="1501" y="1"/>
                    <a:pt x="1481" y="0"/>
                    <a:pt x="14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72"/>
            <p:cNvSpPr/>
            <p:nvPr/>
          </p:nvSpPr>
          <p:spPr>
            <a:xfrm>
              <a:off x="4080054" y="1955248"/>
              <a:ext cx="112666" cy="96825"/>
            </a:xfrm>
            <a:custGeom>
              <a:avLst/>
              <a:gdLst/>
              <a:ahLst/>
              <a:cxnLst/>
              <a:rect l="l" t="t" r="r" b="b"/>
              <a:pathLst>
                <a:path w="2909" h="2500" extrusionOk="0">
                  <a:moveTo>
                    <a:pt x="1455" y="0"/>
                  </a:moveTo>
                  <a:lnTo>
                    <a:pt x="0" y="727"/>
                  </a:lnTo>
                  <a:lnTo>
                    <a:pt x="0" y="1045"/>
                  </a:lnTo>
                  <a:cubicBezTo>
                    <a:pt x="0" y="1851"/>
                    <a:pt x="655" y="2500"/>
                    <a:pt x="1461" y="2500"/>
                  </a:cubicBezTo>
                  <a:cubicBezTo>
                    <a:pt x="1481" y="2500"/>
                    <a:pt x="1501" y="2500"/>
                    <a:pt x="1521" y="2499"/>
                  </a:cubicBezTo>
                  <a:cubicBezTo>
                    <a:pt x="2301" y="2466"/>
                    <a:pt x="2909" y="1805"/>
                    <a:pt x="2909" y="1025"/>
                  </a:cubicBezTo>
                  <a:lnTo>
                    <a:pt x="2909" y="727"/>
                  </a:lnTo>
                  <a:lnTo>
                    <a:pt x="14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72"/>
            <p:cNvSpPr/>
            <p:nvPr/>
          </p:nvSpPr>
          <p:spPr>
            <a:xfrm>
              <a:off x="4023741" y="2095024"/>
              <a:ext cx="225292" cy="149265"/>
            </a:xfrm>
            <a:custGeom>
              <a:avLst/>
              <a:gdLst/>
              <a:ahLst/>
              <a:cxnLst/>
              <a:rect l="l" t="t" r="r" b="b"/>
              <a:pathLst>
                <a:path w="5817" h="3854" extrusionOk="0">
                  <a:moveTo>
                    <a:pt x="1421" y="0"/>
                  </a:moveTo>
                  <a:lnTo>
                    <a:pt x="1130" y="119"/>
                  </a:lnTo>
                  <a:cubicBezTo>
                    <a:pt x="450" y="403"/>
                    <a:pt x="0" y="1064"/>
                    <a:pt x="0" y="1798"/>
                  </a:cubicBezTo>
                  <a:lnTo>
                    <a:pt x="0" y="3490"/>
                  </a:lnTo>
                  <a:cubicBezTo>
                    <a:pt x="0" y="3689"/>
                    <a:pt x="165" y="3854"/>
                    <a:pt x="364" y="3854"/>
                  </a:cubicBezTo>
                  <a:lnTo>
                    <a:pt x="5817" y="3854"/>
                  </a:lnTo>
                  <a:lnTo>
                    <a:pt x="5817" y="1798"/>
                  </a:lnTo>
                  <a:cubicBezTo>
                    <a:pt x="5817" y="1064"/>
                    <a:pt x="5368" y="403"/>
                    <a:pt x="4687" y="119"/>
                  </a:cubicBezTo>
                  <a:lnTo>
                    <a:pt x="4396" y="0"/>
                  </a:lnTo>
                  <a:lnTo>
                    <a:pt x="3781" y="820"/>
                  </a:lnTo>
                  <a:cubicBezTo>
                    <a:pt x="3563" y="1114"/>
                    <a:pt x="3236" y="1261"/>
                    <a:pt x="2909" y="1261"/>
                  </a:cubicBezTo>
                  <a:cubicBezTo>
                    <a:pt x="2581" y="1261"/>
                    <a:pt x="2254" y="1114"/>
                    <a:pt x="2036" y="820"/>
                  </a:cubicBez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72"/>
            <p:cNvSpPr/>
            <p:nvPr/>
          </p:nvSpPr>
          <p:spPr>
            <a:xfrm>
              <a:off x="4106429" y="2074536"/>
              <a:ext cx="59915" cy="41209"/>
            </a:xfrm>
            <a:custGeom>
              <a:avLst/>
              <a:gdLst/>
              <a:ahLst/>
              <a:cxnLst/>
              <a:rect l="l" t="t" r="r" b="b"/>
              <a:pathLst>
                <a:path w="1547" h="1064" extrusionOk="0">
                  <a:moveTo>
                    <a:pt x="0" y="0"/>
                  </a:moveTo>
                  <a:lnTo>
                    <a:pt x="0" y="265"/>
                  </a:lnTo>
                  <a:lnTo>
                    <a:pt x="483" y="919"/>
                  </a:lnTo>
                  <a:cubicBezTo>
                    <a:pt x="555" y="1015"/>
                    <a:pt x="664" y="1063"/>
                    <a:pt x="774" y="1063"/>
                  </a:cubicBezTo>
                  <a:cubicBezTo>
                    <a:pt x="883" y="1063"/>
                    <a:pt x="992" y="1015"/>
                    <a:pt x="1064" y="919"/>
                  </a:cubicBezTo>
                  <a:lnTo>
                    <a:pt x="1547" y="265"/>
                  </a:lnTo>
                  <a:lnTo>
                    <a:pt x="1547" y="0"/>
                  </a:lnTo>
                  <a:cubicBezTo>
                    <a:pt x="1309" y="93"/>
                    <a:pt x="1045" y="146"/>
                    <a:pt x="774" y="146"/>
                  </a:cubicBezTo>
                  <a:cubicBezTo>
                    <a:pt x="503" y="146"/>
                    <a:pt x="238" y="9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72"/>
            <p:cNvSpPr/>
            <p:nvPr/>
          </p:nvSpPr>
          <p:spPr>
            <a:xfrm>
              <a:off x="4239040" y="2066325"/>
              <a:ext cx="264991" cy="177964"/>
            </a:xfrm>
            <a:custGeom>
              <a:avLst/>
              <a:gdLst/>
              <a:ahLst/>
              <a:cxnLst/>
              <a:rect l="l" t="t" r="r" b="b"/>
              <a:pathLst>
                <a:path w="6842" h="4595" extrusionOk="0">
                  <a:moveTo>
                    <a:pt x="1402" y="1"/>
                  </a:moveTo>
                  <a:lnTo>
                    <a:pt x="291" y="404"/>
                  </a:lnTo>
                  <a:cubicBezTo>
                    <a:pt x="185" y="444"/>
                    <a:pt x="86" y="490"/>
                    <a:pt x="0" y="543"/>
                  </a:cubicBezTo>
                  <a:cubicBezTo>
                    <a:pt x="608" y="1012"/>
                    <a:pt x="979" y="1746"/>
                    <a:pt x="979" y="2546"/>
                  </a:cubicBezTo>
                  <a:lnTo>
                    <a:pt x="979" y="4595"/>
                  </a:lnTo>
                  <a:lnTo>
                    <a:pt x="4786" y="4595"/>
                  </a:lnTo>
                  <a:lnTo>
                    <a:pt x="4786" y="3028"/>
                  </a:lnTo>
                  <a:cubicBezTo>
                    <a:pt x="4786" y="2843"/>
                    <a:pt x="4918" y="2678"/>
                    <a:pt x="5103" y="2658"/>
                  </a:cubicBezTo>
                  <a:cubicBezTo>
                    <a:pt x="5115" y="2657"/>
                    <a:pt x="5127" y="2657"/>
                    <a:pt x="5139" y="2657"/>
                  </a:cubicBezTo>
                  <a:cubicBezTo>
                    <a:pt x="5341" y="2657"/>
                    <a:pt x="5506" y="2816"/>
                    <a:pt x="5506" y="3022"/>
                  </a:cubicBezTo>
                  <a:lnTo>
                    <a:pt x="5506" y="4595"/>
                  </a:lnTo>
                  <a:lnTo>
                    <a:pt x="6478" y="4595"/>
                  </a:lnTo>
                  <a:cubicBezTo>
                    <a:pt x="6676" y="4595"/>
                    <a:pt x="6842" y="4430"/>
                    <a:pt x="6842" y="4231"/>
                  </a:cubicBezTo>
                  <a:lnTo>
                    <a:pt x="6842" y="2110"/>
                  </a:lnTo>
                  <a:cubicBezTo>
                    <a:pt x="6842" y="1349"/>
                    <a:pt x="6359" y="662"/>
                    <a:pt x="5645" y="404"/>
                  </a:cubicBezTo>
                  <a:lnTo>
                    <a:pt x="4535" y="1"/>
                  </a:lnTo>
                  <a:lnTo>
                    <a:pt x="3861" y="966"/>
                  </a:lnTo>
                  <a:cubicBezTo>
                    <a:pt x="3642" y="1273"/>
                    <a:pt x="3304" y="1427"/>
                    <a:pt x="2966" y="1427"/>
                  </a:cubicBezTo>
                  <a:cubicBezTo>
                    <a:pt x="2628" y="1427"/>
                    <a:pt x="2291" y="1273"/>
                    <a:pt x="2076" y="966"/>
                  </a:cubicBez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72"/>
            <p:cNvSpPr/>
            <p:nvPr/>
          </p:nvSpPr>
          <p:spPr>
            <a:xfrm>
              <a:off x="4367817" y="1764000"/>
              <a:ext cx="89118" cy="79125"/>
            </a:xfrm>
            <a:custGeom>
              <a:avLst/>
              <a:gdLst/>
              <a:ahLst/>
              <a:cxnLst/>
              <a:rect l="l" t="t" r="r" b="b"/>
              <a:pathLst>
                <a:path w="2301" h="2043" extrusionOk="0">
                  <a:moveTo>
                    <a:pt x="1091" y="0"/>
                  </a:moveTo>
                  <a:cubicBezTo>
                    <a:pt x="615" y="0"/>
                    <a:pt x="198" y="278"/>
                    <a:pt x="0" y="681"/>
                  </a:cubicBezTo>
                  <a:cubicBezTo>
                    <a:pt x="853" y="800"/>
                    <a:pt x="1573" y="1316"/>
                    <a:pt x="1970" y="2043"/>
                  </a:cubicBezTo>
                  <a:cubicBezTo>
                    <a:pt x="2175" y="1825"/>
                    <a:pt x="2300" y="1534"/>
                    <a:pt x="2300" y="1217"/>
                  </a:cubicBezTo>
                  <a:cubicBezTo>
                    <a:pt x="2300" y="542"/>
                    <a:pt x="1758" y="0"/>
                    <a:pt x="10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72"/>
            <p:cNvSpPr/>
            <p:nvPr/>
          </p:nvSpPr>
          <p:spPr>
            <a:xfrm>
              <a:off x="4278970" y="1817486"/>
              <a:ext cx="149537" cy="70450"/>
            </a:xfrm>
            <a:custGeom>
              <a:avLst/>
              <a:gdLst/>
              <a:ahLst/>
              <a:cxnLst/>
              <a:rect l="l" t="t" r="r" b="b"/>
              <a:pathLst>
                <a:path w="3861" h="1819" extrusionOk="0">
                  <a:moveTo>
                    <a:pt x="1931" y="1"/>
                  </a:moveTo>
                  <a:cubicBezTo>
                    <a:pt x="899" y="1"/>
                    <a:pt x="60" y="807"/>
                    <a:pt x="0" y="1819"/>
                  </a:cubicBezTo>
                  <a:lnTo>
                    <a:pt x="86" y="1819"/>
                  </a:lnTo>
                  <a:cubicBezTo>
                    <a:pt x="516" y="1819"/>
                    <a:pt x="906" y="1607"/>
                    <a:pt x="1144" y="1250"/>
                  </a:cubicBezTo>
                  <a:cubicBezTo>
                    <a:pt x="1203" y="1164"/>
                    <a:pt x="1303" y="1105"/>
                    <a:pt x="1408" y="1092"/>
                  </a:cubicBezTo>
                  <a:cubicBezTo>
                    <a:pt x="1418" y="1091"/>
                    <a:pt x="1427" y="1091"/>
                    <a:pt x="1436" y="1091"/>
                  </a:cubicBezTo>
                  <a:cubicBezTo>
                    <a:pt x="1538" y="1091"/>
                    <a:pt x="1633" y="1125"/>
                    <a:pt x="1706" y="1197"/>
                  </a:cubicBezTo>
                  <a:cubicBezTo>
                    <a:pt x="2102" y="1601"/>
                    <a:pt x="2638" y="1819"/>
                    <a:pt x="3200" y="1819"/>
                  </a:cubicBezTo>
                  <a:lnTo>
                    <a:pt x="3861" y="1819"/>
                  </a:lnTo>
                  <a:cubicBezTo>
                    <a:pt x="3801" y="807"/>
                    <a:pt x="2962" y="1"/>
                    <a:pt x="1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72"/>
            <p:cNvSpPr/>
            <p:nvPr/>
          </p:nvSpPr>
          <p:spPr>
            <a:xfrm>
              <a:off x="4321225" y="2046612"/>
              <a:ext cx="65570" cy="46476"/>
            </a:xfrm>
            <a:custGeom>
              <a:avLst/>
              <a:gdLst/>
              <a:ahLst/>
              <a:cxnLst/>
              <a:rect l="l" t="t" r="r" b="b"/>
              <a:pathLst>
                <a:path w="1693" h="1200" extrusionOk="0">
                  <a:moveTo>
                    <a:pt x="0" y="1"/>
                  </a:moveTo>
                  <a:lnTo>
                    <a:pt x="0" y="259"/>
                  </a:lnTo>
                  <a:lnTo>
                    <a:pt x="549" y="1045"/>
                  </a:lnTo>
                  <a:cubicBezTo>
                    <a:pt x="621" y="1148"/>
                    <a:pt x="734" y="1199"/>
                    <a:pt x="846" y="1199"/>
                  </a:cubicBezTo>
                  <a:cubicBezTo>
                    <a:pt x="959" y="1199"/>
                    <a:pt x="1071" y="1148"/>
                    <a:pt x="1144" y="1045"/>
                  </a:cubicBezTo>
                  <a:lnTo>
                    <a:pt x="1692" y="259"/>
                  </a:lnTo>
                  <a:lnTo>
                    <a:pt x="1692" y="1"/>
                  </a:lnTo>
                  <a:cubicBezTo>
                    <a:pt x="1428" y="93"/>
                    <a:pt x="1144" y="140"/>
                    <a:pt x="846" y="140"/>
                  </a:cubicBezTo>
                  <a:cubicBezTo>
                    <a:pt x="549" y="140"/>
                    <a:pt x="264" y="9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72"/>
            <p:cNvSpPr/>
            <p:nvPr/>
          </p:nvSpPr>
          <p:spPr>
            <a:xfrm>
              <a:off x="4278970" y="1893784"/>
              <a:ext cx="150040" cy="130133"/>
            </a:xfrm>
            <a:custGeom>
              <a:avLst/>
              <a:gdLst/>
              <a:ahLst/>
              <a:cxnLst/>
              <a:rect l="l" t="t" r="r" b="b"/>
              <a:pathLst>
                <a:path w="3874" h="3360" extrusionOk="0">
                  <a:moveTo>
                    <a:pt x="1494" y="1"/>
                  </a:moveTo>
                  <a:cubicBezTo>
                    <a:pt x="1124" y="364"/>
                    <a:pt x="622" y="576"/>
                    <a:pt x="93" y="576"/>
                  </a:cubicBezTo>
                  <a:lnTo>
                    <a:pt x="0" y="576"/>
                  </a:lnTo>
                  <a:lnTo>
                    <a:pt x="0" y="1422"/>
                  </a:lnTo>
                  <a:cubicBezTo>
                    <a:pt x="0" y="2489"/>
                    <a:pt x="861" y="3360"/>
                    <a:pt x="1932" y="3360"/>
                  </a:cubicBezTo>
                  <a:cubicBezTo>
                    <a:pt x="1956" y="3360"/>
                    <a:pt x="1979" y="3360"/>
                    <a:pt x="2003" y="3359"/>
                  </a:cubicBezTo>
                  <a:cubicBezTo>
                    <a:pt x="3048" y="3326"/>
                    <a:pt x="3874" y="2446"/>
                    <a:pt x="3874" y="1395"/>
                  </a:cubicBezTo>
                  <a:lnTo>
                    <a:pt x="3874" y="576"/>
                  </a:lnTo>
                  <a:lnTo>
                    <a:pt x="3206" y="576"/>
                  </a:lnTo>
                  <a:cubicBezTo>
                    <a:pt x="2578" y="576"/>
                    <a:pt x="1983" y="371"/>
                    <a:pt x="1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 name="Google Shape;1667;p72"/>
          <p:cNvGrpSpPr/>
          <p:nvPr/>
        </p:nvGrpSpPr>
        <p:grpSpPr>
          <a:xfrm>
            <a:off x="4649653" y="1764155"/>
            <a:ext cx="480058" cy="480135"/>
            <a:chOff x="4649653" y="1764155"/>
            <a:chExt cx="480058" cy="480135"/>
          </a:xfrm>
        </p:grpSpPr>
        <p:sp>
          <p:nvSpPr>
            <p:cNvPr id="1668" name="Google Shape;1668;p72"/>
            <p:cNvSpPr/>
            <p:nvPr/>
          </p:nvSpPr>
          <p:spPr>
            <a:xfrm>
              <a:off x="4848841" y="1970198"/>
              <a:ext cx="80946" cy="59838"/>
            </a:xfrm>
            <a:custGeom>
              <a:avLst/>
              <a:gdLst/>
              <a:ahLst/>
              <a:cxnLst/>
              <a:rect l="l" t="t" r="r" b="b"/>
              <a:pathLst>
                <a:path w="2090" h="1545" extrusionOk="0">
                  <a:moveTo>
                    <a:pt x="416" y="1"/>
                  </a:moveTo>
                  <a:cubicBezTo>
                    <a:pt x="320" y="1"/>
                    <a:pt x="222" y="37"/>
                    <a:pt x="146" y="110"/>
                  </a:cubicBezTo>
                  <a:cubicBezTo>
                    <a:pt x="1" y="262"/>
                    <a:pt x="1" y="500"/>
                    <a:pt x="146" y="645"/>
                  </a:cubicBezTo>
                  <a:lnTo>
                    <a:pt x="1045" y="1544"/>
                  </a:lnTo>
                  <a:lnTo>
                    <a:pt x="1944" y="645"/>
                  </a:lnTo>
                  <a:cubicBezTo>
                    <a:pt x="2089" y="500"/>
                    <a:pt x="2089" y="262"/>
                    <a:pt x="1944" y="110"/>
                  </a:cubicBezTo>
                  <a:cubicBezTo>
                    <a:pt x="1871" y="37"/>
                    <a:pt x="1774" y="1"/>
                    <a:pt x="1676" y="1"/>
                  </a:cubicBezTo>
                  <a:cubicBezTo>
                    <a:pt x="1579" y="1"/>
                    <a:pt x="1481" y="37"/>
                    <a:pt x="1409" y="110"/>
                  </a:cubicBezTo>
                  <a:lnTo>
                    <a:pt x="1303" y="216"/>
                  </a:lnTo>
                  <a:cubicBezTo>
                    <a:pt x="1230" y="288"/>
                    <a:pt x="1138" y="325"/>
                    <a:pt x="1045" y="325"/>
                  </a:cubicBezTo>
                  <a:cubicBezTo>
                    <a:pt x="952" y="325"/>
                    <a:pt x="860" y="288"/>
                    <a:pt x="787" y="216"/>
                  </a:cubicBezTo>
                  <a:lnTo>
                    <a:pt x="681" y="110"/>
                  </a:lnTo>
                  <a:cubicBezTo>
                    <a:pt x="609" y="37"/>
                    <a:pt x="513" y="1"/>
                    <a:pt x="4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72"/>
            <p:cNvSpPr/>
            <p:nvPr/>
          </p:nvSpPr>
          <p:spPr>
            <a:xfrm>
              <a:off x="4649653" y="1895333"/>
              <a:ext cx="480058" cy="348957"/>
            </a:xfrm>
            <a:custGeom>
              <a:avLst/>
              <a:gdLst/>
              <a:ahLst/>
              <a:cxnLst/>
              <a:rect l="l" t="t" r="r" b="b"/>
              <a:pathLst>
                <a:path w="12395" h="9010" extrusionOk="0">
                  <a:moveTo>
                    <a:pt x="6813" y="1208"/>
                  </a:moveTo>
                  <a:cubicBezTo>
                    <a:pt x="7099" y="1208"/>
                    <a:pt x="7386" y="1317"/>
                    <a:pt x="7603" y="1534"/>
                  </a:cubicBezTo>
                  <a:cubicBezTo>
                    <a:pt x="8032" y="1964"/>
                    <a:pt x="8032" y="2664"/>
                    <a:pt x="7603" y="3094"/>
                  </a:cubicBezTo>
                  <a:lnTo>
                    <a:pt x="6446" y="4251"/>
                  </a:lnTo>
                  <a:cubicBezTo>
                    <a:pt x="6373" y="4320"/>
                    <a:pt x="6281" y="4355"/>
                    <a:pt x="6188" y="4355"/>
                  </a:cubicBezTo>
                  <a:cubicBezTo>
                    <a:pt x="6095" y="4355"/>
                    <a:pt x="6003" y="4320"/>
                    <a:pt x="5930" y="4251"/>
                  </a:cubicBezTo>
                  <a:lnTo>
                    <a:pt x="4780" y="3094"/>
                  </a:lnTo>
                  <a:cubicBezTo>
                    <a:pt x="4344" y="2664"/>
                    <a:pt x="4344" y="1964"/>
                    <a:pt x="4780" y="1534"/>
                  </a:cubicBezTo>
                  <a:cubicBezTo>
                    <a:pt x="4997" y="1317"/>
                    <a:pt x="5281" y="1208"/>
                    <a:pt x="5565" y="1208"/>
                  </a:cubicBezTo>
                  <a:cubicBezTo>
                    <a:pt x="5783" y="1208"/>
                    <a:pt x="6001" y="1272"/>
                    <a:pt x="6188" y="1402"/>
                  </a:cubicBezTo>
                  <a:cubicBezTo>
                    <a:pt x="6375" y="1272"/>
                    <a:pt x="6594" y="1208"/>
                    <a:pt x="6813" y="1208"/>
                  </a:cubicBezTo>
                  <a:close/>
                  <a:moveTo>
                    <a:pt x="3714" y="5016"/>
                  </a:moveTo>
                  <a:cubicBezTo>
                    <a:pt x="3723" y="5016"/>
                    <a:pt x="3733" y="5017"/>
                    <a:pt x="3742" y="5017"/>
                  </a:cubicBezTo>
                  <a:cubicBezTo>
                    <a:pt x="3901" y="5024"/>
                    <a:pt x="4033" y="5136"/>
                    <a:pt x="4066" y="5295"/>
                  </a:cubicBezTo>
                  <a:cubicBezTo>
                    <a:pt x="4066" y="5295"/>
                    <a:pt x="4066" y="5295"/>
                    <a:pt x="4066" y="5302"/>
                  </a:cubicBezTo>
                  <a:lnTo>
                    <a:pt x="4476" y="7424"/>
                  </a:lnTo>
                  <a:cubicBezTo>
                    <a:pt x="4502" y="7589"/>
                    <a:pt x="4397" y="7747"/>
                    <a:pt x="4231" y="7774"/>
                  </a:cubicBezTo>
                  <a:cubicBezTo>
                    <a:pt x="4211" y="7778"/>
                    <a:pt x="4191" y="7780"/>
                    <a:pt x="4171" y="7780"/>
                  </a:cubicBezTo>
                  <a:cubicBezTo>
                    <a:pt x="4029" y="7780"/>
                    <a:pt x="3904" y="7681"/>
                    <a:pt x="3881" y="7536"/>
                  </a:cubicBezTo>
                  <a:lnTo>
                    <a:pt x="3676" y="6458"/>
                  </a:lnTo>
                  <a:lnTo>
                    <a:pt x="3365" y="7543"/>
                  </a:lnTo>
                  <a:cubicBezTo>
                    <a:pt x="3359" y="7556"/>
                    <a:pt x="3352" y="7569"/>
                    <a:pt x="3352" y="7589"/>
                  </a:cubicBezTo>
                  <a:cubicBezTo>
                    <a:pt x="3293" y="7714"/>
                    <a:pt x="3167" y="7800"/>
                    <a:pt x="3028" y="7800"/>
                  </a:cubicBezTo>
                  <a:cubicBezTo>
                    <a:pt x="2876" y="7800"/>
                    <a:pt x="2744" y="7701"/>
                    <a:pt x="2691" y="7562"/>
                  </a:cubicBezTo>
                  <a:cubicBezTo>
                    <a:pt x="2691" y="7556"/>
                    <a:pt x="2691" y="7549"/>
                    <a:pt x="2691" y="7549"/>
                  </a:cubicBezTo>
                  <a:lnTo>
                    <a:pt x="2367" y="6465"/>
                  </a:lnTo>
                  <a:lnTo>
                    <a:pt x="2176" y="7536"/>
                  </a:lnTo>
                  <a:cubicBezTo>
                    <a:pt x="2149" y="7682"/>
                    <a:pt x="2020" y="7783"/>
                    <a:pt x="1877" y="7783"/>
                  </a:cubicBezTo>
                  <a:cubicBezTo>
                    <a:pt x="1845" y="7783"/>
                    <a:pt x="1812" y="7778"/>
                    <a:pt x="1779" y="7767"/>
                  </a:cubicBezTo>
                  <a:cubicBezTo>
                    <a:pt x="1634" y="7714"/>
                    <a:pt x="1554" y="7562"/>
                    <a:pt x="1581" y="7417"/>
                  </a:cubicBezTo>
                  <a:lnTo>
                    <a:pt x="1964" y="5302"/>
                  </a:lnTo>
                  <a:cubicBezTo>
                    <a:pt x="1997" y="5143"/>
                    <a:pt x="2129" y="5024"/>
                    <a:pt x="2288" y="5017"/>
                  </a:cubicBezTo>
                  <a:cubicBezTo>
                    <a:pt x="2297" y="5017"/>
                    <a:pt x="2307" y="5016"/>
                    <a:pt x="2316" y="5016"/>
                  </a:cubicBezTo>
                  <a:cubicBezTo>
                    <a:pt x="2464" y="5016"/>
                    <a:pt x="2595" y="5112"/>
                    <a:pt x="2645" y="5255"/>
                  </a:cubicBezTo>
                  <a:cubicBezTo>
                    <a:pt x="2645" y="5255"/>
                    <a:pt x="2645" y="5262"/>
                    <a:pt x="2645" y="5262"/>
                  </a:cubicBezTo>
                  <a:lnTo>
                    <a:pt x="3022" y="6538"/>
                  </a:lnTo>
                  <a:lnTo>
                    <a:pt x="3385" y="5269"/>
                  </a:lnTo>
                  <a:cubicBezTo>
                    <a:pt x="3385" y="5262"/>
                    <a:pt x="3385" y="5262"/>
                    <a:pt x="3385" y="5255"/>
                  </a:cubicBezTo>
                  <a:cubicBezTo>
                    <a:pt x="3435" y="5112"/>
                    <a:pt x="3567" y="5016"/>
                    <a:pt x="3714" y="5016"/>
                  </a:cubicBezTo>
                  <a:close/>
                  <a:moveTo>
                    <a:pt x="10060" y="5016"/>
                  </a:moveTo>
                  <a:cubicBezTo>
                    <a:pt x="10069" y="5016"/>
                    <a:pt x="10078" y="5017"/>
                    <a:pt x="10088" y="5017"/>
                  </a:cubicBezTo>
                  <a:cubicBezTo>
                    <a:pt x="10253" y="5024"/>
                    <a:pt x="10385" y="5143"/>
                    <a:pt x="10412" y="5302"/>
                  </a:cubicBezTo>
                  <a:lnTo>
                    <a:pt x="10795" y="7424"/>
                  </a:lnTo>
                  <a:cubicBezTo>
                    <a:pt x="10828" y="7589"/>
                    <a:pt x="10716" y="7747"/>
                    <a:pt x="10551" y="7774"/>
                  </a:cubicBezTo>
                  <a:cubicBezTo>
                    <a:pt x="10531" y="7778"/>
                    <a:pt x="10512" y="7780"/>
                    <a:pt x="10493" y="7780"/>
                  </a:cubicBezTo>
                  <a:cubicBezTo>
                    <a:pt x="10351" y="7780"/>
                    <a:pt x="10229" y="7676"/>
                    <a:pt x="10200" y="7536"/>
                  </a:cubicBezTo>
                  <a:lnTo>
                    <a:pt x="10009" y="6465"/>
                  </a:lnTo>
                  <a:lnTo>
                    <a:pt x="9685" y="7549"/>
                  </a:lnTo>
                  <a:cubicBezTo>
                    <a:pt x="9685" y="7549"/>
                    <a:pt x="9685" y="7556"/>
                    <a:pt x="9685" y="7562"/>
                  </a:cubicBezTo>
                  <a:cubicBezTo>
                    <a:pt x="9638" y="7701"/>
                    <a:pt x="9500" y="7800"/>
                    <a:pt x="9354" y="7800"/>
                  </a:cubicBezTo>
                  <a:lnTo>
                    <a:pt x="9348" y="7800"/>
                  </a:lnTo>
                  <a:cubicBezTo>
                    <a:pt x="9209" y="7800"/>
                    <a:pt x="9083" y="7714"/>
                    <a:pt x="9030" y="7582"/>
                  </a:cubicBezTo>
                  <a:cubicBezTo>
                    <a:pt x="9024" y="7569"/>
                    <a:pt x="9017" y="7556"/>
                    <a:pt x="9011" y="7543"/>
                  </a:cubicBezTo>
                  <a:lnTo>
                    <a:pt x="8706" y="6458"/>
                  </a:lnTo>
                  <a:lnTo>
                    <a:pt x="8502" y="7536"/>
                  </a:lnTo>
                  <a:cubicBezTo>
                    <a:pt x="8473" y="7681"/>
                    <a:pt x="8347" y="7780"/>
                    <a:pt x="8205" y="7780"/>
                  </a:cubicBezTo>
                  <a:cubicBezTo>
                    <a:pt x="8185" y="7780"/>
                    <a:pt x="8165" y="7778"/>
                    <a:pt x="8145" y="7774"/>
                  </a:cubicBezTo>
                  <a:cubicBezTo>
                    <a:pt x="7979" y="7747"/>
                    <a:pt x="7874" y="7589"/>
                    <a:pt x="7907" y="7424"/>
                  </a:cubicBezTo>
                  <a:lnTo>
                    <a:pt x="8310" y="5302"/>
                  </a:lnTo>
                  <a:cubicBezTo>
                    <a:pt x="8310" y="5295"/>
                    <a:pt x="8310" y="5295"/>
                    <a:pt x="8310" y="5295"/>
                  </a:cubicBezTo>
                  <a:cubicBezTo>
                    <a:pt x="8343" y="5135"/>
                    <a:pt x="8487" y="5016"/>
                    <a:pt x="8657" y="5016"/>
                  </a:cubicBezTo>
                  <a:cubicBezTo>
                    <a:pt x="8690" y="5016"/>
                    <a:pt x="8725" y="5021"/>
                    <a:pt x="8759" y="5031"/>
                  </a:cubicBezTo>
                  <a:cubicBezTo>
                    <a:pt x="8872" y="5064"/>
                    <a:pt x="8958" y="5150"/>
                    <a:pt x="8991" y="5262"/>
                  </a:cubicBezTo>
                  <a:lnTo>
                    <a:pt x="8991" y="5269"/>
                  </a:lnTo>
                  <a:lnTo>
                    <a:pt x="9354" y="6538"/>
                  </a:lnTo>
                  <a:lnTo>
                    <a:pt x="9731" y="5262"/>
                  </a:lnTo>
                  <a:cubicBezTo>
                    <a:pt x="9731" y="5262"/>
                    <a:pt x="9731" y="5255"/>
                    <a:pt x="9731" y="5255"/>
                  </a:cubicBezTo>
                  <a:cubicBezTo>
                    <a:pt x="9781" y="5112"/>
                    <a:pt x="9912" y="5016"/>
                    <a:pt x="10060" y="5016"/>
                  </a:cubicBezTo>
                  <a:close/>
                  <a:moveTo>
                    <a:pt x="6188" y="5024"/>
                  </a:moveTo>
                  <a:cubicBezTo>
                    <a:pt x="6955" y="5024"/>
                    <a:pt x="7583" y="5645"/>
                    <a:pt x="7583" y="6412"/>
                  </a:cubicBezTo>
                  <a:cubicBezTo>
                    <a:pt x="7583" y="7186"/>
                    <a:pt x="6955" y="7807"/>
                    <a:pt x="6188" y="7807"/>
                  </a:cubicBezTo>
                  <a:cubicBezTo>
                    <a:pt x="5421" y="7807"/>
                    <a:pt x="4793" y="7186"/>
                    <a:pt x="4793" y="6412"/>
                  </a:cubicBezTo>
                  <a:cubicBezTo>
                    <a:pt x="4793" y="5645"/>
                    <a:pt x="5421" y="5024"/>
                    <a:pt x="6188" y="5024"/>
                  </a:cubicBezTo>
                  <a:close/>
                  <a:moveTo>
                    <a:pt x="1" y="0"/>
                  </a:moveTo>
                  <a:lnTo>
                    <a:pt x="1" y="7919"/>
                  </a:lnTo>
                  <a:cubicBezTo>
                    <a:pt x="1" y="8521"/>
                    <a:pt x="483" y="9010"/>
                    <a:pt x="1085" y="9010"/>
                  </a:cubicBezTo>
                  <a:lnTo>
                    <a:pt x="11304" y="9010"/>
                  </a:lnTo>
                  <a:cubicBezTo>
                    <a:pt x="11906" y="9010"/>
                    <a:pt x="12395" y="8521"/>
                    <a:pt x="12395" y="7919"/>
                  </a:cubicBezTo>
                  <a:lnTo>
                    <a:pt x="12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72"/>
            <p:cNvSpPr/>
            <p:nvPr/>
          </p:nvSpPr>
          <p:spPr>
            <a:xfrm>
              <a:off x="4649653" y="1792157"/>
              <a:ext cx="480058" cy="75059"/>
            </a:xfrm>
            <a:custGeom>
              <a:avLst/>
              <a:gdLst/>
              <a:ahLst/>
              <a:cxnLst/>
              <a:rect l="l" t="t" r="r" b="b"/>
              <a:pathLst>
                <a:path w="12395" h="1938" extrusionOk="0">
                  <a:moveTo>
                    <a:pt x="966" y="1"/>
                  </a:moveTo>
                  <a:cubicBezTo>
                    <a:pt x="431" y="1"/>
                    <a:pt x="1" y="437"/>
                    <a:pt x="1" y="972"/>
                  </a:cubicBezTo>
                  <a:lnTo>
                    <a:pt x="1" y="1937"/>
                  </a:lnTo>
                  <a:lnTo>
                    <a:pt x="12395" y="1937"/>
                  </a:lnTo>
                  <a:lnTo>
                    <a:pt x="12395" y="972"/>
                  </a:lnTo>
                  <a:cubicBezTo>
                    <a:pt x="12395" y="437"/>
                    <a:pt x="11965" y="1"/>
                    <a:pt x="11430" y="1"/>
                  </a:cubicBezTo>
                  <a:lnTo>
                    <a:pt x="10795" y="1"/>
                  </a:lnTo>
                  <a:lnTo>
                    <a:pt x="10795" y="721"/>
                  </a:lnTo>
                  <a:cubicBezTo>
                    <a:pt x="10795" y="906"/>
                    <a:pt x="10663" y="1071"/>
                    <a:pt x="10478" y="1091"/>
                  </a:cubicBezTo>
                  <a:cubicBezTo>
                    <a:pt x="10466" y="1092"/>
                    <a:pt x="10454" y="1093"/>
                    <a:pt x="10442" y="1093"/>
                  </a:cubicBezTo>
                  <a:cubicBezTo>
                    <a:pt x="10239" y="1093"/>
                    <a:pt x="10068" y="934"/>
                    <a:pt x="10068" y="728"/>
                  </a:cubicBezTo>
                  <a:lnTo>
                    <a:pt x="10068" y="1"/>
                  </a:lnTo>
                  <a:lnTo>
                    <a:pt x="9103" y="1"/>
                  </a:lnTo>
                  <a:lnTo>
                    <a:pt x="9103" y="721"/>
                  </a:lnTo>
                  <a:cubicBezTo>
                    <a:pt x="9103" y="906"/>
                    <a:pt x="8964" y="1071"/>
                    <a:pt x="8779" y="1091"/>
                  </a:cubicBezTo>
                  <a:cubicBezTo>
                    <a:pt x="8767" y="1092"/>
                    <a:pt x="8755" y="1093"/>
                    <a:pt x="8744" y="1093"/>
                  </a:cubicBezTo>
                  <a:cubicBezTo>
                    <a:pt x="8541" y="1093"/>
                    <a:pt x="8376" y="934"/>
                    <a:pt x="8376" y="728"/>
                  </a:cubicBezTo>
                  <a:lnTo>
                    <a:pt x="8376" y="1"/>
                  </a:lnTo>
                  <a:lnTo>
                    <a:pt x="7411" y="1"/>
                  </a:lnTo>
                  <a:lnTo>
                    <a:pt x="7411" y="721"/>
                  </a:lnTo>
                  <a:cubicBezTo>
                    <a:pt x="7411" y="906"/>
                    <a:pt x="7272" y="1071"/>
                    <a:pt x="7087" y="1091"/>
                  </a:cubicBezTo>
                  <a:cubicBezTo>
                    <a:pt x="7075" y="1092"/>
                    <a:pt x="7063" y="1093"/>
                    <a:pt x="7052" y="1093"/>
                  </a:cubicBezTo>
                  <a:cubicBezTo>
                    <a:pt x="6849" y="1093"/>
                    <a:pt x="6684" y="934"/>
                    <a:pt x="6684" y="728"/>
                  </a:cubicBezTo>
                  <a:lnTo>
                    <a:pt x="6684" y="1"/>
                  </a:lnTo>
                  <a:lnTo>
                    <a:pt x="5712" y="1"/>
                  </a:lnTo>
                  <a:lnTo>
                    <a:pt x="5712" y="721"/>
                  </a:lnTo>
                  <a:cubicBezTo>
                    <a:pt x="5712" y="906"/>
                    <a:pt x="5573" y="1071"/>
                    <a:pt x="5388" y="1091"/>
                  </a:cubicBezTo>
                  <a:cubicBezTo>
                    <a:pt x="5376" y="1092"/>
                    <a:pt x="5364" y="1093"/>
                    <a:pt x="5353" y="1093"/>
                  </a:cubicBezTo>
                  <a:cubicBezTo>
                    <a:pt x="5150" y="1093"/>
                    <a:pt x="4985" y="934"/>
                    <a:pt x="4985" y="728"/>
                  </a:cubicBezTo>
                  <a:lnTo>
                    <a:pt x="4985" y="1"/>
                  </a:lnTo>
                  <a:lnTo>
                    <a:pt x="4020" y="1"/>
                  </a:lnTo>
                  <a:lnTo>
                    <a:pt x="4020" y="721"/>
                  </a:lnTo>
                  <a:cubicBezTo>
                    <a:pt x="4020" y="906"/>
                    <a:pt x="3881" y="1071"/>
                    <a:pt x="3696" y="1091"/>
                  </a:cubicBezTo>
                  <a:cubicBezTo>
                    <a:pt x="3684" y="1092"/>
                    <a:pt x="3672" y="1093"/>
                    <a:pt x="3661" y="1093"/>
                  </a:cubicBezTo>
                  <a:cubicBezTo>
                    <a:pt x="3458" y="1093"/>
                    <a:pt x="3293" y="934"/>
                    <a:pt x="3293" y="728"/>
                  </a:cubicBezTo>
                  <a:lnTo>
                    <a:pt x="3293" y="1"/>
                  </a:lnTo>
                  <a:lnTo>
                    <a:pt x="2321" y="1"/>
                  </a:lnTo>
                  <a:lnTo>
                    <a:pt x="2321" y="721"/>
                  </a:lnTo>
                  <a:cubicBezTo>
                    <a:pt x="2321" y="906"/>
                    <a:pt x="2189" y="1071"/>
                    <a:pt x="2004" y="1091"/>
                  </a:cubicBezTo>
                  <a:cubicBezTo>
                    <a:pt x="1991" y="1092"/>
                    <a:pt x="1979" y="1093"/>
                    <a:pt x="1967" y="1093"/>
                  </a:cubicBezTo>
                  <a:cubicBezTo>
                    <a:pt x="1759" y="1093"/>
                    <a:pt x="1594" y="934"/>
                    <a:pt x="1594" y="728"/>
                  </a:cubicBezTo>
                  <a:lnTo>
                    <a:pt x="15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72"/>
            <p:cNvSpPr/>
            <p:nvPr/>
          </p:nvSpPr>
          <p:spPr>
            <a:xfrm>
              <a:off x="4711350" y="1764155"/>
              <a:ext cx="28234" cy="28041"/>
            </a:xfrm>
            <a:custGeom>
              <a:avLst/>
              <a:gdLst/>
              <a:ahLst/>
              <a:cxnLst/>
              <a:rect l="l" t="t" r="r" b="b"/>
              <a:pathLst>
                <a:path w="729" h="724" extrusionOk="0">
                  <a:moveTo>
                    <a:pt x="369" y="0"/>
                  </a:moveTo>
                  <a:cubicBezTo>
                    <a:pt x="355" y="0"/>
                    <a:pt x="340" y="1"/>
                    <a:pt x="325" y="3"/>
                  </a:cubicBezTo>
                  <a:cubicBezTo>
                    <a:pt x="140" y="23"/>
                    <a:pt x="1" y="188"/>
                    <a:pt x="1" y="373"/>
                  </a:cubicBezTo>
                  <a:lnTo>
                    <a:pt x="1" y="724"/>
                  </a:lnTo>
                  <a:lnTo>
                    <a:pt x="728" y="724"/>
                  </a:lnTo>
                  <a:lnTo>
                    <a:pt x="728" y="360"/>
                  </a:lnTo>
                  <a:cubicBezTo>
                    <a:pt x="728" y="163"/>
                    <a:pt x="567" y="0"/>
                    <a:pt x="3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72"/>
            <p:cNvSpPr/>
            <p:nvPr/>
          </p:nvSpPr>
          <p:spPr>
            <a:xfrm>
              <a:off x="4777152" y="1764155"/>
              <a:ext cx="28195" cy="28041"/>
            </a:xfrm>
            <a:custGeom>
              <a:avLst/>
              <a:gdLst/>
              <a:ahLst/>
              <a:cxnLst/>
              <a:rect l="l" t="t" r="r" b="b"/>
              <a:pathLst>
                <a:path w="728" h="724" extrusionOk="0">
                  <a:moveTo>
                    <a:pt x="364" y="0"/>
                  </a:moveTo>
                  <a:cubicBezTo>
                    <a:pt x="349" y="0"/>
                    <a:pt x="333" y="1"/>
                    <a:pt x="318" y="3"/>
                  </a:cubicBezTo>
                  <a:cubicBezTo>
                    <a:pt x="133" y="23"/>
                    <a:pt x="1" y="188"/>
                    <a:pt x="1" y="373"/>
                  </a:cubicBezTo>
                  <a:lnTo>
                    <a:pt x="1" y="724"/>
                  </a:lnTo>
                  <a:lnTo>
                    <a:pt x="728" y="724"/>
                  </a:lnTo>
                  <a:lnTo>
                    <a:pt x="728" y="360"/>
                  </a:lnTo>
                  <a:cubicBezTo>
                    <a:pt x="728" y="163"/>
                    <a:pt x="567" y="0"/>
                    <a:pt x="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72"/>
            <p:cNvSpPr/>
            <p:nvPr/>
          </p:nvSpPr>
          <p:spPr>
            <a:xfrm>
              <a:off x="4842682" y="1764155"/>
              <a:ext cx="28234" cy="28041"/>
            </a:xfrm>
            <a:custGeom>
              <a:avLst/>
              <a:gdLst/>
              <a:ahLst/>
              <a:cxnLst/>
              <a:rect l="l" t="t" r="r" b="b"/>
              <a:pathLst>
                <a:path w="729" h="724" extrusionOk="0">
                  <a:moveTo>
                    <a:pt x="369" y="0"/>
                  </a:moveTo>
                  <a:cubicBezTo>
                    <a:pt x="355" y="0"/>
                    <a:pt x="340" y="1"/>
                    <a:pt x="325" y="3"/>
                  </a:cubicBezTo>
                  <a:cubicBezTo>
                    <a:pt x="140" y="23"/>
                    <a:pt x="1" y="188"/>
                    <a:pt x="1" y="373"/>
                  </a:cubicBezTo>
                  <a:lnTo>
                    <a:pt x="1" y="724"/>
                  </a:lnTo>
                  <a:lnTo>
                    <a:pt x="728" y="724"/>
                  </a:lnTo>
                  <a:lnTo>
                    <a:pt x="728" y="360"/>
                  </a:lnTo>
                  <a:cubicBezTo>
                    <a:pt x="728" y="163"/>
                    <a:pt x="567" y="0"/>
                    <a:pt x="3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72"/>
            <p:cNvSpPr/>
            <p:nvPr/>
          </p:nvSpPr>
          <p:spPr>
            <a:xfrm>
              <a:off x="5039585" y="1764155"/>
              <a:ext cx="28195" cy="28041"/>
            </a:xfrm>
            <a:custGeom>
              <a:avLst/>
              <a:gdLst/>
              <a:ahLst/>
              <a:cxnLst/>
              <a:rect l="l" t="t" r="r" b="b"/>
              <a:pathLst>
                <a:path w="728" h="724" extrusionOk="0">
                  <a:moveTo>
                    <a:pt x="368" y="0"/>
                  </a:moveTo>
                  <a:cubicBezTo>
                    <a:pt x="354" y="0"/>
                    <a:pt x="339" y="1"/>
                    <a:pt x="324" y="3"/>
                  </a:cubicBezTo>
                  <a:cubicBezTo>
                    <a:pt x="139" y="23"/>
                    <a:pt x="0" y="188"/>
                    <a:pt x="0" y="373"/>
                  </a:cubicBezTo>
                  <a:lnTo>
                    <a:pt x="0" y="724"/>
                  </a:lnTo>
                  <a:lnTo>
                    <a:pt x="727" y="724"/>
                  </a:lnTo>
                  <a:lnTo>
                    <a:pt x="727" y="360"/>
                  </a:lnTo>
                  <a:cubicBezTo>
                    <a:pt x="727" y="163"/>
                    <a:pt x="567" y="0"/>
                    <a:pt x="3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72"/>
            <p:cNvSpPr/>
            <p:nvPr/>
          </p:nvSpPr>
          <p:spPr>
            <a:xfrm>
              <a:off x="4974015" y="1764155"/>
              <a:ext cx="28234" cy="28041"/>
            </a:xfrm>
            <a:custGeom>
              <a:avLst/>
              <a:gdLst/>
              <a:ahLst/>
              <a:cxnLst/>
              <a:rect l="l" t="t" r="r" b="b"/>
              <a:pathLst>
                <a:path w="729" h="724" extrusionOk="0">
                  <a:moveTo>
                    <a:pt x="369" y="0"/>
                  </a:moveTo>
                  <a:cubicBezTo>
                    <a:pt x="355" y="0"/>
                    <a:pt x="340" y="1"/>
                    <a:pt x="325" y="3"/>
                  </a:cubicBezTo>
                  <a:cubicBezTo>
                    <a:pt x="140" y="23"/>
                    <a:pt x="1" y="188"/>
                    <a:pt x="1" y="373"/>
                  </a:cubicBezTo>
                  <a:lnTo>
                    <a:pt x="1" y="724"/>
                  </a:lnTo>
                  <a:lnTo>
                    <a:pt x="728" y="724"/>
                  </a:lnTo>
                  <a:lnTo>
                    <a:pt x="728" y="360"/>
                  </a:lnTo>
                  <a:cubicBezTo>
                    <a:pt x="728" y="163"/>
                    <a:pt x="567" y="0"/>
                    <a:pt x="3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72"/>
            <p:cNvSpPr/>
            <p:nvPr/>
          </p:nvSpPr>
          <p:spPr>
            <a:xfrm>
              <a:off x="4908484" y="1764155"/>
              <a:ext cx="27963" cy="28041"/>
            </a:xfrm>
            <a:custGeom>
              <a:avLst/>
              <a:gdLst/>
              <a:ahLst/>
              <a:cxnLst/>
              <a:rect l="l" t="t" r="r" b="b"/>
              <a:pathLst>
                <a:path w="722" h="724" extrusionOk="0">
                  <a:moveTo>
                    <a:pt x="362" y="0"/>
                  </a:moveTo>
                  <a:cubicBezTo>
                    <a:pt x="348" y="0"/>
                    <a:pt x="333" y="1"/>
                    <a:pt x="318" y="3"/>
                  </a:cubicBezTo>
                  <a:cubicBezTo>
                    <a:pt x="133" y="23"/>
                    <a:pt x="1" y="188"/>
                    <a:pt x="1" y="373"/>
                  </a:cubicBezTo>
                  <a:lnTo>
                    <a:pt x="1" y="724"/>
                  </a:lnTo>
                  <a:lnTo>
                    <a:pt x="721" y="724"/>
                  </a:lnTo>
                  <a:lnTo>
                    <a:pt x="721" y="360"/>
                  </a:lnTo>
                  <a:cubicBezTo>
                    <a:pt x="721" y="163"/>
                    <a:pt x="561"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72"/>
            <p:cNvSpPr/>
            <p:nvPr/>
          </p:nvSpPr>
          <p:spPr>
            <a:xfrm>
              <a:off x="4858833" y="2113188"/>
              <a:ext cx="60961" cy="60961"/>
            </a:xfrm>
            <a:custGeom>
              <a:avLst/>
              <a:gdLst/>
              <a:ahLst/>
              <a:cxnLst/>
              <a:rect l="l" t="t" r="r" b="b"/>
              <a:pathLst>
                <a:path w="1574" h="1574" extrusionOk="0">
                  <a:moveTo>
                    <a:pt x="787" y="1"/>
                  </a:moveTo>
                  <a:cubicBezTo>
                    <a:pt x="351" y="1"/>
                    <a:pt x="0" y="358"/>
                    <a:pt x="0" y="787"/>
                  </a:cubicBezTo>
                  <a:cubicBezTo>
                    <a:pt x="0" y="1223"/>
                    <a:pt x="351" y="1574"/>
                    <a:pt x="787" y="1574"/>
                  </a:cubicBezTo>
                  <a:cubicBezTo>
                    <a:pt x="1223" y="1574"/>
                    <a:pt x="1574" y="1223"/>
                    <a:pt x="1574" y="787"/>
                  </a:cubicBezTo>
                  <a:cubicBezTo>
                    <a:pt x="1574" y="358"/>
                    <a:pt x="1223" y="1"/>
                    <a:pt x="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8" name="Google Shape;1678;p72"/>
          <p:cNvGrpSpPr/>
          <p:nvPr/>
        </p:nvGrpSpPr>
        <p:grpSpPr>
          <a:xfrm>
            <a:off x="5275372" y="1779105"/>
            <a:ext cx="480056" cy="450081"/>
            <a:chOff x="5275372" y="1779105"/>
            <a:chExt cx="480056" cy="450081"/>
          </a:xfrm>
        </p:grpSpPr>
        <p:sp>
          <p:nvSpPr>
            <p:cNvPr id="1679" name="Google Shape;1679;p72"/>
            <p:cNvSpPr/>
            <p:nvPr/>
          </p:nvSpPr>
          <p:spPr>
            <a:xfrm>
              <a:off x="5669099" y="1825968"/>
              <a:ext cx="86329" cy="289817"/>
            </a:xfrm>
            <a:custGeom>
              <a:avLst/>
              <a:gdLst/>
              <a:ahLst/>
              <a:cxnLst/>
              <a:rect l="l" t="t" r="r" b="b"/>
              <a:pathLst>
                <a:path w="2229" h="7483" extrusionOk="0">
                  <a:moveTo>
                    <a:pt x="0" y="0"/>
                  </a:moveTo>
                  <a:lnTo>
                    <a:pt x="0" y="727"/>
                  </a:lnTo>
                  <a:lnTo>
                    <a:pt x="655" y="727"/>
                  </a:lnTo>
                  <a:cubicBezTo>
                    <a:pt x="1124" y="727"/>
                    <a:pt x="1501" y="1104"/>
                    <a:pt x="1501" y="1573"/>
                  </a:cubicBezTo>
                  <a:lnTo>
                    <a:pt x="1501" y="4918"/>
                  </a:lnTo>
                  <a:cubicBezTo>
                    <a:pt x="1501" y="5824"/>
                    <a:pt x="860" y="6577"/>
                    <a:pt x="0" y="6742"/>
                  </a:cubicBezTo>
                  <a:lnTo>
                    <a:pt x="0" y="7483"/>
                  </a:lnTo>
                  <a:cubicBezTo>
                    <a:pt x="1263" y="7304"/>
                    <a:pt x="2228" y="6220"/>
                    <a:pt x="2228" y="4918"/>
                  </a:cubicBezTo>
                  <a:lnTo>
                    <a:pt x="2228" y="1573"/>
                  </a:lnTo>
                  <a:cubicBezTo>
                    <a:pt x="2228" y="707"/>
                    <a:pt x="1527" y="0"/>
                    <a:pt x="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72"/>
            <p:cNvSpPr/>
            <p:nvPr/>
          </p:nvSpPr>
          <p:spPr>
            <a:xfrm>
              <a:off x="5369562" y="2082979"/>
              <a:ext cx="26143" cy="46902"/>
            </a:xfrm>
            <a:custGeom>
              <a:avLst/>
              <a:gdLst/>
              <a:ahLst/>
              <a:cxnLst/>
              <a:rect l="l" t="t" r="r" b="b"/>
              <a:pathLst>
                <a:path w="675" h="1211" extrusionOk="0">
                  <a:moveTo>
                    <a:pt x="1" y="1"/>
                  </a:moveTo>
                  <a:cubicBezTo>
                    <a:pt x="1" y="206"/>
                    <a:pt x="1" y="490"/>
                    <a:pt x="1" y="602"/>
                  </a:cubicBezTo>
                  <a:cubicBezTo>
                    <a:pt x="1" y="741"/>
                    <a:pt x="1" y="1012"/>
                    <a:pt x="1" y="1210"/>
                  </a:cubicBezTo>
                  <a:lnTo>
                    <a:pt x="245" y="1210"/>
                  </a:lnTo>
                  <a:cubicBezTo>
                    <a:pt x="543" y="1204"/>
                    <a:pt x="675" y="900"/>
                    <a:pt x="675" y="602"/>
                  </a:cubicBezTo>
                  <a:cubicBezTo>
                    <a:pt x="675" y="463"/>
                    <a:pt x="648"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72"/>
            <p:cNvSpPr/>
            <p:nvPr/>
          </p:nvSpPr>
          <p:spPr>
            <a:xfrm>
              <a:off x="5452251" y="2097580"/>
              <a:ext cx="12587" cy="16422"/>
            </a:xfrm>
            <a:custGeom>
              <a:avLst/>
              <a:gdLst/>
              <a:ahLst/>
              <a:cxnLst/>
              <a:rect l="l" t="t" r="r" b="b"/>
              <a:pathLst>
                <a:path w="325" h="424" extrusionOk="0">
                  <a:moveTo>
                    <a:pt x="166" y="0"/>
                  </a:moveTo>
                  <a:lnTo>
                    <a:pt x="1" y="423"/>
                  </a:lnTo>
                  <a:lnTo>
                    <a:pt x="325" y="423"/>
                  </a:lnTo>
                  <a:lnTo>
                    <a:pt x="1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72"/>
            <p:cNvSpPr/>
            <p:nvPr/>
          </p:nvSpPr>
          <p:spPr>
            <a:xfrm>
              <a:off x="5528819" y="2082979"/>
              <a:ext cx="26375" cy="46902"/>
            </a:xfrm>
            <a:custGeom>
              <a:avLst/>
              <a:gdLst/>
              <a:ahLst/>
              <a:cxnLst/>
              <a:rect l="l" t="t" r="r" b="b"/>
              <a:pathLst>
                <a:path w="681" h="1211" extrusionOk="0">
                  <a:moveTo>
                    <a:pt x="0" y="1"/>
                  </a:moveTo>
                  <a:cubicBezTo>
                    <a:pt x="0" y="206"/>
                    <a:pt x="0" y="490"/>
                    <a:pt x="0" y="602"/>
                  </a:cubicBezTo>
                  <a:cubicBezTo>
                    <a:pt x="0" y="741"/>
                    <a:pt x="0" y="1012"/>
                    <a:pt x="0" y="1210"/>
                  </a:cubicBezTo>
                  <a:lnTo>
                    <a:pt x="245" y="1210"/>
                  </a:lnTo>
                  <a:cubicBezTo>
                    <a:pt x="549" y="1204"/>
                    <a:pt x="681" y="900"/>
                    <a:pt x="681" y="602"/>
                  </a:cubicBezTo>
                  <a:cubicBezTo>
                    <a:pt x="681" y="463"/>
                    <a:pt x="648" y="1"/>
                    <a:pt x="2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72"/>
            <p:cNvSpPr/>
            <p:nvPr/>
          </p:nvSpPr>
          <p:spPr>
            <a:xfrm>
              <a:off x="5275372" y="1779105"/>
              <a:ext cx="365611" cy="450081"/>
            </a:xfrm>
            <a:custGeom>
              <a:avLst/>
              <a:gdLst/>
              <a:ahLst/>
              <a:cxnLst/>
              <a:rect l="l" t="t" r="r" b="b"/>
              <a:pathLst>
                <a:path w="9440" h="11621" extrusionOk="0">
                  <a:moveTo>
                    <a:pt x="5741" y="1915"/>
                  </a:moveTo>
                  <a:cubicBezTo>
                    <a:pt x="6138" y="1915"/>
                    <a:pt x="6534" y="2065"/>
                    <a:pt x="6835" y="2367"/>
                  </a:cubicBezTo>
                  <a:cubicBezTo>
                    <a:pt x="7436" y="2975"/>
                    <a:pt x="7436" y="3960"/>
                    <a:pt x="6835" y="4561"/>
                  </a:cubicBezTo>
                  <a:lnTo>
                    <a:pt x="4984" y="6412"/>
                  </a:lnTo>
                  <a:cubicBezTo>
                    <a:pt x="4915" y="6482"/>
                    <a:pt x="4822" y="6516"/>
                    <a:pt x="4730" y="6516"/>
                  </a:cubicBezTo>
                  <a:cubicBezTo>
                    <a:pt x="4637" y="6516"/>
                    <a:pt x="4545" y="6482"/>
                    <a:pt x="4475" y="6412"/>
                  </a:cubicBezTo>
                  <a:lnTo>
                    <a:pt x="2624" y="4561"/>
                  </a:lnTo>
                  <a:cubicBezTo>
                    <a:pt x="2023" y="3960"/>
                    <a:pt x="2023" y="2975"/>
                    <a:pt x="2624" y="2367"/>
                  </a:cubicBezTo>
                  <a:cubicBezTo>
                    <a:pt x="2926" y="2065"/>
                    <a:pt x="3322" y="1915"/>
                    <a:pt x="3718" y="1915"/>
                  </a:cubicBezTo>
                  <a:cubicBezTo>
                    <a:pt x="4077" y="1915"/>
                    <a:pt x="4437" y="2039"/>
                    <a:pt x="4726" y="2287"/>
                  </a:cubicBezTo>
                  <a:cubicBezTo>
                    <a:pt x="5019" y="2039"/>
                    <a:pt x="5380" y="1915"/>
                    <a:pt x="5741" y="1915"/>
                  </a:cubicBezTo>
                  <a:close/>
                  <a:moveTo>
                    <a:pt x="2664" y="7364"/>
                  </a:moveTo>
                  <a:cubicBezTo>
                    <a:pt x="3219" y="7364"/>
                    <a:pt x="3596" y="7800"/>
                    <a:pt x="3596" y="8455"/>
                  </a:cubicBezTo>
                  <a:cubicBezTo>
                    <a:pt x="3596" y="9076"/>
                    <a:pt x="3213" y="9532"/>
                    <a:pt x="2684" y="9539"/>
                  </a:cubicBezTo>
                  <a:cubicBezTo>
                    <a:pt x="2596" y="9539"/>
                    <a:pt x="2414" y="9542"/>
                    <a:pt x="2298" y="9542"/>
                  </a:cubicBezTo>
                  <a:cubicBezTo>
                    <a:pt x="2240" y="9542"/>
                    <a:pt x="2199" y="9541"/>
                    <a:pt x="2195" y="9539"/>
                  </a:cubicBezTo>
                  <a:lnTo>
                    <a:pt x="2188" y="9539"/>
                  </a:lnTo>
                  <a:cubicBezTo>
                    <a:pt x="2182" y="9539"/>
                    <a:pt x="2176" y="9540"/>
                    <a:pt x="2170" y="9540"/>
                  </a:cubicBezTo>
                  <a:cubicBezTo>
                    <a:pt x="2115" y="9540"/>
                    <a:pt x="2058" y="9514"/>
                    <a:pt x="2023" y="9473"/>
                  </a:cubicBezTo>
                  <a:cubicBezTo>
                    <a:pt x="1977" y="9426"/>
                    <a:pt x="1950" y="9367"/>
                    <a:pt x="1937" y="9301"/>
                  </a:cubicBezTo>
                  <a:lnTo>
                    <a:pt x="1937" y="8448"/>
                  </a:lnTo>
                  <a:lnTo>
                    <a:pt x="1937" y="7609"/>
                  </a:lnTo>
                  <a:cubicBezTo>
                    <a:pt x="1943" y="7543"/>
                    <a:pt x="1970" y="7483"/>
                    <a:pt x="2016" y="7437"/>
                  </a:cubicBezTo>
                  <a:cubicBezTo>
                    <a:pt x="2062" y="7390"/>
                    <a:pt x="2122" y="7364"/>
                    <a:pt x="2188" y="7364"/>
                  </a:cubicBezTo>
                  <a:close/>
                  <a:moveTo>
                    <a:pt x="6782" y="7364"/>
                  </a:moveTo>
                  <a:cubicBezTo>
                    <a:pt x="7337" y="7364"/>
                    <a:pt x="7708" y="7800"/>
                    <a:pt x="7708" y="8455"/>
                  </a:cubicBezTo>
                  <a:cubicBezTo>
                    <a:pt x="7708" y="9076"/>
                    <a:pt x="7324" y="9532"/>
                    <a:pt x="6802" y="9539"/>
                  </a:cubicBezTo>
                  <a:cubicBezTo>
                    <a:pt x="6709" y="9539"/>
                    <a:pt x="6526" y="9542"/>
                    <a:pt x="6410" y="9542"/>
                  </a:cubicBezTo>
                  <a:cubicBezTo>
                    <a:pt x="6352" y="9542"/>
                    <a:pt x="6311" y="9541"/>
                    <a:pt x="6306" y="9539"/>
                  </a:cubicBezTo>
                  <a:cubicBezTo>
                    <a:pt x="6299" y="9539"/>
                    <a:pt x="6293" y="9540"/>
                    <a:pt x="6286" y="9540"/>
                  </a:cubicBezTo>
                  <a:cubicBezTo>
                    <a:pt x="6228" y="9540"/>
                    <a:pt x="6176" y="9514"/>
                    <a:pt x="6134" y="9473"/>
                  </a:cubicBezTo>
                  <a:cubicBezTo>
                    <a:pt x="6088" y="9426"/>
                    <a:pt x="6062" y="9367"/>
                    <a:pt x="6055" y="9301"/>
                  </a:cubicBezTo>
                  <a:lnTo>
                    <a:pt x="6075" y="8448"/>
                  </a:lnTo>
                  <a:lnTo>
                    <a:pt x="6075" y="7609"/>
                  </a:lnTo>
                  <a:cubicBezTo>
                    <a:pt x="6062" y="7543"/>
                    <a:pt x="6081" y="7483"/>
                    <a:pt x="6128" y="7437"/>
                  </a:cubicBezTo>
                  <a:cubicBezTo>
                    <a:pt x="6174" y="7390"/>
                    <a:pt x="6240" y="7364"/>
                    <a:pt x="6300" y="7364"/>
                  </a:cubicBezTo>
                  <a:close/>
                  <a:moveTo>
                    <a:pt x="4733" y="7364"/>
                  </a:moveTo>
                  <a:cubicBezTo>
                    <a:pt x="4845" y="7364"/>
                    <a:pt x="4951" y="7430"/>
                    <a:pt x="4991" y="7536"/>
                  </a:cubicBezTo>
                  <a:cubicBezTo>
                    <a:pt x="4991" y="7536"/>
                    <a:pt x="4997" y="7543"/>
                    <a:pt x="4997" y="7543"/>
                  </a:cubicBezTo>
                  <a:lnTo>
                    <a:pt x="5625" y="9215"/>
                  </a:lnTo>
                  <a:cubicBezTo>
                    <a:pt x="5672" y="9340"/>
                    <a:pt x="5612" y="9486"/>
                    <a:pt x="5487" y="9532"/>
                  </a:cubicBezTo>
                  <a:cubicBezTo>
                    <a:pt x="5460" y="9539"/>
                    <a:pt x="5427" y="9545"/>
                    <a:pt x="5401" y="9545"/>
                  </a:cubicBezTo>
                  <a:cubicBezTo>
                    <a:pt x="5301" y="9545"/>
                    <a:pt x="5209" y="9486"/>
                    <a:pt x="5176" y="9387"/>
                  </a:cubicBezTo>
                  <a:lnTo>
                    <a:pt x="5077" y="9129"/>
                  </a:lnTo>
                  <a:lnTo>
                    <a:pt x="4383" y="9129"/>
                  </a:lnTo>
                  <a:lnTo>
                    <a:pt x="4283" y="9393"/>
                  </a:lnTo>
                  <a:cubicBezTo>
                    <a:pt x="4247" y="9486"/>
                    <a:pt x="4155" y="9547"/>
                    <a:pt x="4056" y="9547"/>
                  </a:cubicBezTo>
                  <a:cubicBezTo>
                    <a:pt x="4028" y="9547"/>
                    <a:pt x="4000" y="9542"/>
                    <a:pt x="3973" y="9532"/>
                  </a:cubicBezTo>
                  <a:cubicBezTo>
                    <a:pt x="3847" y="9486"/>
                    <a:pt x="3781" y="9340"/>
                    <a:pt x="3834" y="9215"/>
                  </a:cubicBezTo>
                  <a:lnTo>
                    <a:pt x="4469" y="7543"/>
                  </a:lnTo>
                  <a:cubicBezTo>
                    <a:pt x="4469" y="7543"/>
                    <a:pt x="4469" y="7536"/>
                    <a:pt x="4475" y="7536"/>
                  </a:cubicBezTo>
                  <a:cubicBezTo>
                    <a:pt x="4515" y="7430"/>
                    <a:pt x="4621" y="7364"/>
                    <a:pt x="4733" y="7364"/>
                  </a:cubicBezTo>
                  <a:close/>
                  <a:moveTo>
                    <a:pt x="364" y="0"/>
                  </a:moveTo>
                  <a:cubicBezTo>
                    <a:pt x="159" y="0"/>
                    <a:pt x="0" y="166"/>
                    <a:pt x="0" y="364"/>
                  </a:cubicBezTo>
                  <a:lnTo>
                    <a:pt x="0" y="10292"/>
                  </a:lnTo>
                  <a:cubicBezTo>
                    <a:pt x="0" y="11026"/>
                    <a:pt x="595" y="11621"/>
                    <a:pt x="1329" y="11621"/>
                  </a:cubicBezTo>
                  <a:lnTo>
                    <a:pt x="8111" y="11621"/>
                  </a:lnTo>
                  <a:cubicBezTo>
                    <a:pt x="8844" y="11621"/>
                    <a:pt x="9439" y="11026"/>
                    <a:pt x="9439" y="10292"/>
                  </a:cubicBezTo>
                  <a:lnTo>
                    <a:pt x="9439" y="364"/>
                  </a:lnTo>
                  <a:cubicBezTo>
                    <a:pt x="9439" y="166"/>
                    <a:pt x="9281" y="0"/>
                    <a:pt x="9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72"/>
            <p:cNvSpPr/>
            <p:nvPr/>
          </p:nvSpPr>
          <p:spPr>
            <a:xfrm>
              <a:off x="5384435" y="1881313"/>
              <a:ext cx="148258" cy="116190"/>
            </a:xfrm>
            <a:custGeom>
              <a:avLst/>
              <a:gdLst/>
              <a:ahLst/>
              <a:cxnLst/>
              <a:rect l="l" t="t" r="r" b="b"/>
              <a:pathLst>
                <a:path w="3828" h="3000" extrusionOk="0">
                  <a:moveTo>
                    <a:pt x="906" y="0"/>
                  </a:moveTo>
                  <a:cubicBezTo>
                    <a:pt x="694" y="0"/>
                    <a:pt x="483" y="81"/>
                    <a:pt x="324" y="243"/>
                  </a:cubicBezTo>
                  <a:cubicBezTo>
                    <a:pt x="0" y="567"/>
                    <a:pt x="0" y="1089"/>
                    <a:pt x="324" y="1407"/>
                  </a:cubicBezTo>
                  <a:lnTo>
                    <a:pt x="1910" y="3000"/>
                  </a:lnTo>
                  <a:lnTo>
                    <a:pt x="3503" y="1407"/>
                  </a:lnTo>
                  <a:cubicBezTo>
                    <a:pt x="3827" y="1089"/>
                    <a:pt x="3827" y="567"/>
                    <a:pt x="3503" y="243"/>
                  </a:cubicBezTo>
                  <a:cubicBezTo>
                    <a:pt x="3341" y="81"/>
                    <a:pt x="3130" y="0"/>
                    <a:pt x="2919" y="0"/>
                  </a:cubicBezTo>
                  <a:cubicBezTo>
                    <a:pt x="2709" y="0"/>
                    <a:pt x="2499" y="81"/>
                    <a:pt x="2340" y="243"/>
                  </a:cubicBezTo>
                  <a:lnTo>
                    <a:pt x="2168" y="409"/>
                  </a:lnTo>
                  <a:cubicBezTo>
                    <a:pt x="2099" y="481"/>
                    <a:pt x="2006" y="518"/>
                    <a:pt x="1914" y="518"/>
                  </a:cubicBezTo>
                  <a:cubicBezTo>
                    <a:pt x="1821" y="518"/>
                    <a:pt x="1729" y="481"/>
                    <a:pt x="1659" y="409"/>
                  </a:cubicBezTo>
                  <a:lnTo>
                    <a:pt x="1487" y="243"/>
                  </a:lnTo>
                  <a:cubicBezTo>
                    <a:pt x="1329" y="81"/>
                    <a:pt x="1117"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 name="Google Shape;1685;p72"/>
          <p:cNvGrpSpPr/>
          <p:nvPr/>
        </p:nvGrpSpPr>
        <p:grpSpPr>
          <a:xfrm>
            <a:off x="5901051" y="1764194"/>
            <a:ext cx="480291" cy="480097"/>
            <a:chOff x="5901051" y="1764194"/>
            <a:chExt cx="480291" cy="480097"/>
          </a:xfrm>
        </p:grpSpPr>
        <p:sp>
          <p:nvSpPr>
            <p:cNvPr id="1686" name="Google Shape;1686;p72"/>
            <p:cNvSpPr/>
            <p:nvPr/>
          </p:nvSpPr>
          <p:spPr>
            <a:xfrm>
              <a:off x="5901051" y="1764194"/>
              <a:ext cx="480291" cy="480097"/>
            </a:xfrm>
            <a:custGeom>
              <a:avLst/>
              <a:gdLst/>
              <a:ahLst/>
              <a:cxnLst/>
              <a:rect l="l" t="t" r="r" b="b"/>
              <a:pathLst>
                <a:path w="12401" h="12396" extrusionOk="0">
                  <a:moveTo>
                    <a:pt x="6201" y="721"/>
                  </a:moveTo>
                  <a:cubicBezTo>
                    <a:pt x="6221" y="721"/>
                    <a:pt x="6240" y="722"/>
                    <a:pt x="6260" y="723"/>
                  </a:cubicBezTo>
                  <a:cubicBezTo>
                    <a:pt x="6974" y="762"/>
                    <a:pt x="7529" y="1364"/>
                    <a:pt x="7529" y="2078"/>
                  </a:cubicBezTo>
                  <a:lnTo>
                    <a:pt x="7529" y="2950"/>
                  </a:lnTo>
                  <a:lnTo>
                    <a:pt x="4865" y="2950"/>
                  </a:lnTo>
                  <a:lnTo>
                    <a:pt x="4865" y="2058"/>
                  </a:lnTo>
                  <a:cubicBezTo>
                    <a:pt x="4865" y="1317"/>
                    <a:pt x="5467" y="721"/>
                    <a:pt x="6201" y="721"/>
                  </a:cubicBezTo>
                  <a:close/>
                  <a:moveTo>
                    <a:pt x="7129" y="6099"/>
                  </a:moveTo>
                  <a:cubicBezTo>
                    <a:pt x="7571" y="6099"/>
                    <a:pt x="8079" y="6310"/>
                    <a:pt x="8640" y="6896"/>
                  </a:cubicBezTo>
                  <a:cubicBezTo>
                    <a:pt x="8746" y="7002"/>
                    <a:pt x="8772" y="7161"/>
                    <a:pt x="8712" y="7293"/>
                  </a:cubicBezTo>
                  <a:cubicBezTo>
                    <a:pt x="8250" y="8337"/>
                    <a:pt x="7357" y="8906"/>
                    <a:pt x="6201" y="8906"/>
                  </a:cubicBezTo>
                  <a:cubicBezTo>
                    <a:pt x="5044" y="8906"/>
                    <a:pt x="4151" y="8337"/>
                    <a:pt x="3689" y="7293"/>
                  </a:cubicBezTo>
                  <a:cubicBezTo>
                    <a:pt x="3629" y="7161"/>
                    <a:pt x="3656" y="7002"/>
                    <a:pt x="3761" y="6896"/>
                  </a:cubicBezTo>
                  <a:cubicBezTo>
                    <a:pt x="4326" y="6310"/>
                    <a:pt x="4836" y="6099"/>
                    <a:pt x="5277" y="6099"/>
                  </a:cubicBezTo>
                  <a:cubicBezTo>
                    <a:pt x="5631" y="6099"/>
                    <a:pt x="5942" y="6235"/>
                    <a:pt x="6201" y="6420"/>
                  </a:cubicBezTo>
                  <a:cubicBezTo>
                    <a:pt x="6463" y="6235"/>
                    <a:pt x="6774" y="6099"/>
                    <a:pt x="7129" y="6099"/>
                  </a:cubicBezTo>
                  <a:close/>
                  <a:moveTo>
                    <a:pt x="7899" y="9977"/>
                  </a:moveTo>
                  <a:cubicBezTo>
                    <a:pt x="8098" y="9977"/>
                    <a:pt x="8263" y="10135"/>
                    <a:pt x="8263" y="10340"/>
                  </a:cubicBezTo>
                  <a:cubicBezTo>
                    <a:pt x="8263" y="10539"/>
                    <a:pt x="8098" y="10704"/>
                    <a:pt x="7899" y="10704"/>
                  </a:cubicBezTo>
                  <a:lnTo>
                    <a:pt x="4508" y="10704"/>
                  </a:lnTo>
                  <a:cubicBezTo>
                    <a:pt x="4303" y="10704"/>
                    <a:pt x="4145" y="10539"/>
                    <a:pt x="4145" y="10340"/>
                  </a:cubicBezTo>
                  <a:cubicBezTo>
                    <a:pt x="4145" y="10135"/>
                    <a:pt x="4303" y="9977"/>
                    <a:pt x="4508" y="9977"/>
                  </a:cubicBezTo>
                  <a:close/>
                  <a:moveTo>
                    <a:pt x="6190" y="0"/>
                  </a:moveTo>
                  <a:cubicBezTo>
                    <a:pt x="5058" y="0"/>
                    <a:pt x="4138" y="922"/>
                    <a:pt x="4138" y="2058"/>
                  </a:cubicBezTo>
                  <a:lnTo>
                    <a:pt x="4138" y="3314"/>
                  </a:lnTo>
                  <a:cubicBezTo>
                    <a:pt x="4138" y="4318"/>
                    <a:pt x="3332" y="5131"/>
                    <a:pt x="2327" y="5131"/>
                  </a:cubicBezTo>
                  <a:cubicBezTo>
                    <a:pt x="2129" y="5131"/>
                    <a:pt x="1963" y="5290"/>
                    <a:pt x="1963" y="5495"/>
                  </a:cubicBezTo>
                  <a:lnTo>
                    <a:pt x="1963" y="6341"/>
                  </a:lnTo>
                  <a:lnTo>
                    <a:pt x="1091" y="6341"/>
                  </a:lnTo>
                  <a:cubicBezTo>
                    <a:pt x="886" y="6341"/>
                    <a:pt x="727" y="6182"/>
                    <a:pt x="727" y="5978"/>
                  </a:cubicBezTo>
                  <a:lnTo>
                    <a:pt x="727" y="5012"/>
                  </a:lnTo>
                  <a:cubicBezTo>
                    <a:pt x="727" y="4814"/>
                    <a:pt x="886" y="4649"/>
                    <a:pt x="1084" y="4649"/>
                  </a:cubicBezTo>
                  <a:cubicBezTo>
                    <a:pt x="1686" y="4649"/>
                    <a:pt x="2182" y="4160"/>
                    <a:pt x="2182" y="3558"/>
                  </a:cubicBezTo>
                  <a:lnTo>
                    <a:pt x="2182" y="2355"/>
                  </a:lnTo>
                  <a:cubicBezTo>
                    <a:pt x="2182" y="2170"/>
                    <a:pt x="2043" y="2005"/>
                    <a:pt x="1858" y="1985"/>
                  </a:cubicBezTo>
                  <a:cubicBezTo>
                    <a:pt x="1843" y="1983"/>
                    <a:pt x="1828" y="1982"/>
                    <a:pt x="1813" y="1982"/>
                  </a:cubicBezTo>
                  <a:cubicBezTo>
                    <a:pt x="1615" y="1982"/>
                    <a:pt x="1455" y="2145"/>
                    <a:pt x="1455" y="2349"/>
                  </a:cubicBezTo>
                  <a:lnTo>
                    <a:pt x="1455" y="3558"/>
                  </a:lnTo>
                  <a:cubicBezTo>
                    <a:pt x="1455" y="3757"/>
                    <a:pt x="1289" y="3922"/>
                    <a:pt x="1091" y="3922"/>
                  </a:cubicBezTo>
                  <a:cubicBezTo>
                    <a:pt x="1087" y="3922"/>
                    <a:pt x="1083" y="3922"/>
                    <a:pt x="1079" y="3922"/>
                  </a:cubicBezTo>
                  <a:cubicBezTo>
                    <a:pt x="483" y="3922"/>
                    <a:pt x="0" y="4415"/>
                    <a:pt x="0" y="5012"/>
                  </a:cubicBezTo>
                  <a:lnTo>
                    <a:pt x="0" y="5978"/>
                  </a:lnTo>
                  <a:cubicBezTo>
                    <a:pt x="0" y="6579"/>
                    <a:pt x="489" y="7068"/>
                    <a:pt x="1091" y="7068"/>
                  </a:cubicBezTo>
                  <a:lnTo>
                    <a:pt x="1963" y="7068"/>
                  </a:lnTo>
                  <a:lnTo>
                    <a:pt x="1963" y="11550"/>
                  </a:lnTo>
                  <a:cubicBezTo>
                    <a:pt x="1963" y="12019"/>
                    <a:pt x="2340" y="12396"/>
                    <a:pt x="2810" y="12396"/>
                  </a:cubicBezTo>
                  <a:lnTo>
                    <a:pt x="9592" y="12396"/>
                  </a:lnTo>
                  <a:cubicBezTo>
                    <a:pt x="10054" y="12396"/>
                    <a:pt x="10438" y="12019"/>
                    <a:pt x="10438" y="11550"/>
                  </a:cubicBezTo>
                  <a:lnTo>
                    <a:pt x="10438" y="7068"/>
                  </a:lnTo>
                  <a:lnTo>
                    <a:pt x="11310" y="7068"/>
                  </a:lnTo>
                  <a:cubicBezTo>
                    <a:pt x="11912" y="7068"/>
                    <a:pt x="12401" y="6579"/>
                    <a:pt x="12401" y="5978"/>
                  </a:cubicBezTo>
                  <a:lnTo>
                    <a:pt x="12401" y="5012"/>
                  </a:lnTo>
                  <a:cubicBezTo>
                    <a:pt x="12401" y="4415"/>
                    <a:pt x="11912" y="3922"/>
                    <a:pt x="11316" y="3922"/>
                  </a:cubicBezTo>
                  <a:cubicBezTo>
                    <a:pt x="11312" y="3922"/>
                    <a:pt x="11308" y="3922"/>
                    <a:pt x="11304" y="3922"/>
                  </a:cubicBezTo>
                  <a:cubicBezTo>
                    <a:pt x="11105" y="3922"/>
                    <a:pt x="10947" y="3757"/>
                    <a:pt x="10947" y="3558"/>
                  </a:cubicBezTo>
                  <a:lnTo>
                    <a:pt x="10947" y="2355"/>
                  </a:lnTo>
                  <a:cubicBezTo>
                    <a:pt x="10947" y="2170"/>
                    <a:pt x="10808" y="2005"/>
                    <a:pt x="10623" y="1985"/>
                  </a:cubicBezTo>
                  <a:cubicBezTo>
                    <a:pt x="10608" y="1983"/>
                    <a:pt x="10593" y="1982"/>
                    <a:pt x="10578" y="1982"/>
                  </a:cubicBezTo>
                  <a:cubicBezTo>
                    <a:pt x="10380" y="1982"/>
                    <a:pt x="10220" y="2145"/>
                    <a:pt x="10220" y="2349"/>
                  </a:cubicBezTo>
                  <a:lnTo>
                    <a:pt x="10220" y="3558"/>
                  </a:lnTo>
                  <a:cubicBezTo>
                    <a:pt x="10220" y="4160"/>
                    <a:pt x="10709" y="4649"/>
                    <a:pt x="11310" y="4649"/>
                  </a:cubicBezTo>
                  <a:cubicBezTo>
                    <a:pt x="11509" y="4649"/>
                    <a:pt x="11674" y="4814"/>
                    <a:pt x="11674" y="5012"/>
                  </a:cubicBezTo>
                  <a:lnTo>
                    <a:pt x="11674" y="5978"/>
                  </a:lnTo>
                  <a:cubicBezTo>
                    <a:pt x="11674" y="6182"/>
                    <a:pt x="11509" y="6341"/>
                    <a:pt x="11310" y="6341"/>
                  </a:cubicBezTo>
                  <a:lnTo>
                    <a:pt x="10438" y="6341"/>
                  </a:lnTo>
                  <a:lnTo>
                    <a:pt x="10438" y="5495"/>
                  </a:lnTo>
                  <a:cubicBezTo>
                    <a:pt x="10438" y="5290"/>
                    <a:pt x="10272" y="5131"/>
                    <a:pt x="10068" y="5131"/>
                  </a:cubicBezTo>
                  <a:cubicBezTo>
                    <a:pt x="9069" y="5131"/>
                    <a:pt x="8256" y="4318"/>
                    <a:pt x="8256" y="3314"/>
                  </a:cubicBezTo>
                  <a:lnTo>
                    <a:pt x="8256" y="2084"/>
                  </a:lnTo>
                  <a:cubicBezTo>
                    <a:pt x="8256" y="967"/>
                    <a:pt x="7384" y="42"/>
                    <a:pt x="6273" y="2"/>
                  </a:cubicBezTo>
                  <a:cubicBezTo>
                    <a:pt x="6246" y="1"/>
                    <a:pt x="6218" y="0"/>
                    <a:pt x="6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72"/>
            <p:cNvSpPr/>
            <p:nvPr/>
          </p:nvSpPr>
          <p:spPr>
            <a:xfrm>
              <a:off x="6074096" y="2028564"/>
              <a:ext cx="134471" cy="52673"/>
            </a:xfrm>
            <a:custGeom>
              <a:avLst/>
              <a:gdLst/>
              <a:ahLst/>
              <a:cxnLst/>
              <a:rect l="l" t="t" r="r" b="b"/>
              <a:pathLst>
                <a:path w="3472" h="1360" extrusionOk="0">
                  <a:moveTo>
                    <a:pt x="809" y="0"/>
                  </a:moveTo>
                  <a:cubicBezTo>
                    <a:pt x="583" y="0"/>
                    <a:pt x="320" y="108"/>
                    <a:pt x="1" y="394"/>
                  </a:cubicBezTo>
                  <a:cubicBezTo>
                    <a:pt x="364" y="1035"/>
                    <a:pt x="946" y="1359"/>
                    <a:pt x="1733" y="1359"/>
                  </a:cubicBezTo>
                  <a:cubicBezTo>
                    <a:pt x="2526" y="1359"/>
                    <a:pt x="3108" y="1035"/>
                    <a:pt x="3471" y="394"/>
                  </a:cubicBezTo>
                  <a:cubicBezTo>
                    <a:pt x="3149" y="108"/>
                    <a:pt x="2884" y="0"/>
                    <a:pt x="2657" y="0"/>
                  </a:cubicBezTo>
                  <a:cubicBezTo>
                    <a:pt x="2390" y="0"/>
                    <a:pt x="2177" y="149"/>
                    <a:pt x="1984" y="335"/>
                  </a:cubicBezTo>
                  <a:cubicBezTo>
                    <a:pt x="1914" y="401"/>
                    <a:pt x="1825" y="434"/>
                    <a:pt x="1735" y="434"/>
                  </a:cubicBezTo>
                  <a:cubicBezTo>
                    <a:pt x="1645" y="434"/>
                    <a:pt x="1554" y="401"/>
                    <a:pt x="1481" y="335"/>
                  </a:cubicBezTo>
                  <a:cubicBezTo>
                    <a:pt x="1289" y="149"/>
                    <a:pt x="1075" y="0"/>
                    <a:pt x="8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 name="Google Shape;1688;p72"/>
          <p:cNvGrpSpPr/>
          <p:nvPr/>
        </p:nvGrpSpPr>
        <p:grpSpPr>
          <a:xfrm>
            <a:off x="6527738" y="1764000"/>
            <a:ext cx="478275" cy="480291"/>
            <a:chOff x="6527738" y="1764000"/>
            <a:chExt cx="478275" cy="480291"/>
          </a:xfrm>
        </p:grpSpPr>
        <p:sp>
          <p:nvSpPr>
            <p:cNvPr id="1689" name="Google Shape;1689;p72"/>
            <p:cNvSpPr/>
            <p:nvPr/>
          </p:nvSpPr>
          <p:spPr>
            <a:xfrm>
              <a:off x="6649621" y="1764000"/>
              <a:ext cx="234549" cy="480291"/>
            </a:xfrm>
            <a:custGeom>
              <a:avLst/>
              <a:gdLst/>
              <a:ahLst/>
              <a:cxnLst/>
              <a:rect l="l" t="t" r="r" b="b"/>
              <a:pathLst>
                <a:path w="6056" h="12401" extrusionOk="0">
                  <a:moveTo>
                    <a:pt x="3028" y="4654"/>
                  </a:moveTo>
                  <a:cubicBezTo>
                    <a:pt x="3762" y="4654"/>
                    <a:pt x="4356" y="5249"/>
                    <a:pt x="4356" y="5983"/>
                  </a:cubicBezTo>
                  <a:cubicBezTo>
                    <a:pt x="4356" y="6716"/>
                    <a:pt x="3762" y="7318"/>
                    <a:pt x="3028" y="7318"/>
                  </a:cubicBezTo>
                  <a:cubicBezTo>
                    <a:pt x="2294" y="7318"/>
                    <a:pt x="1693" y="6716"/>
                    <a:pt x="1693" y="5983"/>
                  </a:cubicBezTo>
                  <a:cubicBezTo>
                    <a:pt x="1693" y="5249"/>
                    <a:pt x="2294" y="4654"/>
                    <a:pt x="3028" y="4654"/>
                  </a:cubicBezTo>
                  <a:close/>
                  <a:moveTo>
                    <a:pt x="2301" y="8045"/>
                  </a:moveTo>
                  <a:cubicBezTo>
                    <a:pt x="2499" y="8045"/>
                    <a:pt x="2664" y="8204"/>
                    <a:pt x="2664" y="8408"/>
                  </a:cubicBezTo>
                  <a:cubicBezTo>
                    <a:pt x="2664" y="8607"/>
                    <a:pt x="2499" y="8765"/>
                    <a:pt x="2301" y="8765"/>
                  </a:cubicBezTo>
                  <a:lnTo>
                    <a:pt x="1574" y="8765"/>
                  </a:lnTo>
                  <a:cubicBezTo>
                    <a:pt x="1375" y="8765"/>
                    <a:pt x="1210" y="8607"/>
                    <a:pt x="1210" y="8408"/>
                  </a:cubicBezTo>
                  <a:cubicBezTo>
                    <a:pt x="1210" y="8204"/>
                    <a:pt x="1375" y="8045"/>
                    <a:pt x="1574" y="8045"/>
                  </a:cubicBezTo>
                  <a:close/>
                  <a:moveTo>
                    <a:pt x="4482" y="8045"/>
                  </a:moveTo>
                  <a:cubicBezTo>
                    <a:pt x="4680" y="8045"/>
                    <a:pt x="4846" y="8204"/>
                    <a:pt x="4846" y="8408"/>
                  </a:cubicBezTo>
                  <a:cubicBezTo>
                    <a:pt x="4846" y="8607"/>
                    <a:pt x="4680" y="8765"/>
                    <a:pt x="4482" y="8765"/>
                  </a:cubicBezTo>
                  <a:lnTo>
                    <a:pt x="3755" y="8765"/>
                  </a:lnTo>
                  <a:cubicBezTo>
                    <a:pt x="3550" y="8765"/>
                    <a:pt x="3391" y="8607"/>
                    <a:pt x="3391" y="8408"/>
                  </a:cubicBezTo>
                  <a:cubicBezTo>
                    <a:pt x="3391" y="8204"/>
                    <a:pt x="3550" y="8045"/>
                    <a:pt x="3755" y="8045"/>
                  </a:cubicBezTo>
                  <a:close/>
                  <a:moveTo>
                    <a:pt x="3028" y="0"/>
                  </a:moveTo>
                  <a:cubicBezTo>
                    <a:pt x="2829" y="0"/>
                    <a:pt x="2664" y="166"/>
                    <a:pt x="2664" y="364"/>
                  </a:cubicBezTo>
                  <a:lnTo>
                    <a:pt x="2664" y="2677"/>
                  </a:lnTo>
                  <a:lnTo>
                    <a:pt x="727" y="4436"/>
                  </a:lnTo>
                  <a:lnTo>
                    <a:pt x="727" y="4046"/>
                  </a:lnTo>
                  <a:cubicBezTo>
                    <a:pt x="727" y="3847"/>
                    <a:pt x="562" y="3682"/>
                    <a:pt x="364" y="3682"/>
                  </a:cubicBezTo>
                  <a:cubicBezTo>
                    <a:pt x="166" y="3682"/>
                    <a:pt x="0" y="3847"/>
                    <a:pt x="0" y="4046"/>
                  </a:cubicBezTo>
                  <a:lnTo>
                    <a:pt x="0" y="12401"/>
                  </a:lnTo>
                  <a:lnTo>
                    <a:pt x="1210" y="12401"/>
                  </a:lnTo>
                  <a:lnTo>
                    <a:pt x="1210" y="9856"/>
                  </a:lnTo>
                  <a:cubicBezTo>
                    <a:pt x="1210" y="9658"/>
                    <a:pt x="1375" y="9493"/>
                    <a:pt x="1574" y="9493"/>
                  </a:cubicBezTo>
                  <a:lnTo>
                    <a:pt x="4482" y="9493"/>
                  </a:lnTo>
                  <a:cubicBezTo>
                    <a:pt x="4680" y="9493"/>
                    <a:pt x="4846" y="9658"/>
                    <a:pt x="4846" y="9856"/>
                  </a:cubicBezTo>
                  <a:lnTo>
                    <a:pt x="4846" y="12401"/>
                  </a:lnTo>
                  <a:lnTo>
                    <a:pt x="6055" y="12401"/>
                  </a:lnTo>
                  <a:lnTo>
                    <a:pt x="6055" y="4046"/>
                  </a:lnTo>
                  <a:cubicBezTo>
                    <a:pt x="6055" y="3847"/>
                    <a:pt x="5890" y="3682"/>
                    <a:pt x="5692" y="3682"/>
                  </a:cubicBezTo>
                  <a:cubicBezTo>
                    <a:pt x="5493" y="3682"/>
                    <a:pt x="5328" y="3847"/>
                    <a:pt x="5328" y="4046"/>
                  </a:cubicBezTo>
                  <a:lnTo>
                    <a:pt x="5328" y="4436"/>
                  </a:lnTo>
                  <a:lnTo>
                    <a:pt x="3391" y="2677"/>
                  </a:lnTo>
                  <a:lnTo>
                    <a:pt x="3391" y="1699"/>
                  </a:lnTo>
                  <a:lnTo>
                    <a:pt x="4965" y="1699"/>
                  </a:lnTo>
                  <a:cubicBezTo>
                    <a:pt x="5163" y="1699"/>
                    <a:pt x="5328" y="1534"/>
                    <a:pt x="5328" y="1336"/>
                  </a:cubicBezTo>
                  <a:lnTo>
                    <a:pt x="5328" y="364"/>
                  </a:lnTo>
                  <a:cubicBezTo>
                    <a:pt x="5328" y="166"/>
                    <a:pt x="5163" y="0"/>
                    <a:pt x="4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72"/>
            <p:cNvSpPr/>
            <p:nvPr/>
          </p:nvSpPr>
          <p:spPr>
            <a:xfrm>
              <a:off x="6527738" y="1991073"/>
              <a:ext cx="93765" cy="253217"/>
            </a:xfrm>
            <a:custGeom>
              <a:avLst/>
              <a:gdLst/>
              <a:ahLst/>
              <a:cxnLst/>
              <a:rect l="l" t="t" r="r" b="b"/>
              <a:pathLst>
                <a:path w="2421" h="6538" extrusionOk="0">
                  <a:moveTo>
                    <a:pt x="1211" y="2182"/>
                  </a:moveTo>
                  <a:cubicBezTo>
                    <a:pt x="1409" y="2182"/>
                    <a:pt x="1574" y="2341"/>
                    <a:pt x="1574" y="2545"/>
                  </a:cubicBezTo>
                  <a:lnTo>
                    <a:pt x="1574" y="3266"/>
                  </a:lnTo>
                  <a:cubicBezTo>
                    <a:pt x="1574" y="3471"/>
                    <a:pt x="1409" y="3630"/>
                    <a:pt x="1211" y="3630"/>
                  </a:cubicBezTo>
                  <a:cubicBezTo>
                    <a:pt x="1012" y="3630"/>
                    <a:pt x="847" y="3471"/>
                    <a:pt x="847" y="3266"/>
                  </a:cubicBezTo>
                  <a:lnTo>
                    <a:pt x="847" y="2545"/>
                  </a:lnTo>
                  <a:cubicBezTo>
                    <a:pt x="847" y="2341"/>
                    <a:pt x="1012" y="2182"/>
                    <a:pt x="1211" y="2182"/>
                  </a:cubicBezTo>
                  <a:close/>
                  <a:moveTo>
                    <a:pt x="364" y="1"/>
                  </a:moveTo>
                  <a:cubicBezTo>
                    <a:pt x="160" y="1"/>
                    <a:pt x="1" y="159"/>
                    <a:pt x="1" y="364"/>
                  </a:cubicBezTo>
                  <a:lnTo>
                    <a:pt x="1" y="6174"/>
                  </a:lnTo>
                  <a:cubicBezTo>
                    <a:pt x="1" y="6373"/>
                    <a:pt x="160" y="6538"/>
                    <a:pt x="364" y="6538"/>
                  </a:cubicBezTo>
                  <a:lnTo>
                    <a:pt x="847" y="6538"/>
                  </a:lnTo>
                  <a:lnTo>
                    <a:pt x="847" y="4720"/>
                  </a:lnTo>
                  <a:cubicBezTo>
                    <a:pt x="847" y="4522"/>
                    <a:pt x="1012" y="4357"/>
                    <a:pt x="1211" y="4357"/>
                  </a:cubicBezTo>
                  <a:cubicBezTo>
                    <a:pt x="1409" y="4357"/>
                    <a:pt x="1574" y="4522"/>
                    <a:pt x="1574" y="4720"/>
                  </a:cubicBezTo>
                  <a:lnTo>
                    <a:pt x="1574" y="6538"/>
                  </a:lnTo>
                  <a:lnTo>
                    <a:pt x="2420" y="6538"/>
                  </a:lnTo>
                  <a:lnTo>
                    <a:pt x="2420" y="324"/>
                  </a:lnTo>
                  <a:lnTo>
                    <a:pt x="728" y="1032"/>
                  </a:lnTo>
                  <a:lnTo>
                    <a:pt x="728" y="364"/>
                  </a:lnTo>
                  <a:cubicBezTo>
                    <a:pt x="728" y="159"/>
                    <a:pt x="563" y="1"/>
                    <a:pt x="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72"/>
            <p:cNvSpPr/>
            <p:nvPr/>
          </p:nvSpPr>
          <p:spPr>
            <a:xfrm>
              <a:off x="6912286" y="1991073"/>
              <a:ext cx="93727" cy="253217"/>
            </a:xfrm>
            <a:custGeom>
              <a:avLst/>
              <a:gdLst/>
              <a:ahLst/>
              <a:cxnLst/>
              <a:rect l="l" t="t" r="r" b="b"/>
              <a:pathLst>
                <a:path w="2420" h="6538" extrusionOk="0">
                  <a:moveTo>
                    <a:pt x="1210" y="2182"/>
                  </a:moveTo>
                  <a:cubicBezTo>
                    <a:pt x="1408" y="2182"/>
                    <a:pt x="1574" y="2341"/>
                    <a:pt x="1574" y="2545"/>
                  </a:cubicBezTo>
                  <a:lnTo>
                    <a:pt x="1574" y="3266"/>
                  </a:lnTo>
                  <a:cubicBezTo>
                    <a:pt x="1574" y="3471"/>
                    <a:pt x="1408" y="3630"/>
                    <a:pt x="1210" y="3630"/>
                  </a:cubicBezTo>
                  <a:cubicBezTo>
                    <a:pt x="1012" y="3630"/>
                    <a:pt x="846" y="3471"/>
                    <a:pt x="846" y="3266"/>
                  </a:cubicBezTo>
                  <a:lnTo>
                    <a:pt x="846" y="2545"/>
                  </a:lnTo>
                  <a:cubicBezTo>
                    <a:pt x="846" y="2341"/>
                    <a:pt x="1012" y="2182"/>
                    <a:pt x="1210" y="2182"/>
                  </a:cubicBezTo>
                  <a:close/>
                  <a:moveTo>
                    <a:pt x="2056" y="1"/>
                  </a:moveTo>
                  <a:cubicBezTo>
                    <a:pt x="1858" y="1"/>
                    <a:pt x="1693" y="159"/>
                    <a:pt x="1693" y="364"/>
                  </a:cubicBezTo>
                  <a:lnTo>
                    <a:pt x="1693" y="1032"/>
                  </a:lnTo>
                  <a:lnTo>
                    <a:pt x="0" y="324"/>
                  </a:lnTo>
                  <a:lnTo>
                    <a:pt x="0" y="6538"/>
                  </a:lnTo>
                  <a:lnTo>
                    <a:pt x="846" y="6538"/>
                  </a:lnTo>
                  <a:lnTo>
                    <a:pt x="846" y="4720"/>
                  </a:lnTo>
                  <a:cubicBezTo>
                    <a:pt x="846" y="4522"/>
                    <a:pt x="1012" y="4357"/>
                    <a:pt x="1210" y="4357"/>
                  </a:cubicBezTo>
                  <a:cubicBezTo>
                    <a:pt x="1408" y="4357"/>
                    <a:pt x="1574" y="4522"/>
                    <a:pt x="1574" y="4720"/>
                  </a:cubicBezTo>
                  <a:lnTo>
                    <a:pt x="1574" y="6538"/>
                  </a:lnTo>
                  <a:lnTo>
                    <a:pt x="2056" y="6538"/>
                  </a:lnTo>
                  <a:cubicBezTo>
                    <a:pt x="2254" y="6538"/>
                    <a:pt x="2420" y="6373"/>
                    <a:pt x="2420" y="6174"/>
                  </a:cubicBezTo>
                  <a:lnTo>
                    <a:pt x="2420" y="364"/>
                  </a:lnTo>
                  <a:cubicBezTo>
                    <a:pt x="2420" y="159"/>
                    <a:pt x="2254" y="1"/>
                    <a:pt x="2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72"/>
            <p:cNvSpPr/>
            <p:nvPr/>
          </p:nvSpPr>
          <p:spPr>
            <a:xfrm>
              <a:off x="6780953" y="2159780"/>
              <a:ext cx="28195" cy="84509"/>
            </a:xfrm>
            <a:custGeom>
              <a:avLst/>
              <a:gdLst/>
              <a:ahLst/>
              <a:cxnLst/>
              <a:rect l="l" t="t" r="r" b="b"/>
              <a:pathLst>
                <a:path w="728" h="2182" extrusionOk="0">
                  <a:moveTo>
                    <a:pt x="0" y="1"/>
                  </a:moveTo>
                  <a:lnTo>
                    <a:pt x="0" y="2182"/>
                  </a:lnTo>
                  <a:lnTo>
                    <a:pt x="727" y="2182"/>
                  </a:lnTo>
                  <a:lnTo>
                    <a:pt x="7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72"/>
            <p:cNvSpPr/>
            <p:nvPr/>
          </p:nvSpPr>
          <p:spPr>
            <a:xfrm>
              <a:off x="6724640" y="2159780"/>
              <a:ext cx="28195" cy="84509"/>
            </a:xfrm>
            <a:custGeom>
              <a:avLst/>
              <a:gdLst/>
              <a:ahLst/>
              <a:cxnLst/>
              <a:rect l="l" t="t" r="r" b="b"/>
              <a:pathLst>
                <a:path w="728" h="2182" extrusionOk="0">
                  <a:moveTo>
                    <a:pt x="0" y="1"/>
                  </a:moveTo>
                  <a:lnTo>
                    <a:pt x="0" y="2182"/>
                  </a:lnTo>
                  <a:lnTo>
                    <a:pt x="727" y="2182"/>
                  </a:lnTo>
                  <a:lnTo>
                    <a:pt x="7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72"/>
            <p:cNvSpPr/>
            <p:nvPr/>
          </p:nvSpPr>
          <p:spPr>
            <a:xfrm>
              <a:off x="6743308" y="1972405"/>
              <a:ext cx="46902" cy="46863"/>
            </a:xfrm>
            <a:custGeom>
              <a:avLst/>
              <a:gdLst/>
              <a:ahLst/>
              <a:cxnLst/>
              <a:rect l="l" t="t" r="r" b="b"/>
              <a:pathLst>
                <a:path w="1211" h="1210" extrusionOk="0">
                  <a:moveTo>
                    <a:pt x="609" y="0"/>
                  </a:moveTo>
                  <a:cubicBezTo>
                    <a:pt x="272" y="0"/>
                    <a:pt x="1" y="271"/>
                    <a:pt x="1" y="602"/>
                  </a:cubicBezTo>
                  <a:cubicBezTo>
                    <a:pt x="1" y="939"/>
                    <a:pt x="272" y="1210"/>
                    <a:pt x="609" y="1210"/>
                  </a:cubicBezTo>
                  <a:cubicBezTo>
                    <a:pt x="939" y="1210"/>
                    <a:pt x="1210" y="939"/>
                    <a:pt x="1210" y="602"/>
                  </a:cubicBezTo>
                  <a:cubicBezTo>
                    <a:pt x="1210" y="271"/>
                    <a:pt x="939" y="0"/>
                    <a:pt x="6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 name="Google Shape;1695;p72"/>
          <p:cNvGrpSpPr/>
          <p:nvPr/>
        </p:nvGrpSpPr>
        <p:grpSpPr>
          <a:xfrm>
            <a:off x="7190560" y="1764077"/>
            <a:ext cx="418633" cy="480368"/>
            <a:chOff x="7190560" y="1764077"/>
            <a:chExt cx="418633" cy="480368"/>
          </a:xfrm>
        </p:grpSpPr>
        <p:sp>
          <p:nvSpPr>
            <p:cNvPr id="1696" name="Google Shape;1696;p72"/>
            <p:cNvSpPr/>
            <p:nvPr/>
          </p:nvSpPr>
          <p:spPr>
            <a:xfrm>
              <a:off x="7194665" y="1764077"/>
              <a:ext cx="178197" cy="173549"/>
            </a:xfrm>
            <a:custGeom>
              <a:avLst/>
              <a:gdLst/>
              <a:ahLst/>
              <a:cxnLst/>
              <a:rect l="l" t="t" r="r" b="b"/>
              <a:pathLst>
                <a:path w="4601" h="4481" extrusionOk="0">
                  <a:moveTo>
                    <a:pt x="3486" y="1"/>
                  </a:moveTo>
                  <a:cubicBezTo>
                    <a:pt x="3332" y="1"/>
                    <a:pt x="3199" y="94"/>
                    <a:pt x="3140" y="230"/>
                  </a:cubicBezTo>
                  <a:lnTo>
                    <a:pt x="2803" y="1116"/>
                  </a:lnTo>
                  <a:lnTo>
                    <a:pt x="1527" y="1135"/>
                  </a:lnTo>
                  <a:cubicBezTo>
                    <a:pt x="1329" y="1135"/>
                    <a:pt x="1170" y="1294"/>
                    <a:pt x="1170" y="1492"/>
                  </a:cubicBezTo>
                  <a:lnTo>
                    <a:pt x="1151" y="2768"/>
                  </a:lnTo>
                  <a:lnTo>
                    <a:pt x="278" y="3105"/>
                  </a:lnTo>
                  <a:cubicBezTo>
                    <a:pt x="179" y="3145"/>
                    <a:pt x="93" y="3224"/>
                    <a:pt x="60" y="3323"/>
                  </a:cubicBezTo>
                  <a:cubicBezTo>
                    <a:pt x="0" y="3489"/>
                    <a:pt x="66" y="3667"/>
                    <a:pt x="212" y="3760"/>
                  </a:cubicBezTo>
                  <a:lnTo>
                    <a:pt x="1422" y="4480"/>
                  </a:lnTo>
                  <a:cubicBezTo>
                    <a:pt x="1666" y="3839"/>
                    <a:pt x="2049" y="3251"/>
                    <a:pt x="2539" y="2761"/>
                  </a:cubicBezTo>
                  <a:cubicBezTo>
                    <a:pt x="3127" y="2173"/>
                    <a:pt x="3828" y="1757"/>
                    <a:pt x="4601" y="1519"/>
                  </a:cubicBezTo>
                  <a:lnTo>
                    <a:pt x="3795" y="183"/>
                  </a:lnTo>
                  <a:cubicBezTo>
                    <a:pt x="3742" y="91"/>
                    <a:pt x="3649" y="25"/>
                    <a:pt x="3543" y="5"/>
                  </a:cubicBezTo>
                  <a:cubicBezTo>
                    <a:pt x="3524" y="2"/>
                    <a:pt x="3505" y="1"/>
                    <a:pt x="34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72"/>
            <p:cNvSpPr/>
            <p:nvPr/>
          </p:nvSpPr>
          <p:spPr>
            <a:xfrm>
              <a:off x="7190560" y="1842970"/>
              <a:ext cx="418633" cy="401475"/>
            </a:xfrm>
            <a:custGeom>
              <a:avLst/>
              <a:gdLst/>
              <a:ahLst/>
              <a:cxnLst/>
              <a:rect l="l" t="t" r="r" b="b"/>
              <a:pathLst>
                <a:path w="10809" h="10366" extrusionOk="0">
                  <a:moveTo>
                    <a:pt x="6161" y="1693"/>
                  </a:moveTo>
                  <a:cubicBezTo>
                    <a:pt x="6812" y="1693"/>
                    <a:pt x="7463" y="1941"/>
                    <a:pt x="7959" y="2436"/>
                  </a:cubicBezTo>
                  <a:cubicBezTo>
                    <a:pt x="8951" y="3428"/>
                    <a:pt x="8951" y="5041"/>
                    <a:pt x="7959" y="6032"/>
                  </a:cubicBezTo>
                  <a:cubicBezTo>
                    <a:pt x="7463" y="6528"/>
                    <a:pt x="6812" y="6776"/>
                    <a:pt x="6161" y="6776"/>
                  </a:cubicBezTo>
                  <a:cubicBezTo>
                    <a:pt x="5510" y="6776"/>
                    <a:pt x="4859" y="6528"/>
                    <a:pt x="4363" y="6032"/>
                  </a:cubicBezTo>
                  <a:cubicBezTo>
                    <a:pt x="3372" y="5041"/>
                    <a:pt x="3372" y="3428"/>
                    <a:pt x="4363" y="2436"/>
                  </a:cubicBezTo>
                  <a:cubicBezTo>
                    <a:pt x="4859" y="1941"/>
                    <a:pt x="5510" y="1693"/>
                    <a:pt x="6161" y="1693"/>
                  </a:cubicBezTo>
                  <a:close/>
                  <a:moveTo>
                    <a:pt x="6165" y="1"/>
                  </a:moveTo>
                  <a:cubicBezTo>
                    <a:pt x="5079" y="1"/>
                    <a:pt x="3993" y="414"/>
                    <a:pt x="3167" y="1240"/>
                  </a:cubicBezTo>
                  <a:cubicBezTo>
                    <a:pt x="1719" y="2688"/>
                    <a:pt x="1541" y="4928"/>
                    <a:pt x="2625" y="6574"/>
                  </a:cubicBezTo>
                  <a:lnTo>
                    <a:pt x="2023" y="7176"/>
                  </a:lnTo>
                  <a:lnTo>
                    <a:pt x="1342" y="6488"/>
                  </a:lnTo>
                  <a:cubicBezTo>
                    <a:pt x="1270" y="6419"/>
                    <a:pt x="1176" y="6384"/>
                    <a:pt x="1082" y="6384"/>
                  </a:cubicBezTo>
                  <a:cubicBezTo>
                    <a:pt x="989" y="6384"/>
                    <a:pt x="896" y="6419"/>
                    <a:pt x="827" y="6488"/>
                  </a:cubicBezTo>
                  <a:lnTo>
                    <a:pt x="139" y="7176"/>
                  </a:lnTo>
                  <a:cubicBezTo>
                    <a:pt x="1" y="7315"/>
                    <a:pt x="1" y="7546"/>
                    <a:pt x="139" y="7691"/>
                  </a:cubicBezTo>
                  <a:lnTo>
                    <a:pt x="827" y="8372"/>
                  </a:lnTo>
                  <a:lnTo>
                    <a:pt x="139" y="9060"/>
                  </a:lnTo>
                  <a:cubicBezTo>
                    <a:pt x="1" y="9199"/>
                    <a:pt x="1" y="9430"/>
                    <a:pt x="139" y="9569"/>
                  </a:cubicBezTo>
                  <a:lnTo>
                    <a:pt x="827" y="10256"/>
                  </a:lnTo>
                  <a:cubicBezTo>
                    <a:pt x="896" y="10329"/>
                    <a:pt x="989" y="10365"/>
                    <a:pt x="1082" y="10365"/>
                  </a:cubicBezTo>
                  <a:cubicBezTo>
                    <a:pt x="1176" y="10365"/>
                    <a:pt x="1270" y="10329"/>
                    <a:pt x="1342" y="10256"/>
                  </a:cubicBezTo>
                  <a:lnTo>
                    <a:pt x="2023" y="9569"/>
                  </a:lnTo>
                  <a:lnTo>
                    <a:pt x="2711" y="10256"/>
                  </a:lnTo>
                  <a:cubicBezTo>
                    <a:pt x="2780" y="10329"/>
                    <a:pt x="2873" y="10365"/>
                    <a:pt x="2966" y="10365"/>
                  </a:cubicBezTo>
                  <a:cubicBezTo>
                    <a:pt x="3059" y="10365"/>
                    <a:pt x="3154" y="10329"/>
                    <a:pt x="3226" y="10256"/>
                  </a:cubicBezTo>
                  <a:lnTo>
                    <a:pt x="3907" y="9569"/>
                  </a:lnTo>
                  <a:cubicBezTo>
                    <a:pt x="4053" y="9430"/>
                    <a:pt x="4053" y="9199"/>
                    <a:pt x="3907" y="9060"/>
                  </a:cubicBezTo>
                  <a:lnTo>
                    <a:pt x="3226" y="8372"/>
                  </a:lnTo>
                  <a:lnTo>
                    <a:pt x="3828" y="7771"/>
                  </a:lnTo>
                  <a:cubicBezTo>
                    <a:pt x="4530" y="8238"/>
                    <a:pt x="5344" y="8471"/>
                    <a:pt x="6159" y="8471"/>
                  </a:cubicBezTo>
                  <a:cubicBezTo>
                    <a:pt x="7246" y="8471"/>
                    <a:pt x="8335" y="8056"/>
                    <a:pt x="9162" y="7229"/>
                  </a:cubicBezTo>
                  <a:cubicBezTo>
                    <a:pt x="10808" y="5583"/>
                    <a:pt x="10808" y="2893"/>
                    <a:pt x="9162" y="1240"/>
                  </a:cubicBezTo>
                  <a:cubicBezTo>
                    <a:pt x="8336" y="414"/>
                    <a:pt x="7250" y="1"/>
                    <a:pt x="61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8" name="Google Shape;1698;p72"/>
          <p:cNvGrpSpPr/>
          <p:nvPr/>
        </p:nvGrpSpPr>
        <p:grpSpPr>
          <a:xfrm>
            <a:off x="1520984" y="2368418"/>
            <a:ext cx="480056" cy="450120"/>
            <a:chOff x="1520984" y="2368418"/>
            <a:chExt cx="480056" cy="450120"/>
          </a:xfrm>
        </p:grpSpPr>
        <p:sp>
          <p:nvSpPr>
            <p:cNvPr id="1699" name="Google Shape;1699;p72"/>
            <p:cNvSpPr/>
            <p:nvPr/>
          </p:nvSpPr>
          <p:spPr>
            <a:xfrm>
              <a:off x="1914711" y="2415281"/>
              <a:ext cx="86329" cy="289855"/>
            </a:xfrm>
            <a:custGeom>
              <a:avLst/>
              <a:gdLst/>
              <a:ahLst/>
              <a:cxnLst/>
              <a:rect l="l" t="t" r="r" b="b"/>
              <a:pathLst>
                <a:path w="2229" h="7484" extrusionOk="0">
                  <a:moveTo>
                    <a:pt x="1" y="1"/>
                  </a:moveTo>
                  <a:lnTo>
                    <a:pt x="1" y="728"/>
                  </a:lnTo>
                  <a:lnTo>
                    <a:pt x="655" y="728"/>
                  </a:lnTo>
                  <a:cubicBezTo>
                    <a:pt x="1124" y="728"/>
                    <a:pt x="1501" y="1104"/>
                    <a:pt x="1501" y="1574"/>
                  </a:cubicBezTo>
                  <a:lnTo>
                    <a:pt x="1501" y="4918"/>
                  </a:lnTo>
                  <a:cubicBezTo>
                    <a:pt x="1501" y="5824"/>
                    <a:pt x="853" y="6578"/>
                    <a:pt x="1" y="6743"/>
                  </a:cubicBezTo>
                  <a:lnTo>
                    <a:pt x="1" y="7483"/>
                  </a:lnTo>
                  <a:cubicBezTo>
                    <a:pt x="1257" y="7305"/>
                    <a:pt x="2228" y="6221"/>
                    <a:pt x="2228" y="4918"/>
                  </a:cubicBezTo>
                  <a:lnTo>
                    <a:pt x="2228" y="1574"/>
                  </a:lnTo>
                  <a:cubicBezTo>
                    <a:pt x="2228" y="708"/>
                    <a:pt x="1528" y="1"/>
                    <a:pt x="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72"/>
            <p:cNvSpPr/>
            <p:nvPr/>
          </p:nvSpPr>
          <p:spPr>
            <a:xfrm>
              <a:off x="1680202" y="2672564"/>
              <a:ext cx="46902" cy="46902"/>
            </a:xfrm>
            <a:custGeom>
              <a:avLst/>
              <a:gdLst/>
              <a:ahLst/>
              <a:cxnLst/>
              <a:rect l="l" t="t" r="r" b="b"/>
              <a:pathLst>
                <a:path w="1211" h="1211" extrusionOk="0">
                  <a:moveTo>
                    <a:pt x="609" y="1"/>
                  </a:moveTo>
                  <a:cubicBezTo>
                    <a:pt x="272" y="1"/>
                    <a:pt x="1" y="272"/>
                    <a:pt x="1" y="609"/>
                  </a:cubicBezTo>
                  <a:cubicBezTo>
                    <a:pt x="1" y="939"/>
                    <a:pt x="272" y="1210"/>
                    <a:pt x="609" y="1210"/>
                  </a:cubicBezTo>
                  <a:cubicBezTo>
                    <a:pt x="939" y="1210"/>
                    <a:pt x="1210" y="939"/>
                    <a:pt x="1210" y="609"/>
                  </a:cubicBezTo>
                  <a:cubicBezTo>
                    <a:pt x="1210" y="272"/>
                    <a:pt x="939" y="1"/>
                    <a:pt x="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72"/>
            <p:cNvSpPr/>
            <p:nvPr/>
          </p:nvSpPr>
          <p:spPr>
            <a:xfrm>
              <a:off x="1520984" y="2368418"/>
              <a:ext cx="365611" cy="450120"/>
            </a:xfrm>
            <a:custGeom>
              <a:avLst/>
              <a:gdLst/>
              <a:ahLst/>
              <a:cxnLst/>
              <a:rect l="l" t="t" r="r" b="b"/>
              <a:pathLst>
                <a:path w="9440" h="11622" extrusionOk="0">
                  <a:moveTo>
                    <a:pt x="5729" y="1922"/>
                  </a:moveTo>
                  <a:cubicBezTo>
                    <a:pt x="6125" y="1922"/>
                    <a:pt x="6521" y="2072"/>
                    <a:pt x="6822" y="2374"/>
                  </a:cubicBezTo>
                  <a:cubicBezTo>
                    <a:pt x="7430" y="2982"/>
                    <a:pt x="7430" y="3967"/>
                    <a:pt x="6822" y="4568"/>
                  </a:cubicBezTo>
                  <a:lnTo>
                    <a:pt x="4978" y="6419"/>
                  </a:lnTo>
                  <a:cubicBezTo>
                    <a:pt x="4905" y="6489"/>
                    <a:pt x="4812" y="6523"/>
                    <a:pt x="4720" y="6523"/>
                  </a:cubicBezTo>
                  <a:cubicBezTo>
                    <a:pt x="4627" y="6523"/>
                    <a:pt x="4535" y="6489"/>
                    <a:pt x="4462" y="6419"/>
                  </a:cubicBezTo>
                  <a:lnTo>
                    <a:pt x="2618" y="4568"/>
                  </a:lnTo>
                  <a:cubicBezTo>
                    <a:pt x="2010" y="3967"/>
                    <a:pt x="2010" y="2982"/>
                    <a:pt x="2618" y="2374"/>
                  </a:cubicBezTo>
                  <a:cubicBezTo>
                    <a:pt x="2919" y="2072"/>
                    <a:pt x="3315" y="1922"/>
                    <a:pt x="3711" y="1922"/>
                  </a:cubicBezTo>
                  <a:cubicBezTo>
                    <a:pt x="4071" y="1922"/>
                    <a:pt x="4431" y="2046"/>
                    <a:pt x="4720" y="2295"/>
                  </a:cubicBezTo>
                  <a:cubicBezTo>
                    <a:pt x="5009" y="2046"/>
                    <a:pt x="5369" y="1922"/>
                    <a:pt x="5729" y="1922"/>
                  </a:cubicBezTo>
                  <a:close/>
                  <a:moveTo>
                    <a:pt x="1711" y="7362"/>
                  </a:moveTo>
                  <a:cubicBezTo>
                    <a:pt x="1830" y="7362"/>
                    <a:pt x="1938" y="7439"/>
                    <a:pt x="1977" y="7556"/>
                  </a:cubicBezTo>
                  <a:cubicBezTo>
                    <a:pt x="1977" y="7556"/>
                    <a:pt x="1983" y="7556"/>
                    <a:pt x="1983" y="7563"/>
                  </a:cubicBezTo>
                  <a:lnTo>
                    <a:pt x="2268" y="8528"/>
                  </a:lnTo>
                  <a:lnTo>
                    <a:pt x="2545" y="7563"/>
                  </a:lnTo>
                  <a:cubicBezTo>
                    <a:pt x="2545" y="7563"/>
                    <a:pt x="2545" y="7556"/>
                    <a:pt x="2545" y="7556"/>
                  </a:cubicBezTo>
                  <a:cubicBezTo>
                    <a:pt x="2583" y="7442"/>
                    <a:pt x="2689" y="7364"/>
                    <a:pt x="2814" y="7364"/>
                  </a:cubicBezTo>
                  <a:cubicBezTo>
                    <a:pt x="2819" y="7364"/>
                    <a:pt x="2824" y="7364"/>
                    <a:pt x="2829" y="7365"/>
                  </a:cubicBezTo>
                  <a:cubicBezTo>
                    <a:pt x="2955" y="7371"/>
                    <a:pt x="3061" y="7464"/>
                    <a:pt x="3087" y="7589"/>
                  </a:cubicBezTo>
                  <a:lnTo>
                    <a:pt x="3405" y="9242"/>
                  </a:lnTo>
                  <a:cubicBezTo>
                    <a:pt x="3424" y="9374"/>
                    <a:pt x="3338" y="9500"/>
                    <a:pt x="3213" y="9526"/>
                  </a:cubicBezTo>
                  <a:cubicBezTo>
                    <a:pt x="3200" y="9528"/>
                    <a:pt x="3187" y="9529"/>
                    <a:pt x="3175" y="9529"/>
                  </a:cubicBezTo>
                  <a:cubicBezTo>
                    <a:pt x="3056" y="9529"/>
                    <a:pt x="2946" y="9448"/>
                    <a:pt x="2929" y="9334"/>
                  </a:cubicBezTo>
                  <a:lnTo>
                    <a:pt x="2770" y="8521"/>
                  </a:lnTo>
                  <a:lnTo>
                    <a:pt x="2539" y="9341"/>
                  </a:lnTo>
                  <a:cubicBezTo>
                    <a:pt x="2532" y="9354"/>
                    <a:pt x="2525" y="9374"/>
                    <a:pt x="2519" y="9407"/>
                  </a:cubicBezTo>
                  <a:cubicBezTo>
                    <a:pt x="2492" y="9486"/>
                    <a:pt x="2420" y="9539"/>
                    <a:pt x="2334" y="9539"/>
                  </a:cubicBezTo>
                  <a:lnTo>
                    <a:pt x="2268" y="9539"/>
                  </a:lnTo>
                  <a:cubicBezTo>
                    <a:pt x="2188" y="9539"/>
                    <a:pt x="2116" y="9506"/>
                    <a:pt x="2069" y="9453"/>
                  </a:cubicBezTo>
                  <a:cubicBezTo>
                    <a:pt x="2023" y="9400"/>
                    <a:pt x="2010" y="9374"/>
                    <a:pt x="2003" y="9341"/>
                  </a:cubicBezTo>
                  <a:lnTo>
                    <a:pt x="1759" y="8528"/>
                  </a:lnTo>
                  <a:lnTo>
                    <a:pt x="1613" y="9354"/>
                  </a:lnTo>
                  <a:cubicBezTo>
                    <a:pt x="1600" y="9420"/>
                    <a:pt x="1554" y="9480"/>
                    <a:pt x="1494" y="9506"/>
                  </a:cubicBezTo>
                  <a:cubicBezTo>
                    <a:pt x="1455" y="9522"/>
                    <a:pt x="1418" y="9529"/>
                    <a:pt x="1382" y="9529"/>
                  </a:cubicBezTo>
                  <a:cubicBezTo>
                    <a:pt x="1224" y="9529"/>
                    <a:pt x="1110" y="9388"/>
                    <a:pt x="1137" y="9242"/>
                  </a:cubicBezTo>
                  <a:lnTo>
                    <a:pt x="1435" y="7589"/>
                  </a:lnTo>
                  <a:lnTo>
                    <a:pt x="1441" y="7563"/>
                  </a:lnTo>
                  <a:cubicBezTo>
                    <a:pt x="1455" y="7510"/>
                    <a:pt x="1481" y="7464"/>
                    <a:pt x="1521" y="7431"/>
                  </a:cubicBezTo>
                  <a:cubicBezTo>
                    <a:pt x="1582" y="7383"/>
                    <a:pt x="1648" y="7362"/>
                    <a:pt x="1711" y="7362"/>
                  </a:cubicBezTo>
                  <a:close/>
                  <a:moveTo>
                    <a:pt x="7719" y="7363"/>
                  </a:moveTo>
                  <a:cubicBezTo>
                    <a:pt x="7728" y="7363"/>
                    <a:pt x="7738" y="7364"/>
                    <a:pt x="7747" y="7365"/>
                  </a:cubicBezTo>
                  <a:cubicBezTo>
                    <a:pt x="7873" y="7371"/>
                    <a:pt x="7979" y="7464"/>
                    <a:pt x="7999" y="7589"/>
                  </a:cubicBezTo>
                  <a:lnTo>
                    <a:pt x="8296" y="9242"/>
                  </a:lnTo>
                  <a:cubicBezTo>
                    <a:pt x="8322" y="9374"/>
                    <a:pt x="8237" y="9500"/>
                    <a:pt x="8104" y="9526"/>
                  </a:cubicBezTo>
                  <a:cubicBezTo>
                    <a:pt x="8092" y="9528"/>
                    <a:pt x="8079" y="9529"/>
                    <a:pt x="8066" y="9529"/>
                  </a:cubicBezTo>
                  <a:cubicBezTo>
                    <a:pt x="7949" y="9529"/>
                    <a:pt x="7844" y="9447"/>
                    <a:pt x="7820" y="9328"/>
                  </a:cubicBezTo>
                  <a:lnTo>
                    <a:pt x="7675" y="8528"/>
                  </a:lnTo>
                  <a:lnTo>
                    <a:pt x="7437" y="9341"/>
                  </a:lnTo>
                  <a:cubicBezTo>
                    <a:pt x="7437" y="9341"/>
                    <a:pt x="7437" y="9348"/>
                    <a:pt x="7437" y="9348"/>
                  </a:cubicBezTo>
                  <a:cubicBezTo>
                    <a:pt x="7397" y="9467"/>
                    <a:pt x="7291" y="9539"/>
                    <a:pt x="7166" y="9539"/>
                  </a:cubicBezTo>
                  <a:cubicBezTo>
                    <a:pt x="7047" y="9539"/>
                    <a:pt x="6941" y="9460"/>
                    <a:pt x="6901" y="9348"/>
                  </a:cubicBezTo>
                  <a:cubicBezTo>
                    <a:pt x="6901" y="9348"/>
                    <a:pt x="6901" y="9341"/>
                    <a:pt x="6901" y="9341"/>
                  </a:cubicBezTo>
                  <a:lnTo>
                    <a:pt x="6663" y="8521"/>
                  </a:lnTo>
                  <a:lnTo>
                    <a:pt x="6511" y="9334"/>
                  </a:lnTo>
                  <a:cubicBezTo>
                    <a:pt x="6487" y="9448"/>
                    <a:pt x="6383" y="9529"/>
                    <a:pt x="6265" y="9529"/>
                  </a:cubicBezTo>
                  <a:cubicBezTo>
                    <a:pt x="6253" y="9529"/>
                    <a:pt x="6240" y="9528"/>
                    <a:pt x="6227" y="9526"/>
                  </a:cubicBezTo>
                  <a:cubicBezTo>
                    <a:pt x="6095" y="9500"/>
                    <a:pt x="6009" y="9374"/>
                    <a:pt x="6035" y="9242"/>
                  </a:cubicBezTo>
                  <a:lnTo>
                    <a:pt x="6353" y="7589"/>
                  </a:lnTo>
                  <a:cubicBezTo>
                    <a:pt x="6379" y="7464"/>
                    <a:pt x="6485" y="7371"/>
                    <a:pt x="6610" y="7365"/>
                  </a:cubicBezTo>
                  <a:cubicBezTo>
                    <a:pt x="6615" y="7364"/>
                    <a:pt x="6620" y="7364"/>
                    <a:pt x="6625" y="7364"/>
                  </a:cubicBezTo>
                  <a:cubicBezTo>
                    <a:pt x="6745" y="7364"/>
                    <a:pt x="6857" y="7442"/>
                    <a:pt x="6895" y="7556"/>
                  </a:cubicBezTo>
                  <a:cubicBezTo>
                    <a:pt x="6895" y="7556"/>
                    <a:pt x="6895" y="7563"/>
                    <a:pt x="6895" y="7563"/>
                  </a:cubicBezTo>
                  <a:lnTo>
                    <a:pt x="7172" y="8528"/>
                  </a:lnTo>
                  <a:lnTo>
                    <a:pt x="7457" y="7563"/>
                  </a:lnTo>
                  <a:cubicBezTo>
                    <a:pt x="7457" y="7556"/>
                    <a:pt x="7457" y="7556"/>
                    <a:pt x="7457" y="7556"/>
                  </a:cubicBezTo>
                  <a:cubicBezTo>
                    <a:pt x="7499" y="7440"/>
                    <a:pt x="7599" y="7363"/>
                    <a:pt x="7719" y="7363"/>
                  </a:cubicBezTo>
                  <a:close/>
                  <a:moveTo>
                    <a:pt x="4720" y="7371"/>
                  </a:moveTo>
                  <a:cubicBezTo>
                    <a:pt x="5321" y="7371"/>
                    <a:pt x="5811" y="7860"/>
                    <a:pt x="5811" y="8462"/>
                  </a:cubicBezTo>
                  <a:cubicBezTo>
                    <a:pt x="5811" y="9063"/>
                    <a:pt x="5321" y="9552"/>
                    <a:pt x="4720" y="9552"/>
                  </a:cubicBezTo>
                  <a:cubicBezTo>
                    <a:pt x="4118" y="9552"/>
                    <a:pt x="3629" y="9063"/>
                    <a:pt x="3629" y="8462"/>
                  </a:cubicBezTo>
                  <a:cubicBezTo>
                    <a:pt x="3629" y="7860"/>
                    <a:pt x="4118" y="7371"/>
                    <a:pt x="4720" y="7371"/>
                  </a:cubicBezTo>
                  <a:close/>
                  <a:moveTo>
                    <a:pt x="364" y="1"/>
                  </a:moveTo>
                  <a:cubicBezTo>
                    <a:pt x="159" y="1"/>
                    <a:pt x="0" y="166"/>
                    <a:pt x="0" y="364"/>
                  </a:cubicBezTo>
                  <a:lnTo>
                    <a:pt x="0" y="10293"/>
                  </a:lnTo>
                  <a:cubicBezTo>
                    <a:pt x="0" y="11027"/>
                    <a:pt x="595" y="11621"/>
                    <a:pt x="1329" y="11621"/>
                  </a:cubicBezTo>
                  <a:lnTo>
                    <a:pt x="8111" y="11621"/>
                  </a:lnTo>
                  <a:cubicBezTo>
                    <a:pt x="8845" y="11621"/>
                    <a:pt x="9440" y="11027"/>
                    <a:pt x="9440" y="10293"/>
                  </a:cubicBezTo>
                  <a:lnTo>
                    <a:pt x="9440" y="364"/>
                  </a:lnTo>
                  <a:cubicBezTo>
                    <a:pt x="9440" y="166"/>
                    <a:pt x="9281" y="1"/>
                    <a:pt x="9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72"/>
            <p:cNvSpPr/>
            <p:nvPr/>
          </p:nvSpPr>
          <p:spPr>
            <a:xfrm>
              <a:off x="1629776" y="2471091"/>
              <a:ext cx="148026" cy="115996"/>
            </a:xfrm>
            <a:custGeom>
              <a:avLst/>
              <a:gdLst/>
              <a:ahLst/>
              <a:cxnLst/>
              <a:rect l="l" t="t" r="r" b="b"/>
              <a:pathLst>
                <a:path w="3822" h="2995" extrusionOk="0">
                  <a:moveTo>
                    <a:pt x="903" y="1"/>
                  </a:moveTo>
                  <a:cubicBezTo>
                    <a:pt x="691" y="1"/>
                    <a:pt x="480" y="80"/>
                    <a:pt x="318" y="238"/>
                  </a:cubicBezTo>
                  <a:cubicBezTo>
                    <a:pt x="1" y="562"/>
                    <a:pt x="1" y="1085"/>
                    <a:pt x="318" y="1408"/>
                  </a:cubicBezTo>
                  <a:lnTo>
                    <a:pt x="1911" y="2995"/>
                  </a:lnTo>
                  <a:lnTo>
                    <a:pt x="3504" y="1408"/>
                  </a:lnTo>
                  <a:cubicBezTo>
                    <a:pt x="3821" y="1085"/>
                    <a:pt x="3821" y="562"/>
                    <a:pt x="3504" y="238"/>
                  </a:cubicBezTo>
                  <a:cubicBezTo>
                    <a:pt x="3342" y="80"/>
                    <a:pt x="3131" y="1"/>
                    <a:pt x="2919" y="1"/>
                  </a:cubicBezTo>
                  <a:cubicBezTo>
                    <a:pt x="2707" y="1"/>
                    <a:pt x="2496" y="80"/>
                    <a:pt x="2334" y="238"/>
                  </a:cubicBezTo>
                  <a:lnTo>
                    <a:pt x="2169" y="410"/>
                  </a:lnTo>
                  <a:cubicBezTo>
                    <a:pt x="2096" y="480"/>
                    <a:pt x="2003" y="514"/>
                    <a:pt x="1911" y="514"/>
                  </a:cubicBezTo>
                  <a:cubicBezTo>
                    <a:pt x="1818" y="514"/>
                    <a:pt x="1726" y="480"/>
                    <a:pt x="1653" y="410"/>
                  </a:cubicBezTo>
                  <a:lnTo>
                    <a:pt x="1488" y="238"/>
                  </a:lnTo>
                  <a:cubicBezTo>
                    <a:pt x="1326" y="80"/>
                    <a:pt x="1114" y="1"/>
                    <a:pt x="9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 name="Google Shape;1703;p72"/>
          <p:cNvGrpSpPr/>
          <p:nvPr/>
        </p:nvGrpSpPr>
        <p:grpSpPr>
          <a:xfrm>
            <a:off x="2147438" y="2353313"/>
            <a:ext cx="478509" cy="480328"/>
            <a:chOff x="2147438" y="2353313"/>
            <a:chExt cx="478509" cy="480328"/>
          </a:xfrm>
        </p:grpSpPr>
        <p:sp>
          <p:nvSpPr>
            <p:cNvPr id="1704" name="Google Shape;1704;p72"/>
            <p:cNvSpPr/>
            <p:nvPr/>
          </p:nvSpPr>
          <p:spPr>
            <a:xfrm>
              <a:off x="2255455" y="2720937"/>
              <a:ext cx="262473" cy="112704"/>
            </a:xfrm>
            <a:custGeom>
              <a:avLst/>
              <a:gdLst/>
              <a:ahLst/>
              <a:cxnLst/>
              <a:rect l="l" t="t" r="r" b="b"/>
              <a:pathLst>
                <a:path w="6777" h="2910" extrusionOk="0">
                  <a:moveTo>
                    <a:pt x="4601" y="1092"/>
                  </a:moveTo>
                  <a:cubicBezTo>
                    <a:pt x="4800" y="1092"/>
                    <a:pt x="4965" y="1257"/>
                    <a:pt x="4965" y="1455"/>
                  </a:cubicBezTo>
                  <a:cubicBezTo>
                    <a:pt x="4965" y="1660"/>
                    <a:pt x="4800" y="1819"/>
                    <a:pt x="4601" y="1819"/>
                  </a:cubicBezTo>
                  <a:lnTo>
                    <a:pt x="2176" y="1819"/>
                  </a:lnTo>
                  <a:cubicBezTo>
                    <a:pt x="1977" y="1819"/>
                    <a:pt x="1812" y="1660"/>
                    <a:pt x="1812" y="1455"/>
                  </a:cubicBezTo>
                  <a:cubicBezTo>
                    <a:pt x="1812" y="1257"/>
                    <a:pt x="1977" y="1092"/>
                    <a:pt x="2176" y="1092"/>
                  </a:cubicBezTo>
                  <a:close/>
                  <a:moveTo>
                    <a:pt x="364" y="1"/>
                  </a:moveTo>
                  <a:cubicBezTo>
                    <a:pt x="159" y="1"/>
                    <a:pt x="1" y="166"/>
                    <a:pt x="1" y="365"/>
                  </a:cubicBezTo>
                  <a:lnTo>
                    <a:pt x="1" y="2546"/>
                  </a:lnTo>
                  <a:cubicBezTo>
                    <a:pt x="1" y="2744"/>
                    <a:pt x="159" y="2909"/>
                    <a:pt x="364" y="2909"/>
                  </a:cubicBezTo>
                  <a:lnTo>
                    <a:pt x="6413" y="2909"/>
                  </a:lnTo>
                  <a:cubicBezTo>
                    <a:pt x="6618" y="2909"/>
                    <a:pt x="6776" y="2744"/>
                    <a:pt x="6776" y="2546"/>
                  </a:cubicBezTo>
                  <a:lnTo>
                    <a:pt x="6776" y="365"/>
                  </a:lnTo>
                  <a:cubicBezTo>
                    <a:pt x="6776" y="166"/>
                    <a:pt x="6618" y="1"/>
                    <a:pt x="64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72"/>
            <p:cNvSpPr/>
            <p:nvPr/>
          </p:nvSpPr>
          <p:spPr>
            <a:xfrm>
              <a:off x="2333302" y="2641347"/>
              <a:ext cx="107050" cy="51472"/>
            </a:xfrm>
            <a:custGeom>
              <a:avLst/>
              <a:gdLst/>
              <a:ahLst/>
              <a:cxnLst/>
              <a:rect l="l" t="t" r="r" b="b"/>
              <a:pathLst>
                <a:path w="2764" h="1329" extrusionOk="0">
                  <a:moveTo>
                    <a:pt x="589" y="0"/>
                  </a:moveTo>
                  <a:cubicBezTo>
                    <a:pt x="496" y="483"/>
                    <a:pt x="291" y="939"/>
                    <a:pt x="0" y="1329"/>
                  </a:cubicBezTo>
                  <a:lnTo>
                    <a:pt x="2763" y="1329"/>
                  </a:lnTo>
                  <a:cubicBezTo>
                    <a:pt x="2466" y="939"/>
                    <a:pt x="2261" y="483"/>
                    <a:pt x="2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72"/>
            <p:cNvSpPr/>
            <p:nvPr/>
          </p:nvSpPr>
          <p:spPr>
            <a:xfrm>
              <a:off x="2147438" y="2353313"/>
              <a:ext cx="478509" cy="273976"/>
            </a:xfrm>
            <a:custGeom>
              <a:avLst/>
              <a:gdLst/>
              <a:ahLst/>
              <a:cxnLst/>
              <a:rect l="l" t="t" r="r" b="b"/>
              <a:pathLst>
                <a:path w="12355" h="7074" extrusionOk="0">
                  <a:moveTo>
                    <a:pt x="2909" y="2228"/>
                  </a:moveTo>
                  <a:lnTo>
                    <a:pt x="2909" y="3597"/>
                  </a:lnTo>
                  <a:cubicBezTo>
                    <a:pt x="2909" y="3934"/>
                    <a:pt x="2968" y="4264"/>
                    <a:pt x="3081" y="4568"/>
                  </a:cubicBezTo>
                  <a:lnTo>
                    <a:pt x="2730" y="4344"/>
                  </a:lnTo>
                  <a:cubicBezTo>
                    <a:pt x="2016" y="3874"/>
                    <a:pt x="1587" y="3088"/>
                    <a:pt x="1580" y="2228"/>
                  </a:cubicBezTo>
                  <a:close/>
                  <a:moveTo>
                    <a:pt x="10781" y="2228"/>
                  </a:moveTo>
                  <a:cubicBezTo>
                    <a:pt x="10775" y="3088"/>
                    <a:pt x="10345" y="3874"/>
                    <a:pt x="9625" y="4344"/>
                  </a:cubicBezTo>
                  <a:lnTo>
                    <a:pt x="9274" y="4568"/>
                  </a:lnTo>
                  <a:cubicBezTo>
                    <a:pt x="9387" y="4264"/>
                    <a:pt x="9446" y="3934"/>
                    <a:pt x="9446" y="3597"/>
                  </a:cubicBezTo>
                  <a:lnTo>
                    <a:pt x="9446" y="2228"/>
                  </a:lnTo>
                  <a:close/>
                  <a:moveTo>
                    <a:pt x="6808" y="1626"/>
                  </a:moveTo>
                  <a:cubicBezTo>
                    <a:pt x="7091" y="1626"/>
                    <a:pt x="7373" y="1735"/>
                    <a:pt x="7589" y="1951"/>
                  </a:cubicBezTo>
                  <a:cubicBezTo>
                    <a:pt x="8018" y="2381"/>
                    <a:pt x="8018" y="3081"/>
                    <a:pt x="7589" y="3511"/>
                  </a:cubicBezTo>
                  <a:lnTo>
                    <a:pt x="6432" y="4668"/>
                  </a:lnTo>
                  <a:cubicBezTo>
                    <a:pt x="6363" y="4737"/>
                    <a:pt x="6270" y="4772"/>
                    <a:pt x="6177" y="4772"/>
                  </a:cubicBezTo>
                  <a:cubicBezTo>
                    <a:pt x="6085" y="4772"/>
                    <a:pt x="5992" y="4737"/>
                    <a:pt x="5923" y="4668"/>
                  </a:cubicBezTo>
                  <a:lnTo>
                    <a:pt x="4766" y="3511"/>
                  </a:lnTo>
                  <a:cubicBezTo>
                    <a:pt x="4337" y="3081"/>
                    <a:pt x="4337" y="2381"/>
                    <a:pt x="4766" y="1951"/>
                  </a:cubicBezTo>
                  <a:cubicBezTo>
                    <a:pt x="4982" y="1735"/>
                    <a:pt x="5264" y="1626"/>
                    <a:pt x="5548" y="1626"/>
                  </a:cubicBezTo>
                  <a:cubicBezTo>
                    <a:pt x="5769" y="1626"/>
                    <a:pt x="5990" y="1692"/>
                    <a:pt x="6181" y="1825"/>
                  </a:cubicBezTo>
                  <a:cubicBezTo>
                    <a:pt x="6369" y="1692"/>
                    <a:pt x="6588" y="1626"/>
                    <a:pt x="6808" y="1626"/>
                  </a:cubicBezTo>
                  <a:close/>
                  <a:moveTo>
                    <a:pt x="2545" y="1"/>
                  </a:moveTo>
                  <a:cubicBezTo>
                    <a:pt x="2347" y="1"/>
                    <a:pt x="2182" y="166"/>
                    <a:pt x="2182" y="364"/>
                  </a:cubicBezTo>
                  <a:cubicBezTo>
                    <a:pt x="2182" y="569"/>
                    <a:pt x="2347" y="728"/>
                    <a:pt x="2545" y="728"/>
                  </a:cubicBezTo>
                  <a:lnTo>
                    <a:pt x="2909" y="728"/>
                  </a:lnTo>
                  <a:lnTo>
                    <a:pt x="2909" y="1508"/>
                  </a:lnTo>
                  <a:lnTo>
                    <a:pt x="1580" y="1508"/>
                  </a:lnTo>
                  <a:lnTo>
                    <a:pt x="1580" y="1144"/>
                  </a:lnTo>
                  <a:cubicBezTo>
                    <a:pt x="1580" y="543"/>
                    <a:pt x="1091" y="54"/>
                    <a:pt x="489" y="54"/>
                  </a:cubicBezTo>
                  <a:lnTo>
                    <a:pt x="364" y="54"/>
                  </a:lnTo>
                  <a:cubicBezTo>
                    <a:pt x="166" y="54"/>
                    <a:pt x="0" y="212"/>
                    <a:pt x="0" y="417"/>
                  </a:cubicBezTo>
                  <a:cubicBezTo>
                    <a:pt x="0" y="616"/>
                    <a:pt x="166" y="781"/>
                    <a:pt x="364" y="781"/>
                  </a:cubicBezTo>
                  <a:lnTo>
                    <a:pt x="489" y="781"/>
                  </a:lnTo>
                  <a:cubicBezTo>
                    <a:pt x="688" y="781"/>
                    <a:pt x="853" y="939"/>
                    <a:pt x="853" y="1144"/>
                  </a:cubicBezTo>
                  <a:lnTo>
                    <a:pt x="853" y="2209"/>
                  </a:lnTo>
                  <a:cubicBezTo>
                    <a:pt x="853" y="3319"/>
                    <a:pt x="1408" y="4344"/>
                    <a:pt x="2334" y="4952"/>
                  </a:cubicBezTo>
                  <a:lnTo>
                    <a:pt x="3510" y="5719"/>
                  </a:lnTo>
                  <a:cubicBezTo>
                    <a:pt x="3609" y="5778"/>
                    <a:pt x="3669" y="5890"/>
                    <a:pt x="3669" y="6003"/>
                  </a:cubicBezTo>
                  <a:cubicBezTo>
                    <a:pt x="3669" y="6195"/>
                    <a:pt x="3510" y="6347"/>
                    <a:pt x="3325" y="6347"/>
                  </a:cubicBezTo>
                  <a:lnTo>
                    <a:pt x="3061" y="6347"/>
                  </a:lnTo>
                  <a:cubicBezTo>
                    <a:pt x="2863" y="6347"/>
                    <a:pt x="2697" y="6512"/>
                    <a:pt x="2697" y="6710"/>
                  </a:cubicBezTo>
                  <a:cubicBezTo>
                    <a:pt x="2697" y="6908"/>
                    <a:pt x="2863" y="7074"/>
                    <a:pt x="3061" y="7074"/>
                  </a:cubicBezTo>
                  <a:lnTo>
                    <a:pt x="3325" y="7074"/>
                  </a:lnTo>
                  <a:cubicBezTo>
                    <a:pt x="3887" y="7074"/>
                    <a:pt x="4350" y="6631"/>
                    <a:pt x="4389" y="6076"/>
                  </a:cubicBezTo>
                  <a:lnTo>
                    <a:pt x="5341" y="6710"/>
                  </a:lnTo>
                  <a:lnTo>
                    <a:pt x="7014" y="6710"/>
                  </a:lnTo>
                  <a:lnTo>
                    <a:pt x="7966" y="6076"/>
                  </a:lnTo>
                  <a:cubicBezTo>
                    <a:pt x="8005" y="6631"/>
                    <a:pt x="8468" y="7074"/>
                    <a:pt x="9036" y="7074"/>
                  </a:cubicBezTo>
                  <a:lnTo>
                    <a:pt x="9294" y="7074"/>
                  </a:lnTo>
                  <a:cubicBezTo>
                    <a:pt x="9499" y="7074"/>
                    <a:pt x="9658" y="6908"/>
                    <a:pt x="9658" y="6710"/>
                  </a:cubicBezTo>
                  <a:cubicBezTo>
                    <a:pt x="9658" y="6512"/>
                    <a:pt x="9499" y="6347"/>
                    <a:pt x="9294" y="6347"/>
                  </a:cubicBezTo>
                  <a:lnTo>
                    <a:pt x="9036" y="6347"/>
                  </a:lnTo>
                  <a:cubicBezTo>
                    <a:pt x="8845" y="6347"/>
                    <a:pt x="8693" y="6195"/>
                    <a:pt x="8693" y="6003"/>
                  </a:cubicBezTo>
                  <a:cubicBezTo>
                    <a:pt x="8693" y="5890"/>
                    <a:pt x="8746" y="5778"/>
                    <a:pt x="8845" y="5719"/>
                  </a:cubicBezTo>
                  <a:lnTo>
                    <a:pt x="10021" y="4952"/>
                  </a:lnTo>
                  <a:cubicBezTo>
                    <a:pt x="10953" y="4344"/>
                    <a:pt x="11502" y="3319"/>
                    <a:pt x="11502" y="2209"/>
                  </a:cubicBezTo>
                  <a:lnTo>
                    <a:pt x="11502" y="1144"/>
                  </a:lnTo>
                  <a:cubicBezTo>
                    <a:pt x="11502" y="939"/>
                    <a:pt x="11667" y="781"/>
                    <a:pt x="11866" y="781"/>
                  </a:cubicBezTo>
                  <a:lnTo>
                    <a:pt x="11991" y="781"/>
                  </a:lnTo>
                  <a:cubicBezTo>
                    <a:pt x="12189" y="781"/>
                    <a:pt x="12355" y="616"/>
                    <a:pt x="12355" y="417"/>
                  </a:cubicBezTo>
                  <a:cubicBezTo>
                    <a:pt x="12355" y="212"/>
                    <a:pt x="12189" y="54"/>
                    <a:pt x="11991" y="54"/>
                  </a:cubicBezTo>
                  <a:lnTo>
                    <a:pt x="11866" y="54"/>
                  </a:lnTo>
                  <a:cubicBezTo>
                    <a:pt x="11271" y="54"/>
                    <a:pt x="10781" y="543"/>
                    <a:pt x="10781" y="1144"/>
                  </a:cubicBezTo>
                  <a:lnTo>
                    <a:pt x="10781" y="1508"/>
                  </a:lnTo>
                  <a:lnTo>
                    <a:pt x="9446" y="1508"/>
                  </a:lnTo>
                  <a:lnTo>
                    <a:pt x="9446" y="728"/>
                  </a:lnTo>
                  <a:lnTo>
                    <a:pt x="9810" y="728"/>
                  </a:lnTo>
                  <a:cubicBezTo>
                    <a:pt x="10008" y="728"/>
                    <a:pt x="10173" y="569"/>
                    <a:pt x="10173" y="364"/>
                  </a:cubicBezTo>
                  <a:cubicBezTo>
                    <a:pt x="10173" y="166"/>
                    <a:pt x="10008" y="1"/>
                    <a:pt x="98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72"/>
            <p:cNvSpPr/>
            <p:nvPr/>
          </p:nvSpPr>
          <p:spPr>
            <a:xfrm>
              <a:off x="2346083" y="2444406"/>
              <a:ext cx="81217" cy="59760"/>
            </a:xfrm>
            <a:custGeom>
              <a:avLst/>
              <a:gdLst/>
              <a:ahLst/>
              <a:cxnLst/>
              <a:rect l="l" t="t" r="r" b="b"/>
              <a:pathLst>
                <a:path w="2097" h="1543" extrusionOk="0">
                  <a:moveTo>
                    <a:pt x="418" y="0"/>
                  </a:moveTo>
                  <a:cubicBezTo>
                    <a:pt x="321" y="0"/>
                    <a:pt x="226" y="38"/>
                    <a:pt x="153" y="114"/>
                  </a:cubicBezTo>
                  <a:cubicBezTo>
                    <a:pt x="1" y="260"/>
                    <a:pt x="1" y="498"/>
                    <a:pt x="153" y="650"/>
                  </a:cubicBezTo>
                  <a:lnTo>
                    <a:pt x="1052" y="1542"/>
                  </a:lnTo>
                  <a:lnTo>
                    <a:pt x="1944" y="650"/>
                  </a:lnTo>
                  <a:cubicBezTo>
                    <a:pt x="2096" y="498"/>
                    <a:pt x="2096" y="260"/>
                    <a:pt x="1944" y="114"/>
                  </a:cubicBezTo>
                  <a:cubicBezTo>
                    <a:pt x="1871" y="38"/>
                    <a:pt x="1776" y="0"/>
                    <a:pt x="1679" y="0"/>
                  </a:cubicBezTo>
                  <a:cubicBezTo>
                    <a:pt x="1582" y="0"/>
                    <a:pt x="1485" y="38"/>
                    <a:pt x="1409" y="114"/>
                  </a:cubicBezTo>
                  <a:lnTo>
                    <a:pt x="1303" y="214"/>
                  </a:lnTo>
                  <a:cubicBezTo>
                    <a:pt x="1234" y="286"/>
                    <a:pt x="1141" y="323"/>
                    <a:pt x="1048" y="323"/>
                  </a:cubicBezTo>
                  <a:cubicBezTo>
                    <a:pt x="956" y="323"/>
                    <a:pt x="863" y="286"/>
                    <a:pt x="794" y="214"/>
                  </a:cubicBezTo>
                  <a:lnTo>
                    <a:pt x="688" y="114"/>
                  </a:lnTo>
                  <a:cubicBezTo>
                    <a:pt x="612" y="38"/>
                    <a:pt x="515" y="0"/>
                    <a:pt x="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 name="Google Shape;1708;p72"/>
          <p:cNvGrpSpPr/>
          <p:nvPr/>
        </p:nvGrpSpPr>
        <p:grpSpPr>
          <a:xfrm>
            <a:off x="2772343" y="2353313"/>
            <a:ext cx="481334" cy="480328"/>
            <a:chOff x="2772343" y="2353313"/>
            <a:chExt cx="481334" cy="480328"/>
          </a:xfrm>
        </p:grpSpPr>
        <p:sp>
          <p:nvSpPr>
            <p:cNvPr id="1709" name="Google Shape;1709;p72"/>
            <p:cNvSpPr/>
            <p:nvPr/>
          </p:nvSpPr>
          <p:spPr>
            <a:xfrm>
              <a:off x="2780554" y="2361757"/>
              <a:ext cx="104494" cy="104261"/>
            </a:xfrm>
            <a:custGeom>
              <a:avLst/>
              <a:gdLst/>
              <a:ahLst/>
              <a:cxnLst/>
              <a:rect l="l" t="t" r="r" b="b"/>
              <a:pathLst>
                <a:path w="2698" h="2692" extrusionOk="0">
                  <a:moveTo>
                    <a:pt x="2697" y="1"/>
                  </a:moveTo>
                  <a:lnTo>
                    <a:pt x="0" y="2691"/>
                  </a:lnTo>
                  <a:lnTo>
                    <a:pt x="2334" y="2691"/>
                  </a:lnTo>
                  <a:cubicBezTo>
                    <a:pt x="2532" y="2691"/>
                    <a:pt x="2697" y="2526"/>
                    <a:pt x="2697" y="2328"/>
                  </a:cubicBezTo>
                  <a:lnTo>
                    <a:pt x="26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72"/>
            <p:cNvSpPr/>
            <p:nvPr/>
          </p:nvSpPr>
          <p:spPr>
            <a:xfrm>
              <a:off x="2982026" y="2577598"/>
              <a:ext cx="60961" cy="60961"/>
            </a:xfrm>
            <a:custGeom>
              <a:avLst/>
              <a:gdLst/>
              <a:ahLst/>
              <a:cxnLst/>
              <a:rect l="l" t="t" r="r" b="b"/>
              <a:pathLst>
                <a:path w="1574" h="1574" extrusionOk="0">
                  <a:moveTo>
                    <a:pt x="787" y="0"/>
                  </a:moveTo>
                  <a:cubicBezTo>
                    <a:pt x="351" y="0"/>
                    <a:pt x="0" y="351"/>
                    <a:pt x="0" y="787"/>
                  </a:cubicBezTo>
                  <a:cubicBezTo>
                    <a:pt x="0" y="1217"/>
                    <a:pt x="351" y="1574"/>
                    <a:pt x="787" y="1574"/>
                  </a:cubicBezTo>
                  <a:cubicBezTo>
                    <a:pt x="1223" y="1574"/>
                    <a:pt x="1574" y="1217"/>
                    <a:pt x="1574" y="787"/>
                  </a:cubicBezTo>
                  <a:cubicBezTo>
                    <a:pt x="1574" y="351"/>
                    <a:pt x="1223" y="0"/>
                    <a:pt x="7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72"/>
            <p:cNvSpPr/>
            <p:nvPr/>
          </p:nvSpPr>
          <p:spPr>
            <a:xfrm>
              <a:off x="2772343" y="2770860"/>
              <a:ext cx="93727" cy="60729"/>
            </a:xfrm>
            <a:custGeom>
              <a:avLst/>
              <a:gdLst/>
              <a:ahLst/>
              <a:cxnLst/>
              <a:rect l="l" t="t" r="r" b="b"/>
              <a:pathLst>
                <a:path w="2420" h="1568" extrusionOk="0">
                  <a:moveTo>
                    <a:pt x="2420" y="1"/>
                  </a:moveTo>
                  <a:lnTo>
                    <a:pt x="292" y="424"/>
                  </a:lnTo>
                  <a:cubicBezTo>
                    <a:pt x="120" y="464"/>
                    <a:pt x="1" y="609"/>
                    <a:pt x="1" y="781"/>
                  </a:cubicBezTo>
                  <a:cubicBezTo>
                    <a:pt x="1" y="953"/>
                    <a:pt x="120" y="1105"/>
                    <a:pt x="292" y="1138"/>
                  </a:cubicBezTo>
                  <a:lnTo>
                    <a:pt x="2420" y="1568"/>
                  </a:lnTo>
                  <a:lnTo>
                    <a:pt x="2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72"/>
            <p:cNvSpPr/>
            <p:nvPr/>
          </p:nvSpPr>
          <p:spPr>
            <a:xfrm>
              <a:off x="3177340" y="2768071"/>
              <a:ext cx="76337" cy="65570"/>
            </a:xfrm>
            <a:custGeom>
              <a:avLst/>
              <a:gdLst/>
              <a:ahLst/>
              <a:cxnLst/>
              <a:rect l="l" t="t" r="r" b="b"/>
              <a:pathLst>
                <a:path w="1971" h="1693" extrusionOk="0">
                  <a:moveTo>
                    <a:pt x="1" y="0"/>
                  </a:moveTo>
                  <a:lnTo>
                    <a:pt x="1" y="1692"/>
                  </a:lnTo>
                  <a:lnTo>
                    <a:pt x="1092" y="1692"/>
                  </a:lnTo>
                  <a:cubicBezTo>
                    <a:pt x="1581" y="1692"/>
                    <a:pt x="1971" y="1283"/>
                    <a:pt x="1938" y="787"/>
                  </a:cubicBezTo>
                  <a:cubicBezTo>
                    <a:pt x="1911" y="344"/>
                    <a:pt x="1528" y="0"/>
                    <a:pt x="10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72"/>
            <p:cNvSpPr/>
            <p:nvPr/>
          </p:nvSpPr>
          <p:spPr>
            <a:xfrm>
              <a:off x="2894226" y="2768071"/>
              <a:ext cx="255269" cy="65570"/>
            </a:xfrm>
            <a:custGeom>
              <a:avLst/>
              <a:gdLst/>
              <a:ahLst/>
              <a:cxnLst/>
              <a:rect l="l" t="t" r="r" b="b"/>
              <a:pathLst>
                <a:path w="6591" h="1693" extrusionOk="0">
                  <a:moveTo>
                    <a:pt x="0" y="0"/>
                  </a:moveTo>
                  <a:lnTo>
                    <a:pt x="0" y="1692"/>
                  </a:lnTo>
                  <a:lnTo>
                    <a:pt x="6590" y="1692"/>
                  </a:lnTo>
                  <a:lnTo>
                    <a:pt x="659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72"/>
            <p:cNvSpPr/>
            <p:nvPr/>
          </p:nvSpPr>
          <p:spPr>
            <a:xfrm>
              <a:off x="2772343" y="2353313"/>
              <a:ext cx="480329" cy="365882"/>
            </a:xfrm>
            <a:custGeom>
              <a:avLst/>
              <a:gdLst/>
              <a:ahLst/>
              <a:cxnLst/>
              <a:rect l="l" t="t" r="r" b="b"/>
              <a:pathLst>
                <a:path w="12402" h="9447" extrusionOk="0">
                  <a:moveTo>
                    <a:pt x="6826" y="1466"/>
                  </a:moveTo>
                  <a:cubicBezTo>
                    <a:pt x="7112" y="1466"/>
                    <a:pt x="7399" y="1575"/>
                    <a:pt x="7616" y="1792"/>
                  </a:cubicBezTo>
                  <a:cubicBezTo>
                    <a:pt x="8045" y="2222"/>
                    <a:pt x="8045" y="2923"/>
                    <a:pt x="7616" y="3352"/>
                  </a:cubicBezTo>
                  <a:lnTo>
                    <a:pt x="6459" y="4509"/>
                  </a:lnTo>
                  <a:cubicBezTo>
                    <a:pt x="6389" y="4578"/>
                    <a:pt x="6297" y="4613"/>
                    <a:pt x="6203" y="4613"/>
                  </a:cubicBezTo>
                  <a:cubicBezTo>
                    <a:pt x="6110" y="4613"/>
                    <a:pt x="6016" y="4578"/>
                    <a:pt x="5943" y="4509"/>
                  </a:cubicBezTo>
                  <a:lnTo>
                    <a:pt x="4793" y="3352"/>
                  </a:lnTo>
                  <a:cubicBezTo>
                    <a:pt x="4357" y="2923"/>
                    <a:pt x="4357" y="2222"/>
                    <a:pt x="4793" y="1792"/>
                  </a:cubicBezTo>
                  <a:cubicBezTo>
                    <a:pt x="5010" y="1575"/>
                    <a:pt x="5294" y="1466"/>
                    <a:pt x="5578" y="1466"/>
                  </a:cubicBezTo>
                  <a:cubicBezTo>
                    <a:pt x="5796" y="1466"/>
                    <a:pt x="6014" y="1531"/>
                    <a:pt x="6201" y="1660"/>
                  </a:cubicBezTo>
                  <a:cubicBezTo>
                    <a:pt x="6388" y="1531"/>
                    <a:pt x="6607" y="1466"/>
                    <a:pt x="6826" y="1466"/>
                  </a:cubicBezTo>
                  <a:close/>
                  <a:moveTo>
                    <a:pt x="6201" y="5183"/>
                  </a:moveTo>
                  <a:cubicBezTo>
                    <a:pt x="6968" y="5183"/>
                    <a:pt x="7596" y="5805"/>
                    <a:pt x="7596" y="6578"/>
                  </a:cubicBezTo>
                  <a:cubicBezTo>
                    <a:pt x="7596" y="7345"/>
                    <a:pt x="6968" y="7966"/>
                    <a:pt x="6201" y="7966"/>
                  </a:cubicBezTo>
                  <a:cubicBezTo>
                    <a:pt x="5434" y="7966"/>
                    <a:pt x="4806" y="7345"/>
                    <a:pt x="4806" y="6578"/>
                  </a:cubicBezTo>
                  <a:cubicBezTo>
                    <a:pt x="4806" y="5805"/>
                    <a:pt x="5434" y="5183"/>
                    <a:pt x="6201" y="5183"/>
                  </a:cubicBezTo>
                  <a:close/>
                  <a:moveTo>
                    <a:pt x="3740" y="5183"/>
                  </a:moveTo>
                  <a:cubicBezTo>
                    <a:pt x="3745" y="5183"/>
                    <a:pt x="3750" y="5183"/>
                    <a:pt x="3755" y="5183"/>
                  </a:cubicBezTo>
                  <a:cubicBezTo>
                    <a:pt x="3914" y="5196"/>
                    <a:pt x="4046" y="5309"/>
                    <a:pt x="4079" y="5467"/>
                  </a:cubicBezTo>
                  <a:lnTo>
                    <a:pt x="4489" y="7596"/>
                  </a:lnTo>
                  <a:cubicBezTo>
                    <a:pt x="4515" y="7755"/>
                    <a:pt x="4410" y="7913"/>
                    <a:pt x="4244" y="7946"/>
                  </a:cubicBezTo>
                  <a:cubicBezTo>
                    <a:pt x="4224" y="7950"/>
                    <a:pt x="4204" y="7952"/>
                    <a:pt x="4184" y="7952"/>
                  </a:cubicBezTo>
                  <a:cubicBezTo>
                    <a:pt x="4042" y="7952"/>
                    <a:pt x="3917" y="7853"/>
                    <a:pt x="3894" y="7708"/>
                  </a:cubicBezTo>
                  <a:lnTo>
                    <a:pt x="3689" y="6631"/>
                  </a:lnTo>
                  <a:lnTo>
                    <a:pt x="3378" y="7715"/>
                  </a:lnTo>
                  <a:cubicBezTo>
                    <a:pt x="3365" y="7755"/>
                    <a:pt x="3352" y="7788"/>
                    <a:pt x="3299" y="7847"/>
                  </a:cubicBezTo>
                  <a:cubicBezTo>
                    <a:pt x="3240" y="7926"/>
                    <a:pt x="3141" y="7973"/>
                    <a:pt x="3041" y="7973"/>
                  </a:cubicBezTo>
                  <a:cubicBezTo>
                    <a:pt x="2889" y="7973"/>
                    <a:pt x="2757" y="7873"/>
                    <a:pt x="2704" y="7728"/>
                  </a:cubicBezTo>
                  <a:cubicBezTo>
                    <a:pt x="2704" y="7728"/>
                    <a:pt x="2704" y="7721"/>
                    <a:pt x="2704" y="7721"/>
                  </a:cubicBezTo>
                  <a:lnTo>
                    <a:pt x="2380" y="6637"/>
                  </a:lnTo>
                  <a:lnTo>
                    <a:pt x="2189" y="7702"/>
                  </a:lnTo>
                  <a:cubicBezTo>
                    <a:pt x="2165" y="7847"/>
                    <a:pt x="2039" y="7952"/>
                    <a:pt x="1896" y="7952"/>
                  </a:cubicBezTo>
                  <a:cubicBezTo>
                    <a:pt x="1877" y="7952"/>
                    <a:pt x="1858" y="7950"/>
                    <a:pt x="1838" y="7946"/>
                  </a:cubicBezTo>
                  <a:cubicBezTo>
                    <a:pt x="1673" y="7920"/>
                    <a:pt x="1561" y="7761"/>
                    <a:pt x="1594" y="7596"/>
                  </a:cubicBezTo>
                  <a:lnTo>
                    <a:pt x="1977" y="5474"/>
                  </a:lnTo>
                  <a:cubicBezTo>
                    <a:pt x="2010" y="5315"/>
                    <a:pt x="2142" y="5196"/>
                    <a:pt x="2301" y="5183"/>
                  </a:cubicBezTo>
                  <a:cubicBezTo>
                    <a:pt x="2306" y="5183"/>
                    <a:pt x="2311" y="5183"/>
                    <a:pt x="2316" y="5183"/>
                  </a:cubicBezTo>
                  <a:cubicBezTo>
                    <a:pt x="2469" y="5183"/>
                    <a:pt x="2607" y="5281"/>
                    <a:pt x="2658" y="5428"/>
                  </a:cubicBezTo>
                  <a:cubicBezTo>
                    <a:pt x="2658" y="5428"/>
                    <a:pt x="2658" y="5434"/>
                    <a:pt x="2658" y="5434"/>
                  </a:cubicBezTo>
                  <a:lnTo>
                    <a:pt x="3035" y="6710"/>
                  </a:lnTo>
                  <a:lnTo>
                    <a:pt x="3398" y="5441"/>
                  </a:lnTo>
                  <a:cubicBezTo>
                    <a:pt x="3398" y="5434"/>
                    <a:pt x="3398" y="5434"/>
                    <a:pt x="3398" y="5428"/>
                  </a:cubicBezTo>
                  <a:cubicBezTo>
                    <a:pt x="3450" y="5281"/>
                    <a:pt x="3588" y="5183"/>
                    <a:pt x="3740" y="5183"/>
                  </a:cubicBezTo>
                  <a:close/>
                  <a:moveTo>
                    <a:pt x="10086" y="5183"/>
                  </a:moveTo>
                  <a:cubicBezTo>
                    <a:pt x="10091" y="5183"/>
                    <a:pt x="10096" y="5183"/>
                    <a:pt x="10101" y="5183"/>
                  </a:cubicBezTo>
                  <a:cubicBezTo>
                    <a:pt x="10266" y="5196"/>
                    <a:pt x="10398" y="5315"/>
                    <a:pt x="10425" y="5474"/>
                  </a:cubicBezTo>
                  <a:lnTo>
                    <a:pt x="10808" y="7596"/>
                  </a:lnTo>
                  <a:cubicBezTo>
                    <a:pt x="10841" y="7761"/>
                    <a:pt x="10729" y="7920"/>
                    <a:pt x="10564" y="7946"/>
                  </a:cubicBezTo>
                  <a:cubicBezTo>
                    <a:pt x="10544" y="7950"/>
                    <a:pt x="10525" y="7952"/>
                    <a:pt x="10506" y="7952"/>
                  </a:cubicBezTo>
                  <a:cubicBezTo>
                    <a:pt x="10364" y="7952"/>
                    <a:pt x="10243" y="7847"/>
                    <a:pt x="10213" y="7702"/>
                  </a:cubicBezTo>
                  <a:lnTo>
                    <a:pt x="10022" y="6637"/>
                  </a:lnTo>
                  <a:lnTo>
                    <a:pt x="9698" y="7721"/>
                  </a:lnTo>
                  <a:cubicBezTo>
                    <a:pt x="9698" y="7721"/>
                    <a:pt x="9698" y="7728"/>
                    <a:pt x="9698" y="7728"/>
                  </a:cubicBezTo>
                  <a:cubicBezTo>
                    <a:pt x="9651" y="7873"/>
                    <a:pt x="9513" y="7973"/>
                    <a:pt x="9367" y="7973"/>
                  </a:cubicBezTo>
                  <a:lnTo>
                    <a:pt x="9361" y="7973"/>
                  </a:lnTo>
                  <a:cubicBezTo>
                    <a:pt x="9261" y="7973"/>
                    <a:pt x="9169" y="7926"/>
                    <a:pt x="9109" y="7854"/>
                  </a:cubicBezTo>
                  <a:cubicBezTo>
                    <a:pt x="9057" y="7788"/>
                    <a:pt x="9037" y="7755"/>
                    <a:pt x="9024" y="7715"/>
                  </a:cubicBezTo>
                  <a:lnTo>
                    <a:pt x="8719" y="6631"/>
                  </a:lnTo>
                  <a:lnTo>
                    <a:pt x="8515" y="7708"/>
                  </a:lnTo>
                  <a:cubicBezTo>
                    <a:pt x="8483" y="7851"/>
                    <a:pt x="8357" y="7952"/>
                    <a:pt x="8217" y="7952"/>
                  </a:cubicBezTo>
                  <a:cubicBezTo>
                    <a:pt x="8182" y="7952"/>
                    <a:pt x="8147" y="7946"/>
                    <a:pt x="8111" y="7933"/>
                  </a:cubicBezTo>
                  <a:cubicBezTo>
                    <a:pt x="7966" y="7887"/>
                    <a:pt x="7893" y="7735"/>
                    <a:pt x="7920" y="7583"/>
                  </a:cubicBezTo>
                  <a:lnTo>
                    <a:pt x="8323" y="5467"/>
                  </a:lnTo>
                  <a:cubicBezTo>
                    <a:pt x="8356" y="5309"/>
                    <a:pt x="8488" y="5196"/>
                    <a:pt x="8647" y="5183"/>
                  </a:cubicBezTo>
                  <a:cubicBezTo>
                    <a:pt x="8652" y="5183"/>
                    <a:pt x="8657" y="5183"/>
                    <a:pt x="8662" y="5183"/>
                  </a:cubicBezTo>
                  <a:cubicBezTo>
                    <a:pt x="8814" y="5183"/>
                    <a:pt x="8952" y="5281"/>
                    <a:pt x="9004" y="5428"/>
                  </a:cubicBezTo>
                  <a:cubicBezTo>
                    <a:pt x="9004" y="5434"/>
                    <a:pt x="9004" y="5434"/>
                    <a:pt x="9004" y="5441"/>
                  </a:cubicBezTo>
                  <a:lnTo>
                    <a:pt x="9367" y="6710"/>
                  </a:lnTo>
                  <a:lnTo>
                    <a:pt x="9744" y="5434"/>
                  </a:lnTo>
                  <a:lnTo>
                    <a:pt x="9744" y="5428"/>
                  </a:lnTo>
                  <a:cubicBezTo>
                    <a:pt x="9795" y="5281"/>
                    <a:pt x="9933" y="5183"/>
                    <a:pt x="10086" y="5183"/>
                  </a:cubicBezTo>
                  <a:close/>
                  <a:moveTo>
                    <a:pt x="3630" y="1"/>
                  </a:moveTo>
                  <a:lnTo>
                    <a:pt x="3630" y="2546"/>
                  </a:lnTo>
                  <a:cubicBezTo>
                    <a:pt x="3630" y="3147"/>
                    <a:pt x="3147" y="3636"/>
                    <a:pt x="2546" y="3636"/>
                  </a:cubicBezTo>
                  <a:lnTo>
                    <a:pt x="1" y="3636"/>
                  </a:lnTo>
                  <a:lnTo>
                    <a:pt x="1" y="8356"/>
                  </a:lnTo>
                  <a:cubicBezTo>
                    <a:pt x="1" y="8958"/>
                    <a:pt x="490" y="9447"/>
                    <a:pt x="1091" y="9447"/>
                  </a:cubicBezTo>
                  <a:lnTo>
                    <a:pt x="11311" y="9447"/>
                  </a:lnTo>
                  <a:cubicBezTo>
                    <a:pt x="11912" y="9447"/>
                    <a:pt x="12401" y="8958"/>
                    <a:pt x="12401" y="8356"/>
                  </a:cubicBezTo>
                  <a:lnTo>
                    <a:pt x="12401" y="1092"/>
                  </a:lnTo>
                  <a:cubicBezTo>
                    <a:pt x="12401" y="490"/>
                    <a:pt x="11912" y="1"/>
                    <a:pt x="113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72"/>
            <p:cNvSpPr/>
            <p:nvPr/>
          </p:nvSpPr>
          <p:spPr>
            <a:xfrm>
              <a:off x="2972034" y="2438209"/>
              <a:ext cx="80946" cy="59799"/>
            </a:xfrm>
            <a:custGeom>
              <a:avLst/>
              <a:gdLst/>
              <a:ahLst/>
              <a:cxnLst/>
              <a:rect l="l" t="t" r="r" b="b"/>
              <a:pathLst>
                <a:path w="2090" h="1544" extrusionOk="0">
                  <a:moveTo>
                    <a:pt x="416" y="0"/>
                  </a:moveTo>
                  <a:cubicBezTo>
                    <a:pt x="320" y="0"/>
                    <a:pt x="222" y="36"/>
                    <a:pt x="146" y="109"/>
                  </a:cubicBezTo>
                  <a:cubicBezTo>
                    <a:pt x="1" y="261"/>
                    <a:pt x="1" y="499"/>
                    <a:pt x="146" y="645"/>
                  </a:cubicBezTo>
                  <a:lnTo>
                    <a:pt x="1045" y="1544"/>
                  </a:lnTo>
                  <a:lnTo>
                    <a:pt x="1944" y="645"/>
                  </a:lnTo>
                  <a:cubicBezTo>
                    <a:pt x="2089" y="499"/>
                    <a:pt x="2089" y="261"/>
                    <a:pt x="1944" y="109"/>
                  </a:cubicBezTo>
                  <a:cubicBezTo>
                    <a:pt x="1871" y="36"/>
                    <a:pt x="1774" y="0"/>
                    <a:pt x="1676" y="0"/>
                  </a:cubicBezTo>
                  <a:cubicBezTo>
                    <a:pt x="1579" y="0"/>
                    <a:pt x="1481" y="36"/>
                    <a:pt x="1409" y="109"/>
                  </a:cubicBezTo>
                  <a:lnTo>
                    <a:pt x="1303" y="215"/>
                  </a:lnTo>
                  <a:cubicBezTo>
                    <a:pt x="1233" y="288"/>
                    <a:pt x="1141" y="324"/>
                    <a:pt x="1047" y="324"/>
                  </a:cubicBezTo>
                  <a:cubicBezTo>
                    <a:pt x="954" y="324"/>
                    <a:pt x="860" y="288"/>
                    <a:pt x="787" y="215"/>
                  </a:cubicBezTo>
                  <a:lnTo>
                    <a:pt x="681" y="109"/>
                  </a:lnTo>
                  <a:cubicBezTo>
                    <a:pt x="609" y="36"/>
                    <a:pt x="513" y="0"/>
                    <a:pt x="4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 name="Google Shape;1716;p72"/>
          <p:cNvGrpSpPr/>
          <p:nvPr/>
        </p:nvGrpSpPr>
        <p:grpSpPr>
          <a:xfrm>
            <a:off x="3398023" y="2353468"/>
            <a:ext cx="480329" cy="480174"/>
            <a:chOff x="3398023" y="2353468"/>
            <a:chExt cx="480329" cy="480174"/>
          </a:xfrm>
        </p:grpSpPr>
        <p:sp>
          <p:nvSpPr>
            <p:cNvPr id="1717" name="Google Shape;1717;p72"/>
            <p:cNvSpPr/>
            <p:nvPr/>
          </p:nvSpPr>
          <p:spPr>
            <a:xfrm>
              <a:off x="3459990" y="2353468"/>
              <a:ext cx="28195" cy="28041"/>
            </a:xfrm>
            <a:custGeom>
              <a:avLst/>
              <a:gdLst/>
              <a:ahLst/>
              <a:cxnLst/>
              <a:rect l="l" t="t" r="r" b="b"/>
              <a:pathLst>
                <a:path w="728" h="724" extrusionOk="0">
                  <a:moveTo>
                    <a:pt x="369" y="1"/>
                  </a:moveTo>
                  <a:cubicBezTo>
                    <a:pt x="354" y="1"/>
                    <a:pt x="339" y="2"/>
                    <a:pt x="324" y="3"/>
                  </a:cubicBezTo>
                  <a:cubicBezTo>
                    <a:pt x="139" y="23"/>
                    <a:pt x="1" y="189"/>
                    <a:pt x="1" y="374"/>
                  </a:cubicBezTo>
                  <a:lnTo>
                    <a:pt x="1" y="724"/>
                  </a:lnTo>
                  <a:lnTo>
                    <a:pt x="728" y="724"/>
                  </a:lnTo>
                  <a:lnTo>
                    <a:pt x="728" y="360"/>
                  </a:lnTo>
                  <a:cubicBezTo>
                    <a:pt x="728" y="163"/>
                    <a:pt x="567"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72"/>
            <p:cNvSpPr/>
            <p:nvPr/>
          </p:nvSpPr>
          <p:spPr>
            <a:xfrm>
              <a:off x="3525521" y="2353468"/>
              <a:ext cx="28195" cy="28041"/>
            </a:xfrm>
            <a:custGeom>
              <a:avLst/>
              <a:gdLst/>
              <a:ahLst/>
              <a:cxnLst/>
              <a:rect l="l" t="t" r="r" b="b"/>
              <a:pathLst>
                <a:path w="728" h="724" extrusionOk="0">
                  <a:moveTo>
                    <a:pt x="369" y="1"/>
                  </a:moveTo>
                  <a:cubicBezTo>
                    <a:pt x="354" y="1"/>
                    <a:pt x="340" y="2"/>
                    <a:pt x="325" y="3"/>
                  </a:cubicBezTo>
                  <a:cubicBezTo>
                    <a:pt x="140" y="23"/>
                    <a:pt x="1" y="189"/>
                    <a:pt x="1" y="374"/>
                  </a:cubicBezTo>
                  <a:lnTo>
                    <a:pt x="1" y="724"/>
                  </a:lnTo>
                  <a:lnTo>
                    <a:pt x="728" y="724"/>
                  </a:lnTo>
                  <a:lnTo>
                    <a:pt x="728" y="360"/>
                  </a:lnTo>
                  <a:cubicBezTo>
                    <a:pt x="728" y="163"/>
                    <a:pt x="567"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72"/>
            <p:cNvSpPr/>
            <p:nvPr/>
          </p:nvSpPr>
          <p:spPr>
            <a:xfrm>
              <a:off x="3591323" y="2353468"/>
              <a:ext cx="28195" cy="28041"/>
            </a:xfrm>
            <a:custGeom>
              <a:avLst/>
              <a:gdLst/>
              <a:ahLst/>
              <a:cxnLst/>
              <a:rect l="l" t="t" r="r" b="b"/>
              <a:pathLst>
                <a:path w="728" h="724" extrusionOk="0">
                  <a:moveTo>
                    <a:pt x="363" y="1"/>
                  </a:moveTo>
                  <a:cubicBezTo>
                    <a:pt x="348" y="1"/>
                    <a:pt x="333" y="2"/>
                    <a:pt x="318" y="3"/>
                  </a:cubicBezTo>
                  <a:cubicBezTo>
                    <a:pt x="133" y="23"/>
                    <a:pt x="1" y="189"/>
                    <a:pt x="1" y="374"/>
                  </a:cubicBezTo>
                  <a:lnTo>
                    <a:pt x="1" y="724"/>
                  </a:lnTo>
                  <a:lnTo>
                    <a:pt x="728" y="724"/>
                  </a:lnTo>
                  <a:lnTo>
                    <a:pt x="728" y="360"/>
                  </a:lnTo>
                  <a:cubicBezTo>
                    <a:pt x="728" y="163"/>
                    <a:pt x="567"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72"/>
            <p:cNvSpPr/>
            <p:nvPr/>
          </p:nvSpPr>
          <p:spPr>
            <a:xfrm>
              <a:off x="3788187" y="2353468"/>
              <a:ext cx="28195" cy="28041"/>
            </a:xfrm>
            <a:custGeom>
              <a:avLst/>
              <a:gdLst/>
              <a:ahLst/>
              <a:cxnLst/>
              <a:rect l="l" t="t" r="r" b="b"/>
              <a:pathLst>
                <a:path w="728" h="724" extrusionOk="0">
                  <a:moveTo>
                    <a:pt x="369" y="1"/>
                  </a:moveTo>
                  <a:cubicBezTo>
                    <a:pt x="354" y="1"/>
                    <a:pt x="340" y="2"/>
                    <a:pt x="325" y="3"/>
                  </a:cubicBezTo>
                  <a:cubicBezTo>
                    <a:pt x="140" y="23"/>
                    <a:pt x="1" y="189"/>
                    <a:pt x="1" y="374"/>
                  </a:cubicBezTo>
                  <a:lnTo>
                    <a:pt x="1" y="724"/>
                  </a:lnTo>
                  <a:lnTo>
                    <a:pt x="728" y="724"/>
                  </a:lnTo>
                  <a:lnTo>
                    <a:pt x="728" y="360"/>
                  </a:lnTo>
                  <a:cubicBezTo>
                    <a:pt x="728" y="163"/>
                    <a:pt x="567"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72"/>
            <p:cNvSpPr/>
            <p:nvPr/>
          </p:nvSpPr>
          <p:spPr>
            <a:xfrm>
              <a:off x="3722656" y="2353468"/>
              <a:ext cx="28195" cy="28041"/>
            </a:xfrm>
            <a:custGeom>
              <a:avLst/>
              <a:gdLst/>
              <a:ahLst/>
              <a:cxnLst/>
              <a:rect l="l" t="t" r="r" b="b"/>
              <a:pathLst>
                <a:path w="728" h="724" extrusionOk="0">
                  <a:moveTo>
                    <a:pt x="362" y="1"/>
                  </a:moveTo>
                  <a:cubicBezTo>
                    <a:pt x="348" y="1"/>
                    <a:pt x="333" y="2"/>
                    <a:pt x="318" y="3"/>
                  </a:cubicBezTo>
                  <a:cubicBezTo>
                    <a:pt x="133" y="23"/>
                    <a:pt x="1" y="189"/>
                    <a:pt x="1" y="374"/>
                  </a:cubicBezTo>
                  <a:lnTo>
                    <a:pt x="1" y="724"/>
                  </a:lnTo>
                  <a:lnTo>
                    <a:pt x="728" y="724"/>
                  </a:lnTo>
                  <a:lnTo>
                    <a:pt x="728" y="360"/>
                  </a:lnTo>
                  <a:cubicBezTo>
                    <a:pt x="728" y="163"/>
                    <a:pt x="561"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72"/>
            <p:cNvSpPr/>
            <p:nvPr/>
          </p:nvSpPr>
          <p:spPr>
            <a:xfrm>
              <a:off x="3656854" y="2353468"/>
              <a:ext cx="28195" cy="28041"/>
            </a:xfrm>
            <a:custGeom>
              <a:avLst/>
              <a:gdLst/>
              <a:ahLst/>
              <a:cxnLst/>
              <a:rect l="l" t="t" r="r" b="b"/>
              <a:pathLst>
                <a:path w="728" h="724" extrusionOk="0">
                  <a:moveTo>
                    <a:pt x="369" y="1"/>
                  </a:moveTo>
                  <a:cubicBezTo>
                    <a:pt x="354" y="1"/>
                    <a:pt x="340" y="2"/>
                    <a:pt x="325" y="3"/>
                  </a:cubicBezTo>
                  <a:cubicBezTo>
                    <a:pt x="140" y="23"/>
                    <a:pt x="1" y="189"/>
                    <a:pt x="1" y="374"/>
                  </a:cubicBezTo>
                  <a:lnTo>
                    <a:pt x="1" y="724"/>
                  </a:lnTo>
                  <a:lnTo>
                    <a:pt x="728" y="724"/>
                  </a:lnTo>
                  <a:lnTo>
                    <a:pt x="728" y="360"/>
                  </a:lnTo>
                  <a:cubicBezTo>
                    <a:pt x="728" y="163"/>
                    <a:pt x="567"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72"/>
            <p:cNvSpPr/>
            <p:nvPr/>
          </p:nvSpPr>
          <p:spPr>
            <a:xfrm>
              <a:off x="3398023" y="2381470"/>
              <a:ext cx="480329" cy="75059"/>
            </a:xfrm>
            <a:custGeom>
              <a:avLst/>
              <a:gdLst/>
              <a:ahLst/>
              <a:cxnLst/>
              <a:rect l="l" t="t" r="r" b="b"/>
              <a:pathLst>
                <a:path w="12402" h="1938" extrusionOk="0">
                  <a:moveTo>
                    <a:pt x="973" y="1"/>
                  </a:moveTo>
                  <a:cubicBezTo>
                    <a:pt x="437" y="1"/>
                    <a:pt x="1" y="437"/>
                    <a:pt x="1" y="973"/>
                  </a:cubicBezTo>
                  <a:lnTo>
                    <a:pt x="1" y="1938"/>
                  </a:lnTo>
                  <a:lnTo>
                    <a:pt x="12402" y="1938"/>
                  </a:lnTo>
                  <a:lnTo>
                    <a:pt x="12402" y="973"/>
                  </a:lnTo>
                  <a:cubicBezTo>
                    <a:pt x="12402" y="437"/>
                    <a:pt x="11965" y="1"/>
                    <a:pt x="11430" y="1"/>
                  </a:cubicBezTo>
                  <a:lnTo>
                    <a:pt x="10802" y="1"/>
                  </a:lnTo>
                  <a:lnTo>
                    <a:pt x="10802" y="721"/>
                  </a:lnTo>
                  <a:cubicBezTo>
                    <a:pt x="10802" y="907"/>
                    <a:pt x="10663" y="1072"/>
                    <a:pt x="10478" y="1092"/>
                  </a:cubicBezTo>
                  <a:cubicBezTo>
                    <a:pt x="10466" y="1093"/>
                    <a:pt x="10454" y="1093"/>
                    <a:pt x="10443" y="1093"/>
                  </a:cubicBezTo>
                  <a:cubicBezTo>
                    <a:pt x="10240" y="1093"/>
                    <a:pt x="10075" y="934"/>
                    <a:pt x="10075" y="728"/>
                  </a:cubicBezTo>
                  <a:lnTo>
                    <a:pt x="10075" y="1"/>
                  </a:lnTo>
                  <a:lnTo>
                    <a:pt x="9110" y="1"/>
                  </a:lnTo>
                  <a:lnTo>
                    <a:pt x="9110" y="721"/>
                  </a:lnTo>
                  <a:cubicBezTo>
                    <a:pt x="9110" y="907"/>
                    <a:pt x="8971" y="1072"/>
                    <a:pt x="8786" y="1092"/>
                  </a:cubicBezTo>
                  <a:cubicBezTo>
                    <a:pt x="8774" y="1093"/>
                    <a:pt x="8762" y="1093"/>
                    <a:pt x="8750" y="1093"/>
                  </a:cubicBezTo>
                  <a:cubicBezTo>
                    <a:pt x="8548" y="1093"/>
                    <a:pt x="8383" y="934"/>
                    <a:pt x="8383" y="728"/>
                  </a:cubicBezTo>
                  <a:lnTo>
                    <a:pt x="8383" y="1"/>
                  </a:lnTo>
                  <a:lnTo>
                    <a:pt x="7411" y="1"/>
                  </a:lnTo>
                  <a:lnTo>
                    <a:pt x="7411" y="721"/>
                  </a:lnTo>
                  <a:cubicBezTo>
                    <a:pt x="7411" y="907"/>
                    <a:pt x="7272" y="1072"/>
                    <a:pt x="7087" y="1092"/>
                  </a:cubicBezTo>
                  <a:cubicBezTo>
                    <a:pt x="7075" y="1093"/>
                    <a:pt x="7063" y="1093"/>
                    <a:pt x="7052" y="1093"/>
                  </a:cubicBezTo>
                  <a:cubicBezTo>
                    <a:pt x="6849" y="1093"/>
                    <a:pt x="6684" y="934"/>
                    <a:pt x="6684" y="728"/>
                  </a:cubicBezTo>
                  <a:lnTo>
                    <a:pt x="6684" y="1"/>
                  </a:lnTo>
                  <a:lnTo>
                    <a:pt x="5719" y="1"/>
                  </a:lnTo>
                  <a:lnTo>
                    <a:pt x="5719" y="721"/>
                  </a:lnTo>
                  <a:cubicBezTo>
                    <a:pt x="5719" y="907"/>
                    <a:pt x="5580" y="1072"/>
                    <a:pt x="5395" y="1092"/>
                  </a:cubicBezTo>
                  <a:cubicBezTo>
                    <a:pt x="5383" y="1093"/>
                    <a:pt x="5371" y="1093"/>
                    <a:pt x="5359" y="1093"/>
                  </a:cubicBezTo>
                  <a:cubicBezTo>
                    <a:pt x="5157" y="1093"/>
                    <a:pt x="4992" y="934"/>
                    <a:pt x="4992" y="728"/>
                  </a:cubicBezTo>
                  <a:lnTo>
                    <a:pt x="4992" y="1"/>
                  </a:lnTo>
                  <a:lnTo>
                    <a:pt x="4020" y="1"/>
                  </a:lnTo>
                  <a:lnTo>
                    <a:pt x="4020" y="721"/>
                  </a:lnTo>
                  <a:cubicBezTo>
                    <a:pt x="4020" y="907"/>
                    <a:pt x="3888" y="1072"/>
                    <a:pt x="3703" y="1092"/>
                  </a:cubicBezTo>
                  <a:cubicBezTo>
                    <a:pt x="3690" y="1093"/>
                    <a:pt x="3678" y="1093"/>
                    <a:pt x="3666" y="1093"/>
                  </a:cubicBezTo>
                  <a:cubicBezTo>
                    <a:pt x="3458" y="1093"/>
                    <a:pt x="3293" y="934"/>
                    <a:pt x="3293" y="728"/>
                  </a:cubicBezTo>
                  <a:lnTo>
                    <a:pt x="3293" y="1"/>
                  </a:lnTo>
                  <a:lnTo>
                    <a:pt x="2328" y="1"/>
                  </a:lnTo>
                  <a:lnTo>
                    <a:pt x="2328" y="721"/>
                  </a:lnTo>
                  <a:cubicBezTo>
                    <a:pt x="2328" y="907"/>
                    <a:pt x="2189" y="1072"/>
                    <a:pt x="2004" y="1092"/>
                  </a:cubicBezTo>
                  <a:cubicBezTo>
                    <a:pt x="1992" y="1093"/>
                    <a:pt x="1980" y="1093"/>
                    <a:pt x="1968" y="1093"/>
                  </a:cubicBezTo>
                  <a:cubicBezTo>
                    <a:pt x="1766" y="1093"/>
                    <a:pt x="1601" y="934"/>
                    <a:pt x="1601" y="728"/>
                  </a:cubicBezTo>
                  <a:lnTo>
                    <a:pt x="16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72"/>
            <p:cNvSpPr/>
            <p:nvPr/>
          </p:nvSpPr>
          <p:spPr>
            <a:xfrm>
              <a:off x="3629975" y="2720201"/>
              <a:ext cx="16925" cy="22541"/>
            </a:xfrm>
            <a:custGeom>
              <a:avLst/>
              <a:gdLst/>
              <a:ahLst/>
              <a:cxnLst/>
              <a:rect l="l" t="t" r="r" b="b"/>
              <a:pathLst>
                <a:path w="437" h="582" extrusionOk="0">
                  <a:moveTo>
                    <a:pt x="219" y="0"/>
                  </a:moveTo>
                  <a:lnTo>
                    <a:pt x="1" y="582"/>
                  </a:lnTo>
                  <a:lnTo>
                    <a:pt x="437" y="582"/>
                  </a:lnTo>
                  <a:lnTo>
                    <a:pt x="2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72"/>
            <p:cNvSpPr/>
            <p:nvPr/>
          </p:nvSpPr>
          <p:spPr>
            <a:xfrm>
              <a:off x="3527341" y="2702269"/>
              <a:ext cx="34315" cy="60961"/>
            </a:xfrm>
            <a:custGeom>
              <a:avLst/>
              <a:gdLst/>
              <a:ahLst/>
              <a:cxnLst/>
              <a:rect l="l" t="t" r="r" b="b"/>
              <a:pathLst>
                <a:path w="886" h="1574" extrusionOk="0">
                  <a:moveTo>
                    <a:pt x="0" y="0"/>
                  </a:moveTo>
                  <a:cubicBezTo>
                    <a:pt x="0" y="265"/>
                    <a:pt x="0" y="635"/>
                    <a:pt x="0" y="787"/>
                  </a:cubicBezTo>
                  <a:cubicBezTo>
                    <a:pt x="0" y="966"/>
                    <a:pt x="0" y="1316"/>
                    <a:pt x="0" y="1574"/>
                  </a:cubicBezTo>
                  <a:lnTo>
                    <a:pt x="324" y="1574"/>
                  </a:lnTo>
                  <a:cubicBezTo>
                    <a:pt x="714" y="1560"/>
                    <a:pt x="886" y="1170"/>
                    <a:pt x="886" y="787"/>
                  </a:cubicBezTo>
                  <a:cubicBezTo>
                    <a:pt x="886" y="602"/>
                    <a:pt x="846" y="0"/>
                    <a:pt x="3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72"/>
            <p:cNvSpPr/>
            <p:nvPr/>
          </p:nvSpPr>
          <p:spPr>
            <a:xfrm>
              <a:off x="3722385" y="2702269"/>
              <a:ext cx="34625" cy="60961"/>
            </a:xfrm>
            <a:custGeom>
              <a:avLst/>
              <a:gdLst/>
              <a:ahLst/>
              <a:cxnLst/>
              <a:rect l="l" t="t" r="r" b="b"/>
              <a:pathLst>
                <a:path w="894" h="1574" extrusionOk="0">
                  <a:moveTo>
                    <a:pt x="1" y="0"/>
                  </a:moveTo>
                  <a:cubicBezTo>
                    <a:pt x="1" y="265"/>
                    <a:pt x="1" y="635"/>
                    <a:pt x="1" y="787"/>
                  </a:cubicBezTo>
                  <a:cubicBezTo>
                    <a:pt x="1" y="966"/>
                    <a:pt x="1" y="1316"/>
                    <a:pt x="8" y="1574"/>
                  </a:cubicBezTo>
                  <a:lnTo>
                    <a:pt x="331" y="1574"/>
                  </a:lnTo>
                  <a:cubicBezTo>
                    <a:pt x="721" y="1560"/>
                    <a:pt x="893" y="1170"/>
                    <a:pt x="893" y="787"/>
                  </a:cubicBezTo>
                  <a:cubicBezTo>
                    <a:pt x="893" y="602"/>
                    <a:pt x="854" y="0"/>
                    <a:pt x="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72"/>
            <p:cNvSpPr/>
            <p:nvPr/>
          </p:nvSpPr>
          <p:spPr>
            <a:xfrm>
              <a:off x="3398023" y="2484646"/>
              <a:ext cx="480329" cy="348996"/>
            </a:xfrm>
            <a:custGeom>
              <a:avLst/>
              <a:gdLst/>
              <a:ahLst/>
              <a:cxnLst/>
              <a:rect l="l" t="t" r="r" b="b"/>
              <a:pathLst>
                <a:path w="12402" h="9011" extrusionOk="0">
                  <a:moveTo>
                    <a:pt x="6838" y="1206"/>
                  </a:moveTo>
                  <a:cubicBezTo>
                    <a:pt x="7119" y="1206"/>
                    <a:pt x="7401" y="1313"/>
                    <a:pt x="7616" y="1528"/>
                  </a:cubicBezTo>
                  <a:cubicBezTo>
                    <a:pt x="8045" y="1964"/>
                    <a:pt x="8045" y="2665"/>
                    <a:pt x="7616" y="3094"/>
                  </a:cubicBezTo>
                  <a:lnTo>
                    <a:pt x="6459" y="4251"/>
                  </a:lnTo>
                  <a:cubicBezTo>
                    <a:pt x="6390" y="4321"/>
                    <a:pt x="6297" y="4355"/>
                    <a:pt x="6205" y="4355"/>
                  </a:cubicBezTo>
                  <a:cubicBezTo>
                    <a:pt x="6112" y="4355"/>
                    <a:pt x="6019" y="4321"/>
                    <a:pt x="5950" y="4251"/>
                  </a:cubicBezTo>
                  <a:lnTo>
                    <a:pt x="4793" y="3094"/>
                  </a:lnTo>
                  <a:cubicBezTo>
                    <a:pt x="4364" y="2665"/>
                    <a:pt x="4364" y="1964"/>
                    <a:pt x="4793" y="1528"/>
                  </a:cubicBezTo>
                  <a:cubicBezTo>
                    <a:pt x="5008" y="1313"/>
                    <a:pt x="5290" y="1206"/>
                    <a:pt x="5572" y="1206"/>
                  </a:cubicBezTo>
                  <a:cubicBezTo>
                    <a:pt x="5794" y="1206"/>
                    <a:pt x="6016" y="1272"/>
                    <a:pt x="6208" y="1402"/>
                  </a:cubicBezTo>
                  <a:cubicBezTo>
                    <a:pt x="6397" y="1272"/>
                    <a:pt x="6617" y="1206"/>
                    <a:pt x="6838" y="1206"/>
                  </a:cubicBezTo>
                  <a:close/>
                  <a:moveTo>
                    <a:pt x="6208" y="5018"/>
                  </a:moveTo>
                  <a:cubicBezTo>
                    <a:pt x="6353" y="5018"/>
                    <a:pt x="6479" y="5104"/>
                    <a:pt x="6532" y="5236"/>
                  </a:cubicBezTo>
                  <a:cubicBezTo>
                    <a:pt x="6538" y="5236"/>
                    <a:pt x="6538" y="5236"/>
                    <a:pt x="6538" y="5243"/>
                  </a:cubicBezTo>
                  <a:lnTo>
                    <a:pt x="7351" y="7391"/>
                  </a:lnTo>
                  <a:cubicBezTo>
                    <a:pt x="7411" y="7550"/>
                    <a:pt x="7332" y="7721"/>
                    <a:pt x="7173" y="7781"/>
                  </a:cubicBezTo>
                  <a:cubicBezTo>
                    <a:pt x="7140" y="7794"/>
                    <a:pt x="7100" y="7801"/>
                    <a:pt x="7067" y="7801"/>
                  </a:cubicBezTo>
                  <a:cubicBezTo>
                    <a:pt x="6942" y="7801"/>
                    <a:pt x="6829" y="7728"/>
                    <a:pt x="6783" y="7609"/>
                  </a:cubicBezTo>
                  <a:lnTo>
                    <a:pt x="6657" y="7265"/>
                  </a:lnTo>
                  <a:lnTo>
                    <a:pt x="5758" y="7265"/>
                  </a:lnTo>
                  <a:lnTo>
                    <a:pt x="5626" y="7609"/>
                  </a:lnTo>
                  <a:cubicBezTo>
                    <a:pt x="5580" y="7727"/>
                    <a:pt x="5467" y="7801"/>
                    <a:pt x="5344" y="7801"/>
                  </a:cubicBezTo>
                  <a:cubicBezTo>
                    <a:pt x="5309" y="7801"/>
                    <a:pt x="5272" y="7794"/>
                    <a:pt x="5236" y="7781"/>
                  </a:cubicBezTo>
                  <a:cubicBezTo>
                    <a:pt x="5077" y="7721"/>
                    <a:pt x="4998" y="7550"/>
                    <a:pt x="5058" y="7391"/>
                  </a:cubicBezTo>
                  <a:lnTo>
                    <a:pt x="5877" y="5243"/>
                  </a:lnTo>
                  <a:cubicBezTo>
                    <a:pt x="5884" y="5236"/>
                    <a:pt x="5884" y="5236"/>
                    <a:pt x="5884" y="5236"/>
                  </a:cubicBezTo>
                  <a:cubicBezTo>
                    <a:pt x="5937" y="5104"/>
                    <a:pt x="6062" y="5018"/>
                    <a:pt x="6208" y="5018"/>
                  </a:cubicBezTo>
                  <a:close/>
                  <a:moveTo>
                    <a:pt x="8693" y="5018"/>
                  </a:moveTo>
                  <a:cubicBezTo>
                    <a:pt x="9401" y="5018"/>
                    <a:pt x="9876" y="5573"/>
                    <a:pt x="9876" y="6406"/>
                  </a:cubicBezTo>
                  <a:cubicBezTo>
                    <a:pt x="9876" y="7199"/>
                    <a:pt x="9387" y="7781"/>
                    <a:pt x="8720" y="7794"/>
                  </a:cubicBezTo>
                  <a:cubicBezTo>
                    <a:pt x="8541" y="7801"/>
                    <a:pt x="8098" y="7801"/>
                    <a:pt x="8078" y="7801"/>
                  </a:cubicBezTo>
                  <a:cubicBezTo>
                    <a:pt x="8052" y="7801"/>
                    <a:pt x="8019" y="7794"/>
                    <a:pt x="7993" y="7788"/>
                  </a:cubicBezTo>
                  <a:cubicBezTo>
                    <a:pt x="7860" y="7741"/>
                    <a:pt x="7781" y="7622"/>
                    <a:pt x="7774" y="7497"/>
                  </a:cubicBezTo>
                  <a:cubicBezTo>
                    <a:pt x="7774" y="7490"/>
                    <a:pt x="7774" y="6703"/>
                    <a:pt x="7774" y="6406"/>
                  </a:cubicBezTo>
                  <a:cubicBezTo>
                    <a:pt x="7774" y="6155"/>
                    <a:pt x="7774" y="5315"/>
                    <a:pt x="7774" y="5315"/>
                  </a:cubicBezTo>
                  <a:cubicBezTo>
                    <a:pt x="7774" y="5196"/>
                    <a:pt x="7847" y="5084"/>
                    <a:pt x="7966" y="5038"/>
                  </a:cubicBezTo>
                  <a:cubicBezTo>
                    <a:pt x="7999" y="5018"/>
                    <a:pt x="8039" y="5018"/>
                    <a:pt x="8078" y="5018"/>
                  </a:cubicBezTo>
                  <a:close/>
                  <a:moveTo>
                    <a:pt x="3650" y="5018"/>
                  </a:moveTo>
                  <a:cubicBezTo>
                    <a:pt x="4357" y="5018"/>
                    <a:pt x="4833" y="5580"/>
                    <a:pt x="4833" y="6413"/>
                  </a:cubicBezTo>
                  <a:cubicBezTo>
                    <a:pt x="4833" y="7206"/>
                    <a:pt x="4344" y="7788"/>
                    <a:pt x="3676" y="7801"/>
                  </a:cubicBezTo>
                  <a:cubicBezTo>
                    <a:pt x="3557" y="7801"/>
                    <a:pt x="3321" y="7804"/>
                    <a:pt x="3172" y="7804"/>
                  </a:cubicBezTo>
                  <a:cubicBezTo>
                    <a:pt x="3098" y="7804"/>
                    <a:pt x="3046" y="7803"/>
                    <a:pt x="3042" y="7801"/>
                  </a:cubicBezTo>
                  <a:lnTo>
                    <a:pt x="3035" y="7801"/>
                  </a:lnTo>
                  <a:cubicBezTo>
                    <a:pt x="3028" y="7801"/>
                    <a:pt x="3022" y="7802"/>
                    <a:pt x="3015" y="7802"/>
                  </a:cubicBezTo>
                  <a:cubicBezTo>
                    <a:pt x="2943" y="7802"/>
                    <a:pt x="2878" y="7769"/>
                    <a:pt x="2823" y="7715"/>
                  </a:cubicBezTo>
                  <a:cubicBezTo>
                    <a:pt x="2764" y="7662"/>
                    <a:pt x="2737" y="7583"/>
                    <a:pt x="2711" y="7503"/>
                  </a:cubicBezTo>
                  <a:lnTo>
                    <a:pt x="2737" y="6413"/>
                  </a:lnTo>
                  <a:lnTo>
                    <a:pt x="2737" y="5322"/>
                  </a:lnTo>
                  <a:cubicBezTo>
                    <a:pt x="2731" y="5243"/>
                    <a:pt x="2764" y="5170"/>
                    <a:pt x="2817" y="5110"/>
                  </a:cubicBezTo>
                  <a:cubicBezTo>
                    <a:pt x="2876" y="5051"/>
                    <a:pt x="2956" y="5018"/>
                    <a:pt x="3035" y="5018"/>
                  </a:cubicBezTo>
                  <a:close/>
                  <a:moveTo>
                    <a:pt x="1" y="1"/>
                  </a:moveTo>
                  <a:lnTo>
                    <a:pt x="1" y="7920"/>
                  </a:lnTo>
                  <a:cubicBezTo>
                    <a:pt x="1" y="8521"/>
                    <a:pt x="490" y="9010"/>
                    <a:pt x="1092" y="9010"/>
                  </a:cubicBezTo>
                  <a:lnTo>
                    <a:pt x="11311" y="9010"/>
                  </a:lnTo>
                  <a:cubicBezTo>
                    <a:pt x="11912" y="9010"/>
                    <a:pt x="12402" y="8521"/>
                    <a:pt x="12402" y="7920"/>
                  </a:cubicBezTo>
                  <a:lnTo>
                    <a:pt x="12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72"/>
            <p:cNvSpPr/>
            <p:nvPr/>
          </p:nvSpPr>
          <p:spPr>
            <a:xfrm>
              <a:off x="3597714" y="2559550"/>
              <a:ext cx="81217" cy="59799"/>
            </a:xfrm>
            <a:custGeom>
              <a:avLst/>
              <a:gdLst/>
              <a:ahLst/>
              <a:cxnLst/>
              <a:rect l="l" t="t" r="r" b="b"/>
              <a:pathLst>
                <a:path w="2097" h="1544" extrusionOk="0">
                  <a:moveTo>
                    <a:pt x="421" y="0"/>
                  </a:moveTo>
                  <a:cubicBezTo>
                    <a:pt x="323" y="0"/>
                    <a:pt x="226" y="37"/>
                    <a:pt x="153" y="109"/>
                  </a:cubicBezTo>
                  <a:cubicBezTo>
                    <a:pt x="1" y="255"/>
                    <a:pt x="1" y="499"/>
                    <a:pt x="153" y="645"/>
                  </a:cubicBezTo>
                  <a:lnTo>
                    <a:pt x="1052" y="1544"/>
                  </a:lnTo>
                  <a:lnTo>
                    <a:pt x="1944" y="645"/>
                  </a:lnTo>
                  <a:cubicBezTo>
                    <a:pt x="2096" y="499"/>
                    <a:pt x="2096" y="255"/>
                    <a:pt x="1944" y="109"/>
                  </a:cubicBezTo>
                  <a:cubicBezTo>
                    <a:pt x="1871" y="37"/>
                    <a:pt x="1776" y="0"/>
                    <a:pt x="1679" y="0"/>
                  </a:cubicBezTo>
                  <a:cubicBezTo>
                    <a:pt x="1582" y="0"/>
                    <a:pt x="1485" y="37"/>
                    <a:pt x="1409" y="109"/>
                  </a:cubicBezTo>
                  <a:lnTo>
                    <a:pt x="1303" y="215"/>
                  </a:lnTo>
                  <a:cubicBezTo>
                    <a:pt x="1234" y="285"/>
                    <a:pt x="1141" y="319"/>
                    <a:pt x="1049" y="319"/>
                  </a:cubicBezTo>
                  <a:cubicBezTo>
                    <a:pt x="956" y="319"/>
                    <a:pt x="863" y="285"/>
                    <a:pt x="794" y="215"/>
                  </a:cubicBezTo>
                  <a:lnTo>
                    <a:pt x="688" y="109"/>
                  </a:lnTo>
                  <a:cubicBezTo>
                    <a:pt x="616" y="37"/>
                    <a:pt x="518" y="0"/>
                    <a:pt x="4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9" name="Google Shape;1729;p72"/>
          <p:cNvGrpSpPr/>
          <p:nvPr/>
        </p:nvGrpSpPr>
        <p:grpSpPr>
          <a:xfrm>
            <a:off x="4023741" y="2353313"/>
            <a:ext cx="480290" cy="480328"/>
            <a:chOff x="4023741" y="2353313"/>
            <a:chExt cx="480290" cy="480328"/>
          </a:xfrm>
        </p:grpSpPr>
        <p:sp>
          <p:nvSpPr>
            <p:cNvPr id="1730" name="Google Shape;1730;p72"/>
            <p:cNvSpPr/>
            <p:nvPr/>
          </p:nvSpPr>
          <p:spPr>
            <a:xfrm>
              <a:off x="4158637" y="2353313"/>
              <a:ext cx="165416" cy="159529"/>
            </a:xfrm>
            <a:custGeom>
              <a:avLst/>
              <a:gdLst/>
              <a:ahLst/>
              <a:cxnLst/>
              <a:rect l="l" t="t" r="r" b="b"/>
              <a:pathLst>
                <a:path w="4271" h="4119" extrusionOk="0">
                  <a:moveTo>
                    <a:pt x="1970" y="1"/>
                  </a:moveTo>
                  <a:cubicBezTo>
                    <a:pt x="1766" y="1"/>
                    <a:pt x="1607" y="166"/>
                    <a:pt x="1607" y="364"/>
                  </a:cubicBezTo>
                  <a:lnTo>
                    <a:pt x="1607" y="2698"/>
                  </a:lnTo>
                  <a:cubicBezTo>
                    <a:pt x="840" y="2837"/>
                    <a:pt x="225" y="3392"/>
                    <a:pt x="1" y="4119"/>
                  </a:cubicBezTo>
                  <a:lnTo>
                    <a:pt x="3934" y="4119"/>
                  </a:lnTo>
                  <a:cubicBezTo>
                    <a:pt x="3709" y="3392"/>
                    <a:pt x="3094" y="2837"/>
                    <a:pt x="2334" y="2698"/>
                  </a:cubicBezTo>
                  <a:lnTo>
                    <a:pt x="2334" y="1700"/>
                  </a:lnTo>
                  <a:lnTo>
                    <a:pt x="3907" y="1700"/>
                  </a:lnTo>
                  <a:cubicBezTo>
                    <a:pt x="4106" y="1700"/>
                    <a:pt x="4271" y="1534"/>
                    <a:pt x="4271" y="1336"/>
                  </a:cubicBezTo>
                  <a:lnTo>
                    <a:pt x="4271" y="364"/>
                  </a:lnTo>
                  <a:cubicBezTo>
                    <a:pt x="4271" y="166"/>
                    <a:pt x="4106" y="1"/>
                    <a:pt x="3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72"/>
            <p:cNvSpPr/>
            <p:nvPr/>
          </p:nvSpPr>
          <p:spPr>
            <a:xfrm>
              <a:off x="4108211" y="2540998"/>
              <a:ext cx="253217" cy="37646"/>
            </a:xfrm>
            <a:custGeom>
              <a:avLst/>
              <a:gdLst/>
              <a:ahLst/>
              <a:cxnLst/>
              <a:rect l="l" t="t" r="r" b="b"/>
              <a:pathLst>
                <a:path w="6538" h="972" extrusionOk="0">
                  <a:moveTo>
                    <a:pt x="364" y="0"/>
                  </a:moveTo>
                  <a:cubicBezTo>
                    <a:pt x="166" y="0"/>
                    <a:pt x="0" y="165"/>
                    <a:pt x="0" y="364"/>
                  </a:cubicBezTo>
                  <a:lnTo>
                    <a:pt x="0" y="972"/>
                  </a:lnTo>
                  <a:lnTo>
                    <a:pt x="6538" y="972"/>
                  </a:lnTo>
                  <a:lnTo>
                    <a:pt x="6538" y="364"/>
                  </a:lnTo>
                  <a:cubicBezTo>
                    <a:pt x="6538" y="165"/>
                    <a:pt x="6379" y="0"/>
                    <a:pt x="6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72"/>
            <p:cNvSpPr/>
            <p:nvPr/>
          </p:nvSpPr>
          <p:spPr>
            <a:xfrm>
              <a:off x="4152247" y="2606529"/>
              <a:ext cx="36639" cy="227113"/>
            </a:xfrm>
            <a:custGeom>
              <a:avLst/>
              <a:gdLst/>
              <a:ahLst/>
              <a:cxnLst/>
              <a:rect l="l" t="t" r="r" b="b"/>
              <a:pathLst>
                <a:path w="946" h="5864" extrusionOk="0">
                  <a:moveTo>
                    <a:pt x="0" y="0"/>
                  </a:moveTo>
                  <a:lnTo>
                    <a:pt x="0" y="5863"/>
                  </a:lnTo>
                  <a:lnTo>
                    <a:pt x="946" y="5863"/>
                  </a:lnTo>
                  <a:lnTo>
                    <a:pt x="9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72"/>
            <p:cNvSpPr/>
            <p:nvPr/>
          </p:nvSpPr>
          <p:spPr>
            <a:xfrm>
              <a:off x="4087490" y="2606529"/>
              <a:ext cx="36639" cy="227113"/>
            </a:xfrm>
            <a:custGeom>
              <a:avLst/>
              <a:gdLst/>
              <a:ahLst/>
              <a:cxnLst/>
              <a:rect l="l" t="t" r="r" b="b"/>
              <a:pathLst>
                <a:path w="946" h="5864" extrusionOk="0">
                  <a:moveTo>
                    <a:pt x="0" y="0"/>
                  </a:moveTo>
                  <a:lnTo>
                    <a:pt x="0" y="5863"/>
                  </a:lnTo>
                  <a:lnTo>
                    <a:pt x="945" y="5863"/>
                  </a:lnTo>
                  <a:lnTo>
                    <a:pt x="9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72"/>
            <p:cNvSpPr/>
            <p:nvPr/>
          </p:nvSpPr>
          <p:spPr>
            <a:xfrm>
              <a:off x="4023741" y="2606529"/>
              <a:ext cx="36639" cy="227113"/>
            </a:xfrm>
            <a:custGeom>
              <a:avLst/>
              <a:gdLst/>
              <a:ahLst/>
              <a:cxnLst/>
              <a:rect l="l" t="t" r="r" b="b"/>
              <a:pathLst>
                <a:path w="946" h="5864" extrusionOk="0">
                  <a:moveTo>
                    <a:pt x="364" y="0"/>
                  </a:moveTo>
                  <a:cubicBezTo>
                    <a:pt x="165" y="0"/>
                    <a:pt x="0" y="166"/>
                    <a:pt x="0" y="364"/>
                  </a:cubicBezTo>
                  <a:lnTo>
                    <a:pt x="0" y="5500"/>
                  </a:lnTo>
                  <a:cubicBezTo>
                    <a:pt x="0" y="5698"/>
                    <a:pt x="165" y="5863"/>
                    <a:pt x="364" y="5863"/>
                  </a:cubicBezTo>
                  <a:lnTo>
                    <a:pt x="945" y="5863"/>
                  </a:lnTo>
                  <a:lnTo>
                    <a:pt x="9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72"/>
            <p:cNvSpPr/>
            <p:nvPr/>
          </p:nvSpPr>
          <p:spPr>
            <a:xfrm>
              <a:off x="4217003" y="2606529"/>
              <a:ext cx="36639" cy="30248"/>
            </a:xfrm>
            <a:custGeom>
              <a:avLst/>
              <a:gdLst/>
              <a:ahLst/>
              <a:cxnLst/>
              <a:rect l="l" t="t" r="r" b="b"/>
              <a:pathLst>
                <a:path w="946" h="781" extrusionOk="0">
                  <a:moveTo>
                    <a:pt x="1" y="0"/>
                  </a:moveTo>
                  <a:lnTo>
                    <a:pt x="1" y="780"/>
                  </a:lnTo>
                  <a:lnTo>
                    <a:pt x="946" y="780"/>
                  </a:lnTo>
                  <a:lnTo>
                    <a:pt x="9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72"/>
            <p:cNvSpPr/>
            <p:nvPr/>
          </p:nvSpPr>
          <p:spPr>
            <a:xfrm>
              <a:off x="4280752" y="2606529"/>
              <a:ext cx="36639" cy="30248"/>
            </a:xfrm>
            <a:custGeom>
              <a:avLst/>
              <a:gdLst/>
              <a:ahLst/>
              <a:cxnLst/>
              <a:rect l="l" t="t" r="r" b="b"/>
              <a:pathLst>
                <a:path w="946" h="781" extrusionOk="0">
                  <a:moveTo>
                    <a:pt x="1" y="0"/>
                  </a:moveTo>
                  <a:lnTo>
                    <a:pt x="1" y="780"/>
                  </a:lnTo>
                  <a:lnTo>
                    <a:pt x="946" y="780"/>
                  </a:lnTo>
                  <a:lnTo>
                    <a:pt x="9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72"/>
            <p:cNvSpPr/>
            <p:nvPr/>
          </p:nvSpPr>
          <p:spPr>
            <a:xfrm>
              <a:off x="4345547" y="2606529"/>
              <a:ext cx="36639" cy="30248"/>
            </a:xfrm>
            <a:custGeom>
              <a:avLst/>
              <a:gdLst/>
              <a:ahLst/>
              <a:cxnLst/>
              <a:rect l="l" t="t" r="r" b="b"/>
              <a:pathLst>
                <a:path w="946" h="781" extrusionOk="0">
                  <a:moveTo>
                    <a:pt x="0" y="0"/>
                  </a:moveTo>
                  <a:lnTo>
                    <a:pt x="0" y="780"/>
                  </a:lnTo>
                  <a:lnTo>
                    <a:pt x="945" y="780"/>
                  </a:lnTo>
                  <a:lnTo>
                    <a:pt x="9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72"/>
            <p:cNvSpPr/>
            <p:nvPr/>
          </p:nvSpPr>
          <p:spPr>
            <a:xfrm>
              <a:off x="4409257" y="2606529"/>
              <a:ext cx="36677" cy="30248"/>
            </a:xfrm>
            <a:custGeom>
              <a:avLst/>
              <a:gdLst/>
              <a:ahLst/>
              <a:cxnLst/>
              <a:rect l="l" t="t" r="r" b="b"/>
              <a:pathLst>
                <a:path w="947" h="781" extrusionOk="0">
                  <a:moveTo>
                    <a:pt x="1" y="0"/>
                  </a:moveTo>
                  <a:lnTo>
                    <a:pt x="1" y="780"/>
                  </a:lnTo>
                  <a:lnTo>
                    <a:pt x="946" y="780"/>
                  </a:lnTo>
                  <a:lnTo>
                    <a:pt x="946" y="364"/>
                  </a:lnTo>
                  <a:cubicBezTo>
                    <a:pt x="946" y="166"/>
                    <a:pt x="781" y="0"/>
                    <a:pt x="5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72"/>
            <p:cNvSpPr/>
            <p:nvPr/>
          </p:nvSpPr>
          <p:spPr>
            <a:xfrm>
              <a:off x="4289195" y="2735035"/>
              <a:ext cx="31526" cy="28195"/>
            </a:xfrm>
            <a:custGeom>
              <a:avLst/>
              <a:gdLst/>
              <a:ahLst/>
              <a:cxnLst/>
              <a:rect l="l" t="t" r="r" b="b"/>
              <a:pathLst>
                <a:path w="814" h="728" extrusionOk="0">
                  <a:moveTo>
                    <a:pt x="1" y="1"/>
                  </a:moveTo>
                  <a:lnTo>
                    <a:pt x="1" y="728"/>
                  </a:lnTo>
                  <a:lnTo>
                    <a:pt x="814" y="728"/>
                  </a:lnTo>
                  <a:cubicBezTo>
                    <a:pt x="774" y="615"/>
                    <a:pt x="754" y="496"/>
                    <a:pt x="754" y="364"/>
                  </a:cubicBezTo>
                  <a:cubicBezTo>
                    <a:pt x="754" y="238"/>
                    <a:pt x="774" y="120"/>
                    <a:pt x="8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72"/>
            <p:cNvSpPr/>
            <p:nvPr/>
          </p:nvSpPr>
          <p:spPr>
            <a:xfrm>
              <a:off x="4346283" y="2735538"/>
              <a:ext cx="28195" cy="28195"/>
            </a:xfrm>
            <a:custGeom>
              <a:avLst/>
              <a:gdLst/>
              <a:ahLst/>
              <a:cxnLst/>
              <a:rect l="l" t="t" r="r" b="b"/>
              <a:pathLst>
                <a:path w="728" h="728" extrusionOk="0">
                  <a:moveTo>
                    <a:pt x="364" y="1"/>
                  </a:moveTo>
                  <a:cubicBezTo>
                    <a:pt x="166" y="1"/>
                    <a:pt x="1" y="159"/>
                    <a:pt x="1" y="364"/>
                  </a:cubicBezTo>
                  <a:cubicBezTo>
                    <a:pt x="1" y="563"/>
                    <a:pt x="166" y="728"/>
                    <a:pt x="364" y="728"/>
                  </a:cubicBezTo>
                  <a:cubicBezTo>
                    <a:pt x="563" y="728"/>
                    <a:pt x="728" y="563"/>
                    <a:pt x="728" y="364"/>
                  </a:cubicBezTo>
                  <a:cubicBezTo>
                    <a:pt x="728" y="159"/>
                    <a:pt x="563" y="1"/>
                    <a:pt x="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72"/>
            <p:cNvSpPr/>
            <p:nvPr/>
          </p:nvSpPr>
          <p:spPr>
            <a:xfrm>
              <a:off x="4400311" y="2735035"/>
              <a:ext cx="31526" cy="28195"/>
            </a:xfrm>
            <a:custGeom>
              <a:avLst/>
              <a:gdLst/>
              <a:ahLst/>
              <a:cxnLst/>
              <a:rect l="l" t="t" r="r" b="b"/>
              <a:pathLst>
                <a:path w="814" h="728" extrusionOk="0">
                  <a:moveTo>
                    <a:pt x="1" y="1"/>
                  </a:moveTo>
                  <a:cubicBezTo>
                    <a:pt x="40" y="120"/>
                    <a:pt x="60" y="238"/>
                    <a:pt x="60" y="364"/>
                  </a:cubicBezTo>
                  <a:cubicBezTo>
                    <a:pt x="60" y="496"/>
                    <a:pt x="40" y="615"/>
                    <a:pt x="1" y="728"/>
                  </a:cubicBezTo>
                  <a:lnTo>
                    <a:pt x="814" y="728"/>
                  </a:lnTo>
                  <a:lnTo>
                    <a:pt x="8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72"/>
            <p:cNvSpPr/>
            <p:nvPr/>
          </p:nvSpPr>
          <p:spPr>
            <a:xfrm>
              <a:off x="4217003" y="2664895"/>
              <a:ext cx="287028" cy="168747"/>
            </a:xfrm>
            <a:custGeom>
              <a:avLst/>
              <a:gdLst/>
              <a:ahLst/>
              <a:cxnLst/>
              <a:rect l="l" t="t" r="r" b="b"/>
              <a:pathLst>
                <a:path w="7411" h="4357" extrusionOk="0">
                  <a:moveTo>
                    <a:pt x="5910" y="1084"/>
                  </a:moveTo>
                  <a:cubicBezTo>
                    <a:pt x="6109" y="1084"/>
                    <a:pt x="6274" y="1250"/>
                    <a:pt x="6274" y="1448"/>
                  </a:cubicBezTo>
                  <a:lnTo>
                    <a:pt x="6274" y="2902"/>
                  </a:lnTo>
                  <a:cubicBezTo>
                    <a:pt x="6274" y="3107"/>
                    <a:pt x="6109" y="3266"/>
                    <a:pt x="5910" y="3266"/>
                  </a:cubicBezTo>
                  <a:lnTo>
                    <a:pt x="1501" y="3266"/>
                  </a:lnTo>
                  <a:cubicBezTo>
                    <a:pt x="1303" y="3266"/>
                    <a:pt x="1138" y="3107"/>
                    <a:pt x="1138" y="2902"/>
                  </a:cubicBezTo>
                  <a:lnTo>
                    <a:pt x="1138" y="1448"/>
                  </a:lnTo>
                  <a:cubicBezTo>
                    <a:pt x="1138" y="1250"/>
                    <a:pt x="1303" y="1084"/>
                    <a:pt x="1501" y="1084"/>
                  </a:cubicBezTo>
                  <a:close/>
                  <a:moveTo>
                    <a:pt x="1" y="0"/>
                  </a:moveTo>
                  <a:lnTo>
                    <a:pt x="1" y="4356"/>
                  </a:lnTo>
                  <a:lnTo>
                    <a:pt x="7047" y="4356"/>
                  </a:lnTo>
                  <a:cubicBezTo>
                    <a:pt x="7245" y="4356"/>
                    <a:pt x="7411" y="4191"/>
                    <a:pt x="7411" y="3993"/>
                  </a:cubicBezTo>
                  <a:lnTo>
                    <a:pt x="7411" y="364"/>
                  </a:lnTo>
                  <a:cubicBezTo>
                    <a:pt x="7411" y="159"/>
                    <a:pt x="7245" y="0"/>
                    <a:pt x="70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3" name="Google Shape;1743;p72"/>
          <p:cNvGrpSpPr/>
          <p:nvPr/>
        </p:nvGrpSpPr>
        <p:grpSpPr>
          <a:xfrm>
            <a:off x="4640436" y="2354359"/>
            <a:ext cx="496982" cy="478393"/>
            <a:chOff x="4640436" y="2354359"/>
            <a:chExt cx="496982" cy="478393"/>
          </a:xfrm>
        </p:grpSpPr>
        <p:sp>
          <p:nvSpPr>
            <p:cNvPr id="1744" name="Google Shape;1744;p72"/>
            <p:cNvSpPr/>
            <p:nvPr/>
          </p:nvSpPr>
          <p:spPr>
            <a:xfrm>
              <a:off x="4640436" y="2354359"/>
              <a:ext cx="331335" cy="478393"/>
            </a:xfrm>
            <a:custGeom>
              <a:avLst/>
              <a:gdLst/>
              <a:ahLst/>
              <a:cxnLst/>
              <a:rect l="l" t="t" r="r" b="b"/>
              <a:pathLst>
                <a:path w="8555" h="12352" extrusionOk="0">
                  <a:moveTo>
                    <a:pt x="2678" y="0"/>
                  </a:moveTo>
                  <a:cubicBezTo>
                    <a:pt x="2053" y="0"/>
                    <a:pt x="1429" y="238"/>
                    <a:pt x="953" y="714"/>
                  </a:cubicBezTo>
                  <a:cubicBezTo>
                    <a:pt x="1" y="1666"/>
                    <a:pt x="1" y="3213"/>
                    <a:pt x="953" y="4165"/>
                  </a:cubicBezTo>
                  <a:lnTo>
                    <a:pt x="3993" y="7212"/>
                  </a:lnTo>
                  <a:cubicBezTo>
                    <a:pt x="3617" y="8025"/>
                    <a:pt x="3663" y="8977"/>
                    <a:pt x="4132" y="9750"/>
                  </a:cubicBezTo>
                  <a:cubicBezTo>
                    <a:pt x="4509" y="10385"/>
                    <a:pt x="4509" y="11171"/>
                    <a:pt x="4132" y="11799"/>
                  </a:cubicBezTo>
                  <a:cubicBezTo>
                    <a:pt x="4026" y="11971"/>
                    <a:pt x="4079" y="12196"/>
                    <a:pt x="4251" y="12302"/>
                  </a:cubicBezTo>
                  <a:cubicBezTo>
                    <a:pt x="4309" y="12335"/>
                    <a:pt x="4374" y="12351"/>
                    <a:pt x="4437" y="12351"/>
                  </a:cubicBezTo>
                  <a:cubicBezTo>
                    <a:pt x="4562" y="12351"/>
                    <a:pt x="4684" y="12290"/>
                    <a:pt x="4754" y="12176"/>
                  </a:cubicBezTo>
                  <a:cubicBezTo>
                    <a:pt x="5269" y="11317"/>
                    <a:pt x="5269" y="10239"/>
                    <a:pt x="4754" y="9380"/>
                  </a:cubicBezTo>
                  <a:cubicBezTo>
                    <a:pt x="4377" y="8759"/>
                    <a:pt x="4377" y="7985"/>
                    <a:pt x="4734" y="7364"/>
                  </a:cubicBezTo>
                  <a:lnTo>
                    <a:pt x="5851" y="6247"/>
                  </a:lnTo>
                  <a:cubicBezTo>
                    <a:pt x="4879" y="5176"/>
                    <a:pt x="4912" y="3523"/>
                    <a:pt x="5943" y="2492"/>
                  </a:cubicBezTo>
                  <a:cubicBezTo>
                    <a:pt x="6459" y="1977"/>
                    <a:pt x="7140" y="1699"/>
                    <a:pt x="7867" y="1699"/>
                  </a:cubicBezTo>
                  <a:cubicBezTo>
                    <a:pt x="8105" y="1699"/>
                    <a:pt x="8330" y="1726"/>
                    <a:pt x="8554" y="1785"/>
                  </a:cubicBezTo>
                  <a:cubicBezTo>
                    <a:pt x="8442" y="1388"/>
                    <a:pt x="8237" y="1025"/>
                    <a:pt x="7926" y="714"/>
                  </a:cubicBezTo>
                  <a:cubicBezTo>
                    <a:pt x="7451" y="238"/>
                    <a:pt x="6826" y="0"/>
                    <a:pt x="6201" y="0"/>
                  </a:cubicBezTo>
                  <a:cubicBezTo>
                    <a:pt x="5577" y="0"/>
                    <a:pt x="4952" y="238"/>
                    <a:pt x="4476" y="714"/>
                  </a:cubicBezTo>
                  <a:lnTo>
                    <a:pt x="4436" y="754"/>
                  </a:lnTo>
                  <a:lnTo>
                    <a:pt x="4403" y="714"/>
                  </a:lnTo>
                  <a:cubicBezTo>
                    <a:pt x="3927" y="238"/>
                    <a:pt x="3303" y="0"/>
                    <a:pt x="26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72"/>
            <p:cNvSpPr/>
            <p:nvPr/>
          </p:nvSpPr>
          <p:spPr>
            <a:xfrm>
              <a:off x="4860382" y="2448163"/>
              <a:ext cx="277036" cy="384589"/>
            </a:xfrm>
            <a:custGeom>
              <a:avLst/>
              <a:gdLst/>
              <a:ahLst/>
              <a:cxnLst/>
              <a:rect l="l" t="t" r="r" b="b"/>
              <a:pathLst>
                <a:path w="7153" h="9930" extrusionOk="0">
                  <a:moveTo>
                    <a:pt x="2190" y="0"/>
                  </a:moveTo>
                  <a:cubicBezTo>
                    <a:pt x="1678" y="0"/>
                    <a:pt x="1168" y="195"/>
                    <a:pt x="780" y="586"/>
                  </a:cubicBezTo>
                  <a:cubicBezTo>
                    <a:pt x="0" y="1366"/>
                    <a:pt x="0" y="2628"/>
                    <a:pt x="780" y="3408"/>
                  </a:cubicBezTo>
                  <a:lnTo>
                    <a:pt x="3113" y="5742"/>
                  </a:lnTo>
                  <a:cubicBezTo>
                    <a:pt x="2763" y="6409"/>
                    <a:pt x="2823" y="7229"/>
                    <a:pt x="3285" y="7844"/>
                  </a:cubicBezTo>
                  <a:cubicBezTo>
                    <a:pt x="3616" y="8293"/>
                    <a:pt x="3616" y="8901"/>
                    <a:pt x="3285" y="9344"/>
                  </a:cubicBezTo>
                  <a:cubicBezTo>
                    <a:pt x="3166" y="9510"/>
                    <a:pt x="3193" y="9734"/>
                    <a:pt x="3358" y="9853"/>
                  </a:cubicBezTo>
                  <a:cubicBezTo>
                    <a:pt x="3423" y="9905"/>
                    <a:pt x="3499" y="9930"/>
                    <a:pt x="3575" y="9930"/>
                  </a:cubicBezTo>
                  <a:cubicBezTo>
                    <a:pt x="3684" y="9930"/>
                    <a:pt x="3793" y="9878"/>
                    <a:pt x="3867" y="9781"/>
                  </a:cubicBezTo>
                  <a:cubicBezTo>
                    <a:pt x="4389" y="9080"/>
                    <a:pt x="4389" y="8115"/>
                    <a:pt x="3867" y="7408"/>
                  </a:cubicBezTo>
                  <a:cubicBezTo>
                    <a:pt x="3536" y="6971"/>
                    <a:pt x="3530" y="6370"/>
                    <a:pt x="3854" y="5927"/>
                  </a:cubicBezTo>
                  <a:lnTo>
                    <a:pt x="6372" y="3408"/>
                  </a:lnTo>
                  <a:cubicBezTo>
                    <a:pt x="7152" y="2628"/>
                    <a:pt x="7152" y="1366"/>
                    <a:pt x="6372" y="586"/>
                  </a:cubicBezTo>
                  <a:cubicBezTo>
                    <a:pt x="5981" y="195"/>
                    <a:pt x="5471" y="0"/>
                    <a:pt x="4960" y="0"/>
                  </a:cubicBezTo>
                  <a:cubicBezTo>
                    <a:pt x="4461" y="0"/>
                    <a:pt x="3962" y="187"/>
                    <a:pt x="3576" y="559"/>
                  </a:cubicBezTo>
                  <a:cubicBezTo>
                    <a:pt x="3190" y="187"/>
                    <a:pt x="2690"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6" name="Google Shape;1746;p72"/>
          <p:cNvGrpSpPr/>
          <p:nvPr/>
        </p:nvGrpSpPr>
        <p:grpSpPr>
          <a:xfrm>
            <a:off x="5276108" y="2353352"/>
            <a:ext cx="478546" cy="480289"/>
            <a:chOff x="5276108" y="2353352"/>
            <a:chExt cx="478546" cy="480289"/>
          </a:xfrm>
        </p:grpSpPr>
        <p:sp>
          <p:nvSpPr>
            <p:cNvPr id="1747" name="Google Shape;1747;p72"/>
            <p:cNvSpPr/>
            <p:nvPr/>
          </p:nvSpPr>
          <p:spPr>
            <a:xfrm>
              <a:off x="5387998" y="2353352"/>
              <a:ext cx="254766" cy="215842"/>
            </a:xfrm>
            <a:custGeom>
              <a:avLst/>
              <a:gdLst/>
              <a:ahLst/>
              <a:cxnLst/>
              <a:rect l="l" t="t" r="r" b="b"/>
              <a:pathLst>
                <a:path w="6578" h="5573" extrusionOk="0">
                  <a:moveTo>
                    <a:pt x="2029" y="0"/>
                  </a:moveTo>
                  <a:cubicBezTo>
                    <a:pt x="1556" y="0"/>
                    <a:pt x="1082" y="181"/>
                    <a:pt x="721" y="542"/>
                  </a:cubicBezTo>
                  <a:cubicBezTo>
                    <a:pt x="1" y="1262"/>
                    <a:pt x="1" y="2432"/>
                    <a:pt x="721" y="3153"/>
                  </a:cubicBezTo>
                  <a:lnTo>
                    <a:pt x="3035" y="5466"/>
                  </a:lnTo>
                  <a:cubicBezTo>
                    <a:pt x="3101" y="5533"/>
                    <a:pt x="3193" y="5572"/>
                    <a:pt x="3292" y="5572"/>
                  </a:cubicBezTo>
                  <a:cubicBezTo>
                    <a:pt x="3385" y="5572"/>
                    <a:pt x="3477" y="5533"/>
                    <a:pt x="3544" y="5466"/>
                  </a:cubicBezTo>
                  <a:lnTo>
                    <a:pt x="5857" y="3153"/>
                  </a:lnTo>
                  <a:cubicBezTo>
                    <a:pt x="6578" y="2432"/>
                    <a:pt x="6578" y="1262"/>
                    <a:pt x="5857" y="542"/>
                  </a:cubicBezTo>
                  <a:cubicBezTo>
                    <a:pt x="5496" y="181"/>
                    <a:pt x="5023" y="0"/>
                    <a:pt x="4550" y="0"/>
                  </a:cubicBezTo>
                  <a:cubicBezTo>
                    <a:pt x="4097" y="0"/>
                    <a:pt x="3645" y="166"/>
                    <a:pt x="3292" y="496"/>
                  </a:cubicBezTo>
                  <a:cubicBezTo>
                    <a:pt x="2937" y="166"/>
                    <a:pt x="2483" y="0"/>
                    <a:pt x="2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72"/>
            <p:cNvSpPr/>
            <p:nvPr/>
          </p:nvSpPr>
          <p:spPr>
            <a:xfrm>
              <a:off x="5529323" y="2411679"/>
              <a:ext cx="225331" cy="337493"/>
            </a:xfrm>
            <a:custGeom>
              <a:avLst/>
              <a:gdLst/>
              <a:ahLst/>
              <a:cxnLst/>
              <a:rect l="l" t="t" r="r" b="b"/>
              <a:pathLst>
                <a:path w="5818" h="8714" extrusionOk="0">
                  <a:moveTo>
                    <a:pt x="4905" y="1"/>
                  </a:moveTo>
                  <a:cubicBezTo>
                    <a:pt x="4403" y="1"/>
                    <a:pt x="3999" y="404"/>
                    <a:pt x="3999" y="907"/>
                  </a:cubicBezTo>
                  <a:lnTo>
                    <a:pt x="3999" y="2652"/>
                  </a:lnTo>
                  <a:cubicBezTo>
                    <a:pt x="4046" y="2685"/>
                    <a:pt x="4085" y="2724"/>
                    <a:pt x="4125" y="2764"/>
                  </a:cubicBezTo>
                  <a:cubicBezTo>
                    <a:pt x="4766" y="3399"/>
                    <a:pt x="4766" y="4436"/>
                    <a:pt x="4125" y="5078"/>
                  </a:cubicBezTo>
                  <a:lnTo>
                    <a:pt x="2803" y="6400"/>
                  </a:lnTo>
                  <a:cubicBezTo>
                    <a:pt x="2730" y="6473"/>
                    <a:pt x="2633" y="6511"/>
                    <a:pt x="2536" y="6511"/>
                  </a:cubicBezTo>
                  <a:cubicBezTo>
                    <a:pt x="2457" y="6511"/>
                    <a:pt x="2379" y="6486"/>
                    <a:pt x="2314" y="6433"/>
                  </a:cubicBezTo>
                  <a:cubicBezTo>
                    <a:pt x="2142" y="6294"/>
                    <a:pt x="2135" y="6043"/>
                    <a:pt x="2281" y="5891"/>
                  </a:cubicBezTo>
                  <a:lnTo>
                    <a:pt x="3616" y="4562"/>
                  </a:lnTo>
                  <a:cubicBezTo>
                    <a:pt x="3966" y="4205"/>
                    <a:pt x="3966" y="3630"/>
                    <a:pt x="3616" y="3280"/>
                  </a:cubicBezTo>
                  <a:cubicBezTo>
                    <a:pt x="3438" y="3101"/>
                    <a:pt x="3205" y="3012"/>
                    <a:pt x="2972" y="3012"/>
                  </a:cubicBezTo>
                  <a:cubicBezTo>
                    <a:pt x="2739" y="3012"/>
                    <a:pt x="2506" y="3101"/>
                    <a:pt x="2327" y="3280"/>
                  </a:cubicBezTo>
                  <a:lnTo>
                    <a:pt x="608" y="4998"/>
                  </a:lnTo>
                  <a:cubicBezTo>
                    <a:pt x="218" y="5388"/>
                    <a:pt x="0" y="5910"/>
                    <a:pt x="0" y="6459"/>
                  </a:cubicBezTo>
                  <a:lnTo>
                    <a:pt x="0" y="8713"/>
                  </a:lnTo>
                  <a:lnTo>
                    <a:pt x="3781" y="8713"/>
                  </a:lnTo>
                  <a:lnTo>
                    <a:pt x="3781" y="7801"/>
                  </a:lnTo>
                  <a:lnTo>
                    <a:pt x="5236" y="6036"/>
                  </a:lnTo>
                  <a:cubicBezTo>
                    <a:pt x="5612" y="5587"/>
                    <a:pt x="5817" y="5011"/>
                    <a:pt x="5817" y="4423"/>
                  </a:cubicBezTo>
                  <a:lnTo>
                    <a:pt x="5817" y="907"/>
                  </a:lnTo>
                  <a:cubicBezTo>
                    <a:pt x="5817" y="404"/>
                    <a:pt x="5407" y="1"/>
                    <a:pt x="4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72"/>
            <p:cNvSpPr/>
            <p:nvPr/>
          </p:nvSpPr>
          <p:spPr>
            <a:xfrm>
              <a:off x="5276108" y="2411641"/>
              <a:ext cx="225331" cy="337532"/>
            </a:xfrm>
            <a:custGeom>
              <a:avLst/>
              <a:gdLst/>
              <a:ahLst/>
              <a:cxnLst/>
              <a:rect l="l" t="t" r="r" b="b"/>
              <a:pathLst>
                <a:path w="5818" h="8715" extrusionOk="0">
                  <a:moveTo>
                    <a:pt x="912" y="0"/>
                  </a:moveTo>
                  <a:cubicBezTo>
                    <a:pt x="893" y="0"/>
                    <a:pt x="873" y="1"/>
                    <a:pt x="854" y="2"/>
                  </a:cubicBezTo>
                  <a:cubicBezTo>
                    <a:pt x="384" y="28"/>
                    <a:pt x="1" y="451"/>
                    <a:pt x="1" y="921"/>
                  </a:cubicBezTo>
                  <a:lnTo>
                    <a:pt x="1" y="4424"/>
                  </a:lnTo>
                  <a:cubicBezTo>
                    <a:pt x="1" y="5012"/>
                    <a:pt x="206" y="5588"/>
                    <a:pt x="583" y="6037"/>
                  </a:cubicBezTo>
                  <a:lnTo>
                    <a:pt x="2037" y="7802"/>
                  </a:lnTo>
                  <a:lnTo>
                    <a:pt x="2037" y="8714"/>
                  </a:lnTo>
                  <a:lnTo>
                    <a:pt x="5818" y="8714"/>
                  </a:lnTo>
                  <a:lnTo>
                    <a:pt x="5818" y="6460"/>
                  </a:lnTo>
                  <a:cubicBezTo>
                    <a:pt x="5818" y="5911"/>
                    <a:pt x="5600" y="5389"/>
                    <a:pt x="5210" y="4999"/>
                  </a:cubicBezTo>
                  <a:lnTo>
                    <a:pt x="3491" y="3281"/>
                  </a:lnTo>
                  <a:cubicBezTo>
                    <a:pt x="3313" y="3102"/>
                    <a:pt x="3080" y="3013"/>
                    <a:pt x="2847" y="3013"/>
                  </a:cubicBezTo>
                  <a:cubicBezTo>
                    <a:pt x="2614" y="3013"/>
                    <a:pt x="2381" y="3102"/>
                    <a:pt x="2202" y="3281"/>
                  </a:cubicBezTo>
                  <a:cubicBezTo>
                    <a:pt x="1852" y="3631"/>
                    <a:pt x="1852" y="4206"/>
                    <a:pt x="2202" y="4563"/>
                  </a:cubicBezTo>
                  <a:lnTo>
                    <a:pt x="3537" y="5892"/>
                  </a:lnTo>
                  <a:cubicBezTo>
                    <a:pt x="3683" y="6044"/>
                    <a:pt x="3676" y="6295"/>
                    <a:pt x="3504" y="6434"/>
                  </a:cubicBezTo>
                  <a:cubicBezTo>
                    <a:pt x="3439" y="6487"/>
                    <a:pt x="3361" y="6512"/>
                    <a:pt x="3282" y="6512"/>
                  </a:cubicBezTo>
                  <a:cubicBezTo>
                    <a:pt x="3185" y="6512"/>
                    <a:pt x="3088" y="6474"/>
                    <a:pt x="3015" y="6401"/>
                  </a:cubicBezTo>
                  <a:lnTo>
                    <a:pt x="1693" y="5079"/>
                  </a:lnTo>
                  <a:cubicBezTo>
                    <a:pt x="1052" y="4437"/>
                    <a:pt x="1052" y="3400"/>
                    <a:pt x="1693" y="2765"/>
                  </a:cubicBezTo>
                  <a:cubicBezTo>
                    <a:pt x="1733" y="2725"/>
                    <a:pt x="1772" y="2686"/>
                    <a:pt x="1819" y="2653"/>
                  </a:cubicBezTo>
                  <a:lnTo>
                    <a:pt x="1819" y="908"/>
                  </a:lnTo>
                  <a:cubicBezTo>
                    <a:pt x="1819" y="405"/>
                    <a:pt x="1414" y="0"/>
                    <a:pt x="9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72"/>
            <p:cNvSpPr/>
            <p:nvPr/>
          </p:nvSpPr>
          <p:spPr>
            <a:xfrm>
              <a:off x="5340902" y="2777289"/>
              <a:ext cx="160536" cy="56352"/>
            </a:xfrm>
            <a:custGeom>
              <a:avLst/>
              <a:gdLst/>
              <a:ahLst/>
              <a:cxnLst/>
              <a:rect l="l" t="t" r="r" b="b"/>
              <a:pathLst>
                <a:path w="4145" h="1455" extrusionOk="0">
                  <a:moveTo>
                    <a:pt x="364" y="0"/>
                  </a:moveTo>
                  <a:cubicBezTo>
                    <a:pt x="166" y="0"/>
                    <a:pt x="0" y="165"/>
                    <a:pt x="0" y="364"/>
                  </a:cubicBezTo>
                  <a:lnTo>
                    <a:pt x="0" y="1091"/>
                  </a:lnTo>
                  <a:cubicBezTo>
                    <a:pt x="0" y="1289"/>
                    <a:pt x="166" y="1454"/>
                    <a:pt x="364" y="1454"/>
                  </a:cubicBezTo>
                  <a:lnTo>
                    <a:pt x="4145" y="1454"/>
                  </a:lnTo>
                  <a:lnTo>
                    <a:pt x="41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72"/>
            <p:cNvSpPr/>
            <p:nvPr/>
          </p:nvSpPr>
          <p:spPr>
            <a:xfrm>
              <a:off x="5529323" y="2777289"/>
              <a:ext cx="160536" cy="56352"/>
            </a:xfrm>
            <a:custGeom>
              <a:avLst/>
              <a:gdLst/>
              <a:ahLst/>
              <a:cxnLst/>
              <a:rect l="l" t="t" r="r" b="b"/>
              <a:pathLst>
                <a:path w="4145" h="1455" extrusionOk="0">
                  <a:moveTo>
                    <a:pt x="0" y="0"/>
                  </a:moveTo>
                  <a:lnTo>
                    <a:pt x="0" y="1454"/>
                  </a:lnTo>
                  <a:lnTo>
                    <a:pt x="3781" y="1454"/>
                  </a:lnTo>
                  <a:cubicBezTo>
                    <a:pt x="3980" y="1454"/>
                    <a:pt x="4145" y="1289"/>
                    <a:pt x="4145" y="1091"/>
                  </a:cubicBezTo>
                  <a:lnTo>
                    <a:pt x="4145" y="364"/>
                  </a:lnTo>
                  <a:cubicBezTo>
                    <a:pt x="4145" y="165"/>
                    <a:pt x="3980"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2" name="Google Shape;1752;p72"/>
          <p:cNvGrpSpPr/>
          <p:nvPr/>
        </p:nvGrpSpPr>
        <p:grpSpPr>
          <a:xfrm>
            <a:off x="5901051" y="2353313"/>
            <a:ext cx="480289" cy="480329"/>
            <a:chOff x="5901051" y="2353313"/>
            <a:chExt cx="480289" cy="480329"/>
          </a:xfrm>
        </p:grpSpPr>
        <p:sp>
          <p:nvSpPr>
            <p:cNvPr id="1753" name="Google Shape;1753;p72"/>
            <p:cNvSpPr/>
            <p:nvPr/>
          </p:nvSpPr>
          <p:spPr>
            <a:xfrm>
              <a:off x="6117628" y="2414507"/>
              <a:ext cx="46902" cy="37413"/>
            </a:xfrm>
            <a:custGeom>
              <a:avLst/>
              <a:gdLst/>
              <a:ahLst/>
              <a:cxnLst/>
              <a:rect l="l" t="t" r="r" b="b"/>
              <a:pathLst>
                <a:path w="1211" h="966" extrusionOk="0">
                  <a:moveTo>
                    <a:pt x="609" y="1"/>
                  </a:moveTo>
                  <a:cubicBezTo>
                    <a:pt x="271" y="1"/>
                    <a:pt x="0" y="272"/>
                    <a:pt x="0" y="602"/>
                  </a:cubicBezTo>
                  <a:lnTo>
                    <a:pt x="0" y="966"/>
                  </a:lnTo>
                  <a:lnTo>
                    <a:pt x="1210" y="966"/>
                  </a:lnTo>
                  <a:lnTo>
                    <a:pt x="1210" y="602"/>
                  </a:lnTo>
                  <a:cubicBezTo>
                    <a:pt x="1210" y="272"/>
                    <a:pt x="939" y="1"/>
                    <a:pt x="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72"/>
            <p:cNvSpPr/>
            <p:nvPr/>
          </p:nvSpPr>
          <p:spPr>
            <a:xfrm>
              <a:off x="6062322" y="2353313"/>
              <a:ext cx="64834" cy="52014"/>
            </a:xfrm>
            <a:custGeom>
              <a:avLst/>
              <a:gdLst/>
              <a:ahLst/>
              <a:cxnLst/>
              <a:rect l="l" t="t" r="r" b="b"/>
              <a:pathLst>
                <a:path w="1674" h="1343" extrusionOk="0">
                  <a:moveTo>
                    <a:pt x="854" y="0"/>
                  </a:moveTo>
                  <a:cubicBezTo>
                    <a:pt x="723" y="0"/>
                    <a:pt x="589" y="34"/>
                    <a:pt x="463" y="107"/>
                  </a:cubicBezTo>
                  <a:cubicBezTo>
                    <a:pt x="457" y="113"/>
                    <a:pt x="450" y="120"/>
                    <a:pt x="444" y="120"/>
                  </a:cubicBezTo>
                  <a:cubicBezTo>
                    <a:pt x="106" y="318"/>
                    <a:pt x="1" y="702"/>
                    <a:pt x="100" y="1039"/>
                  </a:cubicBezTo>
                  <a:cubicBezTo>
                    <a:pt x="351" y="1045"/>
                    <a:pt x="596" y="1111"/>
                    <a:pt x="827" y="1244"/>
                  </a:cubicBezTo>
                  <a:lnTo>
                    <a:pt x="999" y="1343"/>
                  </a:lnTo>
                  <a:cubicBezTo>
                    <a:pt x="1171" y="1131"/>
                    <a:pt x="1402" y="979"/>
                    <a:pt x="1673" y="900"/>
                  </a:cubicBezTo>
                  <a:lnTo>
                    <a:pt x="1673" y="827"/>
                  </a:lnTo>
                  <a:cubicBezTo>
                    <a:pt x="1673" y="352"/>
                    <a:pt x="1279" y="0"/>
                    <a:pt x="8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72"/>
            <p:cNvSpPr/>
            <p:nvPr/>
          </p:nvSpPr>
          <p:spPr>
            <a:xfrm>
              <a:off x="6155274" y="2353546"/>
              <a:ext cx="64795" cy="52053"/>
            </a:xfrm>
            <a:custGeom>
              <a:avLst/>
              <a:gdLst/>
              <a:ahLst/>
              <a:cxnLst/>
              <a:rect l="l" t="t" r="r" b="b"/>
              <a:pathLst>
                <a:path w="1673" h="1344" extrusionOk="0">
                  <a:moveTo>
                    <a:pt x="813" y="1"/>
                  </a:moveTo>
                  <a:cubicBezTo>
                    <a:pt x="390" y="1"/>
                    <a:pt x="0" y="351"/>
                    <a:pt x="0" y="821"/>
                  </a:cubicBezTo>
                  <a:lnTo>
                    <a:pt x="0" y="894"/>
                  </a:lnTo>
                  <a:cubicBezTo>
                    <a:pt x="265" y="973"/>
                    <a:pt x="496" y="1132"/>
                    <a:pt x="668" y="1343"/>
                  </a:cubicBezTo>
                  <a:lnTo>
                    <a:pt x="846" y="1238"/>
                  </a:lnTo>
                  <a:cubicBezTo>
                    <a:pt x="1071" y="1105"/>
                    <a:pt x="1322" y="1039"/>
                    <a:pt x="1573" y="1033"/>
                  </a:cubicBezTo>
                  <a:cubicBezTo>
                    <a:pt x="1673" y="696"/>
                    <a:pt x="1560" y="312"/>
                    <a:pt x="1230" y="114"/>
                  </a:cubicBezTo>
                  <a:lnTo>
                    <a:pt x="1203" y="107"/>
                  </a:lnTo>
                  <a:cubicBezTo>
                    <a:pt x="1077" y="34"/>
                    <a:pt x="944"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72"/>
            <p:cNvSpPr/>
            <p:nvPr/>
          </p:nvSpPr>
          <p:spPr>
            <a:xfrm>
              <a:off x="5901051" y="2480038"/>
              <a:ext cx="188460" cy="93765"/>
            </a:xfrm>
            <a:custGeom>
              <a:avLst/>
              <a:gdLst/>
              <a:ahLst/>
              <a:cxnLst/>
              <a:rect l="l" t="t" r="r" b="b"/>
              <a:pathLst>
                <a:path w="4866" h="2421" extrusionOk="0">
                  <a:moveTo>
                    <a:pt x="727" y="1"/>
                  </a:moveTo>
                  <a:cubicBezTo>
                    <a:pt x="324" y="1"/>
                    <a:pt x="0" y="325"/>
                    <a:pt x="0" y="728"/>
                  </a:cubicBezTo>
                  <a:lnTo>
                    <a:pt x="0" y="1693"/>
                  </a:lnTo>
                  <a:cubicBezTo>
                    <a:pt x="0" y="2096"/>
                    <a:pt x="324" y="2420"/>
                    <a:pt x="727" y="2420"/>
                  </a:cubicBezTo>
                  <a:lnTo>
                    <a:pt x="4865" y="2420"/>
                  </a:lnTo>
                  <a:lnTo>
                    <a:pt x="48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72"/>
            <p:cNvSpPr/>
            <p:nvPr/>
          </p:nvSpPr>
          <p:spPr>
            <a:xfrm>
              <a:off x="6117628" y="2480038"/>
              <a:ext cx="46902" cy="353605"/>
            </a:xfrm>
            <a:custGeom>
              <a:avLst/>
              <a:gdLst/>
              <a:ahLst/>
              <a:cxnLst/>
              <a:rect l="l" t="t" r="r" b="b"/>
              <a:pathLst>
                <a:path w="1211" h="9130" extrusionOk="0">
                  <a:moveTo>
                    <a:pt x="0" y="1"/>
                  </a:moveTo>
                  <a:lnTo>
                    <a:pt x="0" y="9129"/>
                  </a:lnTo>
                  <a:lnTo>
                    <a:pt x="1210" y="9129"/>
                  </a:lnTo>
                  <a:lnTo>
                    <a:pt x="12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72"/>
            <p:cNvSpPr/>
            <p:nvPr/>
          </p:nvSpPr>
          <p:spPr>
            <a:xfrm>
              <a:off x="6192648" y="2601920"/>
              <a:ext cx="160536" cy="231722"/>
            </a:xfrm>
            <a:custGeom>
              <a:avLst/>
              <a:gdLst/>
              <a:ahLst/>
              <a:cxnLst/>
              <a:rect l="l" t="t" r="r" b="b"/>
              <a:pathLst>
                <a:path w="4145" h="5983" extrusionOk="0">
                  <a:moveTo>
                    <a:pt x="0" y="0"/>
                  </a:moveTo>
                  <a:lnTo>
                    <a:pt x="0" y="5982"/>
                  </a:lnTo>
                  <a:lnTo>
                    <a:pt x="3054" y="5982"/>
                  </a:lnTo>
                  <a:cubicBezTo>
                    <a:pt x="3656" y="5982"/>
                    <a:pt x="4145" y="5493"/>
                    <a:pt x="4145" y="4892"/>
                  </a:cubicBezTo>
                  <a:lnTo>
                    <a:pt x="41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72"/>
            <p:cNvSpPr/>
            <p:nvPr/>
          </p:nvSpPr>
          <p:spPr>
            <a:xfrm>
              <a:off x="5929208" y="2601920"/>
              <a:ext cx="160303" cy="231722"/>
            </a:xfrm>
            <a:custGeom>
              <a:avLst/>
              <a:gdLst/>
              <a:ahLst/>
              <a:cxnLst/>
              <a:rect l="l" t="t" r="r" b="b"/>
              <a:pathLst>
                <a:path w="4139" h="5983" extrusionOk="0">
                  <a:moveTo>
                    <a:pt x="0" y="0"/>
                  </a:moveTo>
                  <a:lnTo>
                    <a:pt x="0" y="4892"/>
                  </a:lnTo>
                  <a:cubicBezTo>
                    <a:pt x="0" y="5493"/>
                    <a:pt x="490" y="5982"/>
                    <a:pt x="1091" y="5982"/>
                  </a:cubicBezTo>
                  <a:lnTo>
                    <a:pt x="4138" y="5982"/>
                  </a:lnTo>
                  <a:lnTo>
                    <a:pt x="41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72"/>
            <p:cNvSpPr/>
            <p:nvPr/>
          </p:nvSpPr>
          <p:spPr>
            <a:xfrm>
              <a:off x="6192377" y="2421594"/>
              <a:ext cx="56623" cy="30326"/>
            </a:xfrm>
            <a:custGeom>
              <a:avLst/>
              <a:gdLst/>
              <a:ahLst/>
              <a:cxnLst/>
              <a:rect l="l" t="t" r="r" b="b"/>
              <a:pathLst>
                <a:path w="1462" h="783" extrusionOk="0">
                  <a:moveTo>
                    <a:pt x="653" y="0"/>
                  </a:moveTo>
                  <a:cubicBezTo>
                    <a:pt x="519" y="0"/>
                    <a:pt x="381" y="34"/>
                    <a:pt x="252" y="109"/>
                  </a:cubicBezTo>
                  <a:lnTo>
                    <a:pt x="1" y="254"/>
                  </a:lnTo>
                  <a:cubicBezTo>
                    <a:pt x="7" y="307"/>
                    <a:pt x="7" y="366"/>
                    <a:pt x="7" y="419"/>
                  </a:cubicBezTo>
                  <a:lnTo>
                    <a:pt x="7" y="783"/>
                  </a:lnTo>
                  <a:lnTo>
                    <a:pt x="1461" y="783"/>
                  </a:lnTo>
                  <a:cubicBezTo>
                    <a:pt x="1446" y="324"/>
                    <a:pt x="1066" y="0"/>
                    <a:pt x="6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72"/>
            <p:cNvSpPr/>
            <p:nvPr/>
          </p:nvSpPr>
          <p:spPr>
            <a:xfrm>
              <a:off x="6033391" y="2421594"/>
              <a:ext cx="56623" cy="30326"/>
            </a:xfrm>
            <a:custGeom>
              <a:avLst/>
              <a:gdLst/>
              <a:ahLst/>
              <a:cxnLst/>
              <a:rect l="l" t="t" r="r" b="b"/>
              <a:pathLst>
                <a:path w="1462" h="783" extrusionOk="0">
                  <a:moveTo>
                    <a:pt x="809" y="0"/>
                  </a:moveTo>
                  <a:cubicBezTo>
                    <a:pt x="396" y="0"/>
                    <a:pt x="16" y="324"/>
                    <a:pt x="1" y="783"/>
                  </a:cubicBezTo>
                  <a:lnTo>
                    <a:pt x="1448" y="783"/>
                  </a:lnTo>
                  <a:lnTo>
                    <a:pt x="1448" y="419"/>
                  </a:lnTo>
                  <a:cubicBezTo>
                    <a:pt x="1448" y="366"/>
                    <a:pt x="1455" y="307"/>
                    <a:pt x="1462" y="254"/>
                  </a:cubicBezTo>
                  <a:lnTo>
                    <a:pt x="1210" y="109"/>
                  </a:lnTo>
                  <a:cubicBezTo>
                    <a:pt x="1081" y="34"/>
                    <a:pt x="943" y="0"/>
                    <a:pt x="8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72"/>
            <p:cNvSpPr/>
            <p:nvPr/>
          </p:nvSpPr>
          <p:spPr>
            <a:xfrm>
              <a:off x="6192648" y="2480038"/>
              <a:ext cx="188693" cy="93765"/>
            </a:xfrm>
            <a:custGeom>
              <a:avLst/>
              <a:gdLst/>
              <a:ahLst/>
              <a:cxnLst/>
              <a:rect l="l" t="t" r="r" b="b"/>
              <a:pathLst>
                <a:path w="4872" h="2421" extrusionOk="0">
                  <a:moveTo>
                    <a:pt x="0" y="1"/>
                  </a:moveTo>
                  <a:lnTo>
                    <a:pt x="0" y="2420"/>
                  </a:lnTo>
                  <a:lnTo>
                    <a:pt x="4145" y="2420"/>
                  </a:lnTo>
                  <a:cubicBezTo>
                    <a:pt x="4541" y="2420"/>
                    <a:pt x="4872" y="2096"/>
                    <a:pt x="4872" y="1693"/>
                  </a:cubicBezTo>
                  <a:lnTo>
                    <a:pt x="4872" y="728"/>
                  </a:lnTo>
                  <a:cubicBezTo>
                    <a:pt x="4872" y="325"/>
                    <a:pt x="4541" y="1"/>
                    <a:pt x="41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3" name="Google Shape;1763;p72"/>
          <p:cNvGrpSpPr/>
          <p:nvPr/>
        </p:nvGrpSpPr>
        <p:grpSpPr>
          <a:xfrm>
            <a:off x="6526731" y="2353313"/>
            <a:ext cx="480329" cy="480328"/>
            <a:chOff x="6526731" y="2353313"/>
            <a:chExt cx="480329" cy="480328"/>
          </a:xfrm>
        </p:grpSpPr>
        <p:sp>
          <p:nvSpPr>
            <p:cNvPr id="1764" name="Google Shape;1764;p72"/>
            <p:cNvSpPr/>
            <p:nvPr/>
          </p:nvSpPr>
          <p:spPr>
            <a:xfrm>
              <a:off x="6526731" y="2400448"/>
              <a:ext cx="196903" cy="215571"/>
            </a:xfrm>
            <a:custGeom>
              <a:avLst/>
              <a:gdLst/>
              <a:ahLst/>
              <a:cxnLst/>
              <a:rect l="l" t="t" r="r" b="b"/>
              <a:pathLst>
                <a:path w="5084" h="5566" extrusionOk="0">
                  <a:moveTo>
                    <a:pt x="1818" y="0"/>
                  </a:moveTo>
                  <a:cubicBezTo>
                    <a:pt x="1217" y="0"/>
                    <a:pt x="728" y="489"/>
                    <a:pt x="728" y="1084"/>
                  </a:cubicBezTo>
                  <a:cubicBezTo>
                    <a:pt x="728" y="1216"/>
                    <a:pt x="747" y="1335"/>
                    <a:pt x="787" y="1448"/>
                  </a:cubicBezTo>
                  <a:lnTo>
                    <a:pt x="364" y="1448"/>
                  </a:lnTo>
                  <a:cubicBezTo>
                    <a:pt x="166" y="1448"/>
                    <a:pt x="0" y="1613"/>
                    <a:pt x="0" y="1811"/>
                  </a:cubicBezTo>
                  <a:lnTo>
                    <a:pt x="0" y="5202"/>
                  </a:lnTo>
                  <a:cubicBezTo>
                    <a:pt x="0" y="5401"/>
                    <a:pt x="166" y="5566"/>
                    <a:pt x="364" y="5566"/>
                  </a:cubicBezTo>
                  <a:lnTo>
                    <a:pt x="2182" y="5566"/>
                  </a:lnTo>
                  <a:lnTo>
                    <a:pt x="2182" y="1448"/>
                  </a:lnTo>
                  <a:lnTo>
                    <a:pt x="1818" y="1448"/>
                  </a:lnTo>
                  <a:cubicBezTo>
                    <a:pt x="1620" y="1448"/>
                    <a:pt x="1455" y="1289"/>
                    <a:pt x="1455" y="1084"/>
                  </a:cubicBezTo>
                  <a:cubicBezTo>
                    <a:pt x="1455" y="886"/>
                    <a:pt x="1620" y="721"/>
                    <a:pt x="1818" y="721"/>
                  </a:cubicBezTo>
                  <a:cubicBezTo>
                    <a:pt x="2017" y="721"/>
                    <a:pt x="2182" y="886"/>
                    <a:pt x="2182" y="1084"/>
                  </a:cubicBezTo>
                  <a:lnTo>
                    <a:pt x="2182" y="1448"/>
                  </a:lnTo>
                  <a:lnTo>
                    <a:pt x="2909" y="1448"/>
                  </a:lnTo>
                  <a:lnTo>
                    <a:pt x="2909" y="1084"/>
                  </a:lnTo>
                  <a:cubicBezTo>
                    <a:pt x="2909" y="886"/>
                    <a:pt x="3068" y="721"/>
                    <a:pt x="3273" y="721"/>
                  </a:cubicBezTo>
                  <a:cubicBezTo>
                    <a:pt x="3471" y="721"/>
                    <a:pt x="3636" y="886"/>
                    <a:pt x="3636" y="1084"/>
                  </a:cubicBezTo>
                  <a:cubicBezTo>
                    <a:pt x="3636" y="1289"/>
                    <a:pt x="3471" y="1448"/>
                    <a:pt x="3273" y="1448"/>
                  </a:cubicBezTo>
                  <a:lnTo>
                    <a:pt x="2909" y="1448"/>
                  </a:lnTo>
                  <a:lnTo>
                    <a:pt x="2909" y="5566"/>
                  </a:lnTo>
                  <a:lnTo>
                    <a:pt x="4720" y="5566"/>
                  </a:lnTo>
                  <a:cubicBezTo>
                    <a:pt x="4925" y="5566"/>
                    <a:pt x="5084" y="5401"/>
                    <a:pt x="5084" y="5202"/>
                  </a:cubicBezTo>
                  <a:lnTo>
                    <a:pt x="5084" y="1811"/>
                  </a:lnTo>
                  <a:cubicBezTo>
                    <a:pt x="5084" y="1613"/>
                    <a:pt x="4925" y="1448"/>
                    <a:pt x="4720" y="1448"/>
                  </a:cubicBezTo>
                  <a:lnTo>
                    <a:pt x="4297" y="1448"/>
                  </a:lnTo>
                  <a:cubicBezTo>
                    <a:pt x="4337" y="1335"/>
                    <a:pt x="4363" y="1216"/>
                    <a:pt x="4363" y="1084"/>
                  </a:cubicBezTo>
                  <a:cubicBezTo>
                    <a:pt x="4363" y="489"/>
                    <a:pt x="3874" y="0"/>
                    <a:pt x="3273" y="0"/>
                  </a:cubicBezTo>
                  <a:cubicBezTo>
                    <a:pt x="2988" y="0"/>
                    <a:pt x="2737" y="99"/>
                    <a:pt x="2545" y="278"/>
                  </a:cubicBezTo>
                  <a:cubicBezTo>
                    <a:pt x="2354" y="99"/>
                    <a:pt x="2096" y="0"/>
                    <a:pt x="18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72"/>
            <p:cNvSpPr/>
            <p:nvPr/>
          </p:nvSpPr>
          <p:spPr>
            <a:xfrm>
              <a:off x="6678784" y="2637745"/>
              <a:ext cx="328275" cy="195896"/>
            </a:xfrm>
            <a:custGeom>
              <a:avLst/>
              <a:gdLst/>
              <a:ahLst/>
              <a:cxnLst/>
              <a:rect l="l" t="t" r="r" b="b"/>
              <a:pathLst>
                <a:path w="8476" h="5058" extrusionOk="0">
                  <a:moveTo>
                    <a:pt x="2724" y="1"/>
                  </a:moveTo>
                  <a:lnTo>
                    <a:pt x="1263" y="463"/>
                  </a:lnTo>
                  <a:cubicBezTo>
                    <a:pt x="503" y="708"/>
                    <a:pt x="1" y="1402"/>
                    <a:pt x="1" y="2195"/>
                  </a:cubicBezTo>
                  <a:lnTo>
                    <a:pt x="1" y="4694"/>
                  </a:lnTo>
                  <a:cubicBezTo>
                    <a:pt x="1" y="4892"/>
                    <a:pt x="160" y="5057"/>
                    <a:pt x="364" y="5057"/>
                  </a:cubicBezTo>
                  <a:lnTo>
                    <a:pt x="1449" y="5057"/>
                  </a:lnTo>
                  <a:lnTo>
                    <a:pt x="1449" y="3074"/>
                  </a:lnTo>
                  <a:cubicBezTo>
                    <a:pt x="1449" y="2869"/>
                    <a:pt x="1614" y="2711"/>
                    <a:pt x="1812" y="2711"/>
                  </a:cubicBezTo>
                  <a:cubicBezTo>
                    <a:pt x="2017" y="2711"/>
                    <a:pt x="2176" y="2869"/>
                    <a:pt x="2176" y="3074"/>
                  </a:cubicBezTo>
                  <a:lnTo>
                    <a:pt x="2176" y="5057"/>
                  </a:lnTo>
                  <a:lnTo>
                    <a:pt x="6294" y="5057"/>
                  </a:lnTo>
                  <a:lnTo>
                    <a:pt x="6294" y="3074"/>
                  </a:lnTo>
                  <a:cubicBezTo>
                    <a:pt x="6294" y="2869"/>
                    <a:pt x="6459" y="2711"/>
                    <a:pt x="6657" y="2711"/>
                  </a:cubicBezTo>
                  <a:cubicBezTo>
                    <a:pt x="6856" y="2711"/>
                    <a:pt x="7021" y="2869"/>
                    <a:pt x="7021" y="3074"/>
                  </a:cubicBezTo>
                  <a:lnTo>
                    <a:pt x="7021" y="5057"/>
                  </a:lnTo>
                  <a:lnTo>
                    <a:pt x="8112" y="5057"/>
                  </a:lnTo>
                  <a:cubicBezTo>
                    <a:pt x="8310" y="5057"/>
                    <a:pt x="8475" y="4892"/>
                    <a:pt x="8475" y="4694"/>
                  </a:cubicBezTo>
                  <a:lnTo>
                    <a:pt x="8475" y="2195"/>
                  </a:lnTo>
                  <a:cubicBezTo>
                    <a:pt x="8475" y="1402"/>
                    <a:pt x="7966" y="708"/>
                    <a:pt x="7213" y="463"/>
                  </a:cubicBezTo>
                  <a:lnTo>
                    <a:pt x="5752" y="1"/>
                  </a:lnTo>
                  <a:lnTo>
                    <a:pt x="5130" y="886"/>
                  </a:lnTo>
                  <a:cubicBezTo>
                    <a:pt x="4925" y="1177"/>
                    <a:pt x="4588" y="1349"/>
                    <a:pt x="4238" y="1349"/>
                  </a:cubicBezTo>
                  <a:cubicBezTo>
                    <a:pt x="3881" y="1349"/>
                    <a:pt x="3544" y="1177"/>
                    <a:pt x="3346" y="886"/>
                  </a:cubicBezTo>
                  <a:lnTo>
                    <a:pt x="27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72"/>
            <p:cNvSpPr/>
            <p:nvPr/>
          </p:nvSpPr>
          <p:spPr>
            <a:xfrm>
              <a:off x="6739745" y="2353313"/>
              <a:ext cx="178197" cy="84548"/>
            </a:xfrm>
            <a:custGeom>
              <a:avLst/>
              <a:gdLst/>
              <a:ahLst/>
              <a:cxnLst/>
              <a:rect l="l" t="t" r="r" b="b"/>
              <a:pathLst>
                <a:path w="4601" h="2183" extrusionOk="0">
                  <a:moveTo>
                    <a:pt x="364" y="1"/>
                  </a:moveTo>
                  <a:cubicBezTo>
                    <a:pt x="159" y="1"/>
                    <a:pt x="0" y="166"/>
                    <a:pt x="0" y="364"/>
                  </a:cubicBezTo>
                  <a:lnTo>
                    <a:pt x="0" y="728"/>
                  </a:lnTo>
                  <a:cubicBezTo>
                    <a:pt x="0" y="1534"/>
                    <a:pt x="648" y="2182"/>
                    <a:pt x="1448" y="2182"/>
                  </a:cubicBezTo>
                  <a:lnTo>
                    <a:pt x="4601" y="2182"/>
                  </a:lnTo>
                  <a:lnTo>
                    <a:pt x="4601" y="1700"/>
                  </a:lnTo>
                  <a:cubicBezTo>
                    <a:pt x="4601" y="761"/>
                    <a:pt x="3841" y="1"/>
                    <a:pt x="29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72"/>
            <p:cNvSpPr/>
            <p:nvPr/>
          </p:nvSpPr>
          <p:spPr>
            <a:xfrm>
              <a:off x="6809884" y="2615243"/>
              <a:ext cx="65841" cy="46670"/>
            </a:xfrm>
            <a:custGeom>
              <a:avLst/>
              <a:gdLst/>
              <a:ahLst/>
              <a:cxnLst/>
              <a:rect l="l" t="t" r="r" b="b"/>
              <a:pathLst>
                <a:path w="1700" h="1205" extrusionOk="0">
                  <a:moveTo>
                    <a:pt x="0" y="0"/>
                  </a:moveTo>
                  <a:lnTo>
                    <a:pt x="0" y="264"/>
                  </a:lnTo>
                  <a:lnTo>
                    <a:pt x="556" y="1051"/>
                  </a:lnTo>
                  <a:cubicBezTo>
                    <a:pt x="625" y="1153"/>
                    <a:pt x="737" y="1205"/>
                    <a:pt x="851" y="1205"/>
                  </a:cubicBezTo>
                  <a:cubicBezTo>
                    <a:pt x="964" y="1205"/>
                    <a:pt x="1078" y="1153"/>
                    <a:pt x="1150" y="1051"/>
                  </a:cubicBezTo>
                  <a:lnTo>
                    <a:pt x="1699" y="264"/>
                  </a:lnTo>
                  <a:lnTo>
                    <a:pt x="1699" y="0"/>
                  </a:lnTo>
                  <a:cubicBezTo>
                    <a:pt x="1435" y="93"/>
                    <a:pt x="1144" y="139"/>
                    <a:pt x="853" y="139"/>
                  </a:cubicBezTo>
                  <a:cubicBezTo>
                    <a:pt x="556" y="139"/>
                    <a:pt x="271" y="9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72"/>
            <p:cNvSpPr/>
            <p:nvPr/>
          </p:nvSpPr>
          <p:spPr>
            <a:xfrm>
              <a:off x="6767901" y="2461099"/>
              <a:ext cx="150040" cy="131643"/>
            </a:xfrm>
            <a:custGeom>
              <a:avLst/>
              <a:gdLst/>
              <a:ahLst/>
              <a:cxnLst/>
              <a:rect l="l" t="t" r="r" b="b"/>
              <a:pathLst>
                <a:path w="3874" h="3399" extrusionOk="0">
                  <a:moveTo>
                    <a:pt x="0" y="1"/>
                  </a:moveTo>
                  <a:lnTo>
                    <a:pt x="0" y="1455"/>
                  </a:lnTo>
                  <a:cubicBezTo>
                    <a:pt x="0" y="2526"/>
                    <a:pt x="866" y="3398"/>
                    <a:pt x="1937" y="3398"/>
                  </a:cubicBezTo>
                  <a:cubicBezTo>
                    <a:pt x="3001" y="3398"/>
                    <a:pt x="3874" y="2526"/>
                    <a:pt x="3874" y="1455"/>
                  </a:cubicBezTo>
                  <a:lnTo>
                    <a:pt x="3874" y="126"/>
                  </a:lnTo>
                  <a:lnTo>
                    <a:pt x="721" y="126"/>
                  </a:lnTo>
                  <a:cubicBezTo>
                    <a:pt x="470" y="126"/>
                    <a:pt x="225" y="8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9" name="Google Shape;1769;p72"/>
          <p:cNvGrpSpPr/>
          <p:nvPr/>
        </p:nvGrpSpPr>
        <p:grpSpPr>
          <a:xfrm>
            <a:off x="7152411" y="2353507"/>
            <a:ext cx="480329" cy="480136"/>
            <a:chOff x="7152411" y="2353507"/>
            <a:chExt cx="480329" cy="480136"/>
          </a:xfrm>
        </p:grpSpPr>
        <p:sp>
          <p:nvSpPr>
            <p:cNvPr id="1770" name="Google Shape;1770;p72"/>
            <p:cNvSpPr/>
            <p:nvPr/>
          </p:nvSpPr>
          <p:spPr>
            <a:xfrm>
              <a:off x="7326230" y="2617800"/>
              <a:ext cx="132418" cy="56507"/>
            </a:xfrm>
            <a:custGeom>
              <a:avLst/>
              <a:gdLst/>
              <a:ahLst/>
              <a:cxnLst/>
              <a:rect l="l" t="t" r="r" b="b"/>
              <a:pathLst>
                <a:path w="3419" h="1459" extrusionOk="0">
                  <a:moveTo>
                    <a:pt x="1224" y="0"/>
                  </a:moveTo>
                  <a:cubicBezTo>
                    <a:pt x="1026" y="0"/>
                    <a:pt x="860" y="165"/>
                    <a:pt x="860" y="364"/>
                  </a:cubicBezTo>
                  <a:cubicBezTo>
                    <a:pt x="860" y="661"/>
                    <a:pt x="695" y="912"/>
                    <a:pt x="411" y="1044"/>
                  </a:cubicBezTo>
                  <a:cubicBezTo>
                    <a:pt x="292" y="1104"/>
                    <a:pt x="146" y="1144"/>
                    <a:pt x="1" y="1157"/>
                  </a:cubicBezTo>
                  <a:cubicBezTo>
                    <a:pt x="127" y="1263"/>
                    <a:pt x="272" y="1355"/>
                    <a:pt x="424" y="1408"/>
                  </a:cubicBezTo>
                  <a:cubicBezTo>
                    <a:pt x="502" y="1432"/>
                    <a:pt x="610" y="1459"/>
                    <a:pt x="731" y="1459"/>
                  </a:cubicBezTo>
                  <a:cubicBezTo>
                    <a:pt x="877" y="1459"/>
                    <a:pt x="1039" y="1419"/>
                    <a:pt x="1184" y="1289"/>
                  </a:cubicBezTo>
                  <a:cubicBezTo>
                    <a:pt x="1264" y="1216"/>
                    <a:pt x="1336" y="1130"/>
                    <a:pt x="1402" y="1031"/>
                  </a:cubicBezTo>
                  <a:cubicBezTo>
                    <a:pt x="1468" y="926"/>
                    <a:pt x="1587" y="859"/>
                    <a:pt x="1706" y="859"/>
                  </a:cubicBezTo>
                  <a:cubicBezTo>
                    <a:pt x="1832" y="859"/>
                    <a:pt x="1951" y="926"/>
                    <a:pt x="2017" y="1031"/>
                  </a:cubicBezTo>
                  <a:cubicBezTo>
                    <a:pt x="2077" y="1130"/>
                    <a:pt x="2156" y="1216"/>
                    <a:pt x="2235" y="1289"/>
                  </a:cubicBezTo>
                  <a:cubicBezTo>
                    <a:pt x="2380" y="1419"/>
                    <a:pt x="2543" y="1459"/>
                    <a:pt x="2688" y="1459"/>
                  </a:cubicBezTo>
                  <a:cubicBezTo>
                    <a:pt x="2807" y="1459"/>
                    <a:pt x="2914" y="1432"/>
                    <a:pt x="2989" y="1408"/>
                  </a:cubicBezTo>
                  <a:cubicBezTo>
                    <a:pt x="3147" y="1355"/>
                    <a:pt x="3293" y="1263"/>
                    <a:pt x="3418" y="1157"/>
                  </a:cubicBezTo>
                  <a:cubicBezTo>
                    <a:pt x="3273" y="1144"/>
                    <a:pt x="3128" y="1104"/>
                    <a:pt x="3002" y="1044"/>
                  </a:cubicBezTo>
                  <a:cubicBezTo>
                    <a:pt x="2718" y="912"/>
                    <a:pt x="2559" y="661"/>
                    <a:pt x="2559" y="364"/>
                  </a:cubicBezTo>
                  <a:cubicBezTo>
                    <a:pt x="2559" y="165"/>
                    <a:pt x="2394" y="0"/>
                    <a:pt x="2196" y="0"/>
                  </a:cubicBezTo>
                  <a:cubicBezTo>
                    <a:pt x="2083" y="0"/>
                    <a:pt x="2004" y="53"/>
                    <a:pt x="1951" y="99"/>
                  </a:cubicBezTo>
                  <a:cubicBezTo>
                    <a:pt x="1882" y="162"/>
                    <a:pt x="1796" y="193"/>
                    <a:pt x="1710" y="193"/>
                  </a:cubicBezTo>
                  <a:cubicBezTo>
                    <a:pt x="1624" y="193"/>
                    <a:pt x="1538" y="162"/>
                    <a:pt x="1468" y="99"/>
                  </a:cubicBezTo>
                  <a:cubicBezTo>
                    <a:pt x="1416" y="53"/>
                    <a:pt x="1336" y="0"/>
                    <a:pt x="1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72"/>
            <p:cNvSpPr/>
            <p:nvPr/>
          </p:nvSpPr>
          <p:spPr>
            <a:xfrm>
              <a:off x="7152411" y="2353507"/>
              <a:ext cx="480329" cy="480136"/>
            </a:xfrm>
            <a:custGeom>
              <a:avLst/>
              <a:gdLst/>
              <a:ahLst/>
              <a:cxnLst/>
              <a:rect l="l" t="t" r="r" b="b"/>
              <a:pathLst>
                <a:path w="12402" h="12397" extrusionOk="0">
                  <a:moveTo>
                    <a:pt x="6208" y="722"/>
                  </a:moveTo>
                  <a:cubicBezTo>
                    <a:pt x="6227" y="722"/>
                    <a:pt x="6247" y="722"/>
                    <a:pt x="6267" y="723"/>
                  </a:cubicBezTo>
                  <a:cubicBezTo>
                    <a:pt x="6981" y="763"/>
                    <a:pt x="7536" y="1364"/>
                    <a:pt x="7536" y="2078"/>
                  </a:cubicBezTo>
                  <a:lnTo>
                    <a:pt x="7536" y="2951"/>
                  </a:lnTo>
                  <a:lnTo>
                    <a:pt x="4872" y="2951"/>
                  </a:lnTo>
                  <a:lnTo>
                    <a:pt x="4872" y="2058"/>
                  </a:lnTo>
                  <a:cubicBezTo>
                    <a:pt x="4872" y="1318"/>
                    <a:pt x="5468" y="722"/>
                    <a:pt x="6208" y="722"/>
                  </a:cubicBezTo>
                  <a:close/>
                  <a:moveTo>
                    <a:pt x="6684" y="6104"/>
                  </a:moveTo>
                  <a:cubicBezTo>
                    <a:pt x="7285" y="6104"/>
                    <a:pt x="7774" y="6593"/>
                    <a:pt x="7774" y="7188"/>
                  </a:cubicBezTo>
                  <a:cubicBezTo>
                    <a:pt x="7774" y="7194"/>
                    <a:pt x="7774" y="7194"/>
                    <a:pt x="7774" y="7194"/>
                  </a:cubicBezTo>
                  <a:cubicBezTo>
                    <a:pt x="7781" y="7207"/>
                    <a:pt x="7827" y="7234"/>
                    <a:pt x="7933" y="7254"/>
                  </a:cubicBezTo>
                  <a:cubicBezTo>
                    <a:pt x="7959" y="7257"/>
                    <a:pt x="7985" y="7258"/>
                    <a:pt x="8012" y="7258"/>
                  </a:cubicBezTo>
                  <a:cubicBezTo>
                    <a:pt x="8156" y="7258"/>
                    <a:pt x="8305" y="7215"/>
                    <a:pt x="8389" y="7148"/>
                  </a:cubicBezTo>
                  <a:cubicBezTo>
                    <a:pt x="8455" y="7096"/>
                    <a:pt x="8536" y="7069"/>
                    <a:pt x="8617" y="7069"/>
                  </a:cubicBezTo>
                  <a:cubicBezTo>
                    <a:pt x="8682" y="7069"/>
                    <a:pt x="8747" y="7086"/>
                    <a:pt x="8805" y="7122"/>
                  </a:cubicBezTo>
                  <a:cubicBezTo>
                    <a:pt x="8938" y="7201"/>
                    <a:pt x="9004" y="7353"/>
                    <a:pt x="8977" y="7498"/>
                  </a:cubicBezTo>
                  <a:cubicBezTo>
                    <a:pt x="8852" y="8140"/>
                    <a:pt x="8356" y="8701"/>
                    <a:pt x="7715" y="8920"/>
                  </a:cubicBezTo>
                  <a:cubicBezTo>
                    <a:pt x="7530" y="8979"/>
                    <a:pt x="7351" y="9012"/>
                    <a:pt x="7179" y="9012"/>
                  </a:cubicBezTo>
                  <a:cubicBezTo>
                    <a:pt x="6829" y="9012"/>
                    <a:pt x="6505" y="8893"/>
                    <a:pt x="6241" y="8655"/>
                  </a:cubicBezTo>
                  <a:cubicBezTo>
                    <a:pt x="6227" y="8642"/>
                    <a:pt x="6214" y="8629"/>
                    <a:pt x="6194" y="8615"/>
                  </a:cubicBezTo>
                  <a:cubicBezTo>
                    <a:pt x="6181" y="8629"/>
                    <a:pt x="6168" y="8642"/>
                    <a:pt x="6155" y="8655"/>
                  </a:cubicBezTo>
                  <a:cubicBezTo>
                    <a:pt x="5890" y="8889"/>
                    <a:pt x="5563" y="9011"/>
                    <a:pt x="5213" y="9011"/>
                  </a:cubicBezTo>
                  <a:cubicBezTo>
                    <a:pt x="5040" y="9011"/>
                    <a:pt x="4861" y="8981"/>
                    <a:pt x="4681" y="8920"/>
                  </a:cubicBezTo>
                  <a:cubicBezTo>
                    <a:pt x="4033" y="8701"/>
                    <a:pt x="3537" y="8140"/>
                    <a:pt x="3418" y="7498"/>
                  </a:cubicBezTo>
                  <a:cubicBezTo>
                    <a:pt x="3392" y="7353"/>
                    <a:pt x="3458" y="7201"/>
                    <a:pt x="3590" y="7122"/>
                  </a:cubicBezTo>
                  <a:cubicBezTo>
                    <a:pt x="3646" y="7086"/>
                    <a:pt x="3709" y="7069"/>
                    <a:pt x="3773" y="7069"/>
                  </a:cubicBezTo>
                  <a:cubicBezTo>
                    <a:pt x="3853" y="7069"/>
                    <a:pt x="3933" y="7096"/>
                    <a:pt x="4000" y="7148"/>
                  </a:cubicBezTo>
                  <a:cubicBezTo>
                    <a:pt x="4089" y="7215"/>
                    <a:pt x="4240" y="7258"/>
                    <a:pt x="4384" y="7258"/>
                  </a:cubicBezTo>
                  <a:cubicBezTo>
                    <a:pt x="4410" y="7258"/>
                    <a:pt x="4437" y="7257"/>
                    <a:pt x="4463" y="7254"/>
                  </a:cubicBezTo>
                  <a:cubicBezTo>
                    <a:pt x="4562" y="7234"/>
                    <a:pt x="4615" y="7207"/>
                    <a:pt x="4621" y="7194"/>
                  </a:cubicBezTo>
                  <a:cubicBezTo>
                    <a:pt x="4621" y="7194"/>
                    <a:pt x="4621" y="7194"/>
                    <a:pt x="4621" y="7188"/>
                  </a:cubicBezTo>
                  <a:cubicBezTo>
                    <a:pt x="4621" y="6593"/>
                    <a:pt x="5110" y="6104"/>
                    <a:pt x="5712" y="6104"/>
                  </a:cubicBezTo>
                  <a:cubicBezTo>
                    <a:pt x="5884" y="6104"/>
                    <a:pt x="6049" y="6143"/>
                    <a:pt x="6194" y="6216"/>
                  </a:cubicBezTo>
                  <a:cubicBezTo>
                    <a:pt x="6346" y="6143"/>
                    <a:pt x="6512" y="6104"/>
                    <a:pt x="6684" y="6104"/>
                  </a:cubicBezTo>
                  <a:close/>
                  <a:moveTo>
                    <a:pt x="7880" y="9977"/>
                  </a:moveTo>
                  <a:cubicBezTo>
                    <a:pt x="8072" y="9977"/>
                    <a:pt x="8230" y="10109"/>
                    <a:pt x="8250" y="10294"/>
                  </a:cubicBezTo>
                  <a:cubicBezTo>
                    <a:pt x="8277" y="10513"/>
                    <a:pt x="8105" y="10704"/>
                    <a:pt x="7893" y="10704"/>
                  </a:cubicBezTo>
                  <a:lnTo>
                    <a:pt x="4509" y="10704"/>
                  </a:lnTo>
                  <a:cubicBezTo>
                    <a:pt x="4324" y="10704"/>
                    <a:pt x="4158" y="10565"/>
                    <a:pt x="4139" y="10380"/>
                  </a:cubicBezTo>
                  <a:cubicBezTo>
                    <a:pt x="4119" y="10162"/>
                    <a:pt x="4291" y="9977"/>
                    <a:pt x="4502" y="9977"/>
                  </a:cubicBezTo>
                  <a:close/>
                  <a:moveTo>
                    <a:pt x="6197" y="1"/>
                  </a:moveTo>
                  <a:cubicBezTo>
                    <a:pt x="5065" y="1"/>
                    <a:pt x="4145" y="922"/>
                    <a:pt x="4145" y="2058"/>
                  </a:cubicBezTo>
                  <a:lnTo>
                    <a:pt x="4145" y="3314"/>
                  </a:lnTo>
                  <a:cubicBezTo>
                    <a:pt x="4145" y="4319"/>
                    <a:pt x="3332" y="5132"/>
                    <a:pt x="2327" y="5132"/>
                  </a:cubicBezTo>
                  <a:cubicBezTo>
                    <a:pt x="2129" y="5132"/>
                    <a:pt x="1964" y="5291"/>
                    <a:pt x="1964" y="5495"/>
                  </a:cubicBezTo>
                  <a:lnTo>
                    <a:pt x="1964" y="6342"/>
                  </a:lnTo>
                  <a:lnTo>
                    <a:pt x="1091" y="6342"/>
                  </a:lnTo>
                  <a:cubicBezTo>
                    <a:pt x="893" y="6342"/>
                    <a:pt x="728" y="6183"/>
                    <a:pt x="728" y="5978"/>
                  </a:cubicBezTo>
                  <a:lnTo>
                    <a:pt x="728" y="5013"/>
                  </a:lnTo>
                  <a:cubicBezTo>
                    <a:pt x="728" y="4815"/>
                    <a:pt x="886" y="4649"/>
                    <a:pt x="1091" y="4649"/>
                  </a:cubicBezTo>
                  <a:cubicBezTo>
                    <a:pt x="1693" y="4649"/>
                    <a:pt x="2182" y="4160"/>
                    <a:pt x="2182" y="3559"/>
                  </a:cubicBezTo>
                  <a:lnTo>
                    <a:pt x="2182" y="2356"/>
                  </a:lnTo>
                  <a:cubicBezTo>
                    <a:pt x="2182" y="2171"/>
                    <a:pt x="2043" y="2005"/>
                    <a:pt x="1858" y="1986"/>
                  </a:cubicBezTo>
                  <a:cubicBezTo>
                    <a:pt x="1843" y="1984"/>
                    <a:pt x="1828" y="1983"/>
                    <a:pt x="1814" y="1983"/>
                  </a:cubicBezTo>
                  <a:cubicBezTo>
                    <a:pt x="1616" y="1983"/>
                    <a:pt x="1455" y="2146"/>
                    <a:pt x="1455" y="2349"/>
                  </a:cubicBezTo>
                  <a:lnTo>
                    <a:pt x="1455" y="3559"/>
                  </a:lnTo>
                  <a:cubicBezTo>
                    <a:pt x="1455" y="3757"/>
                    <a:pt x="1296" y="3922"/>
                    <a:pt x="1098" y="3922"/>
                  </a:cubicBezTo>
                  <a:cubicBezTo>
                    <a:pt x="1094" y="3922"/>
                    <a:pt x="1090" y="3922"/>
                    <a:pt x="1086" y="3922"/>
                  </a:cubicBezTo>
                  <a:cubicBezTo>
                    <a:pt x="490" y="3922"/>
                    <a:pt x="1" y="4415"/>
                    <a:pt x="1" y="5013"/>
                  </a:cubicBezTo>
                  <a:lnTo>
                    <a:pt x="1" y="5978"/>
                  </a:lnTo>
                  <a:cubicBezTo>
                    <a:pt x="1" y="6580"/>
                    <a:pt x="490" y="7069"/>
                    <a:pt x="1091" y="7069"/>
                  </a:cubicBezTo>
                  <a:lnTo>
                    <a:pt x="1964" y="7069"/>
                  </a:lnTo>
                  <a:lnTo>
                    <a:pt x="1964" y="11550"/>
                  </a:lnTo>
                  <a:cubicBezTo>
                    <a:pt x="1964" y="12020"/>
                    <a:pt x="2341" y="12396"/>
                    <a:pt x="2810" y="12396"/>
                  </a:cubicBezTo>
                  <a:lnTo>
                    <a:pt x="9592" y="12396"/>
                  </a:lnTo>
                  <a:cubicBezTo>
                    <a:pt x="10061" y="12396"/>
                    <a:pt x="10438" y="12020"/>
                    <a:pt x="10438" y="11550"/>
                  </a:cubicBezTo>
                  <a:lnTo>
                    <a:pt x="10438" y="7069"/>
                  </a:lnTo>
                  <a:lnTo>
                    <a:pt x="11311" y="7069"/>
                  </a:lnTo>
                  <a:cubicBezTo>
                    <a:pt x="11912" y="7069"/>
                    <a:pt x="12401" y="6580"/>
                    <a:pt x="12401" y="5978"/>
                  </a:cubicBezTo>
                  <a:lnTo>
                    <a:pt x="12401" y="5013"/>
                  </a:lnTo>
                  <a:cubicBezTo>
                    <a:pt x="12401" y="4415"/>
                    <a:pt x="11919" y="3922"/>
                    <a:pt x="11316" y="3922"/>
                  </a:cubicBezTo>
                  <a:cubicBezTo>
                    <a:pt x="11312" y="3922"/>
                    <a:pt x="11308" y="3922"/>
                    <a:pt x="11304" y="3922"/>
                  </a:cubicBezTo>
                  <a:cubicBezTo>
                    <a:pt x="11106" y="3922"/>
                    <a:pt x="10947" y="3757"/>
                    <a:pt x="10947" y="3559"/>
                  </a:cubicBezTo>
                  <a:lnTo>
                    <a:pt x="10947" y="2356"/>
                  </a:lnTo>
                  <a:cubicBezTo>
                    <a:pt x="10947" y="2171"/>
                    <a:pt x="10808" y="2005"/>
                    <a:pt x="10623" y="1986"/>
                  </a:cubicBezTo>
                  <a:cubicBezTo>
                    <a:pt x="10608" y="1984"/>
                    <a:pt x="10593" y="1983"/>
                    <a:pt x="10579" y="1983"/>
                  </a:cubicBezTo>
                  <a:cubicBezTo>
                    <a:pt x="10381" y="1983"/>
                    <a:pt x="10220" y="2146"/>
                    <a:pt x="10220" y="2349"/>
                  </a:cubicBezTo>
                  <a:lnTo>
                    <a:pt x="10220" y="3559"/>
                  </a:lnTo>
                  <a:cubicBezTo>
                    <a:pt x="10220" y="4160"/>
                    <a:pt x="10709" y="4649"/>
                    <a:pt x="11317" y="4649"/>
                  </a:cubicBezTo>
                  <a:cubicBezTo>
                    <a:pt x="11516" y="4649"/>
                    <a:pt x="11674" y="4815"/>
                    <a:pt x="11674" y="5013"/>
                  </a:cubicBezTo>
                  <a:lnTo>
                    <a:pt x="11674" y="5978"/>
                  </a:lnTo>
                  <a:cubicBezTo>
                    <a:pt x="11674" y="6183"/>
                    <a:pt x="11509" y="6342"/>
                    <a:pt x="11311" y="6342"/>
                  </a:cubicBezTo>
                  <a:lnTo>
                    <a:pt x="10438" y="6342"/>
                  </a:lnTo>
                  <a:lnTo>
                    <a:pt x="10438" y="5495"/>
                  </a:lnTo>
                  <a:cubicBezTo>
                    <a:pt x="10438" y="5291"/>
                    <a:pt x="10273" y="5132"/>
                    <a:pt x="10075" y="5132"/>
                  </a:cubicBezTo>
                  <a:cubicBezTo>
                    <a:pt x="9070" y="5132"/>
                    <a:pt x="8257" y="4319"/>
                    <a:pt x="8257" y="3314"/>
                  </a:cubicBezTo>
                  <a:lnTo>
                    <a:pt x="8257" y="2085"/>
                  </a:lnTo>
                  <a:cubicBezTo>
                    <a:pt x="8257" y="968"/>
                    <a:pt x="7391" y="42"/>
                    <a:pt x="6280" y="2"/>
                  </a:cubicBezTo>
                  <a:cubicBezTo>
                    <a:pt x="6253" y="1"/>
                    <a:pt x="6225" y="1"/>
                    <a:pt x="6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2" name="Google Shape;1772;p72"/>
          <p:cNvGrpSpPr/>
          <p:nvPr/>
        </p:nvGrpSpPr>
        <p:grpSpPr>
          <a:xfrm>
            <a:off x="1525825" y="2942666"/>
            <a:ext cx="460345" cy="480291"/>
            <a:chOff x="1525825" y="2942666"/>
            <a:chExt cx="460345" cy="480291"/>
          </a:xfrm>
        </p:grpSpPr>
        <p:sp>
          <p:nvSpPr>
            <p:cNvPr id="1773" name="Google Shape;1773;p72"/>
            <p:cNvSpPr/>
            <p:nvPr/>
          </p:nvSpPr>
          <p:spPr>
            <a:xfrm>
              <a:off x="1709404" y="3231164"/>
              <a:ext cx="46863" cy="46902"/>
            </a:xfrm>
            <a:custGeom>
              <a:avLst/>
              <a:gdLst/>
              <a:ahLst/>
              <a:cxnLst/>
              <a:rect l="l" t="t" r="r" b="b"/>
              <a:pathLst>
                <a:path w="1210" h="1211" extrusionOk="0">
                  <a:moveTo>
                    <a:pt x="602" y="1"/>
                  </a:moveTo>
                  <a:cubicBezTo>
                    <a:pt x="271" y="1"/>
                    <a:pt x="0" y="272"/>
                    <a:pt x="0" y="602"/>
                  </a:cubicBezTo>
                  <a:cubicBezTo>
                    <a:pt x="0" y="940"/>
                    <a:pt x="271" y="1211"/>
                    <a:pt x="602" y="1211"/>
                  </a:cubicBezTo>
                  <a:cubicBezTo>
                    <a:pt x="939" y="1211"/>
                    <a:pt x="1210" y="940"/>
                    <a:pt x="1210" y="602"/>
                  </a:cubicBezTo>
                  <a:cubicBezTo>
                    <a:pt x="1210" y="272"/>
                    <a:pt x="939" y="1"/>
                    <a:pt x="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72"/>
            <p:cNvSpPr/>
            <p:nvPr/>
          </p:nvSpPr>
          <p:spPr>
            <a:xfrm>
              <a:off x="1525825" y="2980311"/>
              <a:ext cx="460345" cy="442645"/>
            </a:xfrm>
            <a:custGeom>
              <a:avLst/>
              <a:gdLst/>
              <a:ahLst/>
              <a:cxnLst/>
              <a:rect l="l" t="t" r="r" b="b"/>
              <a:pathLst>
                <a:path w="11886" h="11429" extrusionOk="0">
                  <a:moveTo>
                    <a:pt x="11159" y="0"/>
                  </a:moveTo>
                  <a:lnTo>
                    <a:pt x="11159" y="9234"/>
                  </a:lnTo>
                  <a:cubicBezTo>
                    <a:pt x="11159" y="9644"/>
                    <a:pt x="10822" y="9975"/>
                    <a:pt x="10412" y="9975"/>
                  </a:cubicBezTo>
                  <a:lnTo>
                    <a:pt x="854" y="9975"/>
                  </a:lnTo>
                  <a:cubicBezTo>
                    <a:pt x="695" y="9975"/>
                    <a:pt x="543" y="10047"/>
                    <a:pt x="450" y="10180"/>
                  </a:cubicBezTo>
                  <a:cubicBezTo>
                    <a:pt x="1" y="10774"/>
                    <a:pt x="417" y="11429"/>
                    <a:pt x="986" y="11429"/>
                  </a:cubicBezTo>
                  <a:lnTo>
                    <a:pt x="11522" y="11429"/>
                  </a:lnTo>
                  <a:cubicBezTo>
                    <a:pt x="11721" y="11429"/>
                    <a:pt x="11886" y="11264"/>
                    <a:pt x="11886" y="11065"/>
                  </a:cubicBezTo>
                  <a:lnTo>
                    <a:pt x="11886" y="364"/>
                  </a:lnTo>
                  <a:cubicBezTo>
                    <a:pt x="11886" y="165"/>
                    <a:pt x="11721" y="0"/>
                    <a:pt x="11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72"/>
            <p:cNvSpPr/>
            <p:nvPr/>
          </p:nvSpPr>
          <p:spPr>
            <a:xfrm>
              <a:off x="1535817" y="2942666"/>
              <a:ext cx="394039" cy="403489"/>
            </a:xfrm>
            <a:custGeom>
              <a:avLst/>
              <a:gdLst/>
              <a:ahLst/>
              <a:cxnLst/>
              <a:rect l="l" t="t" r="r" b="b"/>
              <a:pathLst>
                <a:path w="10174" h="10418" extrusionOk="0">
                  <a:moveTo>
                    <a:pt x="6095" y="1517"/>
                  </a:moveTo>
                  <a:cubicBezTo>
                    <a:pt x="6493" y="1517"/>
                    <a:pt x="6890" y="1668"/>
                    <a:pt x="7193" y="1970"/>
                  </a:cubicBezTo>
                  <a:cubicBezTo>
                    <a:pt x="7794" y="2572"/>
                    <a:pt x="7794" y="3557"/>
                    <a:pt x="7193" y="4165"/>
                  </a:cubicBezTo>
                  <a:lnTo>
                    <a:pt x="5342" y="6009"/>
                  </a:lnTo>
                  <a:cubicBezTo>
                    <a:pt x="5272" y="6082"/>
                    <a:pt x="5180" y="6118"/>
                    <a:pt x="5087" y="6118"/>
                  </a:cubicBezTo>
                  <a:cubicBezTo>
                    <a:pt x="4995" y="6118"/>
                    <a:pt x="4902" y="6082"/>
                    <a:pt x="4833" y="6009"/>
                  </a:cubicBezTo>
                  <a:lnTo>
                    <a:pt x="2982" y="4165"/>
                  </a:lnTo>
                  <a:cubicBezTo>
                    <a:pt x="2380" y="3557"/>
                    <a:pt x="2380" y="2572"/>
                    <a:pt x="2982" y="1970"/>
                  </a:cubicBezTo>
                  <a:cubicBezTo>
                    <a:pt x="3284" y="1668"/>
                    <a:pt x="3682" y="1517"/>
                    <a:pt x="4079" y="1517"/>
                  </a:cubicBezTo>
                  <a:cubicBezTo>
                    <a:pt x="4437" y="1517"/>
                    <a:pt x="4795" y="1640"/>
                    <a:pt x="5084" y="1884"/>
                  </a:cubicBezTo>
                  <a:cubicBezTo>
                    <a:pt x="5375" y="1640"/>
                    <a:pt x="5735" y="1517"/>
                    <a:pt x="6095" y="1517"/>
                  </a:cubicBezTo>
                  <a:close/>
                  <a:moveTo>
                    <a:pt x="2082" y="6951"/>
                  </a:moveTo>
                  <a:cubicBezTo>
                    <a:pt x="2200" y="6951"/>
                    <a:pt x="2308" y="7028"/>
                    <a:pt x="2347" y="7146"/>
                  </a:cubicBezTo>
                  <a:cubicBezTo>
                    <a:pt x="2347" y="7146"/>
                    <a:pt x="2347" y="7152"/>
                    <a:pt x="2347" y="7152"/>
                  </a:cubicBezTo>
                  <a:lnTo>
                    <a:pt x="2638" y="8118"/>
                  </a:lnTo>
                  <a:lnTo>
                    <a:pt x="2909" y="7152"/>
                  </a:lnTo>
                  <a:cubicBezTo>
                    <a:pt x="2909" y="7152"/>
                    <a:pt x="2909" y="7146"/>
                    <a:pt x="2909" y="7146"/>
                  </a:cubicBezTo>
                  <a:cubicBezTo>
                    <a:pt x="2947" y="7032"/>
                    <a:pt x="3059" y="6954"/>
                    <a:pt x="3179" y="6954"/>
                  </a:cubicBezTo>
                  <a:cubicBezTo>
                    <a:pt x="3184" y="6954"/>
                    <a:pt x="3188" y="6954"/>
                    <a:pt x="3193" y="6954"/>
                  </a:cubicBezTo>
                  <a:cubicBezTo>
                    <a:pt x="3319" y="6961"/>
                    <a:pt x="3431" y="7053"/>
                    <a:pt x="3451" y="7179"/>
                  </a:cubicBezTo>
                  <a:lnTo>
                    <a:pt x="3768" y="8831"/>
                  </a:lnTo>
                  <a:cubicBezTo>
                    <a:pt x="3795" y="8964"/>
                    <a:pt x="3709" y="9089"/>
                    <a:pt x="3577" y="9116"/>
                  </a:cubicBezTo>
                  <a:cubicBezTo>
                    <a:pt x="3561" y="9119"/>
                    <a:pt x="3545" y="9120"/>
                    <a:pt x="3529" y="9120"/>
                  </a:cubicBezTo>
                  <a:cubicBezTo>
                    <a:pt x="3415" y="9120"/>
                    <a:pt x="3316" y="9040"/>
                    <a:pt x="3293" y="8924"/>
                  </a:cubicBezTo>
                  <a:lnTo>
                    <a:pt x="3140" y="8111"/>
                  </a:lnTo>
                  <a:lnTo>
                    <a:pt x="2909" y="8931"/>
                  </a:lnTo>
                  <a:cubicBezTo>
                    <a:pt x="2909" y="8931"/>
                    <a:pt x="2903" y="8937"/>
                    <a:pt x="2903" y="8937"/>
                  </a:cubicBezTo>
                  <a:cubicBezTo>
                    <a:pt x="2869" y="9056"/>
                    <a:pt x="2764" y="9129"/>
                    <a:pt x="2638" y="9129"/>
                  </a:cubicBezTo>
                  <a:cubicBezTo>
                    <a:pt x="2519" y="9129"/>
                    <a:pt x="2407" y="9056"/>
                    <a:pt x="2374" y="8937"/>
                  </a:cubicBezTo>
                  <a:cubicBezTo>
                    <a:pt x="2374" y="8937"/>
                    <a:pt x="2367" y="8937"/>
                    <a:pt x="2367" y="8931"/>
                  </a:cubicBezTo>
                  <a:lnTo>
                    <a:pt x="2129" y="8118"/>
                  </a:lnTo>
                  <a:lnTo>
                    <a:pt x="1984" y="8917"/>
                  </a:lnTo>
                  <a:cubicBezTo>
                    <a:pt x="1960" y="9037"/>
                    <a:pt x="1855" y="9119"/>
                    <a:pt x="1737" y="9119"/>
                  </a:cubicBezTo>
                  <a:cubicBezTo>
                    <a:pt x="1725" y="9119"/>
                    <a:pt x="1712" y="9118"/>
                    <a:pt x="1699" y="9116"/>
                  </a:cubicBezTo>
                  <a:cubicBezTo>
                    <a:pt x="1574" y="9089"/>
                    <a:pt x="1481" y="8964"/>
                    <a:pt x="1508" y="8831"/>
                  </a:cubicBezTo>
                  <a:lnTo>
                    <a:pt x="1805" y="7186"/>
                  </a:lnTo>
                  <a:lnTo>
                    <a:pt x="1805" y="7179"/>
                  </a:lnTo>
                  <a:cubicBezTo>
                    <a:pt x="1825" y="7093"/>
                    <a:pt x="1878" y="7020"/>
                    <a:pt x="1957" y="6981"/>
                  </a:cubicBezTo>
                  <a:cubicBezTo>
                    <a:pt x="1998" y="6960"/>
                    <a:pt x="2041" y="6951"/>
                    <a:pt x="2082" y="6951"/>
                  </a:cubicBezTo>
                  <a:close/>
                  <a:moveTo>
                    <a:pt x="8090" y="6951"/>
                  </a:moveTo>
                  <a:cubicBezTo>
                    <a:pt x="8131" y="6951"/>
                    <a:pt x="8174" y="6960"/>
                    <a:pt x="8217" y="6981"/>
                  </a:cubicBezTo>
                  <a:cubicBezTo>
                    <a:pt x="8296" y="7020"/>
                    <a:pt x="8349" y="7093"/>
                    <a:pt x="8369" y="7179"/>
                  </a:cubicBezTo>
                  <a:lnTo>
                    <a:pt x="8369" y="7186"/>
                  </a:lnTo>
                  <a:lnTo>
                    <a:pt x="8667" y="8831"/>
                  </a:lnTo>
                  <a:cubicBezTo>
                    <a:pt x="8693" y="8964"/>
                    <a:pt x="8600" y="9089"/>
                    <a:pt x="8475" y="9116"/>
                  </a:cubicBezTo>
                  <a:cubicBezTo>
                    <a:pt x="8462" y="9118"/>
                    <a:pt x="8449" y="9119"/>
                    <a:pt x="8437" y="9119"/>
                  </a:cubicBezTo>
                  <a:cubicBezTo>
                    <a:pt x="8319" y="9119"/>
                    <a:pt x="8215" y="9037"/>
                    <a:pt x="8191" y="8917"/>
                  </a:cubicBezTo>
                  <a:lnTo>
                    <a:pt x="8045" y="8118"/>
                  </a:lnTo>
                  <a:lnTo>
                    <a:pt x="7807" y="8931"/>
                  </a:lnTo>
                  <a:cubicBezTo>
                    <a:pt x="7801" y="8937"/>
                    <a:pt x="7801" y="8937"/>
                    <a:pt x="7801" y="8937"/>
                  </a:cubicBezTo>
                  <a:cubicBezTo>
                    <a:pt x="7768" y="9056"/>
                    <a:pt x="7655" y="9129"/>
                    <a:pt x="7536" y="9129"/>
                  </a:cubicBezTo>
                  <a:cubicBezTo>
                    <a:pt x="7411" y="9129"/>
                    <a:pt x="7305" y="9056"/>
                    <a:pt x="7272" y="8937"/>
                  </a:cubicBezTo>
                  <a:cubicBezTo>
                    <a:pt x="7265" y="8937"/>
                    <a:pt x="7265" y="8931"/>
                    <a:pt x="7265" y="8931"/>
                  </a:cubicBezTo>
                  <a:lnTo>
                    <a:pt x="7034" y="8111"/>
                  </a:lnTo>
                  <a:lnTo>
                    <a:pt x="6882" y="8924"/>
                  </a:lnTo>
                  <a:cubicBezTo>
                    <a:pt x="6859" y="9040"/>
                    <a:pt x="6759" y="9120"/>
                    <a:pt x="6646" y="9120"/>
                  </a:cubicBezTo>
                  <a:cubicBezTo>
                    <a:pt x="6630" y="9120"/>
                    <a:pt x="6614" y="9119"/>
                    <a:pt x="6598" y="9116"/>
                  </a:cubicBezTo>
                  <a:cubicBezTo>
                    <a:pt x="6465" y="9089"/>
                    <a:pt x="6379" y="8964"/>
                    <a:pt x="6406" y="8831"/>
                  </a:cubicBezTo>
                  <a:lnTo>
                    <a:pt x="6717" y="7179"/>
                  </a:lnTo>
                  <a:lnTo>
                    <a:pt x="6723" y="7179"/>
                  </a:lnTo>
                  <a:cubicBezTo>
                    <a:pt x="6743" y="7053"/>
                    <a:pt x="6849" y="6961"/>
                    <a:pt x="6981" y="6954"/>
                  </a:cubicBezTo>
                  <a:cubicBezTo>
                    <a:pt x="6986" y="6954"/>
                    <a:pt x="6991" y="6954"/>
                    <a:pt x="6996" y="6954"/>
                  </a:cubicBezTo>
                  <a:cubicBezTo>
                    <a:pt x="7116" y="6954"/>
                    <a:pt x="7227" y="7032"/>
                    <a:pt x="7259" y="7146"/>
                  </a:cubicBezTo>
                  <a:cubicBezTo>
                    <a:pt x="7265" y="7146"/>
                    <a:pt x="7265" y="7152"/>
                    <a:pt x="7265" y="7152"/>
                  </a:cubicBezTo>
                  <a:lnTo>
                    <a:pt x="7536" y="8118"/>
                  </a:lnTo>
                  <a:lnTo>
                    <a:pt x="7827" y="7152"/>
                  </a:lnTo>
                  <a:cubicBezTo>
                    <a:pt x="7827" y="7152"/>
                    <a:pt x="7827" y="7146"/>
                    <a:pt x="7827" y="7146"/>
                  </a:cubicBezTo>
                  <a:cubicBezTo>
                    <a:pt x="7866" y="7028"/>
                    <a:pt x="7971" y="6951"/>
                    <a:pt x="8090" y="6951"/>
                  </a:cubicBezTo>
                  <a:close/>
                  <a:moveTo>
                    <a:pt x="5084" y="6967"/>
                  </a:moveTo>
                  <a:cubicBezTo>
                    <a:pt x="5685" y="6967"/>
                    <a:pt x="6175" y="7450"/>
                    <a:pt x="6175" y="8051"/>
                  </a:cubicBezTo>
                  <a:cubicBezTo>
                    <a:pt x="6175" y="8653"/>
                    <a:pt x="5685" y="9142"/>
                    <a:pt x="5084" y="9142"/>
                  </a:cubicBezTo>
                  <a:cubicBezTo>
                    <a:pt x="4489" y="9142"/>
                    <a:pt x="4000" y="8653"/>
                    <a:pt x="4000" y="8051"/>
                  </a:cubicBezTo>
                  <a:cubicBezTo>
                    <a:pt x="4000" y="7450"/>
                    <a:pt x="4489" y="6967"/>
                    <a:pt x="5084" y="6967"/>
                  </a:cubicBezTo>
                  <a:close/>
                  <a:moveTo>
                    <a:pt x="1091" y="0"/>
                  </a:moveTo>
                  <a:cubicBezTo>
                    <a:pt x="490" y="0"/>
                    <a:pt x="1" y="489"/>
                    <a:pt x="1" y="1091"/>
                  </a:cubicBezTo>
                  <a:lnTo>
                    <a:pt x="1" y="10418"/>
                  </a:lnTo>
                  <a:cubicBezTo>
                    <a:pt x="219" y="10292"/>
                    <a:pt x="463" y="10220"/>
                    <a:pt x="728" y="10220"/>
                  </a:cubicBezTo>
                  <a:lnTo>
                    <a:pt x="9810" y="10220"/>
                  </a:lnTo>
                  <a:cubicBezTo>
                    <a:pt x="10008" y="10220"/>
                    <a:pt x="10174" y="10061"/>
                    <a:pt x="10174" y="9856"/>
                  </a:cubicBezTo>
                  <a:lnTo>
                    <a:pt x="10174" y="364"/>
                  </a:lnTo>
                  <a:cubicBezTo>
                    <a:pt x="10174" y="166"/>
                    <a:pt x="10008" y="0"/>
                    <a:pt x="98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72"/>
            <p:cNvSpPr/>
            <p:nvPr/>
          </p:nvSpPr>
          <p:spPr>
            <a:xfrm>
              <a:off x="1658707" y="3029498"/>
              <a:ext cx="148258" cy="116229"/>
            </a:xfrm>
            <a:custGeom>
              <a:avLst/>
              <a:gdLst/>
              <a:ahLst/>
              <a:cxnLst/>
              <a:rect l="l" t="t" r="r" b="b"/>
              <a:pathLst>
                <a:path w="3828" h="3001" extrusionOk="0">
                  <a:moveTo>
                    <a:pt x="906" y="1"/>
                  </a:moveTo>
                  <a:cubicBezTo>
                    <a:pt x="695" y="1"/>
                    <a:pt x="483" y="82"/>
                    <a:pt x="324" y="244"/>
                  </a:cubicBezTo>
                  <a:cubicBezTo>
                    <a:pt x="1" y="561"/>
                    <a:pt x="1" y="1083"/>
                    <a:pt x="324" y="1407"/>
                  </a:cubicBezTo>
                  <a:lnTo>
                    <a:pt x="1911" y="3000"/>
                  </a:lnTo>
                  <a:lnTo>
                    <a:pt x="3504" y="1407"/>
                  </a:lnTo>
                  <a:cubicBezTo>
                    <a:pt x="3828" y="1083"/>
                    <a:pt x="3828" y="561"/>
                    <a:pt x="3504" y="244"/>
                  </a:cubicBezTo>
                  <a:cubicBezTo>
                    <a:pt x="3342" y="82"/>
                    <a:pt x="3130" y="1"/>
                    <a:pt x="2920" y="1"/>
                  </a:cubicBezTo>
                  <a:cubicBezTo>
                    <a:pt x="2709" y="1"/>
                    <a:pt x="2499" y="82"/>
                    <a:pt x="2341" y="244"/>
                  </a:cubicBezTo>
                  <a:lnTo>
                    <a:pt x="2169" y="409"/>
                  </a:lnTo>
                  <a:cubicBezTo>
                    <a:pt x="2099" y="482"/>
                    <a:pt x="2007" y="518"/>
                    <a:pt x="1914" y="518"/>
                  </a:cubicBezTo>
                  <a:cubicBezTo>
                    <a:pt x="1822" y="518"/>
                    <a:pt x="1729" y="482"/>
                    <a:pt x="1660" y="409"/>
                  </a:cubicBezTo>
                  <a:lnTo>
                    <a:pt x="1488" y="244"/>
                  </a:lnTo>
                  <a:cubicBezTo>
                    <a:pt x="1329" y="82"/>
                    <a:pt x="1118" y="1"/>
                    <a:pt x="9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 name="Google Shape;1777;p72"/>
          <p:cNvGrpSpPr/>
          <p:nvPr/>
        </p:nvGrpSpPr>
        <p:grpSpPr>
          <a:xfrm>
            <a:off x="2161497" y="2942666"/>
            <a:ext cx="450391" cy="480291"/>
            <a:chOff x="2161497" y="2942666"/>
            <a:chExt cx="450391" cy="480291"/>
          </a:xfrm>
        </p:grpSpPr>
        <p:sp>
          <p:nvSpPr>
            <p:cNvPr id="1778" name="Google Shape;1778;p72"/>
            <p:cNvSpPr/>
            <p:nvPr/>
          </p:nvSpPr>
          <p:spPr>
            <a:xfrm>
              <a:off x="2352512" y="3245262"/>
              <a:ext cx="12316" cy="16422"/>
            </a:xfrm>
            <a:custGeom>
              <a:avLst/>
              <a:gdLst/>
              <a:ahLst/>
              <a:cxnLst/>
              <a:rect l="l" t="t" r="r" b="b"/>
              <a:pathLst>
                <a:path w="318" h="424" extrusionOk="0">
                  <a:moveTo>
                    <a:pt x="159" y="0"/>
                  </a:moveTo>
                  <a:lnTo>
                    <a:pt x="0" y="424"/>
                  </a:lnTo>
                  <a:lnTo>
                    <a:pt x="317" y="424"/>
                  </a:lnTo>
                  <a:lnTo>
                    <a:pt x="1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72"/>
            <p:cNvSpPr/>
            <p:nvPr/>
          </p:nvSpPr>
          <p:spPr>
            <a:xfrm>
              <a:off x="2269553" y="3230661"/>
              <a:ext cx="26414" cy="46902"/>
            </a:xfrm>
            <a:custGeom>
              <a:avLst/>
              <a:gdLst/>
              <a:ahLst/>
              <a:cxnLst/>
              <a:rect l="l" t="t" r="r" b="b"/>
              <a:pathLst>
                <a:path w="682" h="1211" extrusionOk="0">
                  <a:moveTo>
                    <a:pt x="0" y="1"/>
                  </a:moveTo>
                  <a:cubicBezTo>
                    <a:pt x="0" y="206"/>
                    <a:pt x="0" y="490"/>
                    <a:pt x="0" y="602"/>
                  </a:cubicBezTo>
                  <a:cubicBezTo>
                    <a:pt x="0" y="741"/>
                    <a:pt x="0" y="1012"/>
                    <a:pt x="0" y="1210"/>
                  </a:cubicBezTo>
                  <a:lnTo>
                    <a:pt x="245" y="1210"/>
                  </a:lnTo>
                  <a:cubicBezTo>
                    <a:pt x="542" y="1204"/>
                    <a:pt x="681" y="900"/>
                    <a:pt x="681" y="609"/>
                  </a:cubicBezTo>
                  <a:cubicBezTo>
                    <a:pt x="681" y="463"/>
                    <a:pt x="648" y="1"/>
                    <a:pt x="2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72"/>
            <p:cNvSpPr/>
            <p:nvPr/>
          </p:nvSpPr>
          <p:spPr>
            <a:xfrm>
              <a:off x="2428771" y="3230661"/>
              <a:ext cx="26414" cy="46902"/>
            </a:xfrm>
            <a:custGeom>
              <a:avLst/>
              <a:gdLst/>
              <a:ahLst/>
              <a:cxnLst/>
              <a:rect l="l" t="t" r="r" b="b"/>
              <a:pathLst>
                <a:path w="682" h="1211" extrusionOk="0">
                  <a:moveTo>
                    <a:pt x="1" y="1"/>
                  </a:moveTo>
                  <a:cubicBezTo>
                    <a:pt x="1" y="206"/>
                    <a:pt x="1" y="490"/>
                    <a:pt x="1" y="602"/>
                  </a:cubicBezTo>
                  <a:cubicBezTo>
                    <a:pt x="1" y="741"/>
                    <a:pt x="1" y="1012"/>
                    <a:pt x="1" y="1210"/>
                  </a:cubicBezTo>
                  <a:lnTo>
                    <a:pt x="252" y="1210"/>
                  </a:lnTo>
                  <a:cubicBezTo>
                    <a:pt x="550" y="1204"/>
                    <a:pt x="682" y="900"/>
                    <a:pt x="682" y="609"/>
                  </a:cubicBezTo>
                  <a:cubicBezTo>
                    <a:pt x="682" y="463"/>
                    <a:pt x="649"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72"/>
            <p:cNvSpPr/>
            <p:nvPr/>
          </p:nvSpPr>
          <p:spPr>
            <a:xfrm>
              <a:off x="2161497" y="2980311"/>
              <a:ext cx="450391" cy="442645"/>
            </a:xfrm>
            <a:custGeom>
              <a:avLst/>
              <a:gdLst/>
              <a:ahLst/>
              <a:cxnLst/>
              <a:rect l="l" t="t" r="r" b="b"/>
              <a:pathLst>
                <a:path w="11629" h="11429" extrusionOk="0">
                  <a:moveTo>
                    <a:pt x="10901" y="0"/>
                  </a:moveTo>
                  <a:lnTo>
                    <a:pt x="10901" y="8884"/>
                  </a:lnTo>
                  <a:cubicBezTo>
                    <a:pt x="10901" y="9486"/>
                    <a:pt x="10412" y="9975"/>
                    <a:pt x="9810" y="9975"/>
                  </a:cubicBezTo>
                  <a:lnTo>
                    <a:pt x="728" y="9975"/>
                  </a:lnTo>
                  <a:cubicBezTo>
                    <a:pt x="331" y="9975"/>
                    <a:pt x="1" y="10299"/>
                    <a:pt x="1" y="10702"/>
                  </a:cubicBezTo>
                  <a:cubicBezTo>
                    <a:pt x="1" y="11105"/>
                    <a:pt x="331" y="11429"/>
                    <a:pt x="728" y="11429"/>
                  </a:cubicBezTo>
                  <a:lnTo>
                    <a:pt x="11265" y="11429"/>
                  </a:lnTo>
                  <a:cubicBezTo>
                    <a:pt x="11463" y="11429"/>
                    <a:pt x="11628" y="11264"/>
                    <a:pt x="11628" y="11065"/>
                  </a:cubicBezTo>
                  <a:lnTo>
                    <a:pt x="11628" y="364"/>
                  </a:lnTo>
                  <a:cubicBezTo>
                    <a:pt x="11628" y="165"/>
                    <a:pt x="11463" y="0"/>
                    <a:pt x="11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72"/>
            <p:cNvSpPr/>
            <p:nvPr/>
          </p:nvSpPr>
          <p:spPr>
            <a:xfrm>
              <a:off x="2161497" y="2942666"/>
              <a:ext cx="394039" cy="403489"/>
            </a:xfrm>
            <a:custGeom>
              <a:avLst/>
              <a:gdLst/>
              <a:ahLst/>
              <a:cxnLst/>
              <a:rect l="l" t="t" r="r" b="b"/>
              <a:pathLst>
                <a:path w="10174" h="10418" extrusionOk="0">
                  <a:moveTo>
                    <a:pt x="6099" y="1505"/>
                  </a:moveTo>
                  <a:cubicBezTo>
                    <a:pt x="6496" y="1505"/>
                    <a:pt x="6891" y="1656"/>
                    <a:pt x="7193" y="1957"/>
                  </a:cubicBezTo>
                  <a:cubicBezTo>
                    <a:pt x="7794" y="2565"/>
                    <a:pt x="7794" y="3543"/>
                    <a:pt x="7193" y="4151"/>
                  </a:cubicBezTo>
                  <a:lnTo>
                    <a:pt x="5348" y="5996"/>
                  </a:lnTo>
                  <a:cubicBezTo>
                    <a:pt x="5276" y="6068"/>
                    <a:pt x="5182" y="6105"/>
                    <a:pt x="5088" y="6105"/>
                  </a:cubicBezTo>
                  <a:cubicBezTo>
                    <a:pt x="4995" y="6105"/>
                    <a:pt x="4902" y="6068"/>
                    <a:pt x="4833" y="5996"/>
                  </a:cubicBezTo>
                  <a:lnTo>
                    <a:pt x="2982" y="4151"/>
                  </a:lnTo>
                  <a:cubicBezTo>
                    <a:pt x="2381" y="3543"/>
                    <a:pt x="2381" y="2565"/>
                    <a:pt x="2982" y="1957"/>
                  </a:cubicBezTo>
                  <a:cubicBezTo>
                    <a:pt x="3283" y="1656"/>
                    <a:pt x="3681" y="1505"/>
                    <a:pt x="4079" y="1505"/>
                  </a:cubicBezTo>
                  <a:cubicBezTo>
                    <a:pt x="4440" y="1505"/>
                    <a:pt x="4801" y="1629"/>
                    <a:pt x="5091" y="1878"/>
                  </a:cubicBezTo>
                  <a:cubicBezTo>
                    <a:pt x="5380" y="1629"/>
                    <a:pt x="5740" y="1505"/>
                    <a:pt x="6099" y="1505"/>
                  </a:cubicBezTo>
                  <a:close/>
                  <a:moveTo>
                    <a:pt x="3028" y="6954"/>
                  </a:moveTo>
                  <a:cubicBezTo>
                    <a:pt x="3577" y="6954"/>
                    <a:pt x="3954" y="7390"/>
                    <a:pt x="3954" y="8045"/>
                  </a:cubicBezTo>
                  <a:cubicBezTo>
                    <a:pt x="3954" y="8660"/>
                    <a:pt x="3570" y="9116"/>
                    <a:pt x="3042" y="9129"/>
                  </a:cubicBezTo>
                  <a:lnTo>
                    <a:pt x="2552" y="9129"/>
                  </a:lnTo>
                  <a:cubicBezTo>
                    <a:pt x="2486" y="9129"/>
                    <a:pt x="2427" y="9109"/>
                    <a:pt x="2381" y="9063"/>
                  </a:cubicBezTo>
                  <a:cubicBezTo>
                    <a:pt x="2334" y="9017"/>
                    <a:pt x="2308" y="8957"/>
                    <a:pt x="2301" y="8891"/>
                  </a:cubicBezTo>
                  <a:lnTo>
                    <a:pt x="2328" y="8038"/>
                  </a:lnTo>
                  <a:lnTo>
                    <a:pt x="2328" y="7192"/>
                  </a:lnTo>
                  <a:cubicBezTo>
                    <a:pt x="2301" y="7133"/>
                    <a:pt x="2328" y="7067"/>
                    <a:pt x="2374" y="7020"/>
                  </a:cubicBezTo>
                  <a:cubicBezTo>
                    <a:pt x="2420" y="6981"/>
                    <a:pt x="2480" y="6954"/>
                    <a:pt x="2546" y="6954"/>
                  </a:cubicBezTo>
                  <a:close/>
                  <a:moveTo>
                    <a:pt x="7140" y="6954"/>
                  </a:moveTo>
                  <a:cubicBezTo>
                    <a:pt x="7695" y="6954"/>
                    <a:pt x="8065" y="7390"/>
                    <a:pt x="8065" y="8045"/>
                  </a:cubicBezTo>
                  <a:cubicBezTo>
                    <a:pt x="8065" y="8660"/>
                    <a:pt x="7682" y="9116"/>
                    <a:pt x="7160" y="9129"/>
                  </a:cubicBezTo>
                  <a:lnTo>
                    <a:pt x="6664" y="9129"/>
                  </a:lnTo>
                  <a:cubicBezTo>
                    <a:pt x="6598" y="9129"/>
                    <a:pt x="6538" y="9109"/>
                    <a:pt x="6492" y="9063"/>
                  </a:cubicBezTo>
                  <a:cubicBezTo>
                    <a:pt x="6446" y="9017"/>
                    <a:pt x="6419" y="8957"/>
                    <a:pt x="6419" y="8891"/>
                  </a:cubicBezTo>
                  <a:lnTo>
                    <a:pt x="6446" y="8038"/>
                  </a:lnTo>
                  <a:lnTo>
                    <a:pt x="6446" y="7192"/>
                  </a:lnTo>
                  <a:cubicBezTo>
                    <a:pt x="6419" y="7133"/>
                    <a:pt x="6446" y="7067"/>
                    <a:pt x="6492" y="7020"/>
                  </a:cubicBezTo>
                  <a:cubicBezTo>
                    <a:pt x="6532" y="6981"/>
                    <a:pt x="6598" y="6954"/>
                    <a:pt x="6657" y="6954"/>
                  </a:cubicBezTo>
                  <a:close/>
                  <a:moveTo>
                    <a:pt x="5091" y="6954"/>
                  </a:moveTo>
                  <a:cubicBezTo>
                    <a:pt x="5203" y="6954"/>
                    <a:pt x="5309" y="7020"/>
                    <a:pt x="5348" y="7126"/>
                  </a:cubicBezTo>
                  <a:cubicBezTo>
                    <a:pt x="5355" y="7126"/>
                    <a:pt x="5355" y="7133"/>
                    <a:pt x="5355" y="7133"/>
                  </a:cubicBezTo>
                  <a:lnTo>
                    <a:pt x="5990" y="8812"/>
                  </a:lnTo>
                  <a:cubicBezTo>
                    <a:pt x="6036" y="8937"/>
                    <a:pt x="5970" y="9076"/>
                    <a:pt x="5844" y="9122"/>
                  </a:cubicBezTo>
                  <a:cubicBezTo>
                    <a:pt x="5818" y="9136"/>
                    <a:pt x="5785" y="9136"/>
                    <a:pt x="5758" y="9136"/>
                  </a:cubicBezTo>
                  <a:cubicBezTo>
                    <a:pt x="5659" y="9136"/>
                    <a:pt x="5567" y="9076"/>
                    <a:pt x="5534" y="8983"/>
                  </a:cubicBezTo>
                  <a:lnTo>
                    <a:pt x="5434" y="8719"/>
                  </a:lnTo>
                  <a:lnTo>
                    <a:pt x="4747" y="8719"/>
                  </a:lnTo>
                  <a:lnTo>
                    <a:pt x="4648" y="8983"/>
                  </a:lnTo>
                  <a:cubicBezTo>
                    <a:pt x="4607" y="9080"/>
                    <a:pt x="4515" y="9138"/>
                    <a:pt x="4418" y="9138"/>
                  </a:cubicBezTo>
                  <a:cubicBezTo>
                    <a:pt x="4389" y="9138"/>
                    <a:pt x="4359" y="9133"/>
                    <a:pt x="4331" y="9122"/>
                  </a:cubicBezTo>
                  <a:cubicBezTo>
                    <a:pt x="4205" y="9076"/>
                    <a:pt x="4145" y="8931"/>
                    <a:pt x="4192" y="8812"/>
                  </a:cubicBezTo>
                  <a:lnTo>
                    <a:pt x="4826" y="7133"/>
                  </a:lnTo>
                  <a:cubicBezTo>
                    <a:pt x="4826" y="7133"/>
                    <a:pt x="4833" y="7126"/>
                    <a:pt x="4833" y="7126"/>
                  </a:cubicBezTo>
                  <a:cubicBezTo>
                    <a:pt x="4873" y="7020"/>
                    <a:pt x="4978" y="6954"/>
                    <a:pt x="5091" y="6954"/>
                  </a:cubicBezTo>
                  <a:close/>
                  <a:moveTo>
                    <a:pt x="1092" y="0"/>
                  </a:moveTo>
                  <a:cubicBezTo>
                    <a:pt x="490" y="0"/>
                    <a:pt x="1" y="489"/>
                    <a:pt x="1" y="1091"/>
                  </a:cubicBezTo>
                  <a:lnTo>
                    <a:pt x="1" y="10418"/>
                  </a:lnTo>
                  <a:cubicBezTo>
                    <a:pt x="219" y="10292"/>
                    <a:pt x="464" y="10220"/>
                    <a:pt x="728" y="10220"/>
                  </a:cubicBezTo>
                  <a:lnTo>
                    <a:pt x="9810" y="10220"/>
                  </a:lnTo>
                  <a:cubicBezTo>
                    <a:pt x="10009" y="10220"/>
                    <a:pt x="10174" y="10061"/>
                    <a:pt x="10174" y="9856"/>
                  </a:cubicBezTo>
                  <a:lnTo>
                    <a:pt x="10174" y="364"/>
                  </a:lnTo>
                  <a:cubicBezTo>
                    <a:pt x="10174" y="166"/>
                    <a:pt x="10009" y="0"/>
                    <a:pt x="98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72"/>
            <p:cNvSpPr/>
            <p:nvPr/>
          </p:nvSpPr>
          <p:spPr>
            <a:xfrm>
              <a:off x="2284386" y="3028994"/>
              <a:ext cx="148297" cy="116190"/>
            </a:xfrm>
            <a:custGeom>
              <a:avLst/>
              <a:gdLst/>
              <a:ahLst/>
              <a:cxnLst/>
              <a:rect l="l" t="t" r="r" b="b"/>
              <a:pathLst>
                <a:path w="3829" h="3000" extrusionOk="0">
                  <a:moveTo>
                    <a:pt x="909" y="1"/>
                  </a:moveTo>
                  <a:cubicBezTo>
                    <a:pt x="698" y="1"/>
                    <a:pt x="487" y="82"/>
                    <a:pt x="325" y="244"/>
                  </a:cubicBezTo>
                  <a:cubicBezTo>
                    <a:pt x="1" y="561"/>
                    <a:pt x="1" y="1090"/>
                    <a:pt x="325" y="1407"/>
                  </a:cubicBezTo>
                  <a:lnTo>
                    <a:pt x="1918" y="3000"/>
                  </a:lnTo>
                  <a:lnTo>
                    <a:pt x="3504" y="1407"/>
                  </a:lnTo>
                  <a:cubicBezTo>
                    <a:pt x="3828" y="1090"/>
                    <a:pt x="3828" y="561"/>
                    <a:pt x="3504" y="244"/>
                  </a:cubicBezTo>
                  <a:cubicBezTo>
                    <a:pt x="3345" y="82"/>
                    <a:pt x="3136" y="1"/>
                    <a:pt x="2925" y="1"/>
                  </a:cubicBezTo>
                  <a:cubicBezTo>
                    <a:pt x="2714" y="1"/>
                    <a:pt x="2503" y="82"/>
                    <a:pt x="2341" y="244"/>
                  </a:cubicBezTo>
                  <a:lnTo>
                    <a:pt x="2175" y="409"/>
                  </a:lnTo>
                  <a:cubicBezTo>
                    <a:pt x="2103" y="481"/>
                    <a:pt x="2009" y="518"/>
                    <a:pt x="1915" y="518"/>
                  </a:cubicBezTo>
                  <a:cubicBezTo>
                    <a:pt x="1822" y="518"/>
                    <a:pt x="1729" y="481"/>
                    <a:pt x="1660" y="409"/>
                  </a:cubicBezTo>
                  <a:lnTo>
                    <a:pt x="1488" y="244"/>
                  </a:lnTo>
                  <a:cubicBezTo>
                    <a:pt x="1329" y="82"/>
                    <a:pt x="1120" y="1"/>
                    <a:pt x="9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 name="Google Shape;1784;p72"/>
          <p:cNvGrpSpPr/>
          <p:nvPr/>
        </p:nvGrpSpPr>
        <p:grpSpPr>
          <a:xfrm>
            <a:off x="2772343" y="2942666"/>
            <a:ext cx="481334" cy="480289"/>
            <a:chOff x="2772343" y="2942666"/>
            <a:chExt cx="481334" cy="480289"/>
          </a:xfrm>
        </p:grpSpPr>
        <p:sp>
          <p:nvSpPr>
            <p:cNvPr id="1785" name="Google Shape;1785;p72"/>
            <p:cNvSpPr/>
            <p:nvPr/>
          </p:nvSpPr>
          <p:spPr>
            <a:xfrm>
              <a:off x="2780554" y="2951109"/>
              <a:ext cx="104494" cy="104222"/>
            </a:xfrm>
            <a:custGeom>
              <a:avLst/>
              <a:gdLst/>
              <a:ahLst/>
              <a:cxnLst/>
              <a:rect l="l" t="t" r="r" b="b"/>
              <a:pathLst>
                <a:path w="2698" h="2691" extrusionOk="0">
                  <a:moveTo>
                    <a:pt x="2697" y="0"/>
                  </a:moveTo>
                  <a:lnTo>
                    <a:pt x="0" y="2691"/>
                  </a:lnTo>
                  <a:lnTo>
                    <a:pt x="2334" y="2691"/>
                  </a:lnTo>
                  <a:cubicBezTo>
                    <a:pt x="2532" y="2691"/>
                    <a:pt x="2697" y="2526"/>
                    <a:pt x="2697" y="2327"/>
                  </a:cubicBezTo>
                  <a:lnTo>
                    <a:pt x="26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72"/>
            <p:cNvSpPr/>
            <p:nvPr/>
          </p:nvSpPr>
          <p:spPr>
            <a:xfrm>
              <a:off x="3004296" y="3183836"/>
              <a:ext cx="16925" cy="22541"/>
            </a:xfrm>
            <a:custGeom>
              <a:avLst/>
              <a:gdLst/>
              <a:ahLst/>
              <a:cxnLst/>
              <a:rect l="l" t="t" r="r" b="b"/>
              <a:pathLst>
                <a:path w="437" h="582" extrusionOk="0">
                  <a:moveTo>
                    <a:pt x="219" y="0"/>
                  </a:moveTo>
                  <a:lnTo>
                    <a:pt x="0" y="582"/>
                  </a:lnTo>
                  <a:lnTo>
                    <a:pt x="437" y="582"/>
                  </a:lnTo>
                  <a:lnTo>
                    <a:pt x="2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72"/>
            <p:cNvSpPr/>
            <p:nvPr/>
          </p:nvSpPr>
          <p:spPr>
            <a:xfrm>
              <a:off x="2901623" y="3166911"/>
              <a:ext cx="34354" cy="60961"/>
            </a:xfrm>
            <a:custGeom>
              <a:avLst/>
              <a:gdLst/>
              <a:ahLst/>
              <a:cxnLst/>
              <a:rect l="l" t="t" r="r" b="b"/>
              <a:pathLst>
                <a:path w="887" h="1574" extrusionOk="0">
                  <a:moveTo>
                    <a:pt x="1" y="1"/>
                  </a:moveTo>
                  <a:cubicBezTo>
                    <a:pt x="1" y="265"/>
                    <a:pt x="1" y="635"/>
                    <a:pt x="1" y="787"/>
                  </a:cubicBezTo>
                  <a:cubicBezTo>
                    <a:pt x="1" y="966"/>
                    <a:pt x="1" y="1316"/>
                    <a:pt x="1" y="1574"/>
                  </a:cubicBezTo>
                  <a:cubicBezTo>
                    <a:pt x="120" y="1574"/>
                    <a:pt x="252" y="1574"/>
                    <a:pt x="325" y="1567"/>
                  </a:cubicBezTo>
                  <a:cubicBezTo>
                    <a:pt x="715" y="1561"/>
                    <a:pt x="887" y="1171"/>
                    <a:pt x="887" y="787"/>
                  </a:cubicBezTo>
                  <a:cubicBezTo>
                    <a:pt x="887" y="602"/>
                    <a:pt x="847" y="1"/>
                    <a:pt x="3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72"/>
            <p:cNvSpPr/>
            <p:nvPr/>
          </p:nvSpPr>
          <p:spPr>
            <a:xfrm>
              <a:off x="3096705" y="3166911"/>
              <a:ext cx="34625" cy="60961"/>
            </a:xfrm>
            <a:custGeom>
              <a:avLst/>
              <a:gdLst/>
              <a:ahLst/>
              <a:cxnLst/>
              <a:rect l="l" t="t" r="r" b="b"/>
              <a:pathLst>
                <a:path w="894" h="1574" extrusionOk="0">
                  <a:moveTo>
                    <a:pt x="1" y="1"/>
                  </a:moveTo>
                  <a:cubicBezTo>
                    <a:pt x="1" y="265"/>
                    <a:pt x="1" y="635"/>
                    <a:pt x="1" y="787"/>
                  </a:cubicBezTo>
                  <a:cubicBezTo>
                    <a:pt x="1" y="966"/>
                    <a:pt x="1" y="1316"/>
                    <a:pt x="7" y="1574"/>
                  </a:cubicBezTo>
                  <a:cubicBezTo>
                    <a:pt x="126" y="1574"/>
                    <a:pt x="252" y="1574"/>
                    <a:pt x="331" y="1567"/>
                  </a:cubicBezTo>
                  <a:cubicBezTo>
                    <a:pt x="721" y="1561"/>
                    <a:pt x="893" y="1171"/>
                    <a:pt x="893" y="787"/>
                  </a:cubicBezTo>
                  <a:cubicBezTo>
                    <a:pt x="893" y="602"/>
                    <a:pt x="853" y="1"/>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72"/>
            <p:cNvSpPr/>
            <p:nvPr/>
          </p:nvSpPr>
          <p:spPr>
            <a:xfrm>
              <a:off x="2772343" y="3359941"/>
              <a:ext cx="93727" cy="60458"/>
            </a:xfrm>
            <a:custGeom>
              <a:avLst/>
              <a:gdLst/>
              <a:ahLst/>
              <a:cxnLst/>
              <a:rect l="l" t="t" r="r" b="b"/>
              <a:pathLst>
                <a:path w="2420" h="1561" extrusionOk="0">
                  <a:moveTo>
                    <a:pt x="2420" y="1"/>
                  </a:moveTo>
                  <a:lnTo>
                    <a:pt x="292" y="424"/>
                  </a:lnTo>
                  <a:cubicBezTo>
                    <a:pt x="120" y="457"/>
                    <a:pt x="1" y="609"/>
                    <a:pt x="1" y="781"/>
                  </a:cubicBezTo>
                  <a:cubicBezTo>
                    <a:pt x="1" y="953"/>
                    <a:pt x="120" y="1105"/>
                    <a:pt x="292" y="1138"/>
                  </a:cubicBezTo>
                  <a:lnTo>
                    <a:pt x="2420" y="1561"/>
                  </a:lnTo>
                  <a:lnTo>
                    <a:pt x="2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72"/>
            <p:cNvSpPr/>
            <p:nvPr/>
          </p:nvSpPr>
          <p:spPr>
            <a:xfrm>
              <a:off x="3177340" y="3357385"/>
              <a:ext cx="76337" cy="65570"/>
            </a:xfrm>
            <a:custGeom>
              <a:avLst/>
              <a:gdLst/>
              <a:ahLst/>
              <a:cxnLst/>
              <a:rect l="l" t="t" r="r" b="b"/>
              <a:pathLst>
                <a:path w="1971" h="1693" extrusionOk="0">
                  <a:moveTo>
                    <a:pt x="1" y="1"/>
                  </a:moveTo>
                  <a:lnTo>
                    <a:pt x="1" y="1693"/>
                  </a:lnTo>
                  <a:lnTo>
                    <a:pt x="1092" y="1693"/>
                  </a:lnTo>
                  <a:cubicBezTo>
                    <a:pt x="1581" y="1693"/>
                    <a:pt x="1971" y="1283"/>
                    <a:pt x="1938" y="787"/>
                  </a:cubicBezTo>
                  <a:cubicBezTo>
                    <a:pt x="1911" y="344"/>
                    <a:pt x="1528" y="1"/>
                    <a:pt x="1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72"/>
            <p:cNvSpPr/>
            <p:nvPr/>
          </p:nvSpPr>
          <p:spPr>
            <a:xfrm>
              <a:off x="2894226" y="3357385"/>
              <a:ext cx="255269" cy="65570"/>
            </a:xfrm>
            <a:custGeom>
              <a:avLst/>
              <a:gdLst/>
              <a:ahLst/>
              <a:cxnLst/>
              <a:rect l="l" t="t" r="r" b="b"/>
              <a:pathLst>
                <a:path w="6591" h="1693" extrusionOk="0">
                  <a:moveTo>
                    <a:pt x="0" y="1"/>
                  </a:moveTo>
                  <a:lnTo>
                    <a:pt x="0" y="1693"/>
                  </a:lnTo>
                  <a:lnTo>
                    <a:pt x="6590" y="1693"/>
                  </a:lnTo>
                  <a:lnTo>
                    <a:pt x="6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72"/>
            <p:cNvSpPr/>
            <p:nvPr/>
          </p:nvSpPr>
          <p:spPr>
            <a:xfrm>
              <a:off x="2972034" y="3027252"/>
              <a:ext cx="81178" cy="59838"/>
            </a:xfrm>
            <a:custGeom>
              <a:avLst/>
              <a:gdLst/>
              <a:ahLst/>
              <a:cxnLst/>
              <a:rect l="l" t="t" r="r" b="b"/>
              <a:pathLst>
                <a:path w="2096" h="1545" extrusionOk="0">
                  <a:moveTo>
                    <a:pt x="420" y="1"/>
                  </a:moveTo>
                  <a:cubicBezTo>
                    <a:pt x="323" y="1"/>
                    <a:pt x="225" y="37"/>
                    <a:pt x="153" y="110"/>
                  </a:cubicBezTo>
                  <a:cubicBezTo>
                    <a:pt x="1" y="255"/>
                    <a:pt x="1" y="500"/>
                    <a:pt x="153" y="645"/>
                  </a:cubicBezTo>
                  <a:lnTo>
                    <a:pt x="1052" y="1544"/>
                  </a:lnTo>
                  <a:lnTo>
                    <a:pt x="1944" y="645"/>
                  </a:lnTo>
                  <a:cubicBezTo>
                    <a:pt x="2096" y="500"/>
                    <a:pt x="2096" y="255"/>
                    <a:pt x="1944" y="110"/>
                  </a:cubicBezTo>
                  <a:cubicBezTo>
                    <a:pt x="1871" y="37"/>
                    <a:pt x="1775" y="1"/>
                    <a:pt x="1679" y="1"/>
                  </a:cubicBezTo>
                  <a:cubicBezTo>
                    <a:pt x="1582" y="1"/>
                    <a:pt x="1485" y="37"/>
                    <a:pt x="1409" y="110"/>
                  </a:cubicBezTo>
                  <a:lnTo>
                    <a:pt x="1303" y="216"/>
                  </a:lnTo>
                  <a:cubicBezTo>
                    <a:pt x="1233" y="285"/>
                    <a:pt x="1141" y="320"/>
                    <a:pt x="1048" y="320"/>
                  </a:cubicBezTo>
                  <a:cubicBezTo>
                    <a:pt x="956" y="320"/>
                    <a:pt x="863" y="285"/>
                    <a:pt x="794" y="216"/>
                  </a:cubicBezTo>
                  <a:lnTo>
                    <a:pt x="688" y="110"/>
                  </a:lnTo>
                  <a:cubicBezTo>
                    <a:pt x="615" y="37"/>
                    <a:pt x="518" y="1"/>
                    <a:pt x="4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72"/>
            <p:cNvSpPr/>
            <p:nvPr/>
          </p:nvSpPr>
          <p:spPr>
            <a:xfrm>
              <a:off x="2772343" y="2942666"/>
              <a:ext cx="480329" cy="365882"/>
            </a:xfrm>
            <a:custGeom>
              <a:avLst/>
              <a:gdLst/>
              <a:ahLst/>
              <a:cxnLst/>
              <a:rect l="l" t="t" r="r" b="b"/>
              <a:pathLst>
                <a:path w="12402" h="9447" extrusionOk="0">
                  <a:moveTo>
                    <a:pt x="6838" y="1457"/>
                  </a:moveTo>
                  <a:cubicBezTo>
                    <a:pt x="7119" y="1457"/>
                    <a:pt x="7401" y="1563"/>
                    <a:pt x="7616" y="1778"/>
                  </a:cubicBezTo>
                  <a:cubicBezTo>
                    <a:pt x="8045" y="2208"/>
                    <a:pt x="8045" y="2909"/>
                    <a:pt x="7616" y="3345"/>
                  </a:cubicBezTo>
                  <a:lnTo>
                    <a:pt x="6459" y="4495"/>
                  </a:lnTo>
                  <a:cubicBezTo>
                    <a:pt x="6389" y="4568"/>
                    <a:pt x="6297" y="4604"/>
                    <a:pt x="6204" y="4604"/>
                  </a:cubicBezTo>
                  <a:cubicBezTo>
                    <a:pt x="6112" y="4604"/>
                    <a:pt x="6019" y="4568"/>
                    <a:pt x="5950" y="4495"/>
                  </a:cubicBezTo>
                  <a:lnTo>
                    <a:pt x="4793" y="3345"/>
                  </a:lnTo>
                  <a:cubicBezTo>
                    <a:pt x="4363" y="2909"/>
                    <a:pt x="4363" y="2208"/>
                    <a:pt x="4793" y="1778"/>
                  </a:cubicBezTo>
                  <a:cubicBezTo>
                    <a:pt x="5008" y="1563"/>
                    <a:pt x="5289" y="1457"/>
                    <a:pt x="5572" y="1457"/>
                  </a:cubicBezTo>
                  <a:cubicBezTo>
                    <a:pt x="5794" y="1457"/>
                    <a:pt x="6016" y="1522"/>
                    <a:pt x="6208" y="1653"/>
                  </a:cubicBezTo>
                  <a:cubicBezTo>
                    <a:pt x="6396" y="1522"/>
                    <a:pt x="6617" y="1457"/>
                    <a:pt x="6838" y="1457"/>
                  </a:cubicBezTo>
                  <a:close/>
                  <a:moveTo>
                    <a:pt x="6208" y="5163"/>
                  </a:moveTo>
                  <a:cubicBezTo>
                    <a:pt x="6353" y="5163"/>
                    <a:pt x="6479" y="5249"/>
                    <a:pt x="6538" y="5381"/>
                  </a:cubicBezTo>
                  <a:cubicBezTo>
                    <a:pt x="6538" y="5381"/>
                    <a:pt x="6538" y="5388"/>
                    <a:pt x="6538" y="5388"/>
                  </a:cubicBezTo>
                  <a:lnTo>
                    <a:pt x="7351" y="7536"/>
                  </a:lnTo>
                  <a:cubicBezTo>
                    <a:pt x="7411" y="7694"/>
                    <a:pt x="7331" y="7866"/>
                    <a:pt x="7173" y="7926"/>
                  </a:cubicBezTo>
                  <a:cubicBezTo>
                    <a:pt x="7140" y="7939"/>
                    <a:pt x="7100" y="7946"/>
                    <a:pt x="7067" y="7946"/>
                  </a:cubicBezTo>
                  <a:cubicBezTo>
                    <a:pt x="6941" y="7946"/>
                    <a:pt x="6829" y="7873"/>
                    <a:pt x="6783" y="7754"/>
                  </a:cubicBezTo>
                  <a:lnTo>
                    <a:pt x="6657" y="7410"/>
                  </a:lnTo>
                  <a:lnTo>
                    <a:pt x="5758" y="7410"/>
                  </a:lnTo>
                  <a:lnTo>
                    <a:pt x="5626" y="7754"/>
                  </a:lnTo>
                  <a:cubicBezTo>
                    <a:pt x="5580" y="7875"/>
                    <a:pt x="5469" y="7946"/>
                    <a:pt x="5348" y="7946"/>
                  </a:cubicBezTo>
                  <a:cubicBezTo>
                    <a:pt x="5311" y="7946"/>
                    <a:pt x="5273" y="7940"/>
                    <a:pt x="5236" y="7926"/>
                  </a:cubicBezTo>
                  <a:cubicBezTo>
                    <a:pt x="5077" y="7866"/>
                    <a:pt x="4998" y="7694"/>
                    <a:pt x="5064" y="7536"/>
                  </a:cubicBezTo>
                  <a:lnTo>
                    <a:pt x="5877" y="5388"/>
                  </a:lnTo>
                  <a:cubicBezTo>
                    <a:pt x="5884" y="5381"/>
                    <a:pt x="5884" y="5381"/>
                    <a:pt x="5884" y="5381"/>
                  </a:cubicBezTo>
                  <a:cubicBezTo>
                    <a:pt x="5937" y="5249"/>
                    <a:pt x="6062" y="5163"/>
                    <a:pt x="6208" y="5163"/>
                  </a:cubicBezTo>
                  <a:close/>
                  <a:moveTo>
                    <a:pt x="3011" y="5182"/>
                  </a:moveTo>
                  <a:cubicBezTo>
                    <a:pt x="3019" y="5182"/>
                    <a:pt x="3027" y="5182"/>
                    <a:pt x="3035" y="5183"/>
                  </a:cubicBezTo>
                  <a:lnTo>
                    <a:pt x="3649" y="5183"/>
                  </a:lnTo>
                  <a:cubicBezTo>
                    <a:pt x="3654" y="5183"/>
                    <a:pt x="3658" y="5183"/>
                    <a:pt x="3662" y="5183"/>
                  </a:cubicBezTo>
                  <a:cubicBezTo>
                    <a:pt x="4362" y="5183"/>
                    <a:pt x="4833" y="5736"/>
                    <a:pt x="4833" y="6564"/>
                  </a:cubicBezTo>
                  <a:cubicBezTo>
                    <a:pt x="4833" y="7357"/>
                    <a:pt x="4344" y="7939"/>
                    <a:pt x="3676" y="7952"/>
                  </a:cubicBezTo>
                  <a:cubicBezTo>
                    <a:pt x="3497" y="7959"/>
                    <a:pt x="3055" y="7959"/>
                    <a:pt x="3041" y="7972"/>
                  </a:cubicBezTo>
                  <a:lnTo>
                    <a:pt x="3035" y="7972"/>
                  </a:lnTo>
                  <a:cubicBezTo>
                    <a:pt x="2955" y="7959"/>
                    <a:pt x="2883" y="7926"/>
                    <a:pt x="2823" y="7873"/>
                  </a:cubicBezTo>
                  <a:cubicBezTo>
                    <a:pt x="2770" y="7813"/>
                    <a:pt x="2737" y="7734"/>
                    <a:pt x="2711" y="7655"/>
                  </a:cubicBezTo>
                  <a:lnTo>
                    <a:pt x="2737" y="6564"/>
                  </a:lnTo>
                  <a:lnTo>
                    <a:pt x="2737" y="5474"/>
                  </a:lnTo>
                  <a:cubicBezTo>
                    <a:pt x="2731" y="5394"/>
                    <a:pt x="2764" y="5321"/>
                    <a:pt x="2817" y="5262"/>
                  </a:cubicBezTo>
                  <a:cubicBezTo>
                    <a:pt x="2870" y="5208"/>
                    <a:pt x="2940" y="5182"/>
                    <a:pt x="3011" y="5182"/>
                  </a:cubicBezTo>
                  <a:close/>
                  <a:moveTo>
                    <a:pt x="8693" y="5183"/>
                  </a:moveTo>
                  <a:cubicBezTo>
                    <a:pt x="9400" y="5183"/>
                    <a:pt x="9876" y="5745"/>
                    <a:pt x="9876" y="6577"/>
                  </a:cubicBezTo>
                  <a:cubicBezTo>
                    <a:pt x="9876" y="7371"/>
                    <a:pt x="9387" y="7952"/>
                    <a:pt x="8713" y="7966"/>
                  </a:cubicBezTo>
                  <a:cubicBezTo>
                    <a:pt x="8541" y="7966"/>
                    <a:pt x="8098" y="7972"/>
                    <a:pt x="8078" y="7972"/>
                  </a:cubicBezTo>
                  <a:cubicBezTo>
                    <a:pt x="8052" y="7972"/>
                    <a:pt x="8019" y="7966"/>
                    <a:pt x="7992" y="7959"/>
                  </a:cubicBezTo>
                  <a:cubicBezTo>
                    <a:pt x="7860" y="7913"/>
                    <a:pt x="7774" y="7794"/>
                    <a:pt x="7774" y="7668"/>
                  </a:cubicBezTo>
                  <a:cubicBezTo>
                    <a:pt x="7774" y="7661"/>
                    <a:pt x="7774" y="6875"/>
                    <a:pt x="7774" y="6577"/>
                  </a:cubicBezTo>
                  <a:cubicBezTo>
                    <a:pt x="7774" y="6326"/>
                    <a:pt x="7774" y="5487"/>
                    <a:pt x="7774" y="5487"/>
                  </a:cubicBezTo>
                  <a:cubicBezTo>
                    <a:pt x="7774" y="5368"/>
                    <a:pt x="7840" y="5255"/>
                    <a:pt x="7966" y="5209"/>
                  </a:cubicBezTo>
                  <a:cubicBezTo>
                    <a:pt x="7999" y="5189"/>
                    <a:pt x="8039" y="5183"/>
                    <a:pt x="8078" y="5183"/>
                  </a:cubicBezTo>
                  <a:close/>
                  <a:moveTo>
                    <a:pt x="3630" y="0"/>
                  </a:moveTo>
                  <a:lnTo>
                    <a:pt x="3630" y="2545"/>
                  </a:lnTo>
                  <a:cubicBezTo>
                    <a:pt x="3630" y="3147"/>
                    <a:pt x="3147" y="3636"/>
                    <a:pt x="2546" y="3636"/>
                  </a:cubicBezTo>
                  <a:lnTo>
                    <a:pt x="1" y="3636"/>
                  </a:lnTo>
                  <a:lnTo>
                    <a:pt x="1" y="8356"/>
                  </a:lnTo>
                  <a:cubicBezTo>
                    <a:pt x="1" y="8957"/>
                    <a:pt x="490" y="9446"/>
                    <a:pt x="1091" y="9446"/>
                  </a:cubicBezTo>
                  <a:lnTo>
                    <a:pt x="11311" y="9446"/>
                  </a:lnTo>
                  <a:cubicBezTo>
                    <a:pt x="11912" y="9446"/>
                    <a:pt x="12401" y="8957"/>
                    <a:pt x="12401" y="8356"/>
                  </a:cubicBezTo>
                  <a:lnTo>
                    <a:pt x="12401" y="1091"/>
                  </a:lnTo>
                  <a:cubicBezTo>
                    <a:pt x="12401" y="489"/>
                    <a:pt x="11912" y="0"/>
                    <a:pt x="113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 name="Google Shape;1794;p72"/>
          <p:cNvGrpSpPr/>
          <p:nvPr/>
        </p:nvGrpSpPr>
        <p:grpSpPr>
          <a:xfrm>
            <a:off x="3398023" y="2942666"/>
            <a:ext cx="480329" cy="480290"/>
            <a:chOff x="3398023" y="2942666"/>
            <a:chExt cx="480329" cy="480290"/>
          </a:xfrm>
        </p:grpSpPr>
        <p:sp>
          <p:nvSpPr>
            <p:cNvPr id="1795" name="Google Shape;1795;p72"/>
            <p:cNvSpPr/>
            <p:nvPr/>
          </p:nvSpPr>
          <p:spPr>
            <a:xfrm>
              <a:off x="3421609" y="2943169"/>
              <a:ext cx="112394" cy="112666"/>
            </a:xfrm>
            <a:custGeom>
              <a:avLst/>
              <a:gdLst/>
              <a:ahLst/>
              <a:cxnLst/>
              <a:rect l="l" t="t" r="r" b="b"/>
              <a:pathLst>
                <a:path w="2902" h="2909" extrusionOk="0">
                  <a:moveTo>
                    <a:pt x="1454" y="1"/>
                  </a:moveTo>
                  <a:cubicBezTo>
                    <a:pt x="648" y="1"/>
                    <a:pt x="0" y="655"/>
                    <a:pt x="0" y="1455"/>
                  </a:cubicBezTo>
                  <a:cubicBezTo>
                    <a:pt x="0" y="2255"/>
                    <a:pt x="648" y="2909"/>
                    <a:pt x="1454" y="2909"/>
                  </a:cubicBezTo>
                  <a:cubicBezTo>
                    <a:pt x="2254" y="2909"/>
                    <a:pt x="2902" y="2255"/>
                    <a:pt x="2902" y="1455"/>
                  </a:cubicBezTo>
                  <a:cubicBezTo>
                    <a:pt x="2902" y="655"/>
                    <a:pt x="2254" y="1"/>
                    <a:pt x="1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72"/>
            <p:cNvSpPr/>
            <p:nvPr/>
          </p:nvSpPr>
          <p:spPr>
            <a:xfrm>
              <a:off x="3401121" y="3111373"/>
              <a:ext cx="156430" cy="136756"/>
            </a:xfrm>
            <a:custGeom>
              <a:avLst/>
              <a:gdLst/>
              <a:ahLst/>
              <a:cxnLst/>
              <a:rect l="l" t="t" r="r" b="b"/>
              <a:pathLst>
                <a:path w="4039" h="3531" extrusionOk="0">
                  <a:moveTo>
                    <a:pt x="4039" y="0"/>
                  </a:moveTo>
                  <a:lnTo>
                    <a:pt x="0" y="2023"/>
                  </a:lnTo>
                  <a:cubicBezTo>
                    <a:pt x="238" y="2889"/>
                    <a:pt x="1038" y="3530"/>
                    <a:pt x="1983" y="3530"/>
                  </a:cubicBezTo>
                  <a:cubicBezTo>
                    <a:pt x="3114" y="3530"/>
                    <a:pt x="4039" y="2605"/>
                    <a:pt x="4039" y="1468"/>
                  </a:cubicBezTo>
                  <a:lnTo>
                    <a:pt x="40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72"/>
            <p:cNvSpPr/>
            <p:nvPr/>
          </p:nvSpPr>
          <p:spPr>
            <a:xfrm>
              <a:off x="3400850" y="3054789"/>
              <a:ext cx="153913" cy="65066"/>
            </a:xfrm>
            <a:custGeom>
              <a:avLst/>
              <a:gdLst/>
              <a:ahLst/>
              <a:cxnLst/>
              <a:rect l="l" t="t" r="r" b="b"/>
              <a:pathLst>
                <a:path w="3974" h="1680" extrusionOk="0">
                  <a:moveTo>
                    <a:pt x="338" y="1"/>
                  </a:moveTo>
                  <a:cubicBezTo>
                    <a:pt x="186" y="205"/>
                    <a:pt x="73" y="437"/>
                    <a:pt x="1" y="688"/>
                  </a:cubicBezTo>
                  <a:lnTo>
                    <a:pt x="1990" y="1680"/>
                  </a:lnTo>
                  <a:lnTo>
                    <a:pt x="3973" y="688"/>
                  </a:lnTo>
                  <a:cubicBezTo>
                    <a:pt x="3901" y="437"/>
                    <a:pt x="3788" y="205"/>
                    <a:pt x="3636" y="1"/>
                  </a:cubicBezTo>
                  <a:cubicBezTo>
                    <a:pt x="3233" y="463"/>
                    <a:pt x="2645" y="754"/>
                    <a:pt x="1990" y="754"/>
                  </a:cubicBezTo>
                  <a:cubicBezTo>
                    <a:pt x="1329" y="754"/>
                    <a:pt x="741" y="463"/>
                    <a:pt x="3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72"/>
            <p:cNvSpPr/>
            <p:nvPr/>
          </p:nvSpPr>
          <p:spPr>
            <a:xfrm>
              <a:off x="3398023" y="3111373"/>
              <a:ext cx="48451" cy="48180"/>
            </a:xfrm>
            <a:custGeom>
              <a:avLst/>
              <a:gdLst/>
              <a:ahLst/>
              <a:cxnLst/>
              <a:rect l="l" t="t" r="r" b="b"/>
              <a:pathLst>
                <a:path w="1251" h="1244" extrusionOk="0">
                  <a:moveTo>
                    <a:pt x="1" y="0"/>
                  </a:moveTo>
                  <a:lnTo>
                    <a:pt x="1" y="1243"/>
                  </a:lnTo>
                  <a:lnTo>
                    <a:pt x="1250" y="62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72"/>
            <p:cNvSpPr/>
            <p:nvPr/>
          </p:nvSpPr>
          <p:spPr>
            <a:xfrm>
              <a:off x="3550115" y="3227098"/>
              <a:ext cx="328237" cy="195858"/>
            </a:xfrm>
            <a:custGeom>
              <a:avLst/>
              <a:gdLst/>
              <a:ahLst/>
              <a:cxnLst/>
              <a:rect l="l" t="t" r="r" b="b"/>
              <a:pathLst>
                <a:path w="8475" h="5057" extrusionOk="0">
                  <a:moveTo>
                    <a:pt x="2724" y="0"/>
                  </a:moveTo>
                  <a:lnTo>
                    <a:pt x="1263" y="463"/>
                  </a:lnTo>
                  <a:cubicBezTo>
                    <a:pt x="503" y="707"/>
                    <a:pt x="0" y="1402"/>
                    <a:pt x="0" y="2195"/>
                  </a:cubicBezTo>
                  <a:lnTo>
                    <a:pt x="0" y="4693"/>
                  </a:lnTo>
                  <a:cubicBezTo>
                    <a:pt x="0" y="4892"/>
                    <a:pt x="159" y="5057"/>
                    <a:pt x="364" y="5057"/>
                  </a:cubicBezTo>
                  <a:lnTo>
                    <a:pt x="1448" y="5057"/>
                  </a:lnTo>
                  <a:lnTo>
                    <a:pt x="1448" y="3080"/>
                  </a:lnTo>
                  <a:cubicBezTo>
                    <a:pt x="1448" y="2895"/>
                    <a:pt x="1587" y="2730"/>
                    <a:pt x="1772" y="2710"/>
                  </a:cubicBezTo>
                  <a:cubicBezTo>
                    <a:pt x="1787" y="2708"/>
                    <a:pt x="1802" y="2708"/>
                    <a:pt x="1816" y="2708"/>
                  </a:cubicBezTo>
                  <a:cubicBezTo>
                    <a:pt x="2014" y="2708"/>
                    <a:pt x="2175" y="2871"/>
                    <a:pt x="2175" y="3074"/>
                  </a:cubicBezTo>
                  <a:lnTo>
                    <a:pt x="2175" y="5057"/>
                  </a:lnTo>
                  <a:lnTo>
                    <a:pt x="6293" y="5057"/>
                  </a:lnTo>
                  <a:lnTo>
                    <a:pt x="6293" y="3080"/>
                  </a:lnTo>
                  <a:cubicBezTo>
                    <a:pt x="6293" y="2895"/>
                    <a:pt x="6432" y="2730"/>
                    <a:pt x="6617" y="2710"/>
                  </a:cubicBezTo>
                  <a:cubicBezTo>
                    <a:pt x="6632" y="2708"/>
                    <a:pt x="6647" y="2708"/>
                    <a:pt x="6661" y="2708"/>
                  </a:cubicBezTo>
                  <a:cubicBezTo>
                    <a:pt x="6860" y="2708"/>
                    <a:pt x="7020" y="2871"/>
                    <a:pt x="7020" y="3074"/>
                  </a:cubicBezTo>
                  <a:lnTo>
                    <a:pt x="7020" y="5057"/>
                  </a:lnTo>
                  <a:lnTo>
                    <a:pt x="8111" y="5057"/>
                  </a:lnTo>
                  <a:cubicBezTo>
                    <a:pt x="8309" y="5057"/>
                    <a:pt x="8475" y="4892"/>
                    <a:pt x="8475" y="4693"/>
                  </a:cubicBezTo>
                  <a:lnTo>
                    <a:pt x="8475" y="2195"/>
                  </a:lnTo>
                  <a:cubicBezTo>
                    <a:pt x="8475" y="1402"/>
                    <a:pt x="7966" y="707"/>
                    <a:pt x="7212" y="463"/>
                  </a:cubicBezTo>
                  <a:lnTo>
                    <a:pt x="5751" y="0"/>
                  </a:lnTo>
                  <a:lnTo>
                    <a:pt x="5130" y="886"/>
                  </a:lnTo>
                  <a:cubicBezTo>
                    <a:pt x="4925" y="1177"/>
                    <a:pt x="4588" y="1349"/>
                    <a:pt x="4237" y="1349"/>
                  </a:cubicBezTo>
                  <a:cubicBezTo>
                    <a:pt x="3880" y="1349"/>
                    <a:pt x="3543" y="1177"/>
                    <a:pt x="3345" y="886"/>
                  </a:cubicBezTo>
                  <a:lnTo>
                    <a:pt x="27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72"/>
            <p:cNvSpPr/>
            <p:nvPr/>
          </p:nvSpPr>
          <p:spPr>
            <a:xfrm>
              <a:off x="3611037" y="2942666"/>
              <a:ext cx="178235" cy="84509"/>
            </a:xfrm>
            <a:custGeom>
              <a:avLst/>
              <a:gdLst/>
              <a:ahLst/>
              <a:cxnLst/>
              <a:rect l="l" t="t" r="r" b="b"/>
              <a:pathLst>
                <a:path w="4602" h="2182" extrusionOk="0">
                  <a:moveTo>
                    <a:pt x="364" y="0"/>
                  </a:moveTo>
                  <a:cubicBezTo>
                    <a:pt x="159" y="0"/>
                    <a:pt x="1" y="166"/>
                    <a:pt x="1" y="364"/>
                  </a:cubicBezTo>
                  <a:lnTo>
                    <a:pt x="1" y="727"/>
                  </a:lnTo>
                  <a:cubicBezTo>
                    <a:pt x="1" y="1534"/>
                    <a:pt x="648" y="2182"/>
                    <a:pt x="1455" y="2182"/>
                  </a:cubicBezTo>
                  <a:lnTo>
                    <a:pt x="4601" y="2182"/>
                  </a:lnTo>
                  <a:lnTo>
                    <a:pt x="4601" y="1699"/>
                  </a:lnTo>
                  <a:cubicBezTo>
                    <a:pt x="4601" y="760"/>
                    <a:pt x="3841" y="0"/>
                    <a:pt x="2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72"/>
            <p:cNvSpPr/>
            <p:nvPr/>
          </p:nvSpPr>
          <p:spPr>
            <a:xfrm>
              <a:off x="3681176" y="3205060"/>
              <a:ext cx="65841" cy="46631"/>
            </a:xfrm>
            <a:custGeom>
              <a:avLst/>
              <a:gdLst/>
              <a:ahLst/>
              <a:cxnLst/>
              <a:rect l="l" t="t" r="r" b="b"/>
              <a:pathLst>
                <a:path w="1700" h="1204" extrusionOk="0">
                  <a:moveTo>
                    <a:pt x="1" y="1"/>
                  </a:moveTo>
                  <a:lnTo>
                    <a:pt x="1" y="265"/>
                  </a:lnTo>
                  <a:lnTo>
                    <a:pt x="556" y="1045"/>
                  </a:lnTo>
                  <a:cubicBezTo>
                    <a:pt x="629" y="1151"/>
                    <a:pt x="741" y="1204"/>
                    <a:pt x="853" y="1204"/>
                  </a:cubicBezTo>
                  <a:cubicBezTo>
                    <a:pt x="966" y="1204"/>
                    <a:pt x="1078" y="1151"/>
                    <a:pt x="1151" y="1045"/>
                  </a:cubicBezTo>
                  <a:lnTo>
                    <a:pt x="1700" y="265"/>
                  </a:lnTo>
                  <a:lnTo>
                    <a:pt x="1700" y="1"/>
                  </a:lnTo>
                  <a:cubicBezTo>
                    <a:pt x="1435" y="93"/>
                    <a:pt x="1144" y="140"/>
                    <a:pt x="853" y="140"/>
                  </a:cubicBezTo>
                  <a:cubicBezTo>
                    <a:pt x="556" y="140"/>
                    <a:pt x="272" y="9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72"/>
            <p:cNvSpPr/>
            <p:nvPr/>
          </p:nvSpPr>
          <p:spPr>
            <a:xfrm>
              <a:off x="3639193" y="3050451"/>
              <a:ext cx="150079" cy="131411"/>
            </a:xfrm>
            <a:custGeom>
              <a:avLst/>
              <a:gdLst/>
              <a:ahLst/>
              <a:cxnLst/>
              <a:rect l="l" t="t" r="r" b="b"/>
              <a:pathLst>
                <a:path w="3875" h="3393" extrusionOk="0">
                  <a:moveTo>
                    <a:pt x="1" y="0"/>
                  </a:moveTo>
                  <a:lnTo>
                    <a:pt x="1" y="1454"/>
                  </a:lnTo>
                  <a:cubicBezTo>
                    <a:pt x="1" y="2528"/>
                    <a:pt x="861" y="3392"/>
                    <a:pt x="1932" y="3392"/>
                  </a:cubicBezTo>
                  <a:cubicBezTo>
                    <a:pt x="1956" y="3392"/>
                    <a:pt x="1979" y="3392"/>
                    <a:pt x="2004" y="3391"/>
                  </a:cubicBezTo>
                  <a:cubicBezTo>
                    <a:pt x="3048" y="3358"/>
                    <a:pt x="3874" y="2479"/>
                    <a:pt x="3874" y="1435"/>
                  </a:cubicBezTo>
                  <a:lnTo>
                    <a:pt x="3874" y="126"/>
                  </a:lnTo>
                  <a:lnTo>
                    <a:pt x="728" y="126"/>
                  </a:lnTo>
                  <a:cubicBezTo>
                    <a:pt x="470" y="126"/>
                    <a:pt x="225" y="8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 name="Google Shape;1803;p72"/>
          <p:cNvGrpSpPr/>
          <p:nvPr/>
        </p:nvGrpSpPr>
        <p:grpSpPr>
          <a:xfrm>
            <a:off x="4071611" y="2942666"/>
            <a:ext cx="384550" cy="480328"/>
            <a:chOff x="4071611" y="2942666"/>
            <a:chExt cx="384550" cy="480328"/>
          </a:xfrm>
        </p:grpSpPr>
        <p:sp>
          <p:nvSpPr>
            <p:cNvPr id="1804" name="Google Shape;1804;p72"/>
            <p:cNvSpPr/>
            <p:nvPr/>
          </p:nvSpPr>
          <p:spPr>
            <a:xfrm>
              <a:off x="4100310" y="3304674"/>
              <a:ext cx="130055" cy="118320"/>
            </a:xfrm>
            <a:custGeom>
              <a:avLst/>
              <a:gdLst/>
              <a:ahLst/>
              <a:cxnLst/>
              <a:rect l="l" t="t" r="r" b="b"/>
              <a:pathLst>
                <a:path w="3358" h="3055" extrusionOk="0">
                  <a:moveTo>
                    <a:pt x="773" y="0"/>
                  </a:moveTo>
                  <a:lnTo>
                    <a:pt x="92" y="1864"/>
                  </a:lnTo>
                  <a:cubicBezTo>
                    <a:pt x="0" y="2110"/>
                    <a:pt x="196" y="2352"/>
                    <a:pt x="435" y="2352"/>
                  </a:cubicBezTo>
                  <a:cubicBezTo>
                    <a:pt x="472" y="2352"/>
                    <a:pt x="510" y="2346"/>
                    <a:pt x="548" y="2333"/>
                  </a:cubicBezTo>
                  <a:lnTo>
                    <a:pt x="1520" y="2003"/>
                  </a:lnTo>
                  <a:lnTo>
                    <a:pt x="2055" y="2882"/>
                  </a:lnTo>
                  <a:cubicBezTo>
                    <a:pt x="2127" y="2998"/>
                    <a:pt x="2246" y="3054"/>
                    <a:pt x="2364" y="3054"/>
                  </a:cubicBezTo>
                  <a:cubicBezTo>
                    <a:pt x="2508" y="3054"/>
                    <a:pt x="2652" y="2972"/>
                    <a:pt x="2710" y="2816"/>
                  </a:cubicBezTo>
                  <a:lnTo>
                    <a:pt x="3357" y="1038"/>
                  </a:lnTo>
                  <a:cubicBezTo>
                    <a:pt x="3285" y="998"/>
                    <a:pt x="3225" y="952"/>
                    <a:pt x="3166" y="912"/>
                  </a:cubicBezTo>
                  <a:cubicBezTo>
                    <a:pt x="3020" y="945"/>
                    <a:pt x="2835" y="992"/>
                    <a:pt x="2617" y="992"/>
                  </a:cubicBezTo>
                  <a:cubicBezTo>
                    <a:pt x="2412" y="992"/>
                    <a:pt x="2221" y="952"/>
                    <a:pt x="2049" y="879"/>
                  </a:cubicBezTo>
                  <a:cubicBezTo>
                    <a:pt x="1599" y="694"/>
                    <a:pt x="1368" y="344"/>
                    <a:pt x="1229" y="106"/>
                  </a:cubicBezTo>
                  <a:cubicBezTo>
                    <a:pt x="1097" y="86"/>
                    <a:pt x="938" y="60"/>
                    <a:pt x="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72"/>
            <p:cNvSpPr/>
            <p:nvPr/>
          </p:nvSpPr>
          <p:spPr>
            <a:xfrm>
              <a:off x="4297638" y="3304674"/>
              <a:ext cx="129823" cy="118320"/>
            </a:xfrm>
            <a:custGeom>
              <a:avLst/>
              <a:gdLst/>
              <a:ahLst/>
              <a:cxnLst/>
              <a:rect l="l" t="t" r="r" b="b"/>
              <a:pathLst>
                <a:path w="3352" h="3055" extrusionOk="0">
                  <a:moveTo>
                    <a:pt x="2586" y="0"/>
                  </a:moveTo>
                  <a:cubicBezTo>
                    <a:pt x="2414" y="60"/>
                    <a:pt x="2255" y="86"/>
                    <a:pt x="2129" y="106"/>
                  </a:cubicBezTo>
                  <a:cubicBezTo>
                    <a:pt x="1984" y="344"/>
                    <a:pt x="1753" y="694"/>
                    <a:pt x="1310" y="879"/>
                  </a:cubicBezTo>
                  <a:cubicBezTo>
                    <a:pt x="1131" y="952"/>
                    <a:pt x="940" y="992"/>
                    <a:pt x="735" y="992"/>
                  </a:cubicBezTo>
                  <a:cubicBezTo>
                    <a:pt x="523" y="992"/>
                    <a:pt x="331" y="945"/>
                    <a:pt x="186" y="912"/>
                  </a:cubicBezTo>
                  <a:cubicBezTo>
                    <a:pt x="133" y="952"/>
                    <a:pt x="67" y="998"/>
                    <a:pt x="1" y="1038"/>
                  </a:cubicBezTo>
                  <a:lnTo>
                    <a:pt x="642" y="2816"/>
                  </a:lnTo>
                  <a:cubicBezTo>
                    <a:pt x="700" y="2972"/>
                    <a:pt x="844" y="3054"/>
                    <a:pt x="988" y="3054"/>
                  </a:cubicBezTo>
                  <a:cubicBezTo>
                    <a:pt x="1106" y="3054"/>
                    <a:pt x="1225" y="2998"/>
                    <a:pt x="1297" y="2882"/>
                  </a:cubicBezTo>
                  <a:lnTo>
                    <a:pt x="1832" y="2003"/>
                  </a:lnTo>
                  <a:lnTo>
                    <a:pt x="2804" y="2333"/>
                  </a:lnTo>
                  <a:cubicBezTo>
                    <a:pt x="2843" y="2346"/>
                    <a:pt x="2881" y="2352"/>
                    <a:pt x="2918" y="2352"/>
                  </a:cubicBezTo>
                  <a:cubicBezTo>
                    <a:pt x="3160" y="2352"/>
                    <a:pt x="3351" y="2110"/>
                    <a:pt x="3260" y="1864"/>
                  </a:cubicBezTo>
                  <a:lnTo>
                    <a:pt x="2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72"/>
            <p:cNvSpPr/>
            <p:nvPr/>
          </p:nvSpPr>
          <p:spPr>
            <a:xfrm>
              <a:off x="4071611" y="2942666"/>
              <a:ext cx="384550" cy="384550"/>
            </a:xfrm>
            <a:custGeom>
              <a:avLst/>
              <a:gdLst/>
              <a:ahLst/>
              <a:cxnLst/>
              <a:rect l="l" t="t" r="r" b="b"/>
              <a:pathLst>
                <a:path w="9929" h="9929" extrusionOk="0">
                  <a:moveTo>
                    <a:pt x="4964" y="1699"/>
                  </a:moveTo>
                  <a:cubicBezTo>
                    <a:pt x="6769" y="1699"/>
                    <a:pt x="8236" y="3167"/>
                    <a:pt x="8236" y="4965"/>
                  </a:cubicBezTo>
                  <a:cubicBezTo>
                    <a:pt x="8236" y="6769"/>
                    <a:pt x="6769" y="8237"/>
                    <a:pt x="4964" y="8237"/>
                  </a:cubicBezTo>
                  <a:cubicBezTo>
                    <a:pt x="3160" y="8237"/>
                    <a:pt x="1699" y="6769"/>
                    <a:pt x="1699" y="4965"/>
                  </a:cubicBezTo>
                  <a:cubicBezTo>
                    <a:pt x="1699" y="3167"/>
                    <a:pt x="3160" y="1699"/>
                    <a:pt x="4964" y="1699"/>
                  </a:cubicBezTo>
                  <a:close/>
                  <a:moveTo>
                    <a:pt x="4964" y="0"/>
                  </a:moveTo>
                  <a:cubicBezTo>
                    <a:pt x="4680" y="0"/>
                    <a:pt x="4462" y="166"/>
                    <a:pt x="4290" y="298"/>
                  </a:cubicBezTo>
                  <a:cubicBezTo>
                    <a:pt x="4217" y="357"/>
                    <a:pt x="4112" y="437"/>
                    <a:pt x="4065" y="443"/>
                  </a:cubicBezTo>
                  <a:cubicBezTo>
                    <a:pt x="4057" y="445"/>
                    <a:pt x="4047" y="446"/>
                    <a:pt x="4036" y="446"/>
                  </a:cubicBezTo>
                  <a:cubicBezTo>
                    <a:pt x="3974" y="446"/>
                    <a:pt x="3871" y="419"/>
                    <a:pt x="3788" y="397"/>
                  </a:cubicBezTo>
                  <a:cubicBezTo>
                    <a:pt x="3660" y="364"/>
                    <a:pt x="3508" y="323"/>
                    <a:pt x="3351" y="323"/>
                  </a:cubicBezTo>
                  <a:cubicBezTo>
                    <a:pt x="3257" y="323"/>
                    <a:pt x="3161" y="338"/>
                    <a:pt x="3067" y="377"/>
                  </a:cubicBezTo>
                  <a:cubicBezTo>
                    <a:pt x="2809" y="489"/>
                    <a:pt x="2671" y="721"/>
                    <a:pt x="2558" y="913"/>
                  </a:cubicBezTo>
                  <a:cubicBezTo>
                    <a:pt x="2512" y="992"/>
                    <a:pt x="2446" y="1104"/>
                    <a:pt x="2406" y="1131"/>
                  </a:cubicBezTo>
                  <a:cubicBezTo>
                    <a:pt x="2360" y="1164"/>
                    <a:pt x="2228" y="1177"/>
                    <a:pt x="2135" y="1190"/>
                  </a:cubicBezTo>
                  <a:cubicBezTo>
                    <a:pt x="1917" y="1223"/>
                    <a:pt x="1653" y="1263"/>
                    <a:pt x="1454" y="1455"/>
                  </a:cubicBezTo>
                  <a:cubicBezTo>
                    <a:pt x="1256" y="1653"/>
                    <a:pt x="1223" y="1924"/>
                    <a:pt x="1190" y="2135"/>
                  </a:cubicBezTo>
                  <a:cubicBezTo>
                    <a:pt x="1177" y="2235"/>
                    <a:pt x="1157" y="2367"/>
                    <a:pt x="1131" y="2406"/>
                  </a:cubicBezTo>
                  <a:cubicBezTo>
                    <a:pt x="1104" y="2446"/>
                    <a:pt x="992" y="2512"/>
                    <a:pt x="906" y="2558"/>
                  </a:cubicBezTo>
                  <a:cubicBezTo>
                    <a:pt x="721" y="2671"/>
                    <a:pt x="483" y="2810"/>
                    <a:pt x="377" y="3067"/>
                  </a:cubicBezTo>
                  <a:cubicBezTo>
                    <a:pt x="271" y="3319"/>
                    <a:pt x="337" y="3583"/>
                    <a:pt x="397" y="3795"/>
                  </a:cubicBezTo>
                  <a:cubicBezTo>
                    <a:pt x="417" y="3887"/>
                    <a:pt x="456" y="4013"/>
                    <a:pt x="443" y="4066"/>
                  </a:cubicBezTo>
                  <a:cubicBezTo>
                    <a:pt x="436" y="4112"/>
                    <a:pt x="351" y="4218"/>
                    <a:pt x="298" y="4290"/>
                  </a:cubicBezTo>
                  <a:cubicBezTo>
                    <a:pt x="165" y="4469"/>
                    <a:pt x="0" y="4687"/>
                    <a:pt x="0" y="4965"/>
                  </a:cubicBezTo>
                  <a:cubicBezTo>
                    <a:pt x="0" y="5249"/>
                    <a:pt x="165" y="5467"/>
                    <a:pt x="298" y="5645"/>
                  </a:cubicBezTo>
                  <a:cubicBezTo>
                    <a:pt x="351" y="5711"/>
                    <a:pt x="436" y="5824"/>
                    <a:pt x="443" y="5863"/>
                  </a:cubicBezTo>
                  <a:cubicBezTo>
                    <a:pt x="456" y="5916"/>
                    <a:pt x="417" y="6049"/>
                    <a:pt x="397" y="6141"/>
                  </a:cubicBezTo>
                  <a:cubicBezTo>
                    <a:pt x="337" y="6353"/>
                    <a:pt x="271" y="6610"/>
                    <a:pt x="377" y="6868"/>
                  </a:cubicBezTo>
                  <a:cubicBezTo>
                    <a:pt x="483" y="7126"/>
                    <a:pt x="721" y="7265"/>
                    <a:pt x="906" y="7371"/>
                  </a:cubicBezTo>
                  <a:cubicBezTo>
                    <a:pt x="992" y="7423"/>
                    <a:pt x="1104" y="7490"/>
                    <a:pt x="1131" y="7529"/>
                  </a:cubicBezTo>
                  <a:cubicBezTo>
                    <a:pt x="1157" y="7569"/>
                    <a:pt x="1177" y="7701"/>
                    <a:pt x="1190" y="7794"/>
                  </a:cubicBezTo>
                  <a:cubicBezTo>
                    <a:pt x="1223" y="8012"/>
                    <a:pt x="1256" y="8283"/>
                    <a:pt x="1454" y="8474"/>
                  </a:cubicBezTo>
                  <a:cubicBezTo>
                    <a:pt x="1653" y="8673"/>
                    <a:pt x="1917" y="8712"/>
                    <a:pt x="2135" y="8739"/>
                  </a:cubicBezTo>
                  <a:cubicBezTo>
                    <a:pt x="2228" y="8752"/>
                    <a:pt x="2360" y="8772"/>
                    <a:pt x="2406" y="8798"/>
                  </a:cubicBezTo>
                  <a:cubicBezTo>
                    <a:pt x="2446" y="8825"/>
                    <a:pt x="2512" y="8944"/>
                    <a:pt x="2558" y="9023"/>
                  </a:cubicBezTo>
                  <a:cubicBezTo>
                    <a:pt x="2671" y="9215"/>
                    <a:pt x="2803" y="9446"/>
                    <a:pt x="3067" y="9552"/>
                  </a:cubicBezTo>
                  <a:cubicBezTo>
                    <a:pt x="3165" y="9593"/>
                    <a:pt x="3265" y="9608"/>
                    <a:pt x="3362" y="9608"/>
                  </a:cubicBezTo>
                  <a:cubicBezTo>
                    <a:pt x="3515" y="9608"/>
                    <a:pt x="3663" y="9571"/>
                    <a:pt x="3788" y="9539"/>
                  </a:cubicBezTo>
                  <a:cubicBezTo>
                    <a:pt x="3871" y="9516"/>
                    <a:pt x="3974" y="9489"/>
                    <a:pt x="4036" y="9489"/>
                  </a:cubicBezTo>
                  <a:cubicBezTo>
                    <a:pt x="4047" y="9489"/>
                    <a:pt x="4057" y="9490"/>
                    <a:pt x="4065" y="9492"/>
                  </a:cubicBezTo>
                  <a:cubicBezTo>
                    <a:pt x="4112" y="9499"/>
                    <a:pt x="4217" y="9578"/>
                    <a:pt x="4290" y="9631"/>
                  </a:cubicBezTo>
                  <a:cubicBezTo>
                    <a:pt x="4462" y="9763"/>
                    <a:pt x="4680" y="9929"/>
                    <a:pt x="4964" y="9929"/>
                  </a:cubicBezTo>
                  <a:cubicBezTo>
                    <a:pt x="5249" y="9929"/>
                    <a:pt x="5467" y="9763"/>
                    <a:pt x="5639" y="9631"/>
                  </a:cubicBezTo>
                  <a:cubicBezTo>
                    <a:pt x="5711" y="9578"/>
                    <a:pt x="5817" y="9499"/>
                    <a:pt x="5863" y="9492"/>
                  </a:cubicBezTo>
                  <a:cubicBezTo>
                    <a:pt x="5872" y="9490"/>
                    <a:pt x="5882" y="9489"/>
                    <a:pt x="5894" y="9489"/>
                  </a:cubicBezTo>
                  <a:cubicBezTo>
                    <a:pt x="5957" y="9489"/>
                    <a:pt x="6063" y="9516"/>
                    <a:pt x="6141" y="9539"/>
                  </a:cubicBezTo>
                  <a:cubicBezTo>
                    <a:pt x="6270" y="9571"/>
                    <a:pt x="6417" y="9608"/>
                    <a:pt x="6570" y="9608"/>
                  </a:cubicBezTo>
                  <a:cubicBezTo>
                    <a:pt x="6667" y="9608"/>
                    <a:pt x="6768" y="9593"/>
                    <a:pt x="6868" y="9552"/>
                  </a:cubicBezTo>
                  <a:cubicBezTo>
                    <a:pt x="7126" y="9446"/>
                    <a:pt x="7265" y="9215"/>
                    <a:pt x="7370" y="9023"/>
                  </a:cubicBezTo>
                  <a:cubicBezTo>
                    <a:pt x="7423" y="8944"/>
                    <a:pt x="7489" y="8825"/>
                    <a:pt x="7529" y="8798"/>
                  </a:cubicBezTo>
                  <a:cubicBezTo>
                    <a:pt x="7569" y="8772"/>
                    <a:pt x="7701" y="8752"/>
                    <a:pt x="7794" y="8739"/>
                  </a:cubicBezTo>
                  <a:cubicBezTo>
                    <a:pt x="8012" y="8712"/>
                    <a:pt x="8276" y="8673"/>
                    <a:pt x="8474" y="8474"/>
                  </a:cubicBezTo>
                  <a:cubicBezTo>
                    <a:pt x="8673" y="8283"/>
                    <a:pt x="8712" y="8012"/>
                    <a:pt x="8739" y="7800"/>
                  </a:cubicBezTo>
                  <a:cubicBezTo>
                    <a:pt x="8752" y="7701"/>
                    <a:pt x="8772" y="7569"/>
                    <a:pt x="8798" y="7529"/>
                  </a:cubicBezTo>
                  <a:cubicBezTo>
                    <a:pt x="8825" y="7490"/>
                    <a:pt x="8937" y="7423"/>
                    <a:pt x="9023" y="7371"/>
                  </a:cubicBezTo>
                  <a:cubicBezTo>
                    <a:pt x="9208" y="7265"/>
                    <a:pt x="9446" y="7126"/>
                    <a:pt x="9552" y="6868"/>
                  </a:cubicBezTo>
                  <a:cubicBezTo>
                    <a:pt x="9658" y="6610"/>
                    <a:pt x="9591" y="6353"/>
                    <a:pt x="9539" y="6141"/>
                  </a:cubicBezTo>
                  <a:cubicBezTo>
                    <a:pt x="9512" y="6049"/>
                    <a:pt x="9479" y="5916"/>
                    <a:pt x="9486" y="5863"/>
                  </a:cubicBezTo>
                  <a:cubicBezTo>
                    <a:pt x="9499" y="5824"/>
                    <a:pt x="9578" y="5711"/>
                    <a:pt x="9631" y="5645"/>
                  </a:cubicBezTo>
                  <a:cubicBezTo>
                    <a:pt x="9763" y="5467"/>
                    <a:pt x="9929" y="5249"/>
                    <a:pt x="9929" y="4965"/>
                  </a:cubicBezTo>
                  <a:cubicBezTo>
                    <a:pt x="9929" y="4687"/>
                    <a:pt x="9763" y="4469"/>
                    <a:pt x="9631" y="4290"/>
                  </a:cubicBezTo>
                  <a:cubicBezTo>
                    <a:pt x="9578" y="4218"/>
                    <a:pt x="9499" y="4112"/>
                    <a:pt x="9486" y="4066"/>
                  </a:cubicBezTo>
                  <a:cubicBezTo>
                    <a:pt x="9479" y="4019"/>
                    <a:pt x="9512" y="3887"/>
                    <a:pt x="9539" y="3795"/>
                  </a:cubicBezTo>
                  <a:cubicBezTo>
                    <a:pt x="9591" y="3583"/>
                    <a:pt x="9658" y="3319"/>
                    <a:pt x="9552" y="3067"/>
                  </a:cubicBezTo>
                  <a:cubicBezTo>
                    <a:pt x="9446" y="2810"/>
                    <a:pt x="9208" y="2671"/>
                    <a:pt x="9023" y="2558"/>
                  </a:cubicBezTo>
                  <a:cubicBezTo>
                    <a:pt x="8937" y="2512"/>
                    <a:pt x="8825" y="2446"/>
                    <a:pt x="8798" y="2406"/>
                  </a:cubicBezTo>
                  <a:cubicBezTo>
                    <a:pt x="8772" y="2367"/>
                    <a:pt x="8752" y="2235"/>
                    <a:pt x="8739" y="2135"/>
                  </a:cubicBezTo>
                  <a:cubicBezTo>
                    <a:pt x="8712" y="1924"/>
                    <a:pt x="8673" y="1653"/>
                    <a:pt x="8474" y="1455"/>
                  </a:cubicBezTo>
                  <a:cubicBezTo>
                    <a:pt x="8276" y="1263"/>
                    <a:pt x="8012" y="1223"/>
                    <a:pt x="7794" y="1190"/>
                  </a:cubicBezTo>
                  <a:cubicBezTo>
                    <a:pt x="7701" y="1177"/>
                    <a:pt x="7569" y="1164"/>
                    <a:pt x="7529" y="1131"/>
                  </a:cubicBezTo>
                  <a:cubicBezTo>
                    <a:pt x="7489" y="1104"/>
                    <a:pt x="7423" y="992"/>
                    <a:pt x="7370" y="913"/>
                  </a:cubicBezTo>
                  <a:cubicBezTo>
                    <a:pt x="7265" y="721"/>
                    <a:pt x="7126" y="489"/>
                    <a:pt x="6868" y="377"/>
                  </a:cubicBezTo>
                  <a:cubicBezTo>
                    <a:pt x="6772" y="338"/>
                    <a:pt x="6675" y="323"/>
                    <a:pt x="6581" y="323"/>
                  </a:cubicBezTo>
                  <a:cubicBezTo>
                    <a:pt x="6424" y="323"/>
                    <a:pt x="6273" y="364"/>
                    <a:pt x="6141" y="397"/>
                  </a:cubicBezTo>
                  <a:cubicBezTo>
                    <a:pt x="6063" y="419"/>
                    <a:pt x="5957" y="446"/>
                    <a:pt x="5894" y="446"/>
                  </a:cubicBezTo>
                  <a:cubicBezTo>
                    <a:pt x="5882" y="446"/>
                    <a:pt x="5872" y="445"/>
                    <a:pt x="5863" y="443"/>
                  </a:cubicBezTo>
                  <a:cubicBezTo>
                    <a:pt x="5817" y="437"/>
                    <a:pt x="5711" y="357"/>
                    <a:pt x="5639" y="298"/>
                  </a:cubicBezTo>
                  <a:cubicBezTo>
                    <a:pt x="5467" y="166"/>
                    <a:pt x="5249" y="0"/>
                    <a:pt x="4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72"/>
            <p:cNvSpPr/>
            <p:nvPr/>
          </p:nvSpPr>
          <p:spPr>
            <a:xfrm>
              <a:off x="4223393" y="3111566"/>
              <a:ext cx="80946" cy="59760"/>
            </a:xfrm>
            <a:custGeom>
              <a:avLst/>
              <a:gdLst/>
              <a:ahLst/>
              <a:cxnLst/>
              <a:rect l="l" t="t" r="r" b="b"/>
              <a:pathLst>
                <a:path w="2090" h="1543" extrusionOk="0">
                  <a:moveTo>
                    <a:pt x="417" y="0"/>
                  </a:moveTo>
                  <a:cubicBezTo>
                    <a:pt x="320" y="0"/>
                    <a:pt x="222" y="38"/>
                    <a:pt x="146" y="114"/>
                  </a:cubicBezTo>
                  <a:cubicBezTo>
                    <a:pt x="1" y="260"/>
                    <a:pt x="1" y="498"/>
                    <a:pt x="146" y="650"/>
                  </a:cubicBezTo>
                  <a:lnTo>
                    <a:pt x="1045" y="1542"/>
                  </a:lnTo>
                  <a:lnTo>
                    <a:pt x="1944" y="650"/>
                  </a:lnTo>
                  <a:cubicBezTo>
                    <a:pt x="2090" y="498"/>
                    <a:pt x="2090" y="260"/>
                    <a:pt x="1944" y="114"/>
                  </a:cubicBezTo>
                  <a:cubicBezTo>
                    <a:pt x="1872" y="38"/>
                    <a:pt x="1774" y="0"/>
                    <a:pt x="1677" y="0"/>
                  </a:cubicBezTo>
                  <a:cubicBezTo>
                    <a:pt x="1579" y="0"/>
                    <a:pt x="1482" y="38"/>
                    <a:pt x="1409" y="114"/>
                  </a:cubicBezTo>
                  <a:lnTo>
                    <a:pt x="1303" y="214"/>
                  </a:lnTo>
                  <a:cubicBezTo>
                    <a:pt x="1234" y="286"/>
                    <a:pt x="1141" y="323"/>
                    <a:pt x="1048" y="323"/>
                  </a:cubicBezTo>
                  <a:cubicBezTo>
                    <a:pt x="955" y="323"/>
                    <a:pt x="860" y="286"/>
                    <a:pt x="788" y="214"/>
                  </a:cubicBezTo>
                  <a:lnTo>
                    <a:pt x="682" y="114"/>
                  </a:lnTo>
                  <a:cubicBezTo>
                    <a:pt x="609" y="38"/>
                    <a:pt x="513" y="0"/>
                    <a:pt x="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72"/>
            <p:cNvSpPr/>
            <p:nvPr/>
          </p:nvSpPr>
          <p:spPr>
            <a:xfrm>
              <a:off x="4165299" y="3036624"/>
              <a:ext cx="197174" cy="196903"/>
            </a:xfrm>
            <a:custGeom>
              <a:avLst/>
              <a:gdLst/>
              <a:ahLst/>
              <a:cxnLst/>
              <a:rect l="l" t="t" r="r" b="b"/>
              <a:pathLst>
                <a:path w="5091" h="5084" extrusionOk="0">
                  <a:moveTo>
                    <a:pt x="3175" y="1209"/>
                  </a:moveTo>
                  <a:cubicBezTo>
                    <a:pt x="3460" y="1209"/>
                    <a:pt x="3744" y="1318"/>
                    <a:pt x="3960" y="1534"/>
                  </a:cubicBezTo>
                  <a:cubicBezTo>
                    <a:pt x="4390" y="1963"/>
                    <a:pt x="4390" y="2664"/>
                    <a:pt x="3960" y="3094"/>
                  </a:cubicBezTo>
                  <a:lnTo>
                    <a:pt x="2803" y="4251"/>
                  </a:lnTo>
                  <a:cubicBezTo>
                    <a:pt x="2734" y="4320"/>
                    <a:pt x="2641" y="4355"/>
                    <a:pt x="2548" y="4355"/>
                  </a:cubicBezTo>
                  <a:cubicBezTo>
                    <a:pt x="2455" y="4355"/>
                    <a:pt x="2360" y="4320"/>
                    <a:pt x="2288" y="4251"/>
                  </a:cubicBezTo>
                  <a:lnTo>
                    <a:pt x="1137" y="3094"/>
                  </a:lnTo>
                  <a:cubicBezTo>
                    <a:pt x="701" y="2664"/>
                    <a:pt x="701" y="1963"/>
                    <a:pt x="1137" y="1534"/>
                  </a:cubicBezTo>
                  <a:cubicBezTo>
                    <a:pt x="1353" y="1318"/>
                    <a:pt x="1636" y="1209"/>
                    <a:pt x="1918" y="1209"/>
                  </a:cubicBezTo>
                  <a:cubicBezTo>
                    <a:pt x="2138" y="1209"/>
                    <a:pt x="2357" y="1275"/>
                    <a:pt x="2545" y="1408"/>
                  </a:cubicBezTo>
                  <a:cubicBezTo>
                    <a:pt x="2733" y="1275"/>
                    <a:pt x="2954" y="1209"/>
                    <a:pt x="3175" y="1209"/>
                  </a:cubicBezTo>
                  <a:close/>
                  <a:moveTo>
                    <a:pt x="2545" y="0"/>
                  </a:moveTo>
                  <a:cubicBezTo>
                    <a:pt x="1144" y="0"/>
                    <a:pt x="0" y="1137"/>
                    <a:pt x="0" y="2539"/>
                  </a:cubicBezTo>
                  <a:cubicBezTo>
                    <a:pt x="0" y="3940"/>
                    <a:pt x="1144" y="5083"/>
                    <a:pt x="2545" y="5083"/>
                  </a:cubicBezTo>
                  <a:cubicBezTo>
                    <a:pt x="3947" y="5083"/>
                    <a:pt x="5090" y="3940"/>
                    <a:pt x="5090" y="2539"/>
                  </a:cubicBezTo>
                  <a:cubicBezTo>
                    <a:pt x="5090" y="1137"/>
                    <a:pt x="3947" y="0"/>
                    <a:pt x="2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72"/>
          <p:cNvGrpSpPr/>
          <p:nvPr/>
        </p:nvGrpSpPr>
        <p:grpSpPr>
          <a:xfrm>
            <a:off x="4649653" y="2942666"/>
            <a:ext cx="480058" cy="480290"/>
            <a:chOff x="4649653" y="2942666"/>
            <a:chExt cx="480058" cy="480290"/>
          </a:xfrm>
        </p:grpSpPr>
        <p:sp>
          <p:nvSpPr>
            <p:cNvPr id="1810" name="Google Shape;1810;p72"/>
            <p:cNvSpPr/>
            <p:nvPr/>
          </p:nvSpPr>
          <p:spPr>
            <a:xfrm>
              <a:off x="4649653" y="3000954"/>
              <a:ext cx="196942" cy="215687"/>
            </a:xfrm>
            <a:custGeom>
              <a:avLst/>
              <a:gdLst/>
              <a:ahLst/>
              <a:cxnLst/>
              <a:rect l="l" t="t" r="r" b="b"/>
              <a:pathLst>
                <a:path w="5085" h="5569" extrusionOk="0">
                  <a:moveTo>
                    <a:pt x="1807" y="0"/>
                  </a:moveTo>
                  <a:cubicBezTo>
                    <a:pt x="1782" y="0"/>
                    <a:pt x="1758" y="1"/>
                    <a:pt x="1733" y="2"/>
                  </a:cubicBezTo>
                  <a:cubicBezTo>
                    <a:pt x="1211" y="42"/>
                    <a:pt x="781" y="452"/>
                    <a:pt x="728" y="974"/>
                  </a:cubicBezTo>
                  <a:cubicBezTo>
                    <a:pt x="715" y="1146"/>
                    <a:pt x="735" y="1305"/>
                    <a:pt x="787" y="1450"/>
                  </a:cubicBezTo>
                  <a:lnTo>
                    <a:pt x="358" y="1450"/>
                  </a:lnTo>
                  <a:cubicBezTo>
                    <a:pt x="160" y="1450"/>
                    <a:pt x="1" y="1615"/>
                    <a:pt x="1" y="1814"/>
                  </a:cubicBezTo>
                  <a:lnTo>
                    <a:pt x="1" y="5205"/>
                  </a:lnTo>
                  <a:cubicBezTo>
                    <a:pt x="1" y="5403"/>
                    <a:pt x="160" y="5568"/>
                    <a:pt x="358" y="5568"/>
                  </a:cubicBezTo>
                  <a:lnTo>
                    <a:pt x="2176" y="5568"/>
                  </a:lnTo>
                  <a:lnTo>
                    <a:pt x="2176" y="1450"/>
                  </a:lnTo>
                  <a:lnTo>
                    <a:pt x="1825" y="1450"/>
                  </a:lnTo>
                  <a:cubicBezTo>
                    <a:pt x="1640" y="1450"/>
                    <a:pt x="1475" y="1318"/>
                    <a:pt x="1455" y="1139"/>
                  </a:cubicBezTo>
                  <a:cubicBezTo>
                    <a:pt x="1424" y="918"/>
                    <a:pt x="1599" y="726"/>
                    <a:pt x="1814" y="726"/>
                  </a:cubicBezTo>
                  <a:cubicBezTo>
                    <a:pt x="1831" y="726"/>
                    <a:pt x="1848" y="727"/>
                    <a:pt x="1865" y="730"/>
                  </a:cubicBezTo>
                  <a:cubicBezTo>
                    <a:pt x="2043" y="756"/>
                    <a:pt x="2176" y="915"/>
                    <a:pt x="2176" y="1100"/>
                  </a:cubicBezTo>
                  <a:lnTo>
                    <a:pt x="2176" y="1450"/>
                  </a:lnTo>
                  <a:lnTo>
                    <a:pt x="2903" y="1450"/>
                  </a:lnTo>
                  <a:lnTo>
                    <a:pt x="2903" y="1100"/>
                  </a:lnTo>
                  <a:cubicBezTo>
                    <a:pt x="2903" y="915"/>
                    <a:pt x="3035" y="756"/>
                    <a:pt x="3220" y="730"/>
                  </a:cubicBezTo>
                  <a:cubicBezTo>
                    <a:pt x="3237" y="727"/>
                    <a:pt x="3254" y="726"/>
                    <a:pt x="3271" y="726"/>
                  </a:cubicBezTo>
                  <a:cubicBezTo>
                    <a:pt x="3485" y="726"/>
                    <a:pt x="3654" y="918"/>
                    <a:pt x="3630" y="1139"/>
                  </a:cubicBezTo>
                  <a:cubicBezTo>
                    <a:pt x="3603" y="1318"/>
                    <a:pt x="3438" y="1450"/>
                    <a:pt x="3260" y="1450"/>
                  </a:cubicBezTo>
                  <a:lnTo>
                    <a:pt x="2903" y="1450"/>
                  </a:lnTo>
                  <a:lnTo>
                    <a:pt x="2903" y="5568"/>
                  </a:lnTo>
                  <a:lnTo>
                    <a:pt x="4721" y="5568"/>
                  </a:lnTo>
                  <a:cubicBezTo>
                    <a:pt x="4919" y="5568"/>
                    <a:pt x="5084" y="5403"/>
                    <a:pt x="5084" y="5205"/>
                  </a:cubicBezTo>
                  <a:lnTo>
                    <a:pt x="5084" y="1814"/>
                  </a:lnTo>
                  <a:cubicBezTo>
                    <a:pt x="5084" y="1615"/>
                    <a:pt x="4919" y="1450"/>
                    <a:pt x="4721" y="1450"/>
                  </a:cubicBezTo>
                  <a:lnTo>
                    <a:pt x="4291" y="1450"/>
                  </a:lnTo>
                  <a:cubicBezTo>
                    <a:pt x="4344" y="1305"/>
                    <a:pt x="4370" y="1146"/>
                    <a:pt x="4350" y="974"/>
                  </a:cubicBezTo>
                  <a:cubicBezTo>
                    <a:pt x="4297" y="452"/>
                    <a:pt x="3868" y="42"/>
                    <a:pt x="3346" y="2"/>
                  </a:cubicBezTo>
                  <a:cubicBezTo>
                    <a:pt x="3321" y="1"/>
                    <a:pt x="3296" y="0"/>
                    <a:pt x="3272" y="0"/>
                  </a:cubicBezTo>
                  <a:cubicBezTo>
                    <a:pt x="2990" y="0"/>
                    <a:pt x="2734" y="104"/>
                    <a:pt x="2539" y="280"/>
                  </a:cubicBezTo>
                  <a:cubicBezTo>
                    <a:pt x="2345" y="104"/>
                    <a:pt x="2088" y="0"/>
                    <a:pt x="1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72"/>
            <p:cNvSpPr/>
            <p:nvPr/>
          </p:nvSpPr>
          <p:spPr>
            <a:xfrm>
              <a:off x="4801474" y="3247547"/>
              <a:ext cx="328237" cy="175408"/>
            </a:xfrm>
            <a:custGeom>
              <a:avLst/>
              <a:gdLst/>
              <a:ahLst/>
              <a:cxnLst/>
              <a:rect l="l" t="t" r="r" b="b"/>
              <a:pathLst>
                <a:path w="8475" h="4529" extrusionOk="0">
                  <a:moveTo>
                    <a:pt x="2724" y="1"/>
                  </a:moveTo>
                  <a:lnTo>
                    <a:pt x="1263" y="470"/>
                  </a:lnTo>
                  <a:cubicBezTo>
                    <a:pt x="510" y="708"/>
                    <a:pt x="1" y="1409"/>
                    <a:pt x="1" y="2202"/>
                  </a:cubicBezTo>
                  <a:lnTo>
                    <a:pt x="1" y="4165"/>
                  </a:lnTo>
                  <a:cubicBezTo>
                    <a:pt x="1" y="4364"/>
                    <a:pt x="166" y="4529"/>
                    <a:pt x="364" y="4529"/>
                  </a:cubicBezTo>
                  <a:lnTo>
                    <a:pt x="1455" y="4529"/>
                  </a:lnTo>
                  <a:lnTo>
                    <a:pt x="1455" y="2962"/>
                  </a:lnTo>
                  <a:cubicBezTo>
                    <a:pt x="1455" y="2777"/>
                    <a:pt x="1587" y="2612"/>
                    <a:pt x="1772" y="2592"/>
                  </a:cubicBezTo>
                  <a:cubicBezTo>
                    <a:pt x="1784" y="2591"/>
                    <a:pt x="1797" y="2591"/>
                    <a:pt x="1809" y="2591"/>
                  </a:cubicBezTo>
                  <a:cubicBezTo>
                    <a:pt x="2017" y="2591"/>
                    <a:pt x="2182" y="2749"/>
                    <a:pt x="2182" y="2956"/>
                  </a:cubicBezTo>
                  <a:lnTo>
                    <a:pt x="2182" y="4529"/>
                  </a:lnTo>
                  <a:lnTo>
                    <a:pt x="6294" y="4529"/>
                  </a:lnTo>
                  <a:lnTo>
                    <a:pt x="6294" y="2962"/>
                  </a:lnTo>
                  <a:cubicBezTo>
                    <a:pt x="6294" y="2777"/>
                    <a:pt x="6432" y="2612"/>
                    <a:pt x="6617" y="2592"/>
                  </a:cubicBezTo>
                  <a:cubicBezTo>
                    <a:pt x="6629" y="2591"/>
                    <a:pt x="6641" y="2591"/>
                    <a:pt x="6653" y="2591"/>
                  </a:cubicBezTo>
                  <a:cubicBezTo>
                    <a:pt x="6855" y="2591"/>
                    <a:pt x="7021" y="2749"/>
                    <a:pt x="7021" y="2956"/>
                  </a:cubicBezTo>
                  <a:lnTo>
                    <a:pt x="7021" y="4529"/>
                  </a:lnTo>
                  <a:lnTo>
                    <a:pt x="8111" y="4529"/>
                  </a:lnTo>
                  <a:cubicBezTo>
                    <a:pt x="8316" y="4529"/>
                    <a:pt x="8475" y="4364"/>
                    <a:pt x="8475" y="4165"/>
                  </a:cubicBezTo>
                  <a:lnTo>
                    <a:pt x="8475" y="2202"/>
                  </a:lnTo>
                  <a:cubicBezTo>
                    <a:pt x="8475" y="1409"/>
                    <a:pt x="7966" y="708"/>
                    <a:pt x="7212" y="470"/>
                  </a:cubicBezTo>
                  <a:lnTo>
                    <a:pt x="5752" y="1"/>
                  </a:lnTo>
                  <a:lnTo>
                    <a:pt x="5130" y="887"/>
                  </a:lnTo>
                  <a:cubicBezTo>
                    <a:pt x="4925" y="1178"/>
                    <a:pt x="4595" y="1356"/>
                    <a:pt x="4238" y="1356"/>
                  </a:cubicBezTo>
                  <a:cubicBezTo>
                    <a:pt x="3881" y="1356"/>
                    <a:pt x="3550" y="1178"/>
                    <a:pt x="3345" y="887"/>
                  </a:cubicBezTo>
                  <a:lnTo>
                    <a:pt x="27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72"/>
            <p:cNvSpPr/>
            <p:nvPr/>
          </p:nvSpPr>
          <p:spPr>
            <a:xfrm>
              <a:off x="4979902" y="2942666"/>
              <a:ext cx="88885" cy="79125"/>
            </a:xfrm>
            <a:custGeom>
              <a:avLst/>
              <a:gdLst/>
              <a:ahLst/>
              <a:cxnLst/>
              <a:rect l="l" t="t" r="r" b="b"/>
              <a:pathLst>
                <a:path w="2295" h="2043" extrusionOk="0">
                  <a:moveTo>
                    <a:pt x="1085" y="0"/>
                  </a:moveTo>
                  <a:cubicBezTo>
                    <a:pt x="609" y="0"/>
                    <a:pt x="199" y="278"/>
                    <a:pt x="1" y="681"/>
                  </a:cubicBezTo>
                  <a:cubicBezTo>
                    <a:pt x="847" y="800"/>
                    <a:pt x="1574" y="1316"/>
                    <a:pt x="1971" y="2043"/>
                  </a:cubicBezTo>
                  <a:cubicBezTo>
                    <a:pt x="2176" y="1825"/>
                    <a:pt x="2295" y="1534"/>
                    <a:pt x="2295" y="1217"/>
                  </a:cubicBezTo>
                  <a:cubicBezTo>
                    <a:pt x="2295" y="542"/>
                    <a:pt x="1753" y="0"/>
                    <a:pt x="1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72"/>
            <p:cNvSpPr/>
            <p:nvPr/>
          </p:nvSpPr>
          <p:spPr>
            <a:xfrm>
              <a:off x="4890824" y="2996152"/>
              <a:ext cx="149808" cy="70450"/>
            </a:xfrm>
            <a:custGeom>
              <a:avLst/>
              <a:gdLst/>
              <a:ahLst/>
              <a:cxnLst/>
              <a:rect l="l" t="t" r="r" b="b"/>
              <a:pathLst>
                <a:path w="3868" h="1819" extrusionOk="0">
                  <a:moveTo>
                    <a:pt x="1937" y="1"/>
                  </a:moveTo>
                  <a:cubicBezTo>
                    <a:pt x="906" y="1"/>
                    <a:pt x="67" y="807"/>
                    <a:pt x="1" y="1819"/>
                  </a:cubicBezTo>
                  <a:lnTo>
                    <a:pt x="93" y="1819"/>
                  </a:lnTo>
                  <a:cubicBezTo>
                    <a:pt x="516" y="1819"/>
                    <a:pt x="913" y="1607"/>
                    <a:pt x="1151" y="1257"/>
                  </a:cubicBezTo>
                  <a:cubicBezTo>
                    <a:pt x="1210" y="1164"/>
                    <a:pt x="1303" y="1105"/>
                    <a:pt x="1415" y="1092"/>
                  </a:cubicBezTo>
                  <a:cubicBezTo>
                    <a:pt x="1423" y="1091"/>
                    <a:pt x="1430" y="1091"/>
                    <a:pt x="1438" y="1091"/>
                  </a:cubicBezTo>
                  <a:cubicBezTo>
                    <a:pt x="1536" y="1091"/>
                    <a:pt x="1632" y="1130"/>
                    <a:pt x="1706" y="1197"/>
                  </a:cubicBezTo>
                  <a:cubicBezTo>
                    <a:pt x="2109" y="1600"/>
                    <a:pt x="2638" y="1819"/>
                    <a:pt x="3207" y="1819"/>
                  </a:cubicBezTo>
                  <a:lnTo>
                    <a:pt x="3868" y="1819"/>
                  </a:lnTo>
                  <a:cubicBezTo>
                    <a:pt x="3801" y="807"/>
                    <a:pt x="2962" y="1"/>
                    <a:pt x="1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72"/>
            <p:cNvSpPr/>
            <p:nvPr/>
          </p:nvSpPr>
          <p:spPr>
            <a:xfrm>
              <a:off x="4932807" y="3225277"/>
              <a:ext cx="65570" cy="46437"/>
            </a:xfrm>
            <a:custGeom>
              <a:avLst/>
              <a:gdLst/>
              <a:ahLst/>
              <a:cxnLst/>
              <a:rect l="l" t="t" r="r" b="b"/>
              <a:pathLst>
                <a:path w="1693" h="1199" extrusionOk="0">
                  <a:moveTo>
                    <a:pt x="1" y="1"/>
                  </a:moveTo>
                  <a:lnTo>
                    <a:pt x="1" y="259"/>
                  </a:lnTo>
                  <a:lnTo>
                    <a:pt x="549" y="1045"/>
                  </a:lnTo>
                  <a:cubicBezTo>
                    <a:pt x="622" y="1148"/>
                    <a:pt x="734" y="1199"/>
                    <a:pt x="847" y="1199"/>
                  </a:cubicBezTo>
                  <a:cubicBezTo>
                    <a:pt x="959" y="1199"/>
                    <a:pt x="1072" y="1148"/>
                    <a:pt x="1144" y="1045"/>
                  </a:cubicBezTo>
                  <a:lnTo>
                    <a:pt x="1693" y="259"/>
                  </a:lnTo>
                  <a:lnTo>
                    <a:pt x="1693" y="1"/>
                  </a:lnTo>
                  <a:cubicBezTo>
                    <a:pt x="1428" y="93"/>
                    <a:pt x="1144" y="140"/>
                    <a:pt x="847" y="140"/>
                  </a:cubicBezTo>
                  <a:cubicBezTo>
                    <a:pt x="549" y="140"/>
                    <a:pt x="265" y="9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72"/>
            <p:cNvSpPr/>
            <p:nvPr/>
          </p:nvSpPr>
          <p:spPr>
            <a:xfrm>
              <a:off x="4890591" y="3072449"/>
              <a:ext cx="150040" cy="130133"/>
            </a:xfrm>
            <a:custGeom>
              <a:avLst/>
              <a:gdLst/>
              <a:ahLst/>
              <a:cxnLst/>
              <a:rect l="l" t="t" r="r" b="b"/>
              <a:pathLst>
                <a:path w="3874" h="3360" extrusionOk="0">
                  <a:moveTo>
                    <a:pt x="1494" y="1"/>
                  </a:moveTo>
                  <a:cubicBezTo>
                    <a:pt x="1124" y="364"/>
                    <a:pt x="628" y="576"/>
                    <a:pt x="93" y="576"/>
                  </a:cubicBezTo>
                  <a:lnTo>
                    <a:pt x="0" y="576"/>
                  </a:lnTo>
                  <a:lnTo>
                    <a:pt x="0" y="1422"/>
                  </a:lnTo>
                  <a:cubicBezTo>
                    <a:pt x="0" y="2489"/>
                    <a:pt x="867" y="3360"/>
                    <a:pt x="1932" y="3360"/>
                  </a:cubicBezTo>
                  <a:cubicBezTo>
                    <a:pt x="1956" y="3360"/>
                    <a:pt x="1979" y="3359"/>
                    <a:pt x="2003" y="3359"/>
                  </a:cubicBezTo>
                  <a:cubicBezTo>
                    <a:pt x="3054" y="3326"/>
                    <a:pt x="3874" y="2446"/>
                    <a:pt x="3874" y="1395"/>
                  </a:cubicBezTo>
                  <a:lnTo>
                    <a:pt x="3874" y="576"/>
                  </a:lnTo>
                  <a:lnTo>
                    <a:pt x="3206" y="576"/>
                  </a:lnTo>
                  <a:cubicBezTo>
                    <a:pt x="2578" y="576"/>
                    <a:pt x="1983" y="371"/>
                    <a:pt x="1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 name="Google Shape;1816;p72"/>
          <p:cNvGrpSpPr/>
          <p:nvPr/>
        </p:nvGrpSpPr>
        <p:grpSpPr>
          <a:xfrm>
            <a:off x="5275372" y="2942666"/>
            <a:ext cx="480058" cy="480290"/>
            <a:chOff x="5275372" y="2942666"/>
            <a:chExt cx="480058" cy="480290"/>
          </a:xfrm>
        </p:grpSpPr>
        <p:sp>
          <p:nvSpPr>
            <p:cNvPr id="1817" name="Google Shape;1817;p72"/>
            <p:cNvSpPr/>
            <p:nvPr/>
          </p:nvSpPr>
          <p:spPr>
            <a:xfrm>
              <a:off x="5703917" y="3116214"/>
              <a:ext cx="51511" cy="51782"/>
            </a:xfrm>
            <a:custGeom>
              <a:avLst/>
              <a:gdLst/>
              <a:ahLst/>
              <a:cxnLst/>
              <a:rect l="l" t="t" r="r" b="b"/>
              <a:pathLst>
                <a:path w="1330" h="1337" extrusionOk="0">
                  <a:moveTo>
                    <a:pt x="1329" y="1"/>
                  </a:moveTo>
                  <a:cubicBezTo>
                    <a:pt x="595" y="1"/>
                    <a:pt x="0" y="596"/>
                    <a:pt x="0" y="1336"/>
                  </a:cubicBezTo>
                  <a:lnTo>
                    <a:pt x="1329" y="1336"/>
                  </a:lnTo>
                  <a:lnTo>
                    <a:pt x="13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72"/>
            <p:cNvSpPr/>
            <p:nvPr/>
          </p:nvSpPr>
          <p:spPr>
            <a:xfrm>
              <a:off x="5703917" y="2942666"/>
              <a:ext cx="51511" cy="51743"/>
            </a:xfrm>
            <a:custGeom>
              <a:avLst/>
              <a:gdLst/>
              <a:ahLst/>
              <a:cxnLst/>
              <a:rect l="l" t="t" r="r" b="b"/>
              <a:pathLst>
                <a:path w="1330" h="1336" extrusionOk="0">
                  <a:moveTo>
                    <a:pt x="0" y="0"/>
                  </a:moveTo>
                  <a:cubicBezTo>
                    <a:pt x="0" y="734"/>
                    <a:pt x="595" y="1336"/>
                    <a:pt x="1329" y="1336"/>
                  </a:cubicBezTo>
                  <a:lnTo>
                    <a:pt x="1329" y="364"/>
                  </a:lnTo>
                  <a:cubicBezTo>
                    <a:pt x="1329" y="166"/>
                    <a:pt x="1170" y="0"/>
                    <a:pt x="9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72"/>
            <p:cNvSpPr/>
            <p:nvPr/>
          </p:nvSpPr>
          <p:spPr>
            <a:xfrm>
              <a:off x="5275372" y="2942666"/>
              <a:ext cx="51472" cy="51743"/>
            </a:xfrm>
            <a:custGeom>
              <a:avLst/>
              <a:gdLst/>
              <a:ahLst/>
              <a:cxnLst/>
              <a:rect l="l" t="t" r="r" b="b"/>
              <a:pathLst>
                <a:path w="1329" h="1336" extrusionOk="0">
                  <a:moveTo>
                    <a:pt x="364" y="0"/>
                  </a:moveTo>
                  <a:cubicBezTo>
                    <a:pt x="159" y="0"/>
                    <a:pt x="0" y="166"/>
                    <a:pt x="0" y="364"/>
                  </a:cubicBezTo>
                  <a:lnTo>
                    <a:pt x="0" y="1336"/>
                  </a:lnTo>
                  <a:cubicBezTo>
                    <a:pt x="734" y="1336"/>
                    <a:pt x="1329" y="734"/>
                    <a:pt x="1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72"/>
            <p:cNvSpPr/>
            <p:nvPr/>
          </p:nvSpPr>
          <p:spPr>
            <a:xfrm>
              <a:off x="5275372" y="3116214"/>
              <a:ext cx="51472" cy="51782"/>
            </a:xfrm>
            <a:custGeom>
              <a:avLst/>
              <a:gdLst/>
              <a:ahLst/>
              <a:cxnLst/>
              <a:rect l="l" t="t" r="r" b="b"/>
              <a:pathLst>
                <a:path w="1329" h="1337" extrusionOk="0">
                  <a:moveTo>
                    <a:pt x="0" y="1"/>
                  </a:moveTo>
                  <a:lnTo>
                    <a:pt x="0" y="1336"/>
                  </a:lnTo>
                  <a:lnTo>
                    <a:pt x="1329" y="1336"/>
                  </a:lnTo>
                  <a:cubicBezTo>
                    <a:pt x="1329" y="596"/>
                    <a:pt x="734"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72"/>
            <p:cNvSpPr/>
            <p:nvPr/>
          </p:nvSpPr>
          <p:spPr>
            <a:xfrm>
              <a:off x="5491949" y="3195843"/>
              <a:ext cx="263480" cy="56352"/>
            </a:xfrm>
            <a:custGeom>
              <a:avLst/>
              <a:gdLst/>
              <a:ahLst/>
              <a:cxnLst/>
              <a:rect l="l" t="t" r="r" b="b"/>
              <a:pathLst>
                <a:path w="6803" h="1455" extrusionOk="0">
                  <a:moveTo>
                    <a:pt x="0" y="1"/>
                  </a:moveTo>
                  <a:lnTo>
                    <a:pt x="0" y="1283"/>
                  </a:lnTo>
                  <a:cubicBezTo>
                    <a:pt x="80" y="1336"/>
                    <a:pt x="159" y="1395"/>
                    <a:pt x="232" y="1455"/>
                  </a:cubicBezTo>
                  <a:lnTo>
                    <a:pt x="6439" y="1455"/>
                  </a:lnTo>
                  <a:cubicBezTo>
                    <a:pt x="6643" y="1455"/>
                    <a:pt x="6802" y="1296"/>
                    <a:pt x="6802" y="1091"/>
                  </a:cubicBezTo>
                  <a:lnTo>
                    <a:pt x="68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72"/>
            <p:cNvSpPr/>
            <p:nvPr/>
          </p:nvSpPr>
          <p:spPr>
            <a:xfrm>
              <a:off x="5275372" y="3195843"/>
              <a:ext cx="94734" cy="56352"/>
            </a:xfrm>
            <a:custGeom>
              <a:avLst/>
              <a:gdLst/>
              <a:ahLst/>
              <a:cxnLst/>
              <a:rect l="l" t="t" r="r" b="b"/>
              <a:pathLst>
                <a:path w="2446" h="1455" extrusionOk="0">
                  <a:moveTo>
                    <a:pt x="0" y="1"/>
                  </a:moveTo>
                  <a:lnTo>
                    <a:pt x="0" y="1091"/>
                  </a:lnTo>
                  <a:cubicBezTo>
                    <a:pt x="0" y="1296"/>
                    <a:pt x="159" y="1455"/>
                    <a:pt x="364" y="1455"/>
                  </a:cubicBezTo>
                  <a:lnTo>
                    <a:pt x="2446" y="1455"/>
                  </a:lnTo>
                  <a:lnTo>
                    <a:pt x="24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72"/>
            <p:cNvSpPr/>
            <p:nvPr/>
          </p:nvSpPr>
          <p:spPr>
            <a:xfrm>
              <a:off x="5398223" y="3130312"/>
              <a:ext cx="234317" cy="292644"/>
            </a:xfrm>
            <a:custGeom>
              <a:avLst/>
              <a:gdLst/>
              <a:ahLst/>
              <a:cxnLst/>
              <a:rect l="l" t="t" r="r" b="b"/>
              <a:pathLst>
                <a:path w="6050" h="7556" extrusionOk="0">
                  <a:moveTo>
                    <a:pt x="483" y="1"/>
                  </a:moveTo>
                  <a:cubicBezTo>
                    <a:pt x="212" y="1"/>
                    <a:pt x="1" y="219"/>
                    <a:pt x="1" y="483"/>
                  </a:cubicBezTo>
                  <a:lnTo>
                    <a:pt x="1" y="4575"/>
                  </a:lnTo>
                  <a:cubicBezTo>
                    <a:pt x="1" y="5176"/>
                    <a:pt x="265" y="5738"/>
                    <a:pt x="728" y="6115"/>
                  </a:cubicBezTo>
                  <a:lnTo>
                    <a:pt x="728" y="7192"/>
                  </a:lnTo>
                  <a:cubicBezTo>
                    <a:pt x="728" y="7391"/>
                    <a:pt x="887" y="7556"/>
                    <a:pt x="1085" y="7556"/>
                  </a:cubicBezTo>
                  <a:lnTo>
                    <a:pt x="4965" y="7556"/>
                  </a:lnTo>
                  <a:cubicBezTo>
                    <a:pt x="5163" y="7556"/>
                    <a:pt x="5329" y="7391"/>
                    <a:pt x="5329" y="7192"/>
                  </a:cubicBezTo>
                  <a:lnTo>
                    <a:pt x="5329" y="6115"/>
                  </a:lnTo>
                  <a:cubicBezTo>
                    <a:pt x="5785" y="5738"/>
                    <a:pt x="6049" y="5176"/>
                    <a:pt x="6049" y="4575"/>
                  </a:cubicBezTo>
                  <a:lnTo>
                    <a:pt x="6049" y="3874"/>
                  </a:lnTo>
                  <a:lnTo>
                    <a:pt x="3207" y="3874"/>
                  </a:lnTo>
                  <a:cubicBezTo>
                    <a:pt x="3326" y="4138"/>
                    <a:pt x="3385" y="4423"/>
                    <a:pt x="3385" y="4720"/>
                  </a:cubicBezTo>
                  <a:cubicBezTo>
                    <a:pt x="3385" y="4925"/>
                    <a:pt x="3227" y="5084"/>
                    <a:pt x="3028" y="5084"/>
                  </a:cubicBezTo>
                  <a:cubicBezTo>
                    <a:pt x="2823" y="5084"/>
                    <a:pt x="2665" y="4925"/>
                    <a:pt x="2665" y="4720"/>
                  </a:cubicBezTo>
                  <a:cubicBezTo>
                    <a:pt x="2665" y="4191"/>
                    <a:pt x="2354" y="3735"/>
                    <a:pt x="1905" y="3517"/>
                  </a:cubicBezTo>
                  <a:cubicBezTo>
                    <a:pt x="1772" y="3458"/>
                    <a:pt x="1693" y="3332"/>
                    <a:pt x="1693" y="3193"/>
                  </a:cubicBezTo>
                  <a:lnTo>
                    <a:pt x="1693" y="1210"/>
                  </a:lnTo>
                  <a:cubicBezTo>
                    <a:pt x="1693" y="543"/>
                    <a:pt x="1151" y="1"/>
                    <a:pt x="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72"/>
            <p:cNvSpPr/>
            <p:nvPr/>
          </p:nvSpPr>
          <p:spPr>
            <a:xfrm>
              <a:off x="5463792" y="3012999"/>
              <a:ext cx="103215" cy="78699"/>
            </a:xfrm>
            <a:custGeom>
              <a:avLst/>
              <a:gdLst/>
              <a:ahLst/>
              <a:cxnLst/>
              <a:rect l="l" t="t" r="r" b="b"/>
              <a:pathLst>
                <a:path w="2665" h="2032" extrusionOk="0">
                  <a:moveTo>
                    <a:pt x="579" y="0"/>
                  </a:moveTo>
                  <a:cubicBezTo>
                    <a:pt x="443" y="0"/>
                    <a:pt x="308" y="52"/>
                    <a:pt x="205" y="154"/>
                  </a:cubicBezTo>
                  <a:cubicBezTo>
                    <a:pt x="0" y="366"/>
                    <a:pt x="0" y="696"/>
                    <a:pt x="205" y="901"/>
                  </a:cubicBezTo>
                  <a:lnTo>
                    <a:pt x="1335" y="2031"/>
                  </a:lnTo>
                  <a:lnTo>
                    <a:pt x="2459" y="901"/>
                  </a:lnTo>
                  <a:cubicBezTo>
                    <a:pt x="2664" y="696"/>
                    <a:pt x="2664" y="366"/>
                    <a:pt x="2459" y="154"/>
                  </a:cubicBezTo>
                  <a:cubicBezTo>
                    <a:pt x="2357" y="52"/>
                    <a:pt x="2223" y="0"/>
                    <a:pt x="2088" y="0"/>
                  </a:cubicBezTo>
                  <a:cubicBezTo>
                    <a:pt x="1953" y="0"/>
                    <a:pt x="1818" y="52"/>
                    <a:pt x="1712" y="154"/>
                  </a:cubicBezTo>
                  <a:lnTo>
                    <a:pt x="1587" y="286"/>
                  </a:lnTo>
                  <a:cubicBezTo>
                    <a:pt x="1517" y="356"/>
                    <a:pt x="1425" y="390"/>
                    <a:pt x="1332" y="390"/>
                  </a:cubicBezTo>
                  <a:cubicBezTo>
                    <a:pt x="1240" y="390"/>
                    <a:pt x="1147" y="356"/>
                    <a:pt x="1078" y="286"/>
                  </a:cubicBezTo>
                  <a:lnTo>
                    <a:pt x="952" y="154"/>
                  </a:lnTo>
                  <a:cubicBezTo>
                    <a:pt x="850" y="52"/>
                    <a:pt x="714" y="0"/>
                    <a:pt x="5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72"/>
            <p:cNvSpPr/>
            <p:nvPr/>
          </p:nvSpPr>
          <p:spPr>
            <a:xfrm>
              <a:off x="5275372" y="2942666"/>
              <a:ext cx="480058" cy="225331"/>
            </a:xfrm>
            <a:custGeom>
              <a:avLst/>
              <a:gdLst/>
              <a:ahLst/>
              <a:cxnLst/>
              <a:rect l="l" t="t" r="r" b="b"/>
              <a:pathLst>
                <a:path w="12395" h="5818" extrusionOk="0">
                  <a:moveTo>
                    <a:pt x="2538" y="2545"/>
                  </a:moveTo>
                  <a:cubicBezTo>
                    <a:pt x="2743" y="2545"/>
                    <a:pt x="2902" y="2710"/>
                    <a:pt x="2902" y="2909"/>
                  </a:cubicBezTo>
                  <a:cubicBezTo>
                    <a:pt x="2902" y="3107"/>
                    <a:pt x="2743" y="3272"/>
                    <a:pt x="2538" y="3272"/>
                  </a:cubicBezTo>
                  <a:lnTo>
                    <a:pt x="1811" y="3272"/>
                  </a:lnTo>
                  <a:cubicBezTo>
                    <a:pt x="1613" y="3272"/>
                    <a:pt x="1454" y="3107"/>
                    <a:pt x="1454" y="2909"/>
                  </a:cubicBezTo>
                  <a:cubicBezTo>
                    <a:pt x="1454" y="2710"/>
                    <a:pt x="1613" y="2545"/>
                    <a:pt x="1811" y="2545"/>
                  </a:cubicBezTo>
                  <a:close/>
                  <a:moveTo>
                    <a:pt x="10583" y="2545"/>
                  </a:moveTo>
                  <a:cubicBezTo>
                    <a:pt x="10781" y="2545"/>
                    <a:pt x="10946" y="2710"/>
                    <a:pt x="10946" y="2909"/>
                  </a:cubicBezTo>
                  <a:cubicBezTo>
                    <a:pt x="10946" y="3107"/>
                    <a:pt x="10781" y="3272"/>
                    <a:pt x="10583" y="3272"/>
                  </a:cubicBezTo>
                  <a:lnTo>
                    <a:pt x="9856" y="3272"/>
                  </a:lnTo>
                  <a:cubicBezTo>
                    <a:pt x="9651" y="3272"/>
                    <a:pt x="9492" y="3107"/>
                    <a:pt x="9492" y="2909"/>
                  </a:cubicBezTo>
                  <a:cubicBezTo>
                    <a:pt x="9492" y="2710"/>
                    <a:pt x="9651" y="2545"/>
                    <a:pt x="9856" y="2545"/>
                  </a:cubicBezTo>
                  <a:close/>
                  <a:moveTo>
                    <a:pt x="6954" y="1093"/>
                  </a:moveTo>
                  <a:cubicBezTo>
                    <a:pt x="7274" y="1093"/>
                    <a:pt x="7594" y="1216"/>
                    <a:pt x="7840" y="1461"/>
                  </a:cubicBezTo>
                  <a:cubicBezTo>
                    <a:pt x="8329" y="1950"/>
                    <a:pt x="8329" y="2744"/>
                    <a:pt x="7840" y="3233"/>
                  </a:cubicBezTo>
                  <a:lnTo>
                    <a:pt x="6452" y="4621"/>
                  </a:lnTo>
                  <a:cubicBezTo>
                    <a:pt x="6382" y="4690"/>
                    <a:pt x="6290" y="4725"/>
                    <a:pt x="6197" y="4725"/>
                  </a:cubicBezTo>
                  <a:cubicBezTo>
                    <a:pt x="6105" y="4725"/>
                    <a:pt x="6012" y="4690"/>
                    <a:pt x="5943" y="4621"/>
                  </a:cubicBezTo>
                  <a:lnTo>
                    <a:pt x="4554" y="3233"/>
                  </a:lnTo>
                  <a:cubicBezTo>
                    <a:pt x="4065" y="2744"/>
                    <a:pt x="4065" y="1950"/>
                    <a:pt x="4554" y="1461"/>
                  </a:cubicBezTo>
                  <a:cubicBezTo>
                    <a:pt x="4800" y="1216"/>
                    <a:pt x="5120" y="1093"/>
                    <a:pt x="5441" y="1093"/>
                  </a:cubicBezTo>
                  <a:cubicBezTo>
                    <a:pt x="5708" y="1093"/>
                    <a:pt x="5975" y="1178"/>
                    <a:pt x="6200" y="1349"/>
                  </a:cubicBezTo>
                  <a:cubicBezTo>
                    <a:pt x="6422" y="1178"/>
                    <a:pt x="6688" y="1093"/>
                    <a:pt x="6954" y="1093"/>
                  </a:cubicBezTo>
                  <a:close/>
                  <a:moveTo>
                    <a:pt x="2056" y="0"/>
                  </a:moveTo>
                  <a:cubicBezTo>
                    <a:pt x="2056" y="1137"/>
                    <a:pt x="1130" y="2063"/>
                    <a:pt x="0" y="2063"/>
                  </a:cubicBezTo>
                  <a:lnTo>
                    <a:pt x="0" y="3755"/>
                  </a:lnTo>
                  <a:cubicBezTo>
                    <a:pt x="1130" y="3755"/>
                    <a:pt x="2056" y="4680"/>
                    <a:pt x="2056" y="5817"/>
                  </a:cubicBezTo>
                  <a:lnTo>
                    <a:pt x="2446" y="5817"/>
                  </a:lnTo>
                  <a:lnTo>
                    <a:pt x="2446" y="5328"/>
                  </a:lnTo>
                  <a:cubicBezTo>
                    <a:pt x="2446" y="4660"/>
                    <a:pt x="2988" y="4118"/>
                    <a:pt x="3655" y="4118"/>
                  </a:cubicBezTo>
                  <a:cubicBezTo>
                    <a:pt x="4640" y="4118"/>
                    <a:pt x="5453" y="4859"/>
                    <a:pt x="5579" y="5817"/>
                  </a:cubicBezTo>
                  <a:lnTo>
                    <a:pt x="10338" y="5817"/>
                  </a:lnTo>
                  <a:cubicBezTo>
                    <a:pt x="10338" y="4680"/>
                    <a:pt x="11264" y="3755"/>
                    <a:pt x="12394" y="3755"/>
                  </a:cubicBezTo>
                  <a:lnTo>
                    <a:pt x="12394" y="2063"/>
                  </a:lnTo>
                  <a:cubicBezTo>
                    <a:pt x="11264" y="2063"/>
                    <a:pt x="10338" y="1137"/>
                    <a:pt x="103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6" name="Google Shape;1826;p72"/>
          <p:cNvGrpSpPr/>
          <p:nvPr/>
        </p:nvGrpSpPr>
        <p:grpSpPr>
          <a:xfrm>
            <a:off x="5899773" y="2942666"/>
            <a:ext cx="481569" cy="480329"/>
            <a:chOff x="5899773" y="2942666"/>
            <a:chExt cx="481569" cy="480329"/>
          </a:xfrm>
        </p:grpSpPr>
        <p:sp>
          <p:nvSpPr>
            <p:cNvPr id="1827" name="Google Shape;1827;p72"/>
            <p:cNvSpPr/>
            <p:nvPr/>
          </p:nvSpPr>
          <p:spPr>
            <a:xfrm>
              <a:off x="5965808" y="2997236"/>
              <a:ext cx="198724" cy="90125"/>
            </a:xfrm>
            <a:custGeom>
              <a:avLst/>
              <a:gdLst/>
              <a:ahLst/>
              <a:cxnLst/>
              <a:rect l="l" t="t" r="r" b="b"/>
              <a:pathLst>
                <a:path w="5131" h="2327" extrusionOk="0">
                  <a:moveTo>
                    <a:pt x="2565" y="1"/>
                  </a:moveTo>
                  <a:cubicBezTo>
                    <a:pt x="2474" y="1"/>
                    <a:pt x="2384" y="36"/>
                    <a:pt x="2314" y="105"/>
                  </a:cubicBezTo>
                  <a:lnTo>
                    <a:pt x="1395" y="997"/>
                  </a:lnTo>
                  <a:lnTo>
                    <a:pt x="536" y="614"/>
                  </a:lnTo>
                  <a:cubicBezTo>
                    <a:pt x="486" y="591"/>
                    <a:pt x="433" y="580"/>
                    <a:pt x="382" y="580"/>
                  </a:cubicBezTo>
                  <a:cubicBezTo>
                    <a:pt x="299" y="580"/>
                    <a:pt x="218" y="610"/>
                    <a:pt x="153" y="667"/>
                  </a:cubicBezTo>
                  <a:cubicBezTo>
                    <a:pt x="47" y="753"/>
                    <a:pt x="1" y="898"/>
                    <a:pt x="34" y="1030"/>
                  </a:cubicBezTo>
                  <a:lnTo>
                    <a:pt x="358" y="2326"/>
                  </a:lnTo>
                  <a:cubicBezTo>
                    <a:pt x="1005" y="1996"/>
                    <a:pt x="1713" y="1810"/>
                    <a:pt x="2440" y="1791"/>
                  </a:cubicBezTo>
                  <a:lnTo>
                    <a:pt x="2565" y="1791"/>
                  </a:lnTo>
                  <a:cubicBezTo>
                    <a:pt x="3339" y="1791"/>
                    <a:pt x="4092" y="1969"/>
                    <a:pt x="4780" y="2313"/>
                  </a:cubicBezTo>
                  <a:lnTo>
                    <a:pt x="5097" y="1030"/>
                  </a:lnTo>
                  <a:cubicBezTo>
                    <a:pt x="5130" y="898"/>
                    <a:pt x="5084" y="753"/>
                    <a:pt x="4978" y="667"/>
                  </a:cubicBezTo>
                  <a:cubicBezTo>
                    <a:pt x="4913" y="610"/>
                    <a:pt x="4832" y="580"/>
                    <a:pt x="4749" y="580"/>
                  </a:cubicBezTo>
                  <a:cubicBezTo>
                    <a:pt x="4697" y="580"/>
                    <a:pt x="4645" y="591"/>
                    <a:pt x="4595" y="614"/>
                  </a:cubicBezTo>
                  <a:lnTo>
                    <a:pt x="3735" y="997"/>
                  </a:lnTo>
                  <a:lnTo>
                    <a:pt x="2817" y="105"/>
                  </a:lnTo>
                  <a:cubicBezTo>
                    <a:pt x="2747" y="36"/>
                    <a:pt x="2656" y="1"/>
                    <a:pt x="2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72"/>
            <p:cNvSpPr/>
            <p:nvPr/>
          </p:nvSpPr>
          <p:spPr>
            <a:xfrm>
              <a:off x="5899773" y="2942666"/>
              <a:ext cx="481569" cy="480329"/>
            </a:xfrm>
            <a:custGeom>
              <a:avLst/>
              <a:gdLst/>
              <a:ahLst/>
              <a:cxnLst/>
              <a:rect l="l" t="t" r="r" b="b"/>
              <a:pathLst>
                <a:path w="12434" h="12402" extrusionOk="0">
                  <a:moveTo>
                    <a:pt x="4270" y="5619"/>
                  </a:moveTo>
                  <a:cubicBezTo>
                    <a:pt x="5672" y="5619"/>
                    <a:pt x="6815" y="6756"/>
                    <a:pt x="6815" y="8164"/>
                  </a:cubicBezTo>
                  <a:cubicBezTo>
                    <a:pt x="6815" y="9565"/>
                    <a:pt x="5672" y="10709"/>
                    <a:pt x="4270" y="10709"/>
                  </a:cubicBezTo>
                  <a:cubicBezTo>
                    <a:pt x="2869" y="10709"/>
                    <a:pt x="1725" y="9565"/>
                    <a:pt x="1725" y="8164"/>
                  </a:cubicBezTo>
                  <a:cubicBezTo>
                    <a:pt x="1725" y="6756"/>
                    <a:pt x="2869" y="5619"/>
                    <a:pt x="4270" y="5619"/>
                  </a:cubicBezTo>
                  <a:close/>
                  <a:moveTo>
                    <a:pt x="8190" y="0"/>
                  </a:moveTo>
                  <a:cubicBezTo>
                    <a:pt x="7992" y="0"/>
                    <a:pt x="7833" y="166"/>
                    <a:pt x="7833" y="364"/>
                  </a:cubicBezTo>
                  <a:lnTo>
                    <a:pt x="7833" y="1336"/>
                  </a:lnTo>
                  <a:cubicBezTo>
                    <a:pt x="7833" y="1534"/>
                    <a:pt x="7992" y="1699"/>
                    <a:pt x="8190" y="1699"/>
                  </a:cubicBezTo>
                  <a:lnTo>
                    <a:pt x="9539" y="1699"/>
                  </a:lnTo>
                  <a:lnTo>
                    <a:pt x="6604" y="4627"/>
                  </a:lnTo>
                  <a:cubicBezTo>
                    <a:pt x="5935" y="4181"/>
                    <a:pt x="5124" y="3926"/>
                    <a:pt x="4261" y="3926"/>
                  </a:cubicBezTo>
                  <a:cubicBezTo>
                    <a:pt x="4229" y="3926"/>
                    <a:pt x="4197" y="3926"/>
                    <a:pt x="4165" y="3927"/>
                  </a:cubicBezTo>
                  <a:cubicBezTo>
                    <a:pt x="1944" y="3986"/>
                    <a:pt x="66" y="5883"/>
                    <a:pt x="33" y="8104"/>
                  </a:cubicBezTo>
                  <a:cubicBezTo>
                    <a:pt x="1" y="10471"/>
                    <a:pt x="1911" y="12401"/>
                    <a:pt x="4270" y="12401"/>
                  </a:cubicBezTo>
                  <a:cubicBezTo>
                    <a:pt x="4290" y="12401"/>
                    <a:pt x="4310" y="12401"/>
                    <a:pt x="4330" y="12401"/>
                  </a:cubicBezTo>
                  <a:cubicBezTo>
                    <a:pt x="6551" y="12368"/>
                    <a:pt x="8448" y="10491"/>
                    <a:pt x="8507" y="8270"/>
                  </a:cubicBezTo>
                  <a:cubicBezTo>
                    <a:pt x="8527" y="7371"/>
                    <a:pt x="8270" y="6525"/>
                    <a:pt x="7807" y="5830"/>
                  </a:cubicBezTo>
                  <a:lnTo>
                    <a:pt x="10735" y="2896"/>
                  </a:lnTo>
                  <a:lnTo>
                    <a:pt x="10735" y="4237"/>
                  </a:lnTo>
                  <a:cubicBezTo>
                    <a:pt x="10735" y="4442"/>
                    <a:pt x="10900" y="4601"/>
                    <a:pt x="11099" y="4601"/>
                  </a:cubicBezTo>
                  <a:lnTo>
                    <a:pt x="12070" y="4601"/>
                  </a:lnTo>
                  <a:cubicBezTo>
                    <a:pt x="12269" y="4601"/>
                    <a:pt x="12434" y="4442"/>
                    <a:pt x="12434" y="4237"/>
                  </a:cubicBezTo>
                  <a:lnTo>
                    <a:pt x="12434" y="364"/>
                  </a:lnTo>
                  <a:cubicBezTo>
                    <a:pt x="12434" y="166"/>
                    <a:pt x="12269" y="0"/>
                    <a:pt x="120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9" name="Google Shape;1829;p72"/>
          <p:cNvGrpSpPr/>
          <p:nvPr/>
        </p:nvGrpSpPr>
        <p:grpSpPr>
          <a:xfrm>
            <a:off x="6526731" y="2942743"/>
            <a:ext cx="480328" cy="480212"/>
            <a:chOff x="6526731" y="2942743"/>
            <a:chExt cx="480328" cy="480212"/>
          </a:xfrm>
        </p:grpSpPr>
        <p:sp>
          <p:nvSpPr>
            <p:cNvPr id="1830" name="Google Shape;1830;p72"/>
            <p:cNvSpPr/>
            <p:nvPr/>
          </p:nvSpPr>
          <p:spPr>
            <a:xfrm>
              <a:off x="6864416" y="3262652"/>
              <a:ext cx="59954" cy="41131"/>
            </a:xfrm>
            <a:custGeom>
              <a:avLst/>
              <a:gdLst/>
              <a:ahLst/>
              <a:cxnLst/>
              <a:rect l="l" t="t" r="r" b="b"/>
              <a:pathLst>
                <a:path w="1548" h="1062" extrusionOk="0">
                  <a:moveTo>
                    <a:pt x="0" y="1"/>
                  </a:moveTo>
                  <a:lnTo>
                    <a:pt x="0" y="265"/>
                  </a:lnTo>
                  <a:lnTo>
                    <a:pt x="483" y="913"/>
                  </a:lnTo>
                  <a:cubicBezTo>
                    <a:pt x="556" y="1012"/>
                    <a:pt x="665" y="1062"/>
                    <a:pt x="774" y="1062"/>
                  </a:cubicBezTo>
                  <a:cubicBezTo>
                    <a:pt x="883" y="1062"/>
                    <a:pt x="992" y="1012"/>
                    <a:pt x="1064" y="913"/>
                  </a:cubicBezTo>
                  <a:lnTo>
                    <a:pt x="1547" y="265"/>
                  </a:lnTo>
                  <a:lnTo>
                    <a:pt x="1547" y="1"/>
                  </a:lnTo>
                  <a:cubicBezTo>
                    <a:pt x="1309" y="94"/>
                    <a:pt x="1045" y="146"/>
                    <a:pt x="774" y="146"/>
                  </a:cubicBezTo>
                  <a:cubicBezTo>
                    <a:pt x="503" y="146"/>
                    <a:pt x="238" y="9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72"/>
            <p:cNvSpPr/>
            <p:nvPr/>
          </p:nvSpPr>
          <p:spPr>
            <a:xfrm>
              <a:off x="6564376" y="3066562"/>
              <a:ext cx="131372" cy="65570"/>
            </a:xfrm>
            <a:custGeom>
              <a:avLst/>
              <a:gdLst/>
              <a:ahLst/>
              <a:cxnLst/>
              <a:rect l="l" t="t" r="r" b="b"/>
              <a:pathLst>
                <a:path w="3392" h="1693" extrusionOk="0">
                  <a:moveTo>
                    <a:pt x="364" y="1"/>
                  </a:moveTo>
                  <a:cubicBezTo>
                    <a:pt x="159" y="1"/>
                    <a:pt x="0" y="166"/>
                    <a:pt x="0" y="364"/>
                  </a:cubicBezTo>
                  <a:lnTo>
                    <a:pt x="0" y="483"/>
                  </a:lnTo>
                  <a:cubicBezTo>
                    <a:pt x="0" y="1151"/>
                    <a:pt x="542" y="1693"/>
                    <a:pt x="1210" y="1693"/>
                  </a:cubicBezTo>
                  <a:lnTo>
                    <a:pt x="3391" y="1693"/>
                  </a:lnTo>
                  <a:lnTo>
                    <a:pt x="3391" y="1210"/>
                  </a:lnTo>
                  <a:cubicBezTo>
                    <a:pt x="3391" y="543"/>
                    <a:pt x="2843" y="1"/>
                    <a:pt x="2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72"/>
            <p:cNvSpPr/>
            <p:nvPr/>
          </p:nvSpPr>
          <p:spPr>
            <a:xfrm>
              <a:off x="6583044" y="3154905"/>
              <a:ext cx="112704" cy="85283"/>
            </a:xfrm>
            <a:custGeom>
              <a:avLst/>
              <a:gdLst/>
              <a:ahLst/>
              <a:cxnLst/>
              <a:rect l="l" t="t" r="r" b="b"/>
              <a:pathLst>
                <a:path w="2910" h="2202" extrusionOk="0">
                  <a:moveTo>
                    <a:pt x="1" y="0"/>
                  </a:moveTo>
                  <a:lnTo>
                    <a:pt x="1" y="747"/>
                  </a:lnTo>
                  <a:cubicBezTo>
                    <a:pt x="1" y="1547"/>
                    <a:pt x="649" y="2201"/>
                    <a:pt x="1455" y="2201"/>
                  </a:cubicBezTo>
                  <a:cubicBezTo>
                    <a:pt x="2255" y="2201"/>
                    <a:pt x="2909" y="1547"/>
                    <a:pt x="2909" y="747"/>
                  </a:cubicBezTo>
                  <a:lnTo>
                    <a:pt x="2909" y="139"/>
                  </a:lnTo>
                  <a:lnTo>
                    <a:pt x="728" y="139"/>
                  </a:lnTo>
                  <a:cubicBezTo>
                    <a:pt x="470" y="139"/>
                    <a:pt x="225" y="9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72"/>
            <p:cNvSpPr/>
            <p:nvPr/>
          </p:nvSpPr>
          <p:spPr>
            <a:xfrm>
              <a:off x="6609148" y="3262652"/>
              <a:ext cx="60225" cy="41131"/>
            </a:xfrm>
            <a:custGeom>
              <a:avLst/>
              <a:gdLst/>
              <a:ahLst/>
              <a:cxnLst/>
              <a:rect l="l" t="t" r="r" b="b"/>
              <a:pathLst>
                <a:path w="1555" h="1062" extrusionOk="0">
                  <a:moveTo>
                    <a:pt x="1" y="1"/>
                  </a:moveTo>
                  <a:lnTo>
                    <a:pt x="1" y="265"/>
                  </a:lnTo>
                  <a:lnTo>
                    <a:pt x="490" y="913"/>
                  </a:lnTo>
                  <a:cubicBezTo>
                    <a:pt x="563" y="1012"/>
                    <a:pt x="672" y="1062"/>
                    <a:pt x="781" y="1062"/>
                  </a:cubicBezTo>
                  <a:cubicBezTo>
                    <a:pt x="890" y="1062"/>
                    <a:pt x="999" y="1012"/>
                    <a:pt x="1072" y="913"/>
                  </a:cubicBezTo>
                  <a:lnTo>
                    <a:pt x="1554" y="265"/>
                  </a:lnTo>
                  <a:lnTo>
                    <a:pt x="1554" y="1"/>
                  </a:lnTo>
                  <a:cubicBezTo>
                    <a:pt x="1310" y="94"/>
                    <a:pt x="1052" y="146"/>
                    <a:pt x="781" y="146"/>
                  </a:cubicBezTo>
                  <a:cubicBezTo>
                    <a:pt x="503" y="146"/>
                    <a:pt x="246" y="9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72"/>
            <p:cNvSpPr/>
            <p:nvPr/>
          </p:nvSpPr>
          <p:spPr>
            <a:xfrm>
              <a:off x="6838041" y="3150529"/>
              <a:ext cx="112666" cy="89660"/>
            </a:xfrm>
            <a:custGeom>
              <a:avLst/>
              <a:gdLst/>
              <a:ahLst/>
              <a:cxnLst/>
              <a:rect l="l" t="t" r="r" b="b"/>
              <a:pathLst>
                <a:path w="2909" h="2315" extrusionOk="0">
                  <a:moveTo>
                    <a:pt x="1772" y="1"/>
                  </a:moveTo>
                  <a:cubicBezTo>
                    <a:pt x="1369" y="245"/>
                    <a:pt x="906" y="378"/>
                    <a:pt x="437" y="378"/>
                  </a:cubicBezTo>
                  <a:lnTo>
                    <a:pt x="0" y="378"/>
                  </a:lnTo>
                  <a:lnTo>
                    <a:pt x="0" y="860"/>
                  </a:lnTo>
                  <a:cubicBezTo>
                    <a:pt x="0" y="1660"/>
                    <a:pt x="655" y="2314"/>
                    <a:pt x="1455" y="2314"/>
                  </a:cubicBezTo>
                  <a:cubicBezTo>
                    <a:pt x="2261" y="2314"/>
                    <a:pt x="2909" y="1660"/>
                    <a:pt x="2909" y="860"/>
                  </a:cubicBezTo>
                  <a:lnTo>
                    <a:pt x="2909" y="378"/>
                  </a:lnTo>
                  <a:lnTo>
                    <a:pt x="2790" y="378"/>
                  </a:lnTo>
                  <a:cubicBezTo>
                    <a:pt x="2413" y="378"/>
                    <a:pt x="2050" y="239"/>
                    <a:pt x="17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72"/>
            <p:cNvSpPr/>
            <p:nvPr/>
          </p:nvSpPr>
          <p:spPr>
            <a:xfrm>
              <a:off x="6838041" y="3080660"/>
              <a:ext cx="112666" cy="56352"/>
            </a:xfrm>
            <a:custGeom>
              <a:avLst/>
              <a:gdLst/>
              <a:ahLst/>
              <a:cxnLst/>
              <a:rect l="l" t="t" r="r" b="b"/>
              <a:pathLst>
                <a:path w="2909" h="1455" extrusionOk="0">
                  <a:moveTo>
                    <a:pt x="1455" y="0"/>
                  </a:moveTo>
                  <a:cubicBezTo>
                    <a:pt x="655" y="0"/>
                    <a:pt x="0" y="648"/>
                    <a:pt x="0" y="1454"/>
                  </a:cubicBezTo>
                  <a:lnTo>
                    <a:pt x="437" y="1454"/>
                  </a:lnTo>
                  <a:cubicBezTo>
                    <a:pt x="853" y="1454"/>
                    <a:pt x="1263" y="1309"/>
                    <a:pt x="1593" y="1045"/>
                  </a:cubicBezTo>
                  <a:cubicBezTo>
                    <a:pt x="1654" y="995"/>
                    <a:pt x="1733" y="969"/>
                    <a:pt x="1814" y="969"/>
                  </a:cubicBezTo>
                  <a:cubicBezTo>
                    <a:pt x="1831" y="969"/>
                    <a:pt x="1848" y="970"/>
                    <a:pt x="1864" y="972"/>
                  </a:cubicBezTo>
                  <a:cubicBezTo>
                    <a:pt x="1964" y="985"/>
                    <a:pt x="2050" y="1038"/>
                    <a:pt x="2109" y="1111"/>
                  </a:cubicBezTo>
                  <a:cubicBezTo>
                    <a:pt x="2268" y="1329"/>
                    <a:pt x="2519" y="1454"/>
                    <a:pt x="2790" y="1454"/>
                  </a:cubicBezTo>
                  <a:lnTo>
                    <a:pt x="2909" y="1454"/>
                  </a:lnTo>
                  <a:cubicBezTo>
                    <a:pt x="2909" y="648"/>
                    <a:pt x="2261" y="0"/>
                    <a:pt x="14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72"/>
            <p:cNvSpPr/>
            <p:nvPr/>
          </p:nvSpPr>
          <p:spPr>
            <a:xfrm>
              <a:off x="6695438" y="2942743"/>
              <a:ext cx="142875" cy="121961"/>
            </a:xfrm>
            <a:custGeom>
              <a:avLst/>
              <a:gdLst/>
              <a:ahLst/>
              <a:cxnLst/>
              <a:rect l="l" t="t" r="r" b="b"/>
              <a:pathLst>
                <a:path w="3689" h="3149" extrusionOk="0">
                  <a:moveTo>
                    <a:pt x="1212" y="0"/>
                  </a:moveTo>
                  <a:cubicBezTo>
                    <a:pt x="929" y="0"/>
                    <a:pt x="645" y="107"/>
                    <a:pt x="430" y="322"/>
                  </a:cubicBezTo>
                  <a:cubicBezTo>
                    <a:pt x="1" y="752"/>
                    <a:pt x="1" y="1459"/>
                    <a:pt x="430" y="1889"/>
                  </a:cubicBezTo>
                  <a:lnTo>
                    <a:pt x="1587" y="3039"/>
                  </a:lnTo>
                  <a:cubicBezTo>
                    <a:pt x="1660" y="3112"/>
                    <a:pt x="1752" y="3148"/>
                    <a:pt x="1845" y="3148"/>
                  </a:cubicBezTo>
                  <a:cubicBezTo>
                    <a:pt x="1937" y="3148"/>
                    <a:pt x="2030" y="3112"/>
                    <a:pt x="2103" y="3039"/>
                  </a:cubicBezTo>
                  <a:lnTo>
                    <a:pt x="3253" y="1889"/>
                  </a:lnTo>
                  <a:cubicBezTo>
                    <a:pt x="3689" y="1459"/>
                    <a:pt x="3689" y="752"/>
                    <a:pt x="3253" y="322"/>
                  </a:cubicBezTo>
                  <a:cubicBezTo>
                    <a:pt x="3038" y="107"/>
                    <a:pt x="2756" y="0"/>
                    <a:pt x="2475" y="0"/>
                  </a:cubicBezTo>
                  <a:cubicBezTo>
                    <a:pt x="2254" y="0"/>
                    <a:pt x="2034" y="66"/>
                    <a:pt x="1845" y="197"/>
                  </a:cubicBezTo>
                  <a:cubicBezTo>
                    <a:pt x="1656" y="66"/>
                    <a:pt x="1434" y="0"/>
                    <a:pt x="12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72"/>
            <p:cNvSpPr/>
            <p:nvPr/>
          </p:nvSpPr>
          <p:spPr>
            <a:xfrm>
              <a:off x="6687266" y="3346889"/>
              <a:ext cx="159258" cy="76066"/>
            </a:xfrm>
            <a:custGeom>
              <a:avLst/>
              <a:gdLst/>
              <a:ahLst/>
              <a:cxnLst/>
              <a:rect l="l" t="t" r="r" b="b"/>
              <a:pathLst>
                <a:path w="4112" h="1964" extrusionOk="0">
                  <a:moveTo>
                    <a:pt x="628" y="1"/>
                  </a:moveTo>
                  <a:cubicBezTo>
                    <a:pt x="238" y="377"/>
                    <a:pt x="0" y="900"/>
                    <a:pt x="0" y="1481"/>
                  </a:cubicBezTo>
                  <a:lnTo>
                    <a:pt x="0" y="1964"/>
                  </a:lnTo>
                  <a:lnTo>
                    <a:pt x="4112" y="1964"/>
                  </a:lnTo>
                  <a:lnTo>
                    <a:pt x="4112" y="1481"/>
                  </a:lnTo>
                  <a:cubicBezTo>
                    <a:pt x="4112" y="900"/>
                    <a:pt x="3874" y="377"/>
                    <a:pt x="3484" y="1"/>
                  </a:cubicBezTo>
                  <a:cubicBezTo>
                    <a:pt x="3133" y="391"/>
                    <a:pt x="2618" y="635"/>
                    <a:pt x="2056" y="635"/>
                  </a:cubicBezTo>
                  <a:cubicBezTo>
                    <a:pt x="1487" y="635"/>
                    <a:pt x="978" y="391"/>
                    <a:pt x="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72"/>
            <p:cNvSpPr/>
            <p:nvPr/>
          </p:nvSpPr>
          <p:spPr>
            <a:xfrm>
              <a:off x="6837266" y="3283140"/>
              <a:ext cx="169792" cy="139815"/>
            </a:xfrm>
            <a:custGeom>
              <a:avLst/>
              <a:gdLst/>
              <a:ahLst/>
              <a:cxnLst/>
              <a:rect l="l" t="t" r="r" b="b"/>
              <a:pathLst>
                <a:path w="4384" h="3610" extrusionOk="0">
                  <a:moveTo>
                    <a:pt x="2962" y="1"/>
                  </a:moveTo>
                  <a:lnTo>
                    <a:pt x="2347" y="820"/>
                  </a:lnTo>
                  <a:cubicBezTo>
                    <a:pt x="2129" y="1111"/>
                    <a:pt x="1802" y="1257"/>
                    <a:pt x="1475" y="1257"/>
                  </a:cubicBezTo>
                  <a:cubicBezTo>
                    <a:pt x="1147" y="1257"/>
                    <a:pt x="820" y="1111"/>
                    <a:pt x="602" y="820"/>
                  </a:cubicBezTo>
                  <a:lnTo>
                    <a:pt x="113" y="159"/>
                  </a:lnTo>
                  <a:lnTo>
                    <a:pt x="113" y="159"/>
                  </a:lnTo>
                  <a:cubicBezTo>
                    <a:pt x="120" y="219"/>
                    <a:pt x="120" y="278"/>
                    <a:pt x="120" y="338"/>
                  </a:cubicBezTo>
                  <a:cubicBezTo>
                    <a:pt x="120" y="576"/>
                    <a:pt x="80" y="801"/>
                    <a:pt x="1" y="1012"/>
                  </a:cubicBezTo>
                  <a:lnTo>
                    <a:pt x="120" y="1124"/>
                  </a:lnTo>
                  <a:cubicBezTo>
                    <a:pt x="668" y="1653"/>
                    <a:pt x="966" y="2367"/>
                    <a:pt x="966" y="3127"/>
                  </a:cubicBezTo>
                  <a:lnTo>
                    <a:pt x="966" y="3610"/>
                  </a:lnTo>
                  <a:lnTo>
                    <a:pt x="2565" y="3610"/>
                  </a:lnTo>
                  <a:lnTo>
                    <a:pt x="2565" y="2407"/>
                  </a:lnTo>
                  <a:cubicBezTo>
                    <a:pt x="2565" y="2215"/>
                    <a:pt x="2717" y="2043"/>
                    <a:pt x="2909" y="2037"/>
                  </a:cubicBezTo>
                  <a:cubicBezTo>
                    <a:pt x="2917" y="2036"/>
                    <a:pt x="2924" y="2036"/>
                    <a:pt x="2932" y="2036"/>
                  </a:cubicBezTo>
                  <a:cubicBezTo>
                    <a:pt x="3133" y="2036"/>
                    <a:pt x="3292" y="2203"/>
                    <a:pt x="3292" y="2400"/>
                  </a:cubicBezTo>
                  <a:lnTo>
                    <a:pt x="3292" y="3610"/>
                  </a:lnTo>
                  <a:lnTo>
                    <a:pt x="4020" y="3610"/>
                  </a:lnTo>
                  <a:cubicBezTo>
                    <a:pt x="4218" y="3610"/>
                    <a:pt x="4383" y="3445"/>
                    <a:pt x="4383" y="3246"/>
                  </a:cubicBezTo>
                  <a:lnTo>
                    <a:pt x="4383" y="1799"/>
                  </a:lnTo>
                  <a:cubicBezTo>
                    <a:pt x="4383" y="1065"/>
                    <a:pt x="3934" y="397"/>
                    <a:pt x="3253" y="120"/>
                  </a:cubicBez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72"/>
            <p:cNvSpPr/>
            <p:nvPr/>
          </p:nvSpPr>
          <p:spPr>
            <a:xfrm>
              <a:off x="6526731" y="3283140"/>
              <a:ext cx="169754" cy="139815"/>
            </a:xfrm>
            <a:custGeom>
              <a:avLst/>
              <a:gdLst/>
              <a:ahLst/>
              <a:cxnLst/>
              <a:rect l="l" t="t" r="r" b="b"/>
              <a:pathLst>
                <a:path w="4383" h="3610" extrusionOk="0">
                  <a:moveTo>
                    <a:pt x="1422" y="1"/>
                  </a:moveTo>
                  <a:lnTo>
                    <a:pt x="1124" y="120"/>
                  </a:lnTo>
                  <a:cubicBezTo>
                    <a:pt x="443" y="397"/>
                    <a:pt x="0" y="1065"/>
                    <a:pt x="0" y="1799"/>
                  </a:cubicBezTo>
                  <a:lnTo>
                    <a:pt x="0" y="3246"/>
                  </a:lnTo>
                  <a:cubicBezTo>
                    <a:pt x="0" y="3445"/>
                    <a:pt x="166" y="3610"/>
                    <a:pt x="364" y="3610"/>
                  </a:cubicBezTo>
                  <a:lnTo>
                    <a:pt x="1091" y="3610"/>
                  </a:lnTo>
                  <a:lnTo>
                    <a:pt x="1091" y="2400"/>
                  </a:lnTo>
                  <a:cubicBezTo>
                    <a:pt x="1091" y="2195"/>
                    <a:pt x="1256" y="2037"/>
                    <a:pt x="1455" y="2037"/>
                  </a:cubicBezTo>
                  <a:cubicBezTo>
                    <a:pt x="1653" y="2037"/>
                    <a:pt x="1818" y="2195"/>
                    <a:pt x="1818" y="2400"/>
                  </a:cubicBezTo>
                  <a:lnTo>
                    <a:pt x="1818" y="3610"/>
                  </a:lnTo>
                  <a:lnTo>
                    <a:pt x="3418" y="3610"/>
                  </a:lnTo>
                  <a:lnTo>
                    <a:pt x="3418" y="3127"/>
                  </a:lnTo>
                  <a:cubicBezTo>
                    <a:pt x="3418" y="2367"/>
                    <a:pt x="3715" y="1653"/>
                    <a:pt x="4264" y="1124"/>
                  </a:cubicBezTo>
                  <a:lnTo>
                    <a:pt x="4383" y="1012"/>
                  </a:lnTo>
                  <a:cubicBezTo>
                    <a:pt x="4304" y="801"/>
                    <a:pt x="4264" y="576"/>
                    <a:pt x="4264" y="338"/>
                  </a:cubicBezTo>
                  <a:cubicBezTo>
                    <a:pt x="4264" y="278"/>
                    <a:pt x="4264" y="219"/>
                    <a:pt x="4271" y="159"/>
                  </a:cubicBezTo>
                  <a:lnTo>
                    <a:pt x="4271" y="159"/>
                  </a:lnTo>
                  <a:lnTo>
                    <a:pt x="3781" y="820"/>
                  </a:lnTo>
                  <a:cubicBezTo>
                    <a:pt x="3563" y="1111"/>
                    <a:pt x="3234" y="1257"/>
                    <a:pt x="2906" y="1257"/>
                  </a:cubicBezTo>
                  <a:cubicBezTo>
                    <a:pt x="2578" y="1257"/>
                    <a:pt x="2251" y="1111"/>
                    <a:pt x="2036" y="820"/>
                  </a:cubicBezTo>
                  <a:lnTo>
                    <a:pt x="14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72"/>
            <p:cNvSpPr/>
            <p:nvPr/>
          </p:nvSpPr>
          <p:spPr>
            <a:xfrm>
              <a:off x="6720031" y="3249367"/>
              <a:ext cx="93727" cy="93998"/>
            </a:xfrm>
            <a:custGeom>
              <a:avLst/>
              <a:gdLst/>
              <a:ahLst/>
              <a:cxnLst/>
              <a:rect l="l" t="t" r="r" b="b"/>
              <a:pathLst>
                <a:path w="2420" h="2427" extrusionOk="0">
                  <a:moveTo>
                    <a:pt x="1210" y="0"/>
                  </a:moveTo>
                  <a:cubicBezTo>
                    <a:pt x="542" y="0"/>
                    <a:pt x="0" y="542"/>
                    <a:pt x="0" y="1210"/>
                  </a:cubicBezTo>
                  <a:cubicBezTo>
                    <a:pt x="0" y="1884"/>
                    <a:pt x="542" y="2426"/>
                    <a:pt x="1210" y="2426"/>
                  </a:cubicBezTo>
                  <a:cubicBezTo>
                    <a:pt x="1877" y="2426"/>
                    <a:pt x="2419" y="1884"/>
                    <a:pt x="2419" y="1210"/>
                  </a:cubicBezTo>
                  <a:cubicBezTo>
                    <a:pt x="2419" y="542"/>
                    <a:pt x="1877" y="0"/>
                    <a:pt x="1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72"/>
            <p:cNvSpPr/>
            <p:nvPr/>
          </p:nvSpPr>
          <p:spPr>
            <a:xfrm>
              <a:off x="6909962" y="3038406"/>
              <a:ext cx="67894" cy="61465"/>
            </a:xfrm>
            <a:custGeom>
              <a:avLst/>
              <a:gdLst/>
              <a:ahLst/>
              <a:cxnLst/>
              <a:rect l="l" t="t" r="r" b="b"/>
              <a:pathLst>
                <a:path w="1753" h="1587" extrusionOk="0">
                  <a:moveTo>
                    <a:pt x="787" y="1"/>
                  </a:moveTo>
                  <a:cubicBezTo>
                    <a:pt x="464" y="1"/>
                    <a:pt x="173" y="159"/>
                    <a:pt x="1" y="404"/>
                  </a:cubicBezTo>
                  <a:cubicBezTo>
                    <a:pt x="675" y="536"/>
                    <a:pt x="1237" y="985"/>
                    <a:pt x="1534" y="1587"/>
                  </a:cubicBezTo>
                  <a:cubicBezTo>
                    <a:pt x="1673" y="1422"/>
                    <a:pt x="1753" y="1204"/>
                    <a:pt x="1753" y="972"/>
                  </a:cubicBezTo>
                  <a:cubicBezTo>
                    <a:pt x="1753" y="437"/>
                    <a:pt x="1323" y="1"/>
                    <a:pt x="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 name="Google Shape;1842;p72"/>
          <p:cNvGrpSpPr/>
          <p:nvPr/>
        </p:nvGrpSpPr>
        <p:grpSpPr>
          <a:xfrm>
            <a:off x="7182116" y="2942666"/>
            <a:ext cx="420916" cy="480290"/>
            <a:chOff x="7182116" y="2942666"/>
            <a:chExt cx="420916" cy="480290"/>
          </a:xfrm>
        </p:grpSpPr>
        <p:sp>
          <p:nvSpPr>
            <p:cNvPr id="1843" name="Google Shape;1843;p72"/>
            <p:cNvSpPr/>
            <p:nvPr/>
          </p:nvSpPr>
          <p:spPr>
            <a:xfrm>
              <a:off x="7406633" y="3226052"/>
              <a:ext cx="70179" cy="65338"/>
            </a:xfrm>
            <a:custGeom>
              <a:avLst/>
              <a:gdLst/>
              <a:ahLst/>
              <a:cxnLst/>
              <a:rect l="l" t="t" r="r" b="b"/>
              <a:pathLst>
                <a:path w="1812" h="1687" extrusionOk="0">
                  <a:moveTo>
                    <a:pt x="1" y="1"/>
                  </a:moveTo>
                  <a:lnTo>
                    <a:pt x="1" y="1686"/>
                  </a:lnTo>
                  <a:cubicBezTo>
                    <a:pt x="576" y="1666"/>
                    <a:pt x="1124" y="1600"/>
                    <a:pt x="1640" y="1495"/>
                  </a:cubicBezTo>
                  <a:cubicBezTo>
                    <a:pt x="1732" y="1019"/>
                    <a:pt x="1792" y="516"/>
                    <a:pt x="1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72"/>
            <p:cNvSpPr/>
            <p:nvPr/>
          </p:nvSpPr>
          <p:spPr>
            <a:xfrm>
              <a:off x="7308569" y="3226052"/>
              <a:ext cx="70217" cy="65338"/>
            </a:xfrm>
            <a:custGeom>
              <a:avLst/>
              <a:gdLst/>
              <a:ahLst/>
              <a:cxnLst/>
              <a:rect l="l" t="t" r="r" b="b"/>
              <a:pathLst>
                <a:path w="1813" h="1687" extrusionOk="0">
                  <a:moveTo>
                    <a:pt x="1" y="1"/>
                  </a:moveTo>
                  <a:cubicBezTo>
                    <a:pt x="21" y="516"/>
                    <a:pt x="80" y="1019"/>
                    <a:pt x="173" y="1495"/>
                  </a:cubicBezTo>
                  <a:cubicBezTo>
                    <a:pt x="688" y="1600"/>
                    <a:pt x="1237" y="1666"/>
                    <a:pt x="1812" y="1686"/>
                  </a:cubicBezTo>
                  <a:lnTo>
                    <a:pt x="1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72"/>
            <p:cNvSpPr/>
            <p:nvPr/>
          </p:nvSpPr>
          <p:spPr>
            <a:xfrm>
              <a:off x="7500088" y="3226052"/>
              <a:ext cx="72231" cy="49729"/>
            </a:xfrm>
            <a:custGeom>
              <a:avLst/>
              <a:gdLst/>
              <a:ahLst/>
              <a:cxnLst/>
              <a:rect l="l" t="t" r="r" b="b"/>
              <a:pathLst>
                <a:path w="1865" h="1284" extrusionOk="0">
                  <a:moveTo>
                    <a:pt x="126" y="1"/>
                  </a:moveTo>
                  <a:cubicBezTo>
                    <a:pt x="106" y="437"/>
                    <a:pt x="66" y="873"/>
                    <a:pt x="0" y="1283"/>
                  </a:cubicBezTo>
                  <a:cubicBezTo>
                    <a:pt x="232" y="1204"/>
                    <a:pt x="456" y="1118"/>
                    <a:pt x="661" y="1019"/>
                  </a:cubicBezTo>
                  <a:cubicBezTo>
                    <a:pt x="1276" y="728"/>
                    <a:pt x="1692" y="371"/>
                    <a:pt x="18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72"/>
            <p:cNvSpPr/>
            <p:nvPr/>
          </p:nvSpPr>
          <p:spPr>
            <a:xfrm>
              <a:off x="7323170" y="3313852"/>
              <a:ext cx="55616" cy="78157"/>
            </a:xfrm>
            <a:custGeom>
              <a:avLst/>
              <a:gdLst/>
              <a:ahLst/>
              <a:cxnLst/>
              <a:rect l="l" t="t" r="r" b="b"/>
              <a:pathLst>
                <a:path w="1436" h="2018" extrusionOk="0">
                  <a:moveTo>
                    <a:pt x="1" y="1"/>
                  </a:moveTo>
                  <a:cubicBezTo>
                    <a:pt x="93" y="292"/>
                    <a:pt x="199" y="556"/>
                    <a:pt x="325" y="801"/>
                  </a:cubicBezTo>
                  <a:cubicBezTo>
                    <a:pt x="635" y="1435"/>
                    <a:pt x="1025" y="1858"/>
                    <a:pt x="1435" y="2017"/>
                  </a:cubicBezTo>
                  <a:lnTo>
                    <a:pt x="1435" y="146"/>
                  </a:lnTo>
                  <a:cubicBezTo>
                    <a:pt x="939" y="133"/>
                    <a:pt x="457" y="8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72"/>
            <p:cNvSpPr/>
            <p:nvPr/>
          </p:nvSpPr>
          <p:spPr>
            <a:xfrm>
              <a:off x="7392535" y="3226052"/>
              <a:ext cx="210498" cy="196903"/>
            </a:xfrm>
            <a:custGeom>
              <a:avLst/>
              <a:gdLst/>
              <a:ahLst/>
              <a:cxnLst/>
              <a:rect l="l" t="t" r="r" b="b"/>
              <a:pathLst>
                <a:path w="5435" h="5084" extrusionOk="0">
                  <a:moveTo>
                    <a:pt x="5408" y="1"/>
                  </a:moveTo>
                  <a:cubicBezTo>
                    <a:pt x="5249" y="649"/>
                    <a:pt x="4681" y="1237"/>
                    <a:pt x="3756" y="1673"/>
                  </a:cubicBezTo>
                  <a:cubicBezTo>
                    <a:pt x="3405" y="1838"/>
                    <a:pt x="3022" y="1984"/>
                    <a:pt x="2605" y="2096"/>
                  </a:cubicBezTo>
                  <a:cubicBezTo>
                    <a:pt x="2480" y="2565"/>
                    <a:pt x="2321" y="3002"/>
                    <a:pt x="2123" y="3392"/>
                  </a:cubicBezTo>
                  <a:cubicBezTo>
                    <a:pt x="1581" y="4482"/>
                    <a:pt x="827" y="5084"/>
                    <a:pt x="1" y="5084"/>
                  </a:cubicBezTo>
                  <a:cubicBezTo>
                    <a:pt x="1455" y="5084"/>
                    <a:pt x="2824" y="4515"/>
                    <a:pt x="3855" y="3491"/>
                  </a:cubicBezTo>
                  <a:cubicBezTo>
                    <a:pt x="4800" y="2546"/>
                    <a:pt x="5349" y="1316"/>
                    <a:pt x="5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72"/>
            <p:cNvSpPr/>
            <p:nvPr/>
          </p:nvSpPr>
          <p:spPr>
            <a:xfrm>
              <a:off x="7182116" y="3226052"/>
              <a:ext cx="210459" cy="196903"/>
            </a:xfrm>
            <a:custGeom>
              <a:avLst/>
              <a:gdLst/>
              <a:ahLst/>
              <a:cxnLst/>
              <a:rect l="l" t="t" r="r" b="b"/>
              <a:pathLst>
                <a:path w="5434" h="5084" extrusionOk="0">
                  <a:moveTo>
                    <a:pt x="0" y="1"/>
                  </a:moveTo>
                  <a:cubicBezTo>
                    <a:pt x="86" y="1316"/>
                    <a:pt x="642" y="2546"/>
                    <a:pt x="1580" y="3491"/>
                  </a:cubicBezTo>
                  <a:cubicBezTo>
                    <a:pt x="2611" y="4515"/>
                    <a:pt x="3980" y="5084"/>
                    <a:pt x="5434" y="5084"/>
                  </a:cubicBezTo>
                  <a:cubicBezTo>
                    <a:pt x="4608" y="5084"/>
                    <a:pt x="3854" y="4482"/>
                    <a:pt x="3312" y="3392"/>
                  </a:cubicBezTo>
                  <a:cubicBezTo>
                    <a:pt x="3114" y="3002"/>
                    <a:pt x="2955" y="2565"/>
                    <a:pt x="2830" y="2096"/>
                  </a:cubicBezTo>
                  <a:cubicBezTo>
                    <a:pt x="2420" y="1984"/>
                    <a:pt x="2030" y="1838"/>
                    <a:pt x="1686" y="1673"/>
                  </a:cubicBezTo>
                  <a:cubicBezTo>
                    <a:pt x="761" y="1237"/>
                    <a:pt x="186" y="649"/>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72"/>
            <p:cNvSpPr/>
            <p:nvPr/>
          </p:nvSpPr>
          <p:spPr>
            <a:xfrm>
              <a:off x="7406633" y="3313852"/>
              <a:ext cx="55578" cy="78157"/>
            </a:xfrm>
            <a:custGeom>
              <a:avLst/>
              <a:gdLst/>
              <a:ahLst/>
              <a:cxnLst/>
              <a:rect l="l" t="t" r="r" b="b"/>
              <a:pathLst>
                <a:path w="1435" h="2018" extrusionOk="0">
                  <a:moveTo>
                    <a:pt x="1435" y="1"/>
                  </a:moveTo>
                  <a:lnTo>
                    <a:pt x="1435" y="1"/>
                  </a:lnTo>
                  <a:cubicBezTo>
                    <a:pt x="979" y="80"/>
                    <a:pt x="496" y="133"/>
                    <a:pt x="1" y="146"/>
                  </a:cubicBezTo>
                  <a:lnTo>
                    <a:pt x="1" y="2017"/>
                  </a:lnTo>
                  <a:cubicBezTo>
                    <a:pt x="404" y="1858"/>
                    <a:pt x="800" y="1435"/>
                    <a:pt x="1111" y="801"/>
                  </a:cubicBezTo>
                  <a:cubicBezTo>
                    <a:pt x="1237" y="556"/>
                    <a:pt x="1342" y="292"/>
                    <a:pt x="1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72"/>
            <p:cNvSpPr/>
            <p:nvPr/>
          </p:nvSpPr>
          <p:spPr>
            <a:xfrm>
              <a:off x="7212829" y="3226052"/>
              <a:ext cx="72231" cy="49729"/>
            </a:xfrm>
            <a:custGeom>
              <a:avLst/>
              <a:gdLst/>
              <a:ahLst/>
              <a:cxnLst/>
              <a:rect l="l" t="t" r="r" b="b"/>
              <a:pathLst>
                <a:path w="1865" h="1284" extrusionOk="0">
                  <a:moveTo>
                    <a:pt x="1" y="1"/>
                  </a:moveTo>
                  <a:cubicBezTo>
                    <a:pt x="173" y="371"/>
                    <a:pt x="589" y="728"/>
                    <a:pt x="1204" y="1019"/>
                  </a:cubicBezTo>
                  <a:cubicBezTo>
                    <a:pt x="1409" y="1118"/>
                    <a:pt x="1633" y="1204"/>
                    <a:pt x="1865" y="1283"/>
                  </a:cubicBezTo>
                  <a:cubicBezTo>
                    <a:pt x="1799" y="873"/>
                    <a:pt x="1759" y="437"/>
                    <a:pt x="1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72"/>
            <p:cNvSpPr/>
            <p:nvPr/>
          </p:nvSpPr>
          <p:spPr>
            <a:xfrm>
              <a:off x="7432505" y="2942666"/>
              <a:ext cx="93727" cy="93998"/>
            </a:xfrm>
            <a:custGeom>
              <a:avLst/>
              <a:gdLst/>
              <a:ahLst/>
              <a:cxnLst/>
              <a:rect l="l" t="t" r="r" b="b"/>
              <a:pathLst>
                <a:path w="2420" h="2427" extrusionOk="0">
                  <a:moveTo>
                    <a:pt x="1210" y="0"/>
                  </a:moveTo>
                  <a:cubicBezTo>
                    <a:pt x="542" y="0"/>
                    <a:pt x="0" y="542"/>
                    <a:pt x="0" y="1217"/>
                  </a:cubicBezTo>
                  <a:cubicBezTo>
                    <a:pt x="0" y="1884"/>
                    <a:pt x="542" y="2426"/>
                    <a:pt x="1210" y="2426"/>
                  </a:cubicBezTo>
                  <a:cubicBezTo>
                    <a:pt x="1877" y="2426"/>
                    <a:pt x="2419" y="1884"/>
                    <a:pt x="2419" y="1217"/>
                  </a:cubicBezTo>
                  <a:cubicBezTo>
                    <a:pt x="2419" y="542"/>
                    <a:pt x="1877" y="0"/>
                    <a:pt x="1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72"/>
            <p:cNvSpPr/>
            <p:nvPr/>
          </p:nvSpPr>
          <p:spPr>
            <a:xfrm>
              <a:off x="7258918" y="2942666"/>
              <a:ext cx="93727" cy="93998"/>
            </a:xfrm>
            <a:custGeom>
              <a:avLst/>
              <a:gdLst/>
              <a:ahLst/>
              <a:cxnLst/>
              <a:rect l="l" t="t" r="r" b="b"/>
              <a:pathLst>
                <a:path w="2420" h="2427" extrusionOk="0">
                  <a:moveTo>
                    <a:pt x="1210" y="0"/>
                  </a:moveTo>
                  <a:cubicBezTo>
                    <a:pt x="543" y="0"/>
                    <a:pt x="0" y="542"/>
                    <a:pt x="0" y="1217"/>
                  </a:cubicBezTo>
                  <a:cubicBezTo>
                    <a:pt x="0" y="1884"/>
                    <a:pt x="543" y="2426"/>
                    <a:pt x="1210" y="2426"/>
                  </a:cubicBezTo>
                  <a:cubicBezTo>
                    <a:pt x="1878" y="2426"/>
                    <a:pt x="2420" y="1884"/>
                    <a:pt x="2420" y="1217"/>
                  </a:cubicBezTo>
                  <a:cubicBezTo>
                    <a:pt x="2420" y="542"/>
                    <a:pt x="1878" y="0"/>
                    <a:pt x="1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72"/>
            <p:cNvSpPr/>
            <p:nvPr/>
          </p:nvSpPr>
          <p:spPr>
            <a:xfrm>
              <a:off x="7357485" y="3073999"/>
              <a:ext cx="70179" cy="70450"/>
            </a:xfrm>
            <a:custGeom>
              <a:avLst/>
              <a:gdLst/>
              <a:ahLst/>
              <a:cxnLst/>
              <a:rect l="l" t="t" r="r" b="b"/>
              <a:pathLst>
                <a:path w="1812" h="1819" extrusionOk="0">
                  <a:moveTo>
                    <a:pt x="906" y="0"/>
                  </a:moveTo>
                  <a:cubicBezTo>
                    <a:pt x="404" y="0"/>
                    <a:pt x="0" y="410"/>
                    <a:pt x="0" y="913"/>
                  </a:cubicBezTo>
                  <a:cubicBezTo>
                    <a:pt x="0" y="1408"/>
                    <a:pt x="404" y="1818"/>
                    <a:pt x="906" y="1818"/>
                  </a:cubicBezTo>
                  <a:cubicBezTo>
                    <a:pt x="1408" y="1818"/>
                    <a:pt x="1812" y="1408"/>
                    <a:pt x="1812" y="913"/>
                  </a:cubicBezTo>
                  <a:cubicBezTo>
                    <a:pt x="1812" y="410"/>
                    <a:pt x="1408"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72"/>
            <p:cNvSpPr/>
            <p:nvPr/>
          </p:nvSpPr>
          <p:spPr>
            <a:xfrm>
              <a:off x="7424797" y="3047120"/>
              <a:ext cx="122697" cy="150815"/>
            </a:xfrm>
            <a:custGeom>
              <a:avLst/>
              <a:gdLst/>
              <a:ahLst/>
              <a:cxnLst/>
              <a:rect l="l" t="t" r="r" b="b"/>
              <a:pathLst>
                <a:path w="3168" h="3894" extrusionOk="0">
                  <a:moveTo>
                    <a:pt x="166" y="0"/>
                  </a:moveTo>
                  <a:cubicBezTo>
                    <a:pt x="107" y="60"/>
                    <a:pt x="54" y="126"/>
                    <a:pt x="1" y="199"/>
                  </a:cubicBezTo>
                  <a:cubicBezTo>
                    <a:pt x="483" y="483"/>
                    <a:pt x="807" y="1005"/>
                    <a:pt x="807" y="1607"/>
                  </a:cubicBezTo>
                  <a:cubicBezTo>
                    <a:pt x="807" y="1759"/>
                    <a:pt x="781" y="1904"/>
                    <a:pt x="741" y="2049"/>
                  </a:cubicBezTo>
                  <a:cubicBezTo>
                    <a:pt x="1191" y="2466"/>
                    <a:pt x="1468" y="3061"/>
                    <a:pt x="1468" y="3722"/>
                  </a:cubicBezTo>
                  <a:lnTo>
                    <a:pt x="1468" y="3894"/>
                  </a:lnTo>
                  <a:lnTo>
                    <a:pt x="3167" y="3894"/>
                  </a:lnTo>
                  <a:lnTo>
                    <a:pt x="3167" y="1243"/>
                  </a:lnTo>
                  <a:cubicBezTo>
                    <a:pt x="3167" y="754"/>
                    <a:pt x="2969" y="318"/>
                    <a:pt x="2652" y="0"/>
                  </a:cubicBezTo>
                  <a:cubicBezTo>
                    <a:pt x="2314" y="284"/>
                    <a:pt x="1885" y="456"/>
                    <a:pt x="1409" y="456"/>
                  </a:cubicBezTo>
                  <a:cubicBezTo>
                    <a:pt x="940" y="456"/>
                    <a:pt x="503" y="284"/>
                    <a:pt x="1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72"/>
            <p:cNvSpPr/>
            <p:nvPr/>
          </p:nvSpPr>
          <p:spPr>
            <a:xfrm>
              <a:off x="7237926" y="3047120"/>
              <a:ext cx="122658" cy="150815"/>
            </a:xfrm>
            <a:custGeom>
              <a:avLst/>
              <a:gdLst/>
              <a:ahLst/>
              <a:cxnLst/>
              <a:rect l="l" t="t" r="r" b="b"/>
              <a:pathLst>
                <a:path w="3167" h="3894" extrusionOk="0">
                  <a:moveTo>
                    <a:pt x="516" y="0"/>
                  </a:moveTo>
                  <a:cubicBezTo>
                    <a:pt x="199" y="318"/>
                    <a:pt x="0" y="754"/>
                    <a:pt x="0" y="1243"/>
                  </a:cubicBezTo>
                  <a:lnTo>
                    <a:pt x="0" y="3894"/>
                  </a:lnTo>
                  <a:lnTo>
                    <a:pt x="1693" y="3894"/>
                  </a:lnTo>
                  <a:lnTo>
                    <a:pt x="1693" y="3722"/>
                  </a:lnTo>
                  <a:cubicBezTo>
                    <a:pt x="1693" y="3061"/>
                    <a:pt x="1977" y="2466"/>
                    <a:pt x="2420" y="2049"/>
                  </a:cubicBezTo>
                  <a:cubicBezTo>
                    <a:pt x="2380" y="1904"/>
                    <a:pt x="2360" y="1759"/>
                    <a:pt x="2360" y="1607"/>
                  </a:cubicBezTo>
                  <a:cubicBezTo>
                    <a:pt x="2360" y="1005"/>
                    <a:pt x="2684" y="483"/>
                    <a:pt x="3167" y="199"/>
                  </a:cubicBezTo>
                  <a:cubicBezTo>
                    <a:pt x="3114" y="126"/>
                    <a:pt x="3061" y="60"/>
                    <a:pt x="3001" y="0"/>
                  </a:cubicBezTo>
                  <a:cubicBezTo>
                    <a:pt x="2664" y="284"/>
                    <a:pt x="2228" y="456"/>
                    <a:pt x="1759" y="456"/>
                  </a:cubicBezTo>
                  <a:cubicBezTo>
                    <a:pt x="1283" y="456"/>
                    <a:pt x="853" y="284"/>
                    <a:pt x="5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72"/>
            <p:cNvSpPr/>
            <p:nvPr/>
          </p:nvSpPr>
          <p:spPr>
            <a:xfrm>
              <a:off x="7331613" y="3152078"/>
              <a:ext cx="122154" cy="45856"/>
            </a:xfrm>
            <a:custGeom>
              <a:avLst/>
              <a:gdLst/>
              <a:ahLst/>
              <a:cxnLst/>
              <a:rect l="l" t="t" r="r" b="b"/>
              <a:pathLst>
                <a:path w="3154" h="1184" extrusionOk="0">
                  <a:moveTo>
                    <a:pt x="378" y="0"/>
                  </a:moveTo>
                  <a:cubicBezTo>
                    <a:pt x="146" y="271"/>
                    <a:pt x="1" y="628"/>
                    <a:pt x="1" y="1012"/>
                  </a:cubicBezTo>
                  <a:lnTo>
                    <a:pt x="1" y="1184"/>
                  </a:lnTo>
                  <a:lnTo>
                    <a:pt x="3154" y="1184"/>
                  </a:lnTo>
                  <a:lnTo>
                    <a:pt x="3154" y="1012"/>
                  </a:lnTo>
                  <a:cubicBezTo>
                    <a:pt x="3154" y="628"/>
                    <a:pt x="3008" y="271"/>
                    <a:pt x="2777" y="0"/>
                  </a:cubicBezTo>
                  <a:cubicBezTo>
                    <a:pt x="2480" y="324"/>
                    <a:pt x="2050" y="529"/>
                    <a:pt x="1574" y="529"/>
                  </a:cubicBezTo>
                  <a:cubicBezTo>
                    <a:pt x="1105" y="529"/>
                    <a:pt x="675" y="324"/>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7" name="Google Shape;1857;p72"/>
          <p:cNvGrpSpPr/>
          <p:nvPr/>
        </p:nvGrpSpPr>
        <p:grpSpPr>
          <a:xfrm>
            <a:off x="1540426" y="3531979"/>
            <a:ext cx="440900" cy="480328"/>
            <a:chOff x="1540426" y="3531979"/>
            <a:chExt cx="440900" cy="480328"/>
          </a:xfrm>
        </p:grpSpPr>
        <p:sp>
          <p:nvSpPr>
            <p:cNvPr id="1858" name="Google Shape;1858;p72"/>
            <p:cNvSpPr/>
            <p:nvPr/>
          </p:nvSpPr>
          <p:spPr>
            <a:xfrm>
              <a:off x="1709404" y="3679966"/>
              <a:ext cx="37413" cy="123161"/>
            </a:xfrm>
            <a:custGeom>
              <a:avLst/>
              <a:gdLst/>
              <a:ahLst/>
              <a:cxnLst/>
              <a:rect l="l" t="t" r="r" b="b"/>
              <a:pathLst>
                <a:path w="966" h="3180" extrusionOk="0">
                  <a:moveTo>
                    <a:pt x="965" y="0"/>
                  </a:moveTo>
                  <a:lnTo>
                    <a:pt x="0" y="417"/>
                  </a:lnTo>
                  <a:lnTo>
                    <a:pt x="0" y="1237"/>
                  </a:lnTo>
                  <a:cubicBezTo>
                    <a:pt x="0" y="2017"/>
                    <a:pt x="364" y="2730"/>
                    <a:pt x="965" y="3180"/>
                  </a:cubicBezTo>
                  <a:lnTo>
                    <a:pt x="9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72"/>
            <p:cNvSpPr/>
            <p:nvPr/>
          </p:nvSpPr>
          <p:spPr>
            <a:xfrm>
              <a:off x="1774935" y="3679966"/>
              <a:ext cx="37684" cy="123161"/>
            </a:xfrm>
            <a:custGeom>
              <a:avLst/>
              <a:gdLst/>
              <a:ahLst/>
              <a:cxnLst/>
              <a:rect l="l" t="t" r="r" b="b"/>
              <a:pathLst>
                <a:path w="973" h="3180" extrusionOk="0">
                  <a:moveTo>
                    <a:pt x="1" y="0"/>
                  </a:moveTo>
                  <a:lnTo>
                    <a:pt x="1" y="3180"/>
                  </a:lnTo>
                  <a:cubicBezTo>
                    <a:pt x="602" y="2730"/>
                    <a:pt x="972" y="2017"/>
                    <a:pt x="972" y="1237"/>
                  </a:cubicBezTo>
                  <a:lnTo>
                    <a:pt x="972" y="417"/>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72"/>
            <p:cNvSpPr/>
            <p:nvPr/>
          </p:nvSpPr>
          <p:spPr>
            <a:xfrm>
              <a:off x="1610837" y="3602390"/>
              <a:ext cx="300080" cy="339507"/>
            </a:xfrm>
            <a:custGeom>
              <a:avLst/>
              <a:gdLst/>
              <a:ahLst/>
              <a:cxnLst/>
              <a:rect l="l" t="t" r="r" b="b"/>
              <a:pathLst>
                <a:path w="7748" h="8766" extrusionOk="0">
                  <a:moveTo>
                    <a:pt x="3877" y="1088"/>
                  </a:moveTo>
                  <a:cubicBezTo>
                    <a:pt x="3925" y="1088"/>
                    <a:pt x="3973" y="1098"/>
                    <a:pt x="4019" y="1118"/>
                  </a:cubicBezTo>
                  <a:lnTo>
                    <a:pt x="5712" y="1845"/>
                  </a:lnTo>
                  <a:cubicBezTo>
                    <a:pt x="5850" y="1904"/>
                    <a:pt x="5936" y="2036"/>
                    <a:pt x="5936" y="2182"/>
                  </a:cubicBezTo>
                  <a:lnTo>
                    <a:pt x="5936" y="3240"/>
                  </a:lnTo>
                  <a:cubicBezTo>
                    <a:pt x="5936" y="4509"/>
                    <a:pt x="5183" y="5646"/>
                    <a:pt x="4019" y="6148"/>
                  </a:cubicBezTo>
                  <a:cubicBezTo>
                    <a:pt x="3973" y="6168"/>
                    <a:pt x="3927" y="6174"/>
                    <a:pt x="3874" y="6174"/>
                  </a:cubicBezTo>
                  <a:cubicBezTo>
                    <a:pt x="3828" y="6174"/>
                    <a:pt x="3781" y="6168"/>
                    <a:pt x="3735" y="6148"/>
                  </a:cubicBezTo>
                  <a:cubicBezTo>
                    <a:pt x="2572" y="5646"/>
                    <a:pt x="1818" y="4509"/>
                    <a:pt x="1818" y="3240"/>
                  </a:cubicBezTo>
                  <a:lnTo>
                    <a:pt x="1818" y="2182"/>
                  </a:lnTo>
                  <a:cubicBezTo>
                    <a:pt x="1818" y="2036"/>
                    <a:pt x="1904" y="1904"/>
                    <a:pt x="2036" y="1845"/>
                  </a:cubicBezTo>
                  <a:lnTo>
                    <a:pt x="3735" y="1118"/>
                  </a:lnTo>
                  <a:cubicBezTo>
                    <a:pt x="3781" y="1098"/>
                    <a:pt x="3829" y="1088"/>
                    <a:pt x="3877" y="1088"/>
                  </a:cubicBezTo>
                  <a:close/>
                  <a:moveTo>
                    <a:pt x="6036" y="6902"/>
                  </a:moveTo>
                  <a:cubicBezTo>
                    <a:pt x="6221" y="6902"/>
                    <a:pt x="6386" y="7040"/>
                    <a:pt x="6406" y="7225"/>
                  </a:cubicBezTo>
                  <a:cubicBezTo>
                    <a:pt x="6432" y="7444"/>
                    <a:pt x="6260" y="7629"/>
                    <a:pt x="6049" y="7629"/>
                  </a:cubicBezTo>
                  <a:lnTo>
                    <a:pt x="1699" y="7629"/>
                  </a:lnTo>
                  <a:cubicBezTo>
                    <a:pt x="1508" y="7629"/>
                    <a:pt x="1349" y="7490"/>
                    <a:pt x="1329" y="7305"/>
                  </a:cubicBezTo>
                  <a:cubicBezTo>
                    <a:pt x="1303" y="7087"/>
                    <a:pt x="1475" y="6902"/>
                    <a:pt x="1686" y="6902"/>
                  </a:cubicBezTo>
                  <a:close/>
                  <a:moveTo>
                    <a:pt x="0" y="1"/>
                  </a:moveTo>
                  <a:lnTo>
                    <a:pt x="0" y="8766"/>
                  </a:lnTo>
                  <a:lnTo>
                    <a:pt x="7748" y="8766"/>
                  </a:lnTo>
                  <a:lnTo>
                    <a:pt x="77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72"/>
            <p:cNvSpPr/>
            <p:nvPr/>
          </p:nvSpPr>
          <p:spPr>
            <a:xfrm>
              <a:off x="1560139" y="3531979"/>
              <a:ext cx="400972" cy="42293"/>
            </a:xfrm>
            <a:custGeom>
              <a:avLst/>
              <a:gdLst/>
              <a:ahLst/>
              <a:cxnLst/>
              <a:rect l="l" t="t" r="r" b="b"/>
              <a:pathLst>
                <a:path w="10353" h="1092" extrusionOk="0">
                  <a:moveTo>
                    <a:pt x="1" y="1"/>
                  </a:moveTo>
                  <a:lnTo>
                    <a:pt x="1091" y="1091"/>
                  </a:lnTo>
                  <a:lnTo>
                    <a:pt x="9261" y="1091"/>
                  </a:lnTo>
                  <a:lnTo>
                    <a:pt x="103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72"/>
            <p:cNvSpPr/>
            <p:nvPr/>
          </p:nvSpPr>
          <p:spPr>
            <a:xfrm>
              <a:off x="1560139" y="3970014"/>
              <a:ext cx="400972" cy="42293"/>
            </a:xfrm>
            <a:custGeom>
              <a:avLst/>
              <a:gdLst/>
              <a:ahLst/>
              <a:cxnLst/>
              <a:rect l="l" t="t" r="r" b="b"/>
              <a:pathLst>
                <a:path w="10353" h="1092" extrusionOk="0">
                  <a:moveTo>
                    <a:pt x="1091" y="1"/>
                  </a:moveTo>
                  <a:lnTo>
                    <a:pt x="1" y="1091"/>
                  </a:lnTo>
                  <a:lnTo>
                    <a:pt x="10352" y="1091"/>
                  </a:lnTo>
                  <a:lnTo>
                    <a:pt x="9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72"/>
            <p:cNvSpPr/>
            <p:nvPr/>
          </p:nvSpPr>
          <p:spPr>
            <a:xfrm>
              <a:off x="1939033" y="3551964"/>
              <a:ext cx="42293" cy="440360"/>
            </a:xfrm>
            <a:custGeom>
              <a:avLst/>
              <a:gdLst/>
              <a:ahLst/>
              <a:cxnLst/>
              <a:rect l="l" t="t" r="r" b="b"/>
              <a:pathLst>
                <a:path w="1092" h="11370" extrusionOk="0">
                  <a:moveTo>
                    <a:pt x="1091" y="0"/>
                  </a:moveTo>
                  <a:lnTo>
                    <a:pt x="1" y="1091"/>
                  </a:lnTo>
                  <a:lnTo>
                    <a:pt x="1" y="10279"/>
                  </a:lnTo>
                  <a:lnTo>
                    <a:pt x="1091" y="11370"/>
                  </a:lnTo>
                  <a:lnTo>
                    <a:pt x="10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72"/>
            <p:cNvSpPr/>
            <p:nvPr/>
          </p:nvSpPr>
          <p:spPr>
            <a:xfrm>
              <a:off x="1540426" y="3551964"/>
              <a:ext cx="42293" cy="440360"/>
            </a:xfrm>
            <a:custGeom>
              <a:avLst/>
              <a:gdLst/>
              <a:ahLst/>
              <a:cxnLst/>
              <a:rect l="l" t="t" r="r" b="b"/>
              <a:pathLst>
                <a:path w="1092" h="11370" extrusionOk="0">
                  <a:moveTo>
                    <a:pt x="1" y="0"/>
                  </a:moveTo>
                  <a:lnTo>
                    <a:pt x="1" y="11370"/>
                  </a:lnTo>
                  <a:lnTo>
                    <a:pt x="1091" y="10279"/>
                  </a:lnTo>
                  <a:lnTo>
                    <a:pt x="1091" y="10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 name="Google Shape;1865;p72"/>
          <p:cNvGrpSpPr/>
          <p:nvPr/>
        </p:nvGrpSpPr>
        <p:grpSpPr>
          <a:xfrm>
            <a:off x="2177376" y="3532211"/>
            <a:ext cx="418633" cy="480095"/>
            <a:chOff x="2177376" y="3532211"/>
            <a:chExt cx="418633" cy="480095"/>
          </a:xfrm>
        </p:grpSpPr>
        <p:sp>
          <p:nvSpPr>
            <p:cNvPr id="1866" name="Google Shape;1866;p72"/>
            <p:cNvSpPr/>
            <p:nvPr/>
          </p:nvSpPr>
          <p:spPr>
            <a:xfrm>
              <a:off x="2287988" y="3532211"/>
              <a:ext cx="196903" cy="109645"/>
            </a:xfrm>
            <a:custGeom>
              <a:avLst/>
              <a:gdLst/>
              <a:ahLst/>
              <a:cxnLst/>
              <a:rect l="l" t="t" r="r" b="b"/>
              <a:pathLst>
                <a:path w="5084" h="2831" extrusionOk="0">
                  <a:moveTo>
                    <a:pt x="2535" y="0"/>
                  </a:moveTo>
                  <a:cubicBezTo>
                    <a:pt x="1138" y="0"/>
                    <a:pt x="0" y="1140"/>
                    <a:pt x="0" y="2540"/>
                  </a:cubicBezTo>
                  <a:lnTo>
                    <a:pt x="0" y="2831"/>
                  </a:lnTo>
                  <a:lnTo>
                    <a:pt x="727" y="2831"/>
                  </a:lnTo>
                  <a:lnTo>
                    <a:pt x="727" y="2560"/>
                  </a:lnTo>
                  <a:cubicBezTo>
                    <a:pt x="727" y="1581"/>
                    <a:pt x="1494" y="762"/>
                    <a:pt x="2479" y="722"/>
                  </a:cubicBezTo>
                  <a:cubicBezTo>
                    <a:pt x="2499" y="721"/>
                    <a:pt x="2519" y="721"/>
                    <a:pt x="2539" y="721"/>
                  </a:cubicBezTo>
                  <a:cubicBezTo>
                    <a:pt x="3543" y="721"/>
                    <a:pt x="4363" y="1535"/>
                    <a:pt x="4363" y="2540"/>
                  </a:cubicBezTo>
                  <a:lnTo>
                    <a:pt x="4363" y="2831"/>
                  </a:lnTo>
                  <a:lnTo>
                    <a:pt x="5083" y="2831"/>
                  </a:lnTo>
                  <a:lnTo>
                    <a:pt x="5083" y="2566"/>
                  </a:lnTo>
                  <a:cubicBezTo>
                    <a:pt x="5083" y="1185"/>
                    <a:pt x="3999" y="41"/>
                    <a:pt x="2618" y="1"/>
                  </a:cubicBezTo>
                  <a:cubicBezTo>
                    <a:pt x="2590" y="1"/>
                    <a:pt x="2562" y="0"/>
                    <a:pt x="2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72"/>
            <p:cNvSpPr/>
            <p:nvPr/>
          </p:nvSpPr>
          <p:spPr>
            <a:xfrm>
              <a:off x="2209367" y="3641817"/>
              <a:ext cx="354379" cy="98607"/>
            </a:xfrm>
            <a:custGeom>
              <a:avLst/>
              <a:gdLst/>
              <a:ahLst/>
              <a:cxnLst/>
              <a:rect l="l" t="t" r="r" b="b"/>
              <a:pathLst>
                <a:path w="9150" h="2546" extrusionOk="0">
                  <a:moveTo>
                    <a:pt x="649" y="1"/>
                  </a:moveTo>
                  <a:cubicBezTo>
                    <a:pt x="470" y="1"/>
                    <a:pt x="318" y="133"/>
                    <a:pt x="292" y="318"/>
                  </a:cubicBezTo>
                  <a:lnTo>
                    <a:pt x="1" y="2545"/>
                  </a:lnTo>
                  <a:lnTo>
                    <a:pt x="9149" y="2545"/>
                  </a:lnTo>
                  <a:lnTo>
                    <a:pt x="8859" y="318"/>
                  </a:lnTo>
                  <a:cubicBezTo>
                    <a:pt x="8832" y="133"/>
                    <a:pt x="8680" y="1"/>
                    <a:pt x="8495" y="1"/>
                  </a:cubicBezTo>
                  <a:lnTo>
                    <a:pt x="7113" y="1"/>
                  </a:lnTo>
                  <a:lnTo>
                    <a:pt x="7113" y="1091"/>
                  </a:lnTo>
                  <a:lnTo>
                    <a:pt x="7325" y="1091"/>
                  </a:lnTo>
                  <a:cubicBezTo>
                    <a:pt x="7385" y="1091"/>
                    <a:pt x="7444" y="1118"/>
                    <a:pt x="7484" y="1164"/>
                  </a:cubicBezTo>
                  <a:cubicBezTo>
                    <a:pt x="7741" y="1468"/>
                    <a:pt x="7530" y="1818"/>
                    <a:pt x="7239" y="1818"/>
                  </a:cubicBezTo>
                  <a:lnTo>
                    <a:pt x="6181" y="1818"/>
                  </a:lnTo>
                  <a:cubicBezTo>
                    <a:pt x="6122" y="1818"/>
                    <a:pt x="6062" y="1792"/>
                    <a:pt x="6023" y="1746"/>
                  </a:cubicBezTo>
                  <a:cubicBezTo>
                    <a:pt x="5765" y="1435"/>
                    <a:pt x="5977" y="1091"/>
                    <a:pt x="6267" y="1091"/>
                  </a:cubicBezTo>
                  <a:lnTo>
                    <a:pt x="6393" y="1091"/>
                  </a:lnTo>
                  <a:lnTo>
                    <a:pt x="6393" y="1"/>
                  </a:lnTo>
                  <a:lnTo>
                    <a:pt x="2757" y="1"/>
                  </a:lnTo>
                  <a:lnTo>
                    <a:pt x="2757" y="1091"/>
                  </a:lnTo>
                  <a:lnTo>
                    <a:pt x="2969" y="1091"/>
                  </a:lnTo>
                  <a:cubicBezTo>
                    <a:pt x="3028" y="1091"/>
                    <a:pt x="3088" y="1118"/>
                    <a:pt x="3128" y="1164"/>
                  </a:cubicBezTo>
                  <a:cubicBezTo>
                    <a:pt x="3385" y="1468"/>
                    <a:pt x="3174" y="1818"/>
                    <a:pt x="2876" y="1818"/>
                  </a:cubicBezTo>
                  <a:lnTo>
                    <a:pt x="1825" y="1818"/>
                  </a:lnTo>
                  <a:cubicBezTo>
                    <a:pt x="1759" y="1818"/>
                    <a:pt x="1706" y="1792"/>
                    <a:pt x="1667" y="1746"/>
                  </a:cubicBezTo>
                  <a:cubicBezTo>
                    <a:pt x="1402" y="1435"/>
                    <a:pt x="1620" y="1091"/>
                    <a:pt x="1911" y="1091"/>
                  </a:cubicBezTo>
                  <a:lnTo>
                    <a:pt x="2030" y="1091"/>
                  </a:lnTo>
                  <a:lnTo>
                    <a:pt x="20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72"/>
            <p:cNvSpPr/>
            <p:nvPr/>
          </p:nvSpPr>
          <p:spPr>
            <a:xfrm>
              <a:off x="2177376" y="3946737"/>
              <a:ext cx="418633" cy="65570"/>
            </a:xfrm>
            <a:custGeom>
              <a:avLst/>
              <a:gdLst/>
              <a:ahLst/>
              <a:cxnLst/>
              <a:rect l="l" t="t" r="r" b="b"/>
              <a:pathLst>
                <a:path w="10809" h="1693" extrusionOk="0">
                  <a:moveTo>
                    <a:pt x="126" y="0"/>
                  </a:moveTo>
                  <a:lnTo>
                    <a:pt x="34" y="734"/>
                  </a:lnTo>
                  <a:cubicBezTo>
                    <a:pt x="1" y="978"/>
                    <a:pt x="73" y="1223"/>
                    <a:pt x="232" y="1402"/>
                  </a:cubicBezTo>
                  <a:cubicBezTo>
                    <a:pt x="397" y="1587"/>
                    <a:pt x="629" y="1692"/>
                    <a:pt x="873" y="1692"/>
                  </a:cubicBezTo>
                  <a:lnTo>
                    <a:pt x="9936" y="1692"/>
                  </a:lnTo>
                  <a:cubicBezTo>
                    <a:pt x="10180" y="1692"/>
                    <a:pt x="10412" y="1587"/>
                    <a:pt x="10577" y="1402"/>
                  </a:cubicBezTo>
                  <a:cubicBezTo>
                    <a:pt x="10736" y="1223"/>
                    <a:pt x="10808" y="978"/>
                    <a:pt x="10775" y="734"/>
                  </a:cubicBezTo>
                  <a:lnTo>
                    <a:pt x="106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72"/>
            <p:cNvSpPr/>
            <p:nvPr/>
          </p:nvSpPr>
          <p:spPr>
            <a:xfrm>
              <a:off x="2363240" y="3820013"/>
              <a:ext cx="46902" cy="46863"/>
            </a:xfrm>
            <a:custGeom>
              <a:avLst/>
              <a:gdLst/>
              <a:ahLst/>
              <a:cxnLst/>
              <a:rect l="l" t="t" r="r" b="b"/>
              <a:pathLst>
                <a:path w="1211" h="1210" extrusionOk="0">
                  <a:moveTo>
                    <a:pt x="609" y="0"/>
                  </a:moveTo>
                  <a:cubicBezTo>
                    <a:pt x="272" y="0"/>
                    <a:pt x="1" y="271"/>
                    <a:pt x="1" y="608"/>
                  </a:cubicBezTo>
                  <a:cubicBezTo>
                    <a:pt x="1" y="939"/>
                    <a:pt x="272" y="1210"/>
                    <a:pt x="609" y="1210"/>
                  </a:cubicBezTo>
                  <a:cubicBezTo>
                    <a:pt x="939" y="1210"/>
                    <a:pt x="1210" y="939"/>
                    <a:pt x="1210" y="608"/>
                  </a:cubicBezTo>
                  <a:cubicBezTo>
                    <a:pt x="1210" y="271"/>
                    <a:pt x="939" y="0"/>
                    <a:pt x="6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72"/>
            <p:cNvSpPr/>
            <p:nvPr/>
          </p:nvSpPr>
          <p:spPr>
            <a:xfrm>
              <a:off x="2186090" y="3768541"/>
              <a:ext cx="401204" cy="150079"/>
            </a:xfrm>
            <a:custGeom>
              <a:avLst/>
              <a:gdLst/>
              <a:ahLst/>
              <a:cxnLst/>
              <a:rect l="l" t="t" r="r" b="b"/>
              <a:pathLst>
                <a:path w="10359" h="3875" extrusionOk="0">
                  <a:moveTo>
                    <a:pt x="2171" y="846"/>
                  </a:moveTo>
                  <a:cubicBezTo>
                    <a:pt x="2291" y="846"/>
                    <a:pt x="2402" y="918"/>
                    <a:pt x="2440" y="1038"/>
                  </a:cubicBezTo>
                  <a:cubicBezTo>
                    <a:pt x="2440" y="1038"/>
                    <a:pt x="2440" y="1045"/>
                    <a:pt x="2440" y="1045"/>
                  </a:cubicBezTo>
                  <a:lnTo>
                    <a:pt x="2730" y="2010"/>
                  </a:lnTo>
                  <a:lnTo>
                    <a:pt x="3001" y="1045"/>
                  </a:lnTo>
                  <a:cubicBezTo>
                    <a:pt x="3001" y="1045"/>
                    <a:pt x="3001" y="1045"/>
                    <a:pt x="3008" y="1038"/>
                  </a:cubicBezTo>
                  <a:cubicBezTo>
                    <a:pt x="3046" y="924"/>
                    <a:pt x="3151" y="846"/>
                    <a:pt x="3271" y="846"/>
                  </a:cubicBezTo>
                  <a:cubicBezTo>
                    <a:pt x="3276" y="846"/>
                    <a:pt x="3281" y="846"/>
                    <a:pt x="3286" y="847"/>
                  </a:cubicBezTo>
                  <a:cubicBezTo>
                    <a:pt x="3418" y="853"/>
                    <a:pt x="3524" y="946"/>
                    <a:pt x="3543" y="1071"/>
                  </a:cubicBezTo>
                  <a:lnTo>
                    <a:pt x="3550" y="1071"/>
                  </a:lnTo>
                  <a:lnTo>
                    <a:pt x="3861" y="2724"/>
                  </a:lnTo>
                  <a:cubicBezTo>
                    <a:pt x="3887" y="2856"/>
                    <a:pt x="3801" y="2982"/>
                    <a:pt x="3669" y="3008"/>
                  </a:cubicBezTo>
                  <a:cubicBezTo>
                    <a:pt x="3653" y="3011"/>
                    <a:pt x="3637" y="3013"/>
                    <a:pt x="3621" y="3013"/>
                  </a:cubicBezTo>
                  <a:cubicBezTo>
                    <a:pt x="3508" y="3013"/>
                    <a:pt x="3408" y="2933"/>
                    <a:pt x="3385" y="2816"/>
                  </a:cubicBezTo>
                  <a:lnTo>
                    <a:pt x="3233" y="2003"/>
                  </a:lnTo>
                  <a:lnTo>
                    <a:pt x="3001" y="2823"/>
                  </a:lnTo>
                  <a:cubicBezTo>
                    <a:pt x="3001" y="2823"/>
                    <a:pt x="3001" y="2830"/>
                    <a:pt x="2995" y="2830"/>
                  </a:cubicBezTo>
                  <a:cubicBezTo>
                    <a:pt x="2962" y="2949"/>
                    <a:pt x="2856" y="3021"/>
                    <a:pt x="2730" y="3021"/>
                  </a:cubicBezTo>
                  <a:cubicBezTo>
                    <a:pt x="2611" y="3021"/>
                    <a:pt x="2506" y="2949"/>
                    <a:pt x="2466" y="2836"/>
                  </a:cubicBezTo>
                  <a:lnTo>
                    <a:pt x="2459" y="2823"/>
                  </a:lnTo>
                  <a:lnTo>
                    <a:pt x="2221" y="2010"/>
                  </a:lnTo>
                  <a:lnTo>
                    <a:pt x="2076" y="2810"/>
                  </a:lnTo>
                  <a:cubicBezTo>
                    <a:pt x="2052" y="2929"/>
                    <a:pt x="1947" y="3011"/>
                    <a:pt x="1835" y="3011"/>
                  </a:cubicBezTo>
                  <a:cubicBezTo>
                    <a:pt x="1823" y="3011"/>
                    <a:pt x="1811" y="3010"/>
                    <a:pt x="1798" y="3008"/>
                  </a:cubicBezTo>
                  <a:cubicBezTo>
                    <a:pt x="1666" y="2982"/>
                    <a:pt x="1574" y="2856"/>
                    <a:pt x="1600" y="2724"/>
                  </a:cubicBezTo>
                  <a:lnTo>
                    <a:pt x="1898" y="1078"/>
                  </a:lnTo>
                  <a:cubicBezTo>
                    <a:pt x="1898" y="1071"/>
                    <a:pt x="1898" y="1071"/>
                    <a:pt x="1898" y="1071"/>
                  </a:cubicBezTo>
                  <a:cubicBezTo>
                    <a:pt x="1924" y="946"/>
                    <a:pt x="2030" y="853"/>
                    <a:pt x="2155" y="847"/>
                  </a:cubicBezTo>
                  <a:cubicBezTo>
                    <a:pt x="2161" y="846"/>
                    <a:pt x="2166" y="846"/>
                    <a:pt x="2171" y="846"/>
                  </a:cubicBezTo>
                  <a:close/>
                  <a:moveTo>
                    <a:pt x="5183" y="847"/>
                  </a:moveTo>
                  <a:cubicBezTo>
                    <a:pt x="5778" y="847"/>
                    <a:pt x="6267" y="1336"/>
                    <a:pt x="6267" y="1937"/>
                  </a:cubicBezTo>
                  <a:cubicBezTo>
                    <a:pt x="6267" y="2539"/>
                    <a:pt x="5778" y="3021"/>
                    <a:pt x="5183" y="3021"/>
                  </a:cubicBezTo>
                  <a:cubicBezTo>
                    <a:pt x="4581" y="3021"/>
                    <a:pt x="4092" y="2539"/>
                    <a:pt x="4092" y="1937"/>
                  </a:cubicBezTo>
                  <a:cubicBezTo>
                    <a:pt x="4092" y="1336"/>
                    <a:pt x="4581" y="847"/>
                    <a:pt x="5183" y="847"/>
                  </a:cubicBezTo>
                  <a:close/>
                  <a:moveTo>
                    <a:pt x="8181" y="846"/>
                  </a:moveTo>
                  <a:cubicBezTo>
                    <a:pt x="8225" y="846"/>
                    <a:pt x="8271" y="856"/>
                    <a:pt x="8316" y="880"/>
                  </a:cubicBezTo>
                  <a:cubicBezTo>
                    <a:pt x="8395" y="913"/>
                    <a:pt x="8448" y="985"/>
                    <a:pt x="8461" y="1071"/>
                  </a:cubicBezTo>
                  <a:lnTo>
                    <a:pt x="8461" y="1078"/>
                  </a:lnTo>
                  <a:lnTo>
                    <a:pt x="8759" y="2724"/>
                  </a:lnTo>
                  <a:cubicBezTo>
                    <a:pt x="8785" y="2856"/>
                    <a:pt x="8693" y="2982"/>
                    <a:pt x="8567" y="3008"/>
                  </a:cubicBezTo>
                  <a:cubicBezTo>
                    <a:pt x="8554" y="3010"/>
                    <a:pt x="8542" y="3011"/>
                    <a:pt x="8529" y="3011"/>
                  </a:cubicBezTo>
                  <a:cubicBezTo>
                    <a:pt x="8412" y="3011"/>
                    <a:pt x="8307" y="2929"/>
                    <a:pt x="8283" y="2810"/>
                  </a:cubicBezTo>
                  <a:lnTo>
                    <a:pt x="8138" y="2010"/>
                  </a:lnTo>
                  <a:lnTo>
                    <a:pt x="7900" y="2823"/>
                  </a:lnTo>
                  <a:cubicBezTo>
                    <a:pt x="7893" y="2843"/>
                    <a:pt x="7880" y="2863"/>
                    <a:pt x="7873" y="2889"/>
                  </a:cubicBezTo>
                  <a:cubicBezTo>
                    <a:pt x="7827" y="2975"/>
                    <a:pt x="7734" y="3021"/>
                    <a:pt x="7635" y="3021"/>
                  </a:cubicBezTo>
                  <a:cubicBezTo>
                    <a:pt x="7523" y="3021"/>
                    <a:pt x="7417" y="2955"/>
                    <a:pt x="7371" y="2849"/>
                  </a:cubicBezTo>
                  <a:cubicBezTo>
                    <a:pt x="7364" y="2843"/>
                    <a:pt x="7364" y="2830"/>
                    <a:pt x="7358" y="2823"/>
                  </a:cubicBezTo>
                  <a:lnTo>
                    <a:pt x="7126" y="2003"/>
                  </a:lnTo>
                  <a:lnTo>
                    <a:pt x="6974" y="2816"/>
                  </a:lnTo>
                  <a:cubicBezTo>
                    <a:pt x="6951" y="2933"/>
                    <a:pt x="6851" y="3013"/>
                    <a:pt x="6738" y="3013"/>
                  </a:cubicBezTo>
                  <a:cubicBezTo>
                    <a:pt x="6722" y="3013"/>
                    <a:pt x="6706" y="3011"/>
                    <a:pt x="6690" y="3008"/>
                  </a:cubicBezTo>
                  <a:cubicBezTo>
                    <a:pt x="6558" y="2982"/>
                    <a:pt x="6472" y="2856"/>
                    <a:pt x="6498" y="2724"/>
                  </a:cubicBezTo>
                  <a:lnTo>
                    <a:pt x="6816" y="1071"/>
                  </a:lnTo>
                  <a:cubicBezTo>
                    <a:pt x="6835" y="946"/>
                    <a:pt x="6948" y="853"/>
                    <a:pt x="7073" y="847"/>
                  </a:cubicBezTo>
                  <a:cubicBezTo>
                    <a:pt x="7078" y="846"/>
                    <a:pt x="7083" y="846"/>
                    <a:pt x="7088" y="846"/>
                  </a:cubicBezTo>
                  <a:cubicBezTo>
                    <a:pt x="7208" y="846"/>
                    <a:pt x="7319" y="924"/>
                    <a:pt x="7358" y="1038"/>
                  </a:cubicBezTo>
                  <a:cubicBezTo>
                    <a:pt x="7358" y="1045"/>
                    <a:pt x="7358" y="1045"/>
                    <a:pt x="7358" y="1045"/>
                  </a:cubicBezTo>
                  <a:lnTo>
                    <a:pt x="7635" y="2010"/>
                  </a:lnTo>
                  <a:lnTo>
                    <a:pt x="7919" y="1045"/>
                  </a:lnTo>
                  <a:cubicBezTo>
                    <a:pt x="7919" y="1045"/>
                    <a:pt x="7919" y="1038"/>
                    <a:pt x="7919" y="1038"/>
                  </a:cubicBezTo>
                  <a:cubicBezTo>
                    <a:pt x="7958" y="923"/>
                    <a:pt x="8063" y="846"/>
                    <a:pt x="8181" y="846"/>
                  </a:cubicBezTo>
                  <a:close/>
                  <a:moveTo>
                    <a:pt x="509" y="1"/>
                  </a:moveTo>
                  <a:lnTo>
                    <a:pt x="0" y="3874"/>
                  </a:lnTo>
                  <a:lnTo>
                    <a:pt x="10359" y="3874"/>
                  </a:lnTo>
                  <a:lnTo>
                    <a:pt x="98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 name="Google Shape;1871;p72"/>
          <p:cNvGrpSpPr/>
          <p:nvPr/>
        </p:nvGrpSpPr>
        <p:grpSpPr>
          <a:xfrm>
            <a:off x="2772343" y="3531979"/>
            <a:ext cx="480329" cy="480329"/>
            <a:chOff x="2772343" y="3531979"/>
            <a:chExt cx="480329" cy="480329"/>
          </a:xfrm>
        </p:grpSpPr>
        <p:sp>
          <p:nvSpPr>
            <p:cNvPr id="1872" name="Google Shape;1872;p72"/>
            <p:cNvSpPr/>
            <p:nvPr/>
          </p:nvSpPr>
          <p:spPr>
            <a:xfrm>
              <a:off x="3114366" y="3616797"/>
              <a:ext cx="55345" cy="53486"/>
            </a:xfrm>
            <a:custGeom>
              <a:avLst/>
              <a:gdLst/>
              <a:ahLst/>
              <a:cxnLst/>
              <a:rect l="l" t="t" r="r" b="b"/>
              <a:pathLst>
                <a:path w="1429" h="1381" extrusionOk="0">
                  <a:moveTo>
                    <a:pt x="897" y="0"/>
                  </a:moveTo>
                  <a:cubicBezTo>
                    <a:pt x="773" y="0"/>
                    <a:pt x="649" y="48"/>
                    <a:pt x="556" y="144"/>
                  </a:cubicBezTo>
                  <a:lnTo>
                    <a:pt x="1" y="693"/>
                  </a:lnTo>
                  <a:cubicBezTo>
                    <a:pt x="252" y="898"/>
                    <a:pt x="483" y="1129"/>
                    <a:pt x="688" y="1380"/>
                  </a:cubicBezTo>
                  <a:lnTo>
                    <a:pt x="1237" y="825"/>
                  </a:lnTo>
                  <a:cubicBezTo>
                    <a:pt x="1429" y="640"/>
                    <a:pt x="1429" y="329"/>
                    <a:pt x="1237" y="144"/>
                  </a:cubicBezTo>
                  <a:cubicBezTo>
                    <a:pt x="1144" y="48"/>
                    <a:pt x="1020" y="0"/>
                    <a:pt x="8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72"/>
            <p:cNvSpPr/>
            <p:nvPr/>
          </p:nvSpPr>
          <p:spPr>
            <a:xfrm>
              <a:off x="2772343" y="3531979"/>
              <a:ext cx="480329" cy="480329"/>
            </a:xfrm>
            <a:custGeom>
              <a:avLst/>
              <a:gdLst/>
              <a:ahLst/>
              <a:cxnLst/>
              <a:rect l="l" t="t" r="r" b="b"/>
              <a:pathLst>
                <a:path w="12402" h="12402" extrusionOk="0">
                  <a:moveTo>
                    <a:pt x="6201" y="1"/>
                  </a:moveTo>
                  <a:cubicBezTo>
                    <a:pt x="4542" y="1"/>
                    <a:pt x="2988" y="649"/>
                    <a:pt x="1818" y="1819"/>
                  </a:cubicBezTo>
                  <a:cubicBezTo>
                    <a:pt x="648" y="2989"/>
                    <a:pt x="1" y="4549"/>
                    <a:pt x="1" y="6201"/>
                  </a:cubicBezTo>
                  <a:cubicBezTo>
                    <a:pt x="1" y="7860"/>
                    <a:pt x="648" y="9414"/>
                    <a:pt x="1818" y="10584"/>
                  </a:cubicBezTo>
                  <a:cubicBezTo>
                    <a:pt x="2988" y="11754"/>
                    <a:pt x="4542" y="12401"/>
                    <a:pt x="6201" y="12401"/>
                  </a:cubicBezTo>
                  <a:cubicBezTo>
                    <a:pt x="7854" y="12401"/>
                    <a:pt x="9414" y="11754"/>
                    <a:pt x="10584" y="10584"/>
                  </a:cubicBezTo>
                  <a:cubicBezTo>
                    <a:pt x="11754" y="9414"/>
                    <a:pt x="12401" y="7860"/>
                    <a:pt x="12401" y="6201"/>
                  </a:cubicBezTo>
                  <a:cubicBezTo>
                    <a:pt x="12401" y="4549"/>
                    <a:pt x="11754" y="2989"/>
                    <a:pt x="10584" y="1819"/>
                  </a:cubicBezTo>
                  <a:lnTo>
                    <a:pt x="10584" y="1819"/>
                  </a:lnTo>
                  <a:cubicBezTo>
                    <a:pt x="11053" y="2288"/>
                    <a:pt x="11053" y="3061"/>
                    <a:pt x="10584" y="3531"/>
                  </a:cubicBezTo>
                  <a:lnTo>
                    <a:pt x="9929" y="4185"/>
                  </a:lnTo>
                  <a:cubicBezTo>
                    <a:pt x="10253" y="4787"/>
                    <a:pt x="10438" y="5474"/>
                    <a:pt x="10438" y="6201"/>
                  </a:cubicBezTo>
                  <a:cubicBezTo>
                    <a:pt x="10438" y="8541"/>
                    <a:pt x="8534" y="10438"/>
                    <a:pt x="6201" y="10438"/>
                  </a:cubicBezTo>
                  <a:cubicBezTo>
                    <a:pt x="3861" y="10438"/>
                    <a:pt x="1964" y="8541"/>
                    <a:pt x="1964" y="6201"/>
                  </a:cubicBezTo>
                  <a:cubicBezTo>
                    <a:pt x="1964" y="3868"/>
                    <a:pt x="3861" y="1964"/>
                    <a:pt x="6201" y="1964"/>
                  </a:cubicBezTo>
                  <a:cubicBezTo>
                    <a:pt x="6928" y="1964"/>
                    <a:pt x="7616" y="2149"/>
                    <a:pt x="8217" y="2473"/>
                  </a:cubicBezTo>
                  <a:lnTo>
                    <a:pt x="8871" y="1819"/>
                  </a:lnTo>
                  <a:cubicBezTo>
                    <a:pt x="9106" y="1584"/>
                    <a:pt x="9415" y="1467"/>
                    <a:pt x="9725" y="1467"/>
                  </a:cubicBezTo>
                  <a:cubicBezTo>
                    <a:pt x="10035" y="1467"/>
                    <a:pt x="10346" y="1584"/>
                    <a:pt x="10584" y="1819"/>
                  </a:cubicBezTo>
                  <a:cubicBezTo>
                    <a:pt x="9414" y="649"/>
                    <a:pt x="7854" y="1"/>
                    <a:pt x="6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72"/>
            <p:cNvSpPr/>
            <p:nvPr/>
          </p:nvSpPr>
          <p:spPr>
            <a:xfrm>
              <a:off x="2938494" y="3720671"/>
              <a:ext cx="148026" cy="115996"/>
            </a:xfrm>
            <a:custGeom>
              <a:avLst/>
              <a:gdLst/>
              <a:ahLst/>
              <a:cxnLst/>
              <a:rect l="l" t="t" r="r" b="b"/>
              <a:pathLst>
                <a:path w="3822" h="2995" extrusionOk="0">
                  <a:moveTo>
                    <a:pt x="902" y="0"/>
                  </a:moveTo>
                  <a:cubicBezTo>
                    <a:pt x="691" y="0"/>
                    <a:pt x="480" y="80"/>
                    <a:pt x="318" y="238"/>
                  </a:cubicBezTo>
                  <a:cubicBezTo>
                    <a:pt x="1" y="562"/>
                    <a:pt x="1" y="1085"/>
                    <a:pt x="318" y="1408"/>
                  </a:cubicBezTo>
                  <a:lnTo>
                    <a:pt x="1911" y="2995"/>
                  </a:lnTo>
                  <a:lnTo>
                    <a:pt x="3497" y="1408"/>
                  </a:lnTo>
                  <a:cubicBezTo>
                    <a:pt x="3821" y="1085"/>
                    <a:pt x="3821" y="562"/>
                    <a:pt x="3497" y="238"/>
                  </a:cubicBezTo>
                  <a:cubicBezTo>
                    <a:pt x="3339" y="80"/>
                    <a:pt x="3129" y="0"/>
                    <a:pt x="2918" y="0"/>
                  </a:cubicBezTo>
                  <a:cubicBezTo>
                    <a:pt x="2708" y="0"/>
                    <a:pt x="2496" y="80"/>
                    <a:pt x="2334" y="238"/>
                  </a:cubicBezTo>
                  <a:lnTo>
                    <a:pt x="2169" y="410"/>
                  </a:lnTo>
                  <a:cubicBezTo>
                    <a:pt x="2096" y="480"/>
                    <a:pt x="2002" y="514"/>
                    <a:pt x="1909" y="514"/>
                  </a:cubicBezTo>
                  <a:cubicBezTo>
                    <a:pt x="1815" y="514"/>
                    <a:pt x="1723" y="480"/>
                    <a:pt x="1653" y="410"/>
                  </a:cubicBezTo>
                  <a:lnTo>
                    <a:pt x="1481" y="238"/>
                  </a:lnTo>
                  <a:cubicBezTo>
                    <a:pt x="1323" y="80"/>
                    <a:pt x="1113" y="0"/>
                    <a:pt x="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72"/>
            <p:cNvSpPr/>
            <p:nvPr/>
          </p:nvSpPr>
          <p:spPr>
            <a:xfrm>
              <a:off x="2876565" y="3636201"/>
              <a:ext cx="271885" cy="271923"/>
            </a:xfrm>
            <a:custGeom>
              <a:avLst/>
              <a:gdLst/>
              <a:ahLst/>
              <a:cxnLst/>
              <a:rect l="l" t="t" r="r" b="b"/>
              <a:pathLst>
                <a:path w="7020" h="7021" extrusionOk="0">
                  <a:moveTo>
                    <a:pt x="4519" y="1452"/>
                  </a:moveTo>
                  <a:cubicBezTo>
                    <a:pt x="4915" y="1452"/>
                    <a:pt x="5311" y="1602"/>
                    <a:pt x="5612" y="1904"/>
                  </a:cubicBezTo>
                  <a:cubicBezTo>
                    <a:pt x="6220" y="2512"/>
                    <a:pt x="6220" y="3497"/>
                    <a:pt x="5612" y="4098"/>
                  </a:cubicBezTo>
                  <a:lnTo>
                    <a:pt x="3768" y="5949"/>
                  </a:lnTo>
                  <a:cubicBezTo>
                    <a:pt x="3695" y="6019"/>
                    <a:pt x="3601" y="6053"/>
                    <a:pt x="3508" y="6053"/>
                  </a:cubicBezTo>
                  <a:cubicBezTo>
                    <a:pt x="3414" y="6053"/>
                    <a:pt x="3322" y="6019"/>
                    <a:pt x="3252" y="5949"/>
                  </a:cubicBezTo>
                  <a:lnTo>
                    <a:pt x="1401" y="4098"/>
                  </a:lnTo>
                  <a:cubicBezTo>
                    <a:pt x="800" y="3497"/>
                    <a:pt x="800" y="2512"/>
                    <a:pt x="1401" y="1904"/>
                  </a:cubicBezTo>
                  <a:cubicBezTo>
                    <a:pt x="1706" y="1602"/>
                    <a:pt x="2104" y="1452"/>
                    <a:pt x="2500" y="1452"/>
                  </a:cubicBezTo>
                  <a:cubicBezTo>
                    <a:pt x="2861" y="1452"/>
                    <a:pt x="3221" y="1576"/>
                    <a:pt x="3510" y="1825"/>
                  </a:cubicBezTo>
                  <a:cubicBezTo>
                    <a:pt x="3799" y="1576"/>
                    <a:pt x="4159" y="1452"/>
                    <a:pt x="4519" y="1452"/>
                  </a:cubicBezTo>
                  <a:close/>
                  <a:moveTo>
                    <a:pt x="3510" y="0"/>
                  </a:moveTo>
                  <a:cubicBezTo>
                    <a:pt x="1573" y="0"/>
                    <a:pt x="0" y="1573"/>
                    <a:pt x="0" y="3510"/>
                  </a:cubicBezTo>
                  <a:cubicBezTo>
                    <a:pt x="0" y="5447"/>
                    <a:pt x="1573" y="7020"/>
                    <a:pt x="3510" y="7020"/>
                  </a:cubicBezTo>
                  <a:cubicBezTo>
                    <a:pt x="5447" y="7020"/>
                    <a:pt x="7020" y="5447"/>
                    <a:pt x="7020" y="3510"/>
                  </a:cubicBezTo>
                  <a:cubicBezTo>
                    <a:pt x="7020" y="1573"/>
                    <a:pt x="5447" y="0"/>
                    <a:pt x="3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6" name="Google Shape;1876;p72"/>
          <p:cNvGrpSpPr/>
          <p:nvPr/>
        </p:nvGrpSpPr>
        <p:grpSpPr>
          <a:xfrm>
            <a:off x="3428774" y="3532211"/>
            <a:ext cx="418865" cy="480095"/>
            <a:chOff x="3428774" y="3532211"/>
            <a:chExt cx="418865" cy="480095"/>
          </a:xfrm>
        </p:grpSpPr>
        <p:sp>
          <p:nvSpPr>
            <p:cNvPr id="1877" name="Google Shape;1877;p72"/>
            <p:cNvSpPr/>
            <p:nvPr/>
          </p:nvSpPr>
          <p:spPr>
            <a:xfrm>
              <a:off x="3539619" y="3532211"/>
              <a:ext cx="196903" cy="109645"/>
            </a:xfrm>
            <a:custGeom>
              <a:avLst/>
              <a:gdLst/>
              <a:ahLst/>
              <a:cxnLst/>
              <a:rect l="l" t="t" r="r" b="b"/>
              <a:pathLst>
                <a:path w="5084" h="2831" extrusionOk="0">
                  <a:moveTo>
                    <a:pt x="2528" y="0"/>
                  </a:moveTo>
                  <a:cubicBezTo>
                    <a:pt x="1132" y="0"/>
                    <a:pt x="0" y="1140"/>
                    <a:pt x="0" y="2540"/>
                  </a:cubicBezTo>
                  <a:lnTo>
                    <a:pt x="0" y="2831"/>
                  </a:lnTo>
                  <a:lnTo>
                    <a:pt x="721" y="2831"/>
                  </a:lnTo>
                  <a:lnTo>
                    <a:pt x="721" y="2560"/>
                  </a:lnTo>
                  <a:cubicBezTo>
                    <a:pt x="721" y="1581"/>
                    <a:pt x="1494" y="762"/>
                    <a:pt x="2472" y="722"/>
                  </a:cubicBezTo>
                  <a:cubicBezTo>
                    <a:pt x="2492" y="721"/>
                    <a:pt x="2512" y="721"/>
                    <a:pt x="2532" y="721"/>
                  </a:cubicBezTo>
                  <a:cubicBezTo>
                    <a:pt x="3536" y="721"/>
                    <a:pt x="4356" y="1535"/>
                    <a:pt x="4356" y="2540"/>
                  </a:cubicBezTo>
                  <a:lnTo>
                    <a:pt x="4356" y="2831"/>
                  </a:lnTo>
                  <a:lnTo>
                    <a:pt x="5083" y="2831"/>
                  </a:lnTo>
                  <a:lnTo>
                    <a:pt x="5083" y="2566"/>
                  </a:lnTo>
                  <a:cubicBezTo>
                    <a:pt x="5083" y="1185"/>
                    <a:pt x="3993" y="41"/>
                    <a:pt x="2611" y="1"/>
                  </a:cubicBezTo>
                  <a:cubicBezTo>
                    <a:pt x="2584" y="1"/>
                    <a:pt x="2556" y="0"/>
                    <a:pt x="25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72"/>
            <p:cNvSpPr/>
            <p:nvPr/>
          </p:nvSpPr>
          <p:spPr>
            <a:xfrm>
              <a:off x="3460765" y="3641817"/>
              <a:ext cx="354341" cy="98607"/>
            </a:xfrm>
            <a:custGeom>
              <a:avLst/>
              <a:gdLst/>
              <a:ahLst/>
              <a:cxnLst/>
              <a:rect l="l" t="t" r="r" b="b"/>
              <a:pathLst>
                <a:path w="9149" h="2546" extrusionOk="0">
                  <a:moveTo>
                    <a:pt x="655" y="1"/>
                  </a:moveTo>
                  <a:cubicBezTo>
                    <a:pt x="470" y="1"/>
                    <a:pt x="318" y="133"/>
                    <a:pt x="291" y="318"/>
                  </a:cubicBezTo>
                  <a:lnTo>
                    <a:pt x="0" y="2545"/>
                  </a:lnTo>
                  <a:lnTo>
                    <a:pt x="9149" y="2545"/>
                  </a:lnTo>
                  <a:lnTo>
                    <a:pt x="8858" y="318"/>
                  </a:lnTo>
                  <a:cubicBezTo>
                    <a:pt x="8832" y="133"/>
                    <a:pt x="8679" y="1"/>
                    <a:pt x="8501" y="1"/>
                  </a:cubicBezTo>
                  <a:lnTo>
                    <a:pt x="7119" y="1"/>
                  </a:lnTo>
                  <a:lnTo>
                    <a:pt x="7119" y="1091"/>
                  </a:lnTo>
                  <a:lnTo>
                    <a:pt x="7324" y="1091"/>
                  </a:lnTo>
                  <a:cubicBezTo>
                    <a:pt x="7391" y="1091"/>
                    <a:pt x="7450" y="1118"/>
                    <a:pt x="7490" y="1164"/>
                  </a:cubicBezTo>
                  <a:cubicBezTo>
                    <a:pt x="7747" y="1468"/>
                    <a:pt x="7536" y="1818"/>
                    <a:pt x="7238" y="1818"/>
                  </a:cubicBezTo>
                  <a:lnTo>
                    <a:pt x="6181" y="1818"/>
                  </a:lnTo>
                  <a:cubicBezTo>
                    <a:pt x="6121" y="1818"/>
                    <a:pt x="6062" y="1792"/>
                    <a:pt x="6022" y="1746"/>
                  </a:cubicBezTo>
                  <a:cubicBezTo>
                    <a:pt x="5764" y="1435"/>
                    <a:pt x="5976" y="1091"/>
                    <a:pt x="6273" y="1091"/>
                  </a:cubicBezTo>
                  <a:lnTo>
                    <a:pt x="6392" y="1091"/>
                  </a:lnTo>
                  <a:lnTo>
                    <a:pt x="6392" y="1"/>
                  </a:lnTo>
                  <a:lnTo>
                    <a:pt x="2757" y="1"/>
                  </a:lnTo>
                  <a:lnTo>
                    <a:pt x="2757" y="1091"/>
                  </a:lnTo>
                  <a:lnTo>
                    <a:pt x="2968" y="1091"/>
                  </a:lnTo>
                  <a:cubicBezTo>
                    <a:pt x="3028" y="1091"/>
                    <a:pt x="3087" y="1118"/>
                    <a:pt x="3127" y="1164"/>
                  </a:cubicBezTo>
                  <a:cubicBezTo>
                    <a:pt x="3385" y="1468"/>
                    <a:pt x="3173" y="1818"/>
                    <a:pt x="2882" y="1818"/>
                  </a:cubicBezTo>
                  <a:lnTo>
                    <a:pt x="1825" y="1818"/>
                  </a:lnTo>
                  <a:cubicBezTo>
                    <a:pt x="1765" y="1818"/>
                    <a:pt x="1706" y="1792"/>
                    <a:pt x="1666" y="1746"/>
                  </a:cubicBezTo>
                  <a:cubicBezTo>
                    <a:pt x="1408" y="1435"/>
                    <a:pt x="1620" y="1091"/>
                    <a:pt x="1911" y="1091"/>
                  </a:cubicBezTo>
                  <a:lnTo>
                    <a:pt x="2036" y="1091"/>
                  </a:lnTo>
                  <a:lnTo>
                    <a:pt x="20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72"/>
            <p:cNvSpPr/>
            <p:nvPr/>
          </p:nvSpPr>
          <p:spPr>
            <a:xfrm>
              <a:off x="3428774" y="3946737"/>
              <a:ext cx="418865" cy="65570"/>
            </a:xfrm>
            <a:custGeom>
              <a:avLst/>
              <a:gdLst/>
              <a:ahLst/>
              <a:cxnLst/>
              <a:rect l="l" t="t" r="r" b="b"/>
              <a:pathLst>
                <a:path w="10815" h="1693" extrusionOk="0">
                  <a:moveTo>
                    <a:pt x="132" y="0"/>
                  </a:moveTo>
                  <a:lnTo>
                    <a:pt x="33" y="734"/>
                  </a:lnTo>
                  <a:cubicBezTo>
                    <a:pt x="0" y="978"/>
                    <a:pt x="73" y="1223"/>
                    <a:pt x="238" y="1402"/>
                  </a:cubicBezTo>
                  <a:cubicBezTo>
                    <a:pt x="397" y="1587"/>
                    <a:pt x="628" y="1692"/>
                    <a:pt x="873" y="1692"/>
                  </a:cubicBezTo>
                  <a:lnTo>
                    <a:pt x="9942" y="1692"/>
                  </a:lnTo>
                  <a:cubicBezTo>
                    <a:pt x="10186" y="1692"/>
                    <a:pt x="10418" y="1587"/>
                    <a:pt x="10576" y="1402"/>
                  </a:cubicBezTo>
                  <a:cubicBezTo>
                    <a:pt x="10735" y="1223"/>
                    <a:pt x="10814" y="978"/>
                    <a:pt x="10781" y="734"/>
                  </a:cubicBezTo>
                  <a:lnTo>
                    <a:pt x="106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72"/>
            <p:cNvSpPr/>
            <p:nvPr/>
          </p:nvSpPr>
          <p:spPr>
            <a:xfrm>
              <a:off x="3632028" y="3834575"/>
              <a:ext cx="12316" cy="16422"/>
            </a:xfrm>
            <a:custGeom>
              <a:avLst/>
              <a:gdLst/>
              <a:ahLst/>
              <a:cxnLst/>
              <a:rect l="l" t="t" r="r" b="b"/>
              <a:pathLst>
                <a:path w="318" h="424" extrusionOk="0">
                  <a:moveTo>
                    <a:pt x="159" y="1"/>
                  </a:moveTo>
                  <a:lnTo>
                    <a:pt x="1" y="424"/>
                  </a:lnTo>
                  <a:lnTo>
                    <a:pt x="318" y="424"/>
                  </a:lnTo>
                  <a:lnTo>
                    <a:pt x="1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72"/>
            <p:cNvSpPr/>
            <p:nvPr/>
          </p:nvSpPr>
          <p:spPr>
            <a:xfrm>
              <a:off x="3549069" y="3820013"/>
              <a:ext cx="26414" cy="46863"/>
            </a:xfrm>
            <a:custGeom>
              <a:avLst/>
              <a:gdLst/>
              <a:ahLst/>
              <a:cxnLst/>
              <a:rect l="l" t="t" r="r" b="b"/>
              <a:pathLst>
                <a:path w="682" h="1210" extrusionOk="0">
                  <a:moveTo>
                    <a:pt x="1" y="0"/>
                  </a:moveTo>
                  <a:cubicBezTo>
                    <a:pt x="1" y="205"/>
                    <a:pt x="1" y="489"/>
                    <a:pt x="1" y="602"/>
                  </a:cubicBezTo>
                  <a:cubicBezTo>
                    <a:pt x="1" y="741"/>
                    <a:pt x="1" y="1012"/>
                    <a:pt x="1" y="1210"/>
                  </a:cubicBezTo>
                  <a:lnTo>
                    <a:pt x="245" y="1210"/>
                  </a:lnTo>
                  <a:cubicBezTo>
                    <a:pt x="550" y="1203"/>
                    <a:pt x="682" y="899"/>
                    <a:pt x="682" y="608"/>
                  </a:cubicBezTo>
                  <a:cubicBezTo>
                    <a:pt x="682" y="463"/>
                    <a:pt x="649" y="0"/>
                    <a:pt x="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72"/>
            <p:cNvSpPr/>
            <p:nvPr/>
          </p:nvSpPr>
          <p:spPr>
            <a:xfrm>
              <a:off x="3708326" y="3820013"/>
              <a:ext cx="26414" cy="46863"/>
            </a:xfrm>
            <a:custGeom>
              <a:avLst/>
              <a:gdLst/>
              <a:ahLst/>
              <a:cxnLst/>
              <a:rect l="l" t="t" r="r" b="b"/>
              <a:pathLst>
                <a:path w="682" h="1210" extrusionOk="0">
                  <a:moveTo>
                    <a:pt x="0" y="0"/>
                  </a:moveTo>
                  <a:cubicBezTo>
                    <a:pt x="0" y="205"/>
                    <a:pt x="7" y="489"/>
                    <a:pt x="7" y="602"/>
                  </a:cubicBezTo>
                  <a:cubicBezTo>
                    <a:pt x="7" y="741"/>
                    <a:pt x="7" y="1012"/>
                    <a:pt x="7" y="1210"/>
                  </a:cubicBezTo>
                  <a:lnTo>
                    <a:pt x="252" y="1210"/>
                  </a:lnTo>
                  <a:cubicBezTo>
                    <a:pt x="549" y="1203"/>
                    <a:pt x="681" y="899"/>
                    <a:pt x="681" y="608"/>
                  </a:cubicBezTo>
                  <a:cubicBezTo>
                    <a:pt x="681" y="463"/>
                    <a:pt x="648" y="0"/>
                    <a:pt x="2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72"/>
            <p:cNvSpPr/>
            <p:nvPr/>
          </p:nvSpPr>
          <p:spPr>
            <a:xfrm>
              <a:off x="3437450" y="3768541"/>
              <a:ext cx="401475" cy="150079"/>
            </a:xfrm>
            <a:custGeom>
              <a:avLst/>
              <a:gdLst/>
              <a:ahLst/>
              <a:cxnLst/>
              <a:rect l="l" t="t" r="r" b="b"/>
              <a:pathLst>
                <a:path w="10366" h="3875" extrusionOk="0">
                  <a:moveTo>
                    <a:pt x="3121" y="847"/>
                  </a:moveTo>
                  <a:cubicBezTo>
                    <a:pt x="3676" y="847"/>
                    <a:pt x="4046" y="1283"/>
                    <a:pt x="4046" y="1937"/>
                  </a:cubicBezTo>
                  <a:cubicBezTo>
                    <a:pt x="4046" y="2552"/>
                    <a:pt x="3663" y="3008"/>
                    <a:pt x="3141" y="3021"/>
                  </a:cubicBezTo>
                  <a:lnTo>
                    <a:pt x="2645" y="3021"/>
                  </a:lnTo>
                  <a:cubicBezTo>
                    <a:pt x="2579" y="3021"/>
                    <a:pt x="2519" y="3002"/>
                    <a:pt x="2473" y="2955"/>
                  </a:cubicBezTo>
                  <a:cubicBezTo>
                    <a:pt x="2427" y="2909"/>
                    <a:pt x="2400" y="2849"/>
                    <a:pt x="2394" y="2783"/>
                  </a:cubicBezTo>
                  <a:lnTo>
                    <a:pt x="2420" y="1931"/>
                  </a:lnTo>
                  <a:lnTo>
                    <a:pt x="2420" y="1085"/>
                  </a:lnTo>
                  <a:cubicBezTo>
                    <a:pt x="2400" y="1025"/>
                    <a:pt x="2420" y="959"/>
                    <a:pt x="2466" y="919"/>
                  </a:cubicBezTo>
                  <a:cubicBezTo>
                    <a:pt x="2513" y="873"/>
                    <a:pt x="2579" y="847"/>
                    <a:pt x="2638" y="847"/>
                  </a:cubicBezTo>
                  <a:close/>
                  <a:moveTo>
                    <a:pt x="7232" y="847"/>
                  </a:moveTo>
                  <a:cubicBezTo>
                    <a:pt x="7788" y="847"/>
                    <a:pt x="8164" y="1283"/>
                    <a:pt x="8164" y="1937"/>
                  </a:cubicBezTo>
                  <a:cubicBezTo>
                    <a:pt x="8164" y="2552"/>
                    <a:pt x="7781" y="3008"/>
                    <a:pt x="7252" y="3021"/>
                  </a:cubicBezTo>
                  <a:lnTo>
                    <a:pt x="6756" y="3021"/>
                  </a:lnTo>
                  <a:cubicBezTo>
                    <a:pt x="6697" y="3021"/>
                    <a:pt x="6631" y="3002"/>
                    <a:pt x="6585" y="2955"/>
                  </a:cubicBezTo>
                  <a:cubicBezTo>
                    <a:pt x="6545" y="2909"/>
                    <a:pt x="6518" y="2849"/>
                    <a:pt x="6512" y="2783"/>
                  </a:cubicBezTo>
                  <a:lnTo>
                    <a:pt x="6532" y="1931"/>
                  </a:lnTo>
                  <a:lnTo>
                    <a:pt x="6532" y="1085"/>
                  </a:lnTo>
                  <a:cubicBezTo>
                    <a:pt x="6512" y="1025"/>
                    <a:pt x="6538" y="959"/>
                    <a:pt x="6585" y="919"/>
                  </a:cubicBezTo>
                  <a:cubicBezTo>
                    <a:pt x="6631" y="873"/>
                    <a:pt x="6690" y="847"/>
                    <a:pt x="6756" y="847"/>
                  </a:cubicBezTo>
                  <a:close/>
                  <a:moveTo>
                    <a:pt x="5163" y="847"/>
                  </a:moveTo>
                  <a:cubicBezTo>
                    <a:pt x="5263" y="847"/>
                    <a:pt x="5355" y="886"/>
                    <a:pt x="5415" y="966"/>
                  </a:cubicBezTo>
                  <a:cubicBezTo>
                    <a:pt x="5428" y="985"/>
                    <a:pt x="5441" y="1005"/>
                    <a:pt x="5448" y="1025"/>
                  </a:cubicBezTo>
                  <a:lnTo>
                    <a:pt x="6082" y="2704"/>
                  </a:lnTo>
                  <a:cubicBezTo>
                    <a:pt x="6128" y="2830"/>
                    <a:pt x="6062" y="2968"/>
                    <a:pt x="5937" y="3015"/>
                  </a:cubicBezTo>
                  <a:cubicBezTo>
                    <a:pt x="5908" y="3025"/>
                    <a:pt x="5879" y="3030"/>
                    <a:pt x="5850" y="3030"/>
                  </a:cubicBezTo>
                  <a:cubicBezTo>
                    <a:pt x="5753" y="3030"/>
                    <a:pt x="5662" y="2973"/>
                    <a:pt x="5626" y="2876"/>
                  </a:cubicBezTo>
                  <a:lnTo>
                    <a:pt x="5527" y="2612"/>
                  </a:lnTo>
                  <a:lnTo>
                    <a:pt x="4839" y="2612"/>
                  </a:lnTo>
                  <a:lnTo>
                    <a:pt x="4740" y="2876"/>
                  </a:lnTo>
                  <a:cubicBezTo>
                    <a:pt x="4701" y="2968"/>
                    <a:pt x="4608" y="3028"/>
                    <a:pt x="4509" y="3028"/>
                  </a:cubicBezTo>
                  <a:cubicBezTo>
                    <a:pt x="4483" y="3028"/>
                    <a:pt x="4456" y="3028"/>
                    <a:pt x="4423" y="3015"/>
                  </a:cubicBezTo>
                  <a:cubicBezTo>
                    <a:pt x="4297" y="2968"/>
                    <a:pt x="4238" y="2823"/>
                    <a:pt x="4284" y="2704"/>
                  </a:cubicBezTo>
                  <a:lnTo>
                    <a:pt x="4925" y="1025"/>
                  </a:lnTo>
                  <a:cubicBezTo>
                    <a:pt x="4925" y="1018"/>
                    <a:pt x="4925" y="1018"/>
                    <a:pt x="4925" y="1012"/>
                  </a:cubicBezTo>
                  <a:cubicBezTo>
                    <a:pt x="4965" y="913"/>
                    <a:pt x="5051" y="847"/>
                    <a:pt x="5157" y="847"/>
                  </a:cubicBezTo>
                  <a:close/>
                  <a:moveTo>
                    <a:pt x="510" y="1"/>
                  </a:moveTo>
                  <a:lnTo>
                    <a:pt x="1" y="3874"/>
                  </a:lnTo>
                  <a:lnTo>
                    <a:pt x="10366" y="3874"/>
                  </a:lnTo>
                  <a:lnTo>
                    <a:pt x="98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72"/>
          <p:cNvGrpSpPr/>
          <p:nvPr/>
        </p:nvGrpSpPr>
        <p:grpSpPr>
          <a:xfrm>
            <a:off x="4052905" y="3531979"/>
            <a:ext cx="421963" cy="480328"/>
            <a:chOff x="4052905" y="3531979"/>
            <a:chExt cx="421963" cy="480328"/>
          </a:xfrm>
        </p:grpSpPr>
        <p:sp>
          <p:nvSpPr>
            <p:cNvPr id="1885" name="Google Shape;1885;p72"/>
            <p:cNvSpPr/>
            <p:nvPr/>
          </p:nvSpPr>
          <p:spPr>
            <a:xfrm>
              <a:off x="4052905" y="3804134"/>
              <a:ext cx="421963" cy="208174"/>
            </a:xfrm>
            <a:custGeom>
              <a:avLst/>
              <a:gdLst/>
              <a:ahLst/>
              <a:cxnLst/>
              <a:rect l="l" t="t" r="r" b="b"/>
              <a:pathLst>
                <a:path w="10895" h="5375" extrusionOk="0">
                  <a:moveTo>
                    <a:pt x="364" y="0"/>
                  </a:moveTo>
                  <a:cubicBezTo>
                    <a:pt x="166" y="0"/>
                    <a:pt x="1" y="159"/>
                    <a:pt x="1" y="364"/>
                  </a:cubicBezTo>
                  <a:cubicBezTo>
                    <a:pt x="1" y="1897"/>
                    <a:pt x="1250" y="3147"/>
                    <a:pt x="2784" y="3147"/>
                  </a:cubicBezTo>
                  <a:lnTo>
                    <a:pt x="3907" y="3147"/>
                  </a:lnTo>
                  <a:lnTo>
                    <a:pt x="5084" y="3735"/>
                  </a:lnTo>
                  <a:lnTo>
                    <a:pt x="5084" y="5011"/>
                  </a:lnTo>
                  <a:cubicBezTo>
                    <a:pt x="5084" y="5209"/>
                    <a:pt x="5249" y="5374"/>
                    <a:pt x="5447" y="5374"/>
                  </a:cubicBezTo>
                  <a:cubicBezTo>
                    <a:pt x="5646" y="5374"/>
                    <a:pt x="5811" y="5209"/>
                    <a:pt x="5811" y="5011"/>
                  </a:cubicBezTo>
                  <a:lnTo>
                    <a:pt x="5811" y="3735"/>
                  </a:lnTo>
                  <a:lnTo>
                    <a:pt x="6988" y="3147"/>
                  </a:lnTo>
                  <a:lnTo>
                    <a:pt x="8111" y="3147"/>
                  </a:lnTo>
                  <a:cubicBezTo>
                    <a:pt x="9645" y="3147"/>
                    <a:pt x="10894" y="1897"/>
                    <a:pt x="10894" y="364"/>
                  </a:cubicBezTo>
                  <a:cubicBezTo>
                    <a:pt x="10894" y="159"/>
                    <a:pt x="10736" y="0"/>
                    <a:pt x="10531" y="0"/>
                  </a:cubicBezTo>
                  <a:lnTo>
                    <a:pt x="9321" y="0"/>
                  </a:lnTo>
                  <a:cubicBezTo>
                    <a:pt x="7867" y="0"/>
                    <a:pt x="6664" y="1124"/>
                    <a:pt x="6545" y="2552"/>
                  </a:cubicBezTo>
                  <a:lnTo>
                    <a:pt x="5811" y="2922"/>
                  </a:lnTo>
                  <a:lnTo>
                    <a:pt x="5811" y="1051"/>
                  </a:lnTo>
                  <a:cubicBezTo>
                    <a:pt x="5692" y="1071"/>
                    <a:pt x="5573" y="1091"/>
                    <a:pt x="5447" y="1091"/>
                  </a:cubicBezTo>
                  <a:cubicBezTo>
                    <a:pt x="5322" y="1091"/>
                    <a:pt x="5203" y="1071"/>
                    <a:pt x="5084" y="1051"/>
                  </a:cubicBezTo>
                  <a:lnTo>
                    <a:pt x="5084" y="2922"/>
                  </a:lnTo>
                  <a:lnTo>
                    <a:pt x="4350" y="2552"/>
                  </a:lnTo>
                  <a:cubicBezTo>
                    <a:pt x="4231" y="1124"/>
                    <a:pt x="3035" y="0"/>
                    <a:pt x="15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72"/>
            <p:cNvSpPr/>
            <p:nvPr/>
          </p:nvSpPr>
          <p:spPr>
            <a:xfrm>
              <a:off x="4226492" y="3775977"/>
              <a:ext cx="75059" cy="42254"/>
            </a:xfrm>
            <a:custGeom>
              <a:avLst/>
              <a:gdLst/>
              <a:ahLst/>
              <a:cxnLst/>
              <a:rect l="l" t="t" r="r" b="b"/>
              <a:pathLst>
                <a:path w="1938" h="1091" extrusionOk="0">
                  <a:moveTo>
                    <a:pt x="0" y="0"/>
                  </a:moveTo>
                  <a:lnTo>
                    <a:pt x="0" y="119"/>
                  </a:lnTo>
                  <a:cubicBezTo>
                    <a:pt x="0" y="655"/>
                    <a:pt x="430" y="1091"/>
                    <a:pt x="965" y="1091"/>
                  </a:cubicBezTo>
                  <a:cubicBezTo>
                    <a:pt x="1501" y="1091"/>
                    <a:pt x="1937" y="655"/>
                    <a:pt x="1937" y="119"/>
                  </a:cubicBezTo>
                  <a:lnTo>
                    <a:pt x="19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72"/>
            <p:cNvSpPr/>
            <p:nvPr/>
          </p:nvSpPr>
          <p:spPr>
            <a:xfrm>
              <a:off x="4203447" y="3593172"/>
              <a:ext cx="120876" cy="154688"/>
            </a:xfrm>
            <a:custGeom>
              <a:avLst/>
              <a:gdLst/>
              <a:ahLst/>
              <a:cxnLst/>
              <a:rect l="l" t="t" r="r" b="b"/>
              <a:pathLst>
                <a:path w="3121" h="3994" extrusionOk="0">
                  <a:moveTo>
                    <a:pt x="1560" y="1"/>
                  </a:moveTo>
                  <a:cubicBezTo>
                    <a:pt x="675" y="1"/>
                    <a:pt x="0" y="794"/>
                    <a:pt x="146" y="1666"/>
                  </a:cubicBezTo>
                  <a:lnTo>
                    <a:pt x="529" y="3993"/>
                  </a:lnTo>
                  <a:lnTo>
                    <a:pt x="2592" y="3993"/>
                  </a:lnTo>
                  <a:lnTo>
                    <a:pt x="2975" y="1666"/>
                  </a:lnTo>
                  <a:cubicBezTo>
                    <a:pt x="3120" y="794"/>
                    <a:pt x="2446" y="1"/>
                    <a:pt x="1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72"/>
            <p:cNvSpPr/>
            <p:nvPr/>
          </p:nvSpPr>
          <p:spPr>
            <a:xfrm>
              <a:off x="4095159" y="3599679"/>
              <a:ext cx="100892" cy="150466"/>
            </a:xfrm>
            <a:custGeom>
              <a:avLst/>
              <a:gdLst/>
              <a:ahLst/>
              <a:cxnLst/>
              <a:rect l="l" t="t" r="r" b="b"/>
              <a:pathLst>
                <a:path w="2605" h="3885" extrusionOk="0">
                  <a:moveTo>
                    <a:pt x="1640" y="0"/>
                  </a:moveTo>
                  <a:cubicBezTo>
                    <a:pt x="1277" y="0"/>
                    <a:pt x="911" y="138"/>
                    <a:pt x="628" y="421"/>
                  </a:cubicBezTo>
                  <a:cubicBezTo>
                    <a:pt x="0" y="1049"/>
                    <a:pt x="86" y="2087"/>
                    <a:pt x="807" y="2602"/>
                  </a:cubicBezTo>
                  <a:lnTo>
                    <a:pt x="2605" y="3885"/>
                  </a:lnTo>
                  <a:lnTo>
                    <a:pt x="2221" y="1624"/>
                  </a:lnTo>
                  <a:cubicBezTo>
                    <a:pt x="2142" y="1148"/>
                    <a:pt x="2228" y="665"/>
                    <a:pt x="2446" y="249"/>
                  </a:cubicBezTo>
                  <a:cubicBezTo>
                    <a:pt x="2206" y="84"/>
                    <a:pt x="1924" y="0"/>
                    <a:pt x="16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72"/>
            <p:cNvSpPr/>
            <p:nvPr/>
          </p:nvSpPr>
          <p:spPr>
            <a:xfrm>
              <a:off x="4331953" y="3599679"/>
              <a:ext cx="100659" cy="150466"/>
            </a:xfrm>
            <a:custGeom>
              <a:avLst/>
              <a:gdLst/>
              <a:ahLst/>
              <a:cxnLst/>
              <a:rect l="l" t="t" r="r" b="b"/>
              <a:pathLst>
                <a:path w="2599" h="3885" extrusionOk="0">
                  <a:moveTo>
                    <a:pt x="958" y="0"/>
                  </a:moveTo>
                  <a:cubicBezTo>
                    <a:pt x="675" y="0"/>
                    <a:pt x="393" y="84"/>
                    <a:pt x="153" y="249"/>
                  </a:cubicBezTo>
                  <a:cubicBezTo>
                    <a:pt x="371" y="665"/>
                    <a:pt x="457" y="1148"/>
                    <a:pt x="377" y="1624"/>
                  </a:cubicBezTo>
                  <a:lnTo>
                    <a:pt x="1" y="3885"/>
                  </a:lnTo>
                  <a:lnTo>
                    <a:pt x="1792" y="2602"/>
                  </a:lnTo>
                  <a:cubicBezTo>
                    <a:pt x="2513" y="2087"/>
                    <a:pt x="2598" y="1049"/>
                    <a:pt x="1971" y="421"/>
                  </a:cubicBezTo>
                  <a:cubicBezTo>
                    <a:pt x="1688" y="138"/>
                    <a:pt x="1322" y="0"/>
                    <a:pt x="9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72"/>
            <p:cNvSpPr/>
            <p:nvPr/>
          </p:nvSpPr>
          <p:spPr>
            <a:xfrm>
              <a:off x="4272812" y="3531979"/>
              <a:ext cx="91442" cy="55074"/>
            </a:xfrm>
            <a:custGeom>
              <a:avLst/>
              <a:gdLst/>
              <a:ahLst/>
              <a:cxnLst/>
              <a:rect l="l" t="t" r="r" b="b"/>
              <a:pathLst>
                <a:path w="2361" h="1422" extrusionOk="0">
                  <a:moveTo>
                    <a:pt x="1164" y="1"/>
                  </a:moveTo>
                  <a:cubicBezTo>
                    <a:pt x="615" y="1"/>
                    <a:pt x="153" y="364"/>
                    <a:pt x="1" y="867"/>
                  </a:cubicBezTo>
                  <a:cubicBezTo>
                    <a:pt x="463" y="913"/>
                    <a:pt x="893" y="1111"/>
                    <a:pt x="1230" y="1422"/>
                  </a:cubicBezTo>
                  <a:cubicBezTo>
                    <a:pt x="1561" y="1191"/>
                    <a:pt x="1951" y="1052"/>
                    <a:pt x="2361" y="1025"/>
                  </a:cubicBezTo>
                  <a:cubicBezTo>
                    <a:pt x="2268" y="444"/>
                    <a:pt x="1766" y="1"/>
                    <a:pt x="1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72"/>
            <p:cNvSpPr/>
            <p:nvPr/>
          </p:nvSpPr>
          <p:spPr>
            <a:xfrm>
              <a:off x="4163749" y="3531979"/>
              <a:ext cx="91209" cy="55074"/>
            </a:xfrm>
            <a:custGeom>
              <a:avLst/>
              <a:gdLst/>
              <a:ahLst/>
              <a:cxnLst/>
              <a:rect l="l" t="t" r="r" b="b"/>
              <a:pathLst>
                <a:path w="2355" h="1422" extrusionOk="0">
                  <a:moveTo>
                    <a:pt x="1191" y="1"/>
                  </a:moveTo>
                  <a:cubicBezTo>
                    <a:pt x="589" y="1"/>
                    <a:pt x="87" y="444"/>
                    <a:pt x="1" y="1025"/>
                  </a:cubicBezTo>
                  <a:cubicBezTo>
                    <a:pt x="404" y="1052"/>
                    <a:pt x="794" y="1191"/>
                    <a:pt x="1125" y="1422"/>
                  </a:cubicBezTo>
                  <a:cubicBezTo>
                    <a:pt x="1462" y="1111"/>
                    <a:pt x="1891" y="913"/>
                    <a:pt x="2354" y="867"/>
                  </a:cubicBezTo>
                  <a:cubicBezTo>
                    <a:pt x="2202" y="364"/>
                    <a:pt x="1739" y="1"/>
                    <a:pt x="1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2" name="Google Shape;1892;p72"/>
          <p:cNvGrpSpPr/>
          <p:nvPr/>
        </p:nvGrpSpPr>
        <p:grpSpPr>
          <a:xfrm>
            <a:off x="4648646" y="3532134"/>
            <a:ext cx="481840" cy="480174"/>
            <a:chOff x="4648646" y="3532134"/>
            <a:chExt cx="481840" cy="480174"/>
          </a:xfrm>
        </p:grpSpPr>
        <p:sp>
          <p:nvSpPr>
            <p:cNvPr id="1893" name="Google Shape;1893;p72"/>
            <p:cNvSpPr/>
            <p:nvPr/>
          </p:nvSpPr>
          <p:spPr>
            <a:xfrm>
              <a:off x="4650428" y="3532134"/>
              <a:ext cx="478277" cy="190590"/>
            </a:xfrm>
            <a:custGeom>
              <a:avLst/>
              <a:gdLst/>
              <a:ahLst/>
              <a:cxnLst/>
              <a:rect l="l" t="t" r="r" b="b"/>
              <a:pathLst>
                <a:path w="12349" h="4921" extrusionOk="0">
                  <a:moveTo>
                    <a:pt x="6178" y="0"/>
                  </a:moveTo>
                  <a:cubicBezTo>
                    <a:pt x="6115" y="0"/>
                    <a:pt x="6052" y="17"/>
                    <a:pt x="5996" y="50"/>
                  </a:cubicBezTo>
                  <a:lnTo>
                    <a:pt x="186" y="3401"/>
                  </a:lnTo>
                  <a:cubicBezTo>
                    <a:pt x="73" y="3467"/>
                    <a:pt x="1" y="3586"/>
                    <a:pt x="1" y="3718"/>
                  </a:cubicBezTo>
                  <a:lnTo>
                    <a:pt x="1" y="4558"/>
                  </a:lnTo>
                  <a:cubicBezTo>
                    <a:pt x="1" y="4767"/>
                    <a:pt x="174" y="4920"/>
                    <a:pt x="364" y="4920"/>
                  </a:cubicBezTo>
                  <a:cubicBezTo>
                    <a:pt x="426" y="4920"/>
                    <a:pt x="489" y="4904"/>
                    <a:pt x="549" y="4868"/>
                  </a:cubicBezTo>
                  <a:lnTo>
                    <a:pt x="5996" y="1729"/>
                  </a:lnTo>
                  <a:cubicBezTo>
                    <a:pt x="6052" y="1696"/>
                    <a:pt x="6115" y="1679"/>
                    <a:pt x="6178" y="1679"/>
                  </a:cubicBezTo>
                  <a:cubicBezTo>
                    <a:pt x="6241" y="1679"/>
                    <a:pt x="6303" y="1696"/>
                    <a:pt x="6360" y="1729"/>
                  </a:cubicBezTo>
                  <a:lnTo>
                    <a:pt x="11806" y="4868"/>
                  </a:lnTo>
                  <a:cubicBezTo>
                    <a:pt x="11866" y="4904"/>
                    <a:pt x="11930" y="4920"/>
                    <a:pt x="11991" y="4920"/>
                  </a:cubicBezTo>
                  <a:cubicBezTo>
                    <a:pt x="12179" y="4920"/>
                    <a:pt x="12348" y="4767"/>
                    <a:pt x="12348" y="4558"/>
                  </a:cubicBezTo>
                  <a:lnTo>
                    <a:pt x="12348" y="3718"/>
                  </a:lnTo>
                  <a:cubicBezTo>
                    <a:pt x="12348" y="3586"/>
                    <a:pt x="12282" y="3467"/>
                    <a:pt x="12170" y="3401"/>
                  </a:cubicBezTo>
                  <a:lnTo>
                    <a:pt x="6360" y="50"/>
                  </a:lnTo>
                  <a:cubicBezTo>
                    <a:pt x="6303" y="17"/>
                    <a:pt x="6241" y="0"/>
                    <a:pt x="61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72"/>
            <p:cNvSpPr/>
            <p:nvPr/>
          </p:nvSpPr>
          <p:spPr>
            <a:xfrm>
              <a:off x="4875215" y="3888371"/>
              <a:ext cx="27924" cy="28195"/>
            </a:xfrm>
            <a:custGeom>
              <a:avLst/>
              <a:gdLst/>
              <a:ahLst/>
              <a:cxnLst/>
              <a:rect l="l" t="t" r="r" b="b"/>
              <a:pathLst>
                <a:path w="721" h="728" extrusionOk="0">
                  <a:moveTo>
                    <a:pt x="364" y="0"/>
                  </a:moveTo>
                  <a:cubicBezTo>
                    <a:pt x="159" y="0"/>
                    <a:pt x="0" y="165"/>
                    <a:pt x="0" y="364"/>
                  </a:cubicBezTo>
                  <a:cubicBezTo>
                    <a:pt x="0" y="569"/>
                    <a:pt x="159" y="727"/>
                    <a:pt x="364" y="727"/>
                  </a:cubicBezTo>
                  <a:cubicBezTo>
                    <a:pt x="562" y="727"/>
                    <a:pt x="721" y="569"/>
                    <a:pt x="721" y="364"/>
                  </a:cubicBezTo>
                  <a:cubicBezTo>
                    <a:pt x="721" y="165"/>
                    <a:pt x="562" y="0"/>
                    <a:pt x="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72"/>
            <p:cNvSpPr/>
            <p:nvPr/>
          </p:nvSpPr>
          <p:spPr>
            <a:xfrm>
              <a:off x="4786137" y="3757271"/>
              <a:ext cx="56081" cy="56120"/>
            </a:xfrm>
            <a:custGeom>
              <a:avLst/>
              <a:gdLst/>
              <a:ahLst/>
              <a:cxnLst/>
              <a:rect l="l" t="t" r="r" b="b"/>
              <a:pathLst>
                <a:path w="1448" h="1449" extrusionOk="0">
                  <a:moveTo>
                    <a:pt x="721" y="1"/>
                  </a:moveTo>
                  <a:cubicBezTo>
                    <a:pt x="324" y="1"/>
                    <a:pt x="0" y="325"/>
                    <a:pt x="0" y="721"/>
                  </a:cubicBezTo>
                  <a:cubicBezTo>
                    <a:pt x="0" y="1124"/>
                    <a:pt x="324" y="1448"/>
                    <a:pt x="721" y="1448"/>
                  </a:cubicBezTo>
                  <a:cubicBezTo>
                    <a:pt x="1124" y="1448"/>
                    <a:pt x="1448" y="1124"/>
                    <a:pt x="1448" y="721"/>
                  </a:cubicBezTo>
                  <a:cubicBezTo>
                    <a:pt x="1448" y="325"/>
                    <a:pt x="1124" y="1"/>
                    <a:pt x="7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72"/>
            <p:cNvSpPr/>
            <p:nvPr/>
          </p:nvSpPr>
          <p:spPr>
            <a:xfrm>
              <a:off x="4936137" y="3757271"/>
              <a:ext cx="56120" cy="56120"/>
            </a:xfrm>
            <a:custGeom>
              <a:avLst/>
              <a:gdLst/>
              <a:ahLst/>
              <a:cxnLst/>
              <a:rect l="l" t="t" r="r" b="b"/>
              <a:pathLst>
                <a:path w="1449" h="1449" extrusionOk="0">
                  <a:moveTo>
                    <a:pt x="728" y="1"/>
                  </a:moveTo>
                  <a:cubicBezTo>
                    <a:pt x="325" y="1"/>
                    <a:pt x="1" y="325"/>
                    <a:pt x="1" y="721"/>
                  </a:cubicBezTo>
                  <a:cubicBezTo>
                    <a:pt x="1" y="1124"/>
                    <a:pt x="325" y="1448"/>
                    <a:pt x="728" y="1448"/>
                  </a:cubicBezTo>
                  <a:cubicBezTo>
                    <a:pt x="1124" y="1448"/>
                    <a:pt x="1448" y="1124"/>
                    <a:pt x="1448" y="721"/>
                  </a:cubicBezTo>
                  <a:cubicBezTo>
                    <a:pt x="1448" y="325"/>
                    <a:pt x="1124" y="1"/>
                    <a:pt x="7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72"/>
            <p:cNvSpPr/>
            <p:nvPr/>
          </p:nvSpPr>
          <p:spPr>
            <a:xfrm>
              <a:off x="4648646" y="3627487"/>
              <a:ext cx="481840" cy="384821"/>
            </a:xfrm>
            <a:custGeom>
              <a:avLst/>
              <a:gdLst/>
              <a:ahLst/>
              <a:cxnLst/>
              <a:rect l="l" t="t" r="r" b="b"/>
              <a:pathLst>
                <a:path w="12441" h="9936" extrusionOk="0">
                  <a:moveTo>
                    <a:pt x="8160" y="2620"/>
                  </a:moveTo>
                  <a:cubicBezTo>
                    <a:pt x="8961" y="2620"/>
                    <a:pt x="9612" y="3271"/>
                    <a:pt x="9612" y="4072"/>
                  </a:cubicBezTo>
                  <a:cubicBezTo>
                    <a:pt x="9612" y="4469"/>
                    <a:pt x="9453" y="4826"/>
                    <a:pt x="9202" y="5084"/>
                  </a:cubicBezTo>
                  <a:cubicBezTo>
                    <a:pt x="9810" y="5447"/>
                    <a:pt x="10220" y="6108"/>
                    <a:pt x="10220" y="6862"/>
                  </a:cubicBezTo>
                  <a:lnTo>
                    <a:pt x="10220" y="9208"/>
                  </a:lnTo>
                  <a:lnTo>
                    <a:pt x="9493" y="9208"/>
                  </a:lnTo>
                  <a:lnTo>
                    <a:pt x="9493" y="6881"/>
                  </a:lnTo>
                  <a:cubicBezTo>
                    <a:pt x="9493" y="6181"/>
                    <a:pt x="8957" y="5586"/>
                    <a:pt x="8263" y="5533"/>
                  </a:cubicBezTo>
                  <a:cubicBezTo>
                    <a:pt x="8226" y="5530"/>
                    <a:pt x="8190" y="5529"/>
                    <a:pt x="8154" y="5529"/>
                  </a:cubicBezTo>
                  <a:cubicBezTo>
                    <a:pt x="7630" y="5529"/>
                    <a:pt x="7171" y="5836"/>
                    <a:pt x="6954" y="6293"/>
                  </a:cubicBezTo>
                  <a:cubicBezTo>
                    <a:pt x="7172" y="6491"/>
                    <a:pt x="7311" y="6782"/>
                    <a:pt x="7311" y="7100"/>
                  </a:cubicBezTo>
                  <a:cubicBezTo>
                    <a:pt x="7311" y="7338"/>
                    <a:pt x="7239" y="7556"/>
                    <a:pt x="7106" y="7741"/>
                  </a:cubicBezTo>
                  <a:cubicBezTo>
                    <a:pt x="7523" y="8018"/>
                    <a:pt x="7794" y="8501"/>
                    <a:pt x="7794" y="9036"/>
                  </a:cubicBezTo>
                  <a:lnTo>
                    <a:pt x="7794" y="9208"/>
                  </a:lnTo>
                  <a:lnTo>
                    <a:pt x="7073" y="9208"/>
                  </a:lnTo>
                  <a:lnTo>
                    <a:pt x="7073" y="9056"/>
                  </a:lnTo>
                  <a:cubicBezTo>
                    <a:pt x="7073" y="8607"/>
                    <a:pt x="6730" y="8223"/>
                    <a:pt x="6280" y="8190"/>
                  </a:cubicBezTo>
                  <a:cubicBezTo>
                    <a:pt x="6264" y="8189"/>
                    <a:pt x="6248" y="8189"/>
                    <a:pt x="6233" y="8189"/>
                  </a:cubicBezTo>
                  <a:cubicBezTo>
                    <a:pt x="5758" y="8189"/>
                    <a:pt x="5374" y="8569"/>
                    <a:pt x="5374" y="9036"/>
                  </a:cubicBezTo>
                  <a:lnTo>
                    <a:pt x="5374" y="9208"/>
                  </a:lnTo>
                  <a:lnTo>
                    <a:pt x="4647" y="9208"/>
                  </a:lnTo>
                  <a:lnTo>
                    <a:pt x="4647" y="9036"/>
                  </a:lnTo>
                  <a:cubicBezTo>
                    <a:pt x="4647" y="8501"/>
                    <a:pt x="4925" y="8018"/>
                    <a:pt x="5341" y="7741"/>
                  </a:cubicBezTo>
                  <a:cubicBezTo>
                    <a:pt x="5209" y="7556"/>
                    <a:pt x="5130" y="7338"/>
                    <a:pt x="5130" y="7100"/>
                  </a:cubicBezTo>
                  <a:cubicBezTo>
                    <a:pt x="5130" y="6782"/>
                    <a:pt x="5269" y="6491"/>
                    <a:pt x="5493" y="6293"/>
                  </a:cubicBezTo>
                  <a:cubicBezTo>
                    <a:pt x="5277" y="5836"/>
                    <a:pt x="4812" y="5529"/>
                    <a:pt x="4293" y="5529"/>
                  </a:cubicBezTo>
                  <a:cubicBezTo>
                    <a:pt x="4257" y="5529"/>
                    <a:pt x="4221" y="5530"/>
                    <a:pt x="4185" y="5533"/>
                  </a:cubicBezTo>
                  <a:cubicBezTo>
                    <a:pt x="3484" y="5586"/>
                    <a:pt x="2955" y="6181"/>
                    <a:pt x="2955" y="6881"/>
                  </a:cubicBezTo>
                  <a:lnTo>
                    <a:pt x="2955" y="9208"/>
                  </a:lnTo>
                  <a:lnTo>
                    <a:pt x="2228" y="9208"/>
                  </a:lnTo>
                  <a:lnTo>
                    <a:pt x="2228" y="6862"/>
                  </a:lnTo>
                  <a:cubicBezTo>
                    <a:pt x="2228" y="6108"/>
                    <a:pt x="2638" y="5447"/>
                    <a:pt x="3246" y="5084"/>
                  </a:cubicBezTo>
                  <a:cubicBezTo>
                    <a:pt x="2968" y="4799"/>
                    <a:pt x="2803" y="4403"/>
                    <a:pt x="2836" y="3973"/>
                  </a:cubicBezTo>
                  <a:cubicBezTo>
                    <a:pt x="2889" y="3259"/>
                    <a:pt x="3458" y="2684"/>
                    <a:pt x="4165" y="2625"/>
                  </a:cubicBezTo>
                  <a:cubicBezTo>
                    <a:pt x="4204" y="2622"/>
                    <a:pt x="4243" y="2620"/>
                    <a:pt x="4281" y="2620"/>
                  </a:cubicBezTo>
                  <a:cubicBezTo>
                    <a:pt x="5088" y="2620"/>
                    <a:pt x="5738" y="3271"/>
                    <a:pt x="5738" y="4072"/>
                  </a:cubicBezTo>
                  <a:cubicBezTo>
                    <a:pt x="5738" y="4469"/>
                    <a:pt x="5579" y="4826"/>
                    <a:pt x="5328" y="5084"/>
                  </a:cubicBezTo>
                  <a:cubicBezTo>
                    <a:pt x="5738" y="5322"/>
                    <a:pt x="6055" y="5705"/>
                    <a:pt x="6221" y="6161"/>
                  </a:cubicBezTo>
                  <a:cubicBezTo>
                    <a:pt x="6386" y="5705"/>
                    <a:pt x="6710" y="5322"/>
                    <a:pt x="7120" y="5084"/>
                  </a:cubicBezTo>
                  <a:cubicBezTo>
                    <a:pt x="6842" y="4799"/>
                    <a:pt x="6683" y="4403"/>
                    <a:pt x="6710" y="3973"/>
                  </a:cubicBezTo>
                  <a:cubicBezTo>
                    <a:pt x="6763" y="3259"/>
                    <a:pt x="7331" y="2684"/>
                    <a:pt x="8045" y="2625"/>
                  </a:cubicBezTo>
                  <a:cubicBezTo>
                    <a:pt x="8084" y="2622"/>
                    <a:pt x="8122" y="2620"/>
                    <a:pt x="8160" y="2620"/>
                  </a:cubicBezTo>
                  <a:close/>
                  <a:moveTo>
                    <a:pt x="6221" y="0"/>
                  </a:moveTo>
                  <a:lnTo>
                    <a:pt x="774" y="3140"/>
                  </a:lnTo>
                  <a:lnTo>
                    <a:pt x="774" y="9208"/>
                  </a:lnTo>
                  <a:lnTo>
                    <a:pt x="397" y="9208"/>
                  </a:lnTo>
                  <a:cubicBezTo>
                    <a:pt x="212" y="9208"/>
                    <a:pt x="47" y="9347"/>
                    <a:pt x="27" y="9532"/>
                  </a:cubicBezTo>
                  <a:cubicBezTo>
                    <a:pt x="0" y="9750"/>
                    <a:pt x="172" y="9935"/>
                    <a:pt x="384" y="9935"/>
                  </a:cubicBezTo>
                  <a:lnTo>
                    <a:pt x="12057" y="9935"/>
                  </a:lnTo>
                  <a:cubicBezTo>
                    <a:pt x="12275" y="9935"/>
                    <a:pt x="12441" y="9750"/>
                    <a:pt x="12421" y="9532"/>
                  </a:cubicBezTo>
                  <a:cubicBezTo>
                    <a:pt x="12401" y="9347"/>
                    <a:pt x="12236" y="9208"/>
                    <a:pt x="12051" y="9208"/>
                  </a:cubicBezTo>
                  <a:lnTo>
                    <a:pt x="11674" y="9208"/>
                  </a:lnTo>
                  <a:lnTo>
                    <a:pt x="11674" y="3140"/>
                  </a:lnTo>
                  <a:lnTo>
                    <a:pt x="62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8" name="Google Shape;1898;p72"/>
          <p:cNvGrpSpPr/>
          <p:nvPr/>
        </p:nvGrpSpPr>
        <p:grpSpPr>
          <a:xfrm>
            <a:off x="5275372" y="3531979"/>
            <a:ext cx="480058" cy="480329"/>
            <a:chOff x="5275372" y="3531979"/>
            <a:chExt cx="480058" cy="480329"/>
          </a:xfrm>
        </p:grpSpPr>
        <p:sp>
          <p:nvSpPr>
            <p:cNvPr id="1899" name="Google Shape;1899;p72"/>
            <p:cNvSpPr/>
            <p:nvPr/>
          </p:nvSpPr>
          <p:spPr>
            <a:xfrm>
              <a:off x="5454303" y="3537362"/>
              <a:ext cx="122154" cy="69675"/>
            </a:xfrm>
            <a:custGeom>
              <a:avLst/>
              <a:gdLst/>
              <a:ahLst/>
              <a:cxnLst/>
              <a:rect l="l" t="t" r="r" b="b"/>
              <a:pathLst>
                <a:path w="3154" h="1799" extrusionOk="0">
                  <a:moveTo>
                    <a:pt x="1" y="1"/>
                  </a:moveTo>
                  <a:lnTo>
                    <a:pt x="1" y="225"/>
                  </a:lnTo>
                  <a:cubicBezTo>
                    <a:pt x="1" y="1098"/>
                    <a:pt x="708" y="1799"/>
                    <a:pt x="1580" y="1799"/>
                  </a:cubicBezTo>
                  <a:cubicBezTo>
                    <a:pt x="2446" y="1799"/>
                    <a:pt x="3154" y="1098"/>
                    <a:pt x="3154" y="225"/>
                  </a:cubicBezTo>
                  <a:lnTo>
                    <a:pt x="3154" y="1"/>
                  </a:lnTo>
                  <a:cubicBezTo>
                    <a:pt x="2625" y="235"/>
                    <a:pt x="2101" y="353"/>
                    <a:pt x="1577" y="353"/>
                  </a:cubicBezTo>
                  <a:cubicBezTo>
                    <a:pt x="1053" y="353"/>
                    <a:pt x="529" y="23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72"/>
            <p:cNvSpPr/>
            <p:nvPr/>
          </p:nvSpPr>
          <p:spPr>
            <a:xfrm>
              <a:off x="5449191" y="3865056"/>
              <a:ext cx="132379" cy="56391"/>
            </a:xfrm>
            <a:custGeom>
              <a:avLst/>
              <a:gdLst/>
              <a:ahLst/>
              <a:cxnLst/>
              <a:rect l="l" t="t" r="r" b="b"/>
              <a:pathLst>
                <a:path w="3418" h="1456" extrusionOk="0">
                  <a:moveTo>
                    <a:pt x="1223" y="1"/>
                  </a:moveTo>
                  <a:cubicBezTo>
                    <a:pt x="1025" y="1"/>
                    <a:pt x="860" y="166"/>
                    <a:pt x="860" y="364"/>
                  </a:cubicBezTo>
                  <a:cubicBezTo>
                    <a:pt x="860" y="662"/>
                    <a:pt x="701" y="906"/>
                    <a:pt x="417" y="1045"/>
                  </a:cubicBezTo>
                  <a:cubicBezTo>
                    <a:pt x="291" y="1104"/>
                    <a:pt x="146" y="1137"/>
                    <a:pt x="0" y="1151"/>
                  </a:cubicBezTo>
                  <a:cubicBezTo>
                    <a:pt x="126" y="1263"/>
                    <a:pt x="271" y="1349"/>
                    <a:pt x="430" y="1402"/>
                  </a:cubicBezTo>
                  <a:cubicBezTo>
                    <a:pt x="505" y="1429"/>
                    <a:pt x="612" y="1456"/>
                    <a:pt x="731" y="1456"/>
                  </a:cubicBezTo>
                  <a:cubicBezTo>
                    <a:pt x="876" y="1456"/>
                    <a:pt x="1039" y="1416"/>
                    <a:pt x="1184" y="1290"/>
                  </a:cubicBezTo>
                  <a:cubicBezTo>
                    <a:pt x="1263" y="1210"/>
                    <a:pt x="1342" y="1124"/>
                    <a:pt x="1402" y="1025"/>
                  </a:cubicBezTo>
                  <a:cubicBezTo>
                    <a:pt x="1468" y="919"/>
                    <a:pt x="1587" y="853"/>
                    <a:pt x="1712" y="853"/>
                  </a:cubicBezTo>
                  <a:cubicBezTo>
                    <a:pt x="1831" y="853"/>
                    <a:pt x="1950" y="919"/>
                    <a:pt x="2016" y="1025"/>
                  </a:cubicBezTo>
                  <a:cubicBezTo>
                    <a:pt x="2083" y="1124"/>
                    <a:pt x="2155" y="1210"/>
                    <a:pt x="2235" y="1290"/>
                  </a:cubicBezTo>
                  <a:cubicBezTo>
                    <a:pt x="2379" y="1416"/>
                    <a:pt x="2542" y="1456"/>
                    <a:pt x="2688" y="1456"/>
                  </a:cubicBezTo>
                  <a:cubicBezTo>
                    <a:pt x="2808" y="1456"/>
                    <a:pt x="2917" y="1429"/>
                    <a:pt x="2995" y="1402"/>
                  </a:cubicBezTo>
                  <a:cubicBezTo>
                    <a:pt x="3153" y="1349"/>
                    <a:pt x="3292" y="1263"/>
                    <a:pt x="3418" y="1151"/>
                  </a:cubicBezTo>
                  <a:cubicBezTo>
                    <a:pt x="3272" y="1137"/>
                    <a:pt x="3127" y="1104"/>
                    <a:pt x="3008" y="1045"/>
                  </a:cubicBezTo>
                  <a:cubicBezTo>
                    <a:pt x="2724" y="906"/>
                    <a:pt x="2558" y="662"/>
                    <a:pt x="2558" y="364"/>
                  </a:cubicBezTo>
                  <a:cubicBezTo>
                    <a:pt x="2558" y="166"/>
                    <a:pt x="2393" y="1"/>
                    <a:pt x="2195" y="1"/>
                  </a:cubicBezTo>
                  <a:cubicBezTo>
                    <a:pt x="2083" y="1"/>
                    <a:pt x="2003" y="53"/>
                    <a:pt x="1950" y="93"/>
                  </a:cubicBezTo>
                  <a:cubicBezTo>
                    <a:pt x="1881" y="156"/>
                    <a:pt x="1795" y="187"/>
                    <a:pt x="1709" y="187"/>
                  </a:cubicBezTo>
                  <a:cubicBezTo>
                    <a:pt x="1623" y="187"/>
                    <a:pt x="1537" y="156"/>
                    <a:pt x="1468" y="93"/>
                  </a:cubicBezTo>
                  <a:cubicBezTo>
                    <a:pt x="1422" y="53"/>
                    <a:pt x="1336" y="1"/>
                    <a:pt x="12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72"/>
            <p:cNvSpPr/>
            <p:nvPr/>
          </p:nvSpPr>
          <p:spPr>
            <a:xfrm>
              <a:off x="5463792" y="3700880"/>
              <a:ext cx="103215" cy="78699"/>
            </a:xfrm>
            <a:custGeom>
              <a:avLst/>
              <a:gdLst/>
              <a:ahLst/>
              <a:cxnLst/>
              <a:rect l="l" t="t" r="r" b="b"/>
              <a:pathLst>
                <a:path w="2665" h="2032" extrusionOk="0">
                  <a:moveTo>
                    <a:pt x="579" y="1"/>
                  </a:moveTo>
                  <a:cubicBezTo>
                    <a:pt x="443" y="1"/>
                    <a:pt x="308" y="52"/>
                    <a:pt x="205" y="155"/>
                  </a:cubicBezTo>
                  <a:cubicBezTo>
                    <a:pt x="0" y="359"/>
                    <a:pt x="0" y="697"/>
                    <a:pt x="205" y="901"/>
                  </a:cubicBezTo>
                  <a:lnTo>
                    <a:pt x="1335" y="2032"/>
                  </a:lnTo>
                  <a:lnTo>
                    <a:pt x="2459" y="901"/>
                  </a:lnTo>
                  <a:cubicBezTo>
                    <a:pt x="2664" y="697"/>
                    <a:pt x="2664" y="359"/>
                    <a:pt x="2459" y="155"/>
                  </a:cubicBezTo>
                  <a:cubicBezTo>
                    <a:pt x="2357" y="52"/>
                    <a:pt x="2223" y="1"/>
                    <a:pt x="2088" y="1"/>
                  </a:cubicBezTo>
                  <a:cubicBezTo>
                    <a:pt x="1953" y="1"/>
                    <a:pt x="1818" y="52"/>
                    <a:pt x="1712" y="155"/>
                  </a:cubicBezTo>
                  <a:lnTo>
                    <a:pt x="1587" y="280"/>
                  </a:lnTo>
                  <a:cubicBezTo>
                    <a:pt x="1517" y="353"/>
                    <a:pt x="1425" y="389"/>
                    <a:pt x="1332" y="389"/>
                  </a:cubicBezTo>
                  <a:cubicBezTo>
                    <a:pt x="1240" y="389"/>
                    <a:pt x="1147" y="353"/>
                    <a:pt x="1078" y="280"/>
                  </a:cubicBezTo>
                  <a:lnTo>
                    <a:pt x="952" y="155"/>
                  </a:lnTo>
                  <a:cubicBezTo>
                    <a:pt x="850" y="52"/>
                    <a:pt x="714" y="1"/>
                    <a:pt x="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72"/>
            <p:cNvSpPr/>
            <p:nvPr/>
          </p:nvSpPr>
          <p:spPr>
            <a:xfrm>
              <a:off x="5275372" y="3531979"/>
              <a:ext cx="480058" cy="480329"/>
            </a:xfrm>
            <a:custGeom>
              <a:avLst/>
              <a:gdLst/>
              <a:ahLst/>
              <a:cxnLst/>
              <a:rect l="l" t="t" r="r" b="b"/>
              <a:pathLst>
                <a:path w="12395" h="12402" extrusionOk="0">
                  <a:moveTo>
                    <a:pt x="6953" y="3636"/>
                  </a:moveTo>
                  <a:cubicBezTo>
                    <a:pt x="7273" y="3636"/>
                    <a:pt x="7594" y="3758"/>
                    <a:pt x="7840" y="4000"/>
                  </a:cubicBezTo>
                  <a:cubicBezTo>
                    <a:pt x="8329" y="4489"/>
                    <a:pt x="8329" y="5289"/>
                    <a:pt x="7840" y="5778"/>
                  </a:cubicBezTo>
                  <a:lnTo>
                    <a:pt x="6452" y="7160"/>
                  </a:lnTo>
                  <a:cubicBezTo>
                    <a:pt x="6382" y="7232"/>
                    <a:pt x="6290" y="7269"/>
                    <a:pt x="6197" y="7269"/>
                  </a:cubicBezTo>
                  <a:cubicBezTo>
                    <a:pt x="6105" y="7269"/>
                    <a:pt x="6012" y="7232"/>
                    <a:pt x="5943" y="7160"/>
                  </a:cubicBezTo>
                  <a:lnTo>
                    <a:pt x="4554" y="5778"/>
                  </a:lnTo>
                  <a:cubicBezTo>
                    <a:pt x="4065" y="5289"/>
                    <a:pt x="4065" y="4489"/>
                    <a:pt x="4554" y="4000"/>
                  </a:cubicBezTo>
                  <a:cubicBezTo>
                    <a:pt x="4800" y="3758"/>
                    <a:pt x="5121" y="3636"/>
                    <a:pt x="5442" y="3636"/>
                  </a:cubicBezTo>
                  <a:cubicBezTo>
                    <a:pt x="5709" y="3636"/>
                    <a:pt x="5976" y="3720"/>
                    <a:pt x="6200" y="3888"/>
                  </a:cubicBezTo>
                  <a:cubicBezTo>
                    <a:pt x="6422" y="3720"/>
                    <a:pt x="6687" y="3636"/>
                    <a:pt x="6953" y="3636"/>
                  </a:cubicBezTo>
                  <a:close/>
                  <a:moveTo>
                    <a:pt x="6683" y="7873"/>
                  </a:moveTo>
                  <a:cubicBezTo>
                    <a:pt x="7284" y="7873"/>
                    <a:pt x="7774" y="8363"/>
                    <a:pt x="7774" y="8964"/>
                  </a:cubicBezTo>
                  <a:cubicBezTo>
                    <a:pt x="7780" y="8977"/>
                    <a:pt x="7833" y="9010"/>
                    <a:pt x="7932" y="9024"/>
                  </a:cubicBezTo>
                  <a:cubicBezTo>
                    <a:pt x="7961" y="9027"/>
                    <a:pt x="7990" y="9029"/>
                    <a:pt x="8019" y="9029"/>
                  </a:cubicBezTo>
                  <a:cubicBezTo>
                    <a:pt x="8161" y="9029"/>
                    <a:pt x="8307" y="8990"/>
                    <a:pt x="8395" y="8924"/>
                  </a:cubicBezTo>
                  <a:cubicBezTo>
                    <a:pt x="8461" y="8869"/>
                    <a:pt x="8542" y="8843"/>
                    <a:pt x="8622" y="8843"/>
                  </a:cubicBezTo>
                  <a:cubicBezTo>
                    <a:pt x="8686" y="8843"/>
                    <a:pt x="8749" y="8859"/>
                    <a:pt x="8805" y="8891"/>
                  </a:cubicBezTo>
                  <a:cubicBezTo>
                    <a:pt x="8937" y="8971"/>
                    <a:pt x="9003" y="9123"/>
                    <a:pt x="8977" y="9275"/>
                  </a:cubicBezTo>
                  <a:cubicBezTo>
                    <a:pt x="8858" y="9916"/>
                    <a:pt x="8362" y="10471"/>
                    <a:pt x="7714" y="10689"/>
                  </a:cubicBezTo>
                  <a:cubicBezTo>
                    <a:pt x="7531" y="10752"/>
                    <a:pt x="7349" y="10783"/>
                    <a:pt x="7173" y="10783"/>
                  </a:cubicBezTo>
                  <a:cubicBezTo>
                    <a:pt x="6827" y="10783"/>
                    <a:pt x="6503" y="10664"/>
                    <a:pt x="6240" y="10432"/>
                  </a:cubicBezTo>
                  <a:cubicBezTo>
                    <a:pt x="6227" y="10418"/>
                    <a:pt x="6214" y="10405"/>
                    <a:pt x="6200" y="10392"/>
                  </a:cubicBezTo>
                  <a:cubicBezTo>
                    <a:pt x="6181" y="10405"/>
                    <a:pt x="6167" y="10418"/>
                    <a:pt x="6154" y="10432"/>
                  </a:cubicBezTo>
                  <a:cubicBezTo>
                    <a:pt x="5890" y="10663"/>
                    <a:pt x="5566" y="10782"/>
                    <a:pt x="5215" y="10782"/>
                  </a:cubicBezTo>
                  <a:cubicBezTo>
                    <a:pt x="5044" y="10782"/>
                    <a:pt x="4865" y="10755"/>
                    <a:pt x="4680" y="10689"/>
                  </a:cubicBezTo>
                  <a:cubicBezTo>
                    <a:pt x="4039" y="10471"/>
                    <a:pt x="3543" y="9916"/>
                    <a:pt x="3418" y="9275"/>
                  </a:cubicBezTo>
                  <a:cubicBezTo>
                    <a:pt x="3391" y="9123"/>
                    <a:pt x="3457" y="8971"/>
                    <a:pt x="3589" y="8891"/>
                  </a:cubicBezTo>
                  <a:cubicBezTo>
                    <a:pt x="3648" y="8859"/>
                    <a:pt x="3713" y="8843"/>
                    <a:pt x="3777" y="8843"/>
                  </a:cubicBezTo>
                  <a:cubicBezTo>
                    <a:pt x="3859" y="8843"/>
                    <a:pt x="3939" y="8869"/>
                    <a:pt x="4006" y="8924"/>
                  </a:cubicBezTo>
                  <a:cubicBezTo>
                    <a:pt x="4088" y="8990"/>
                    <a:pt x="4234" y="9029"/>
                    <a:pt x="4375" y="9029"/>
                  </a:cubicBezTo>
                  <a:cubicBezTo>
                    <a:pt x="4404" y="9029"/>
                    <a:pt x="4434" y="9027"/>
                    <a:pt x="4462" y="9024"/>
                  </a:cubicBezTo>
                  <a:cubicBezTo>
                    <a:pt x="4568" y="9010"/>
                    <a:pt x="4614" y="8977"/>
                    <a:pt x="4621" y="8964"/>
                  </a:cubicBezTo>
                  <a:cubicBezTo>
                    <a:pt x="4621" y="8363"/>
                    <a:pt x="5110" y="7873"/>
                    <a:pt x="5711" y="7873"/>
                  </a:cubicBezTo>
                  <a:cubicBezTo>
                    <a:pt x="5883" y="7873"/>
                    <a:pt x="6048" y="7913"/>
                    <a:pt x="6200" y="7986"/>
                  </a:cubicBezTo>
                  <a:cubicBezTo>
                    <a:pt x="6346" y="7913"/>
                    <a:pt x="6511" y="7873"/>
                    <a:pt x="6683" y="7873"/>
                  </a:cubicBezTo>
                  <a:close/>
                  <a:moveTo>
                    <a:pt x="3292" y="1"/>
                  </a:moveTo>
                  <a:cubicBezTo>
                    <a:pt x="3252" y="1"/>
                    <a:pt x="3213" y="7"/>
                    <a:pt x="3180" y="21"/>
                  </a:cubicBezTo>
                  <a:lnTo>
                    <a:pt x="1930" y="437"/>
                  </a:lnTo>
                  <a:cubicBezTo>
                    <a:pt x="1230" y="668"/>
                    <a:pt x="707" y="1263"/>
                    <a:pt x="562" y="1984"/>
                  </a:cubicBezTo>
                  <a:lnTo>
                    <a:pt x="27" y="4654"/>
                  </a:lnTo>
                  <a:cubicBezTo>
                    <a:pt x="0" y="4793"/>
                    <a:pt x="60" y="4939"/>
                    <a:pt x="172" y="5018"/>
                  </a:cubicBezTo>
                  <a:lnTo>
                    <a:pt x="1355" y="5864"/>
                  </a:lnTo>
                  <a:lnTo>
                    <a:pt x="1355" y="4000"/>
                  </a:lnTo>
                  <a:cubicBezTo>
                    <a:pt x="1355" y="3802"/>
                    <a:pt x="1514" y="3636"/>
                    <a:pt x="1719" y="3636"/>
                  </a:cubicBezTo>
                  <a:cubicBezTo>
                    <a:pt x="1917" y="3636"/>
                    <a:pt x="2082" y="3802"/>
                    <a:pt x="2082" y="4000"/>
                  </a:cubicBezTo>
                  <a:lnTo>
                    <a:pt x="2082" y="12038"/>
                  </a:lnTo>
                  <a:cubicBezTo>
                    <a:pt x="2082" y="12236"/>
                    <a:pt x="2241" y="12401"/>
                    <a:pt x="2446" y="12401"/>
                  </a:cubicBezTo>
                  <a:lnTo>
                    <a:pt x="9948" y="12401"/>
                  </a:lnTo>
                  <a:cubicBezTo>
                    <a:pt x="10153" y="12401"/>
                    <a:pt x="10312" y="12236"/>
                    <a:pt x="10312" y="12038"/>
                  </a:cubicBezTo>
                  <a:lnTo>
                    <a:pt x="10312" y="4000"/>
                  </a:lnTo>
                  <a:cubicBezTo>
                    <a:pt x="10312" y="3802"/>
                    <a:pt x="10477" y="3636"/>
                    <a:pt x="10675" y="3636"/>
                  </a:cubicBezTo>
                  <a:cubicBezTo>
                    <a:pt x="10880" y="3636"/>
                    <a:pt x="11039" y="3802"/>
                    <a:pt x="11039" y="4000"/>
                  </a:cubicBezTo>
                  <a:lnTo>
                    <a:pt x="11039" y="5864"/>
                  </a:lnTo>
                  <a:lnTo>
                    <a:pt x="12222" y="5018"/>
                  </a:lnTo>
                  <a:cubicBezTo>
                    <a:pt x="12335" y="4939"/>
                    <a:pt x="12394" y="4793"/>
                    <a:pt x="12368" y="4654"/>
                  </a:cubicBezTo>
                  <a:lnTo>
                    <a:pt x="11832" y="1984"/>
                  </a:lnTo>
                  <a:cubicBezTo>
                    <a:pt x="11687" y="1263"/>
                    <a:pt x="11165" y="668"/>
                    <a:pt x="10464" y="437"/>
                  </a:cubicBezTo>
                  <a:lnTo>
                    <a:pt x="9215" y="21"/>
                  </a:lnTo>
                  <a:cubicBezTo>
                    <a:pt x="9182" y="7"/>
                    <a:pt x="9142" y="1"/>
                    <a:pt x="9102" y="1"/>
                  </a:cubicBezTo>
                  <a:lnTo>
                    <a:pt x="8501" y="1"/>
                  </a:lnTo>
                  <a:lnTo>
                    <a:pt x="8501" y="364"/>
                  </a:lnTo>
                  <a:cubicBezTo>
                    <a:pt x="8501" y="1633"/>
                    <a:pt x="7463" y="2665"/>
                    <a:pt x="6200" y="2665"/>
                  </a:cubicBezTo>
                  <a:cubicBezTo>
                    <a:pt x="4931" y="2665"/>
                    <a:pt x="3900" y="1633"/>
                    <a:pt x="3900" y="364"/>
                  </a:cubicBezTo>
                  <a:lnTo>
                    <a:pt x="3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72"/>
          <p:cNvGrpSpPr/>
          <p:nvPr/>
        </p:nvGrpSpPr>
        <p:grpSpPr>
          <a:xfrm>
            <a:off x="5902058" y="3531979"/>
            <a:ext cx="478275" cy="480328"/>
            <a:chOff x="5902058" y="3531979"/>
            <a:chExt cx="478275" cy="480328"/>
          </a:xfrm>
        </p:grpSpPr>
        <p:sp>
          <p:nvSpPr>
            <p:cNvPr id="1904" name="Google Shape;1904;p72"/>
            <p:cNvSpPr/>
            <p:nvPr/>
          </p:nvSpPr>
          <p:spPr>
            <a:xfrm>
              <a:off x="6237691" y="3852004"/>
              <a:ext cx="59954" cy="40938"/>
            </a:xfrm>
            <a:custGeom>
              <a:avLst/>
              <a:gdLst/>
              <a:ahLst/>
              <a:cxnLst/>
              <a:rect l="l" t="t" r="r" b="b"/>
              <a:pathLst>
                <a:path w="1548" h="1057" extrusionOk="0">
                  <a:moveTo>
                    <a:pt x="1" y="0"/>
                  </a:moveTo>
                  <a:lnTo>
                    <a:pt x="1" y="265"/>
                  </a:lnTo>
                  <a:lnTo>
                    <a:pt x="483" y="913"/>
                  </a:lnTo>
                  <a:cubicBezTo>
                    <a:pt x="556" y="1008"/>
                    <a:pt x="665" y="1056"/>
                    <a:pt x="774" y="1056"/>
                  </a:cubicBezTo>
                  <a:cubicBezTo>
                    <a:pt x="883" y="1056"/>
                    <a:pt x="992" y="1008"/>
                    <a:pt x="1065" y="913"/>
                  </a:cubicBezTo>
                  <a:lnTo>
                    <a:pt x="1547" y="265"/>
                  </a:lnTo>
                  <a:lnTo>
                    <a:pt x="1547" y="0"/>
                  </a:lnTo>
                  <a:cubicBezTo>
                    <a:pt x="1309" y="93"/>
                    <a:pt x="1052" y="139"/>
                    <a:pt x="774" y="139"/>
                  </a:cubicBezTo>
                  <a:cubicBezTo>
                    <a:pt x="503" y="139"/>
                    <a:pt x="239" y="9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72"/>
            <p:cNvSpPr/>
            <p:nvPr/>
          </p:nvSpPr>
          <p:spPr>
            <a:xfrm>
              <a:off x="6155274" y="3872492"/>
              <a:ext cx="225060" cy="139815"/>
            </a:xfrm>
            <a:custGeom>
              <a:avLst/>
              <a:gdLst/>
              <a:ahLst/>
              <a:cxnLst/>
              <a:rect l="l" t="t" r="r" b="b"/>
              <a:pathLst>
                <a:path w="5811" h="3610" extrusionOk="0">
                  <a:moveTo>
                    <a:pt x="1415" y="0"/>
                  </a:moveTo>
                  <a:lnTo>
                    <a:pt x="1124" y="119"/>
                  </a:lnTo>
                  <a:cubicBezTo>
                    <a:pt x="443" y="403"/>
                    <a:pt x="0" y="1064"/>
                    <a:pt x="0" y="1798"/>
                  </a:cubicBezTo>
                  <a:lnTo>
                    <a:pt x="0" y="3252"/>
                  </a:lnTo>
                  <a:cubicBezTo>
                    <a:pt x="0" y="3451"/>
                    <a:pt x="159" y="3609"/>
                    <a:pt x="364" y="3609"/>
                  </a:cubicBezTo>
                  <a:lnTo>
                    <a:pt x="1091" y="3609"/>
                  </a:lnTo>
                  <a:lnTo>
                    <a:pt x="1091" y="2413"/>
                  </a:lnTo>
                  <a:cubicBezTo>
                    <a:pt x="1091" y="2228"/>
                    <a:pt x="1223" y="2063"/>
                    <a:pt x="1408" y="2043"/>
                  </a:cubicBezTo>
                  <a:cubicBezTo>
                    <a:pt x="1423" y="2041"/>
                    <a:pt x="1438" y="2040"/>
                    <a:pt x="1452" y="2040"/>
                  </a:cubicBezTo>
                  <a:cubicBezTo>
                    <a:pt x="1651" y="2040"/>
                    <a:pt x="1811" y="2203"/>
                    <a:pt x="1811" y="2400"/>
                  </a:cubicBezTo>
                  <a:lnTo>
                    <a:pt x="1811" y="3609"/>
                  </a:lnTo>
                  <a:lnTo>
                    <a:pt x="3993" y="3609"/>
                  </a:lnTo>
                  <a:lnTo>
                    <a:pt x="3993" y="2413"/>
                  </a:lnTo>
                  <a:cubicBezTo>
                    <a:pt x="3993" y="2228"/>
                    <a:pt x="4131" y="2063"/>
                    <a:pt x="4317" y="2043"/>
                  </a:cubicBezTo>
                  <a:cubicBezTo>
                    <a:pt x="4332" y="2041"/>
                    <a:pt x="4346" y="2040"/>
                    <a:pt x="4361" y="2040"/>
                  </a:cubicBezTo>
                  <a:cubicBezTo>
                    <a:pt x="4559" y="2040"/>
                    <a:pt x="4720" y="2203"/>
                    <a:pt x="4720" y="2400"/>
                  </a:cubicBezTo>
                  <a:lnTo>
                    <a:pt x="4720" y="3609"/>
                  </a:lnTo>
                  <a:lnTo>
                    <a:pt x="5447" y="3609"/>
                  </a:lnTo>
                  <a:cubicBezTo>
                    <a:pt x="5645" y="3609"/>
                    <a:pt x="5810" y="3451"/>
                    <a:pt x="5810" y="3252"/>
                  </a:cubicBezTo>
                  <a:lnTo>
                    <a:pt x="5810" y="1798"/>
                  </a:lnTo>
                  <a:cubicBezTo>
                    <a:pt x="5810" y="1064"/>
                    <a:pt x="5368" y="403"/>
                    <a:pt x="4687" y="119"/>
                  </a:cubicBezTo>
                  <a:lnTo>
                    <a:pt x="4389" y="0"/>
                  </a:lnTo>
                  <a:lnTo>
                    <a:pt x="3775" y="820"/>
                  </a:lnTo>
                  <a:cubicBezTo>
                    <a:pt x="3556" y="1114"/>
                    <a:pt x="3229" y="1261"/>
                    <a:pt x="2902" y="1261"/>
                  </a:cubicBezTo>
                  <a:cubicBezTo>
                    <a:pt x="2575" y="1261"/>
                    <a:pt x="2248" y="1114"/>
                    <a:pt x="2029" y="820"/>
                  </a:cubicBezTo>
                  <a:lnTo>
                    <a:pt x="14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72"/>
            <p:cNvSpPr/>
            <p:nvPr/>
          </p:nvSpPr>
          <p:spPr>
            <a:xfrm>
              <a:off x="5939433" y="3655915"/>
              <a:ext cx="131372" cy="65802"/>
            </a:xfrm>
            <a:custGeom>
              <a:avLst/>
              <a:gdLst/>
              <a:ahLst/>
              <a:cxnLst/>
              <a:rect l="l" t="t" r="r" b="b"/>
              <a:pathLst>
                <a:path w="3392" h="1699" extrusionOk="0">
                  <a:moveTo>
                    <a:pt x="364" y="0"/>
                  </a:moveTo>
                  <a:cubicBezTo>
                    <a:pt x="166" y="0"/>
                    <a:pt x="1" y="165"/>
                    <a:pt x="1" y="364"/>
                  </a:cubicBezTo>
                  <a:lnTo>
                    <a:pt x="1" y="489"/>
                  </a:lnTo>
                  <a:cubicBezTo>
                    <a:pt x="1" y="1157"/>
                    <a:pt x="543" y="1699"/>
                    <a:pt x="1210" y="1699"/>
                  </a:cubicBezTo>
                  <a:lnTo>
                    <a:pt x="3392" y="1699"/>
                  </a:lnTo>
                  <a:lnTo>
                    <a:pt x="3392" y="1216"/>
                  </a:lnTo>
                  <a:cubicBezTo>
                    <a:pt x="3392" y="542"/>
                    <a:pt x="2850" y="0"/>
                    <a:pt x="2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72"/>
            <p:cNvSpPr/>
            <p:nvPr/>
          </p:nvSpPr>
          <p:spPr>
            <a:xfrm>
              <a:off x="5958139" y="3744219"/>
              <a:ext cx="112666" cy="85361"/>
            </a:xfrm>
            <a:custGeom>
              <a:avLst/>
              <a:gdLst/>
              <a:ahLst/>
              <a:cxnLst/>
              <a:rect l="l" t="t" r="r" b="b"/>
              <a:pathLst>
                <a:path w="2909" h="2204" extrusionOk="0">
                  <a:moveTo>
                    <a:pt x="0" y="1"/>
                  </a:moveTo>
                  <a:lnTo>
                    <a:pt x="0" y="748"/>
                  </a:lnTo>
                  <a:cubicBezTo>
                    <a:pt x="0" y="1550"/>
                    <a:pt x="649" y="2203"/>
                    <a:pt x="1450" y="2203"/>
                  </a:cubicBezTo>
                  <a:cubicBezTo>
                    <a:pt x="1474" y="2203"/>
                    <a:pt x="1497" y="2203"/>
                    <a:pt x="1521" y="2202"/>
                  </a:cubicBezTo>
                  <a:cubicBezTo>
                    <a:pt x="2301" y="2169"/>
                    <a:pt x="2909" y="1508"/>
                    <a:pt x="2909" y="728"/>
                  </a:cubicBezTo>
                  <a:lnTo>
                    <a:pt x="2909" y="146"/>
                  </a:lnTo>
                  <a:lnTo>
                    <a:pt x="727" y="146"/>
                  </a:lnTo>
                  <a:cubicBezTo>
                    <a:pt x="470" y="146"/>
                    <a:pt x="225" y="9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72"/>
            <p:cNvSpPr/>
            <p:nvPr/>
          </p:nvSpPr>
          <p:spPr>
            <a:xfrm>
              <a:off x="5984514" y="3852004"/>
              <a:ext cx="59915" cy="40938"/>
            </a:xfrm>
            <a:custGeom>
              <a:avLst/>
              <a:gdLst/>
              <a:ahLst/>
              <a:cxnLst/>
              <a:rect l="l" t="t" r="r" b="b"/>
              <a:pathLst>
                <a:path w="1547" h="1057" extrusionOk="0">
                  <a:moveTo>
                    <a:pt x="0" y="0"/>
                  </a:moveTo>
                  <a:lnTo>
                    <a:pt x="0" y="265"/>
                  </a:lnTo>
                  <a:lnTo>
                    <a:pt x="483" y="913"/>
                  </a:lnTo>
                  <a:cubicBezTo>
                    <a:pt x="555" y="1008"/>
                    <a:pt x="665" y="1056"/>
                    <a:pt x="774" y="1056"/>
                  </a:cubicBezTo>
                  <a:cubicBezTo>
                    <a:pt x="883" y="1056"/>
                    <a:pt x="992" y="1008"/>
                    <a:pt x="1064" y="913"/>
                  </a:cubicBezTo>
                  <a:lnTo>
                    <a:pt x="1547" y="265"/>
                  </a:lnTo>
                  <a:lnTo>
                    <a:pt x="1547" y="0"/>
                  </a:lnTo>
                  <a:cubicBezTo>
                    <a:pt x="1309" y="93"/>
                    <a:pt x="1045" y="139"/>
                    <a:pt x="774" y="139"/>
                  </a:cubicBezTo>
                  <a:cubicBezTo>
                    <a:pt x="503" y="139"/>
                    <a:pt x="238" y="9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72"/>
            <p:cNvSpPr/>
            <p:nvPr/>
          </p:nvSpPr>
          <p:spPr>
            <a:xfrm>
              <a:off x="5902058" y="3872492"/>
              <a:ext cx="225099" cy="139815"/>
            </a:xfrm>
            <a:custGeom>
              <a:avLst/>
              <a:gdLst/>
              <a:ahLst/>
              <a:cxnLst/>
              <a:rect l="l" t="t" r="r" b="b"/>
              <a:pathLst>
                <a:path w="5812" h="3610" extrusionOk="0">
                  <a:moveTo>
                    <a:pt x="1415" y="0"/>
                  </a:moveTo>
                  <a:lnTo>
                    <a:pt x="1124" y="119"/>
                  </a:lnTo>
                  <a:cubicBezTo>
                    <a:pt x="444" y="403"/>
                    <a:pt x="1" y="1064"/>
                    <a:pt x="1" y="1798"/>
                  </a:cubicBezTo>
                  <a:lnTo>
                    <a:pt x="1" y="3252"/>
                  </a:lnTo>
                  <a:cubicBezTo>
                    <a:pt x="1" y="3451"/>
                    <a:pt x="159" y="3609"/>
                    <a:pt x="364" y="3609"/>
                  </a:cubicBezTo>
                  <a:lnTo>
                    <a:pt x="1085" y="3609"/>
                  </a:lnTo>
                  <a:lnTo>
                    <a:pt x="1085" y="2413"/>
                  </a:lnTo>
                  <a:cubicBezTo>
                    <a:pt x="1085" y="2228"/>
                    <a:pt x="1224" y="2063"/>
                    <a:pt x="1409" y="2043"/>
                  </a:cubicBezTo>
                  <a:cubicBezTo>
                    <a:pt x="1424" y="2041"/>
                    <a:pt x="1438" y="2040"/>
                    <a:pt x="1453" y="2040"/>
                  </a:cubicBezTo>
                  <a:cubicBezTo>
                    <a:pt x="1651" y="2040"/>
                    <a:pt x="1812" y="2203"/>
                    <a:pt x="1812" y="2400"/>
                  </a:cubicBezTo>
                  <a:lnTo>
                    <a:pt x="1812" y="3609"/>
                  </a:lnTo>
                  <a:lnTo>
                    <a:pt x="3993" y="3609"/>
                  </a:lnTo>
                  <a:lnTo>
                    <a:pt x="3993" y="2413"/>
                  </a:lnTo>
                  <a:cubicBezTo>
                    <a:pt x="3993" y="2228"/>
                    <a:pt x="4132" y="2063"/>
                    <a:pt x="4317" y="2043"/>
                  </a:cubicBezTo>
                  <a:cubicBezTo>
                    <a:pt x="4332" y="2041"/>
                    <a:pt x="4347" y="2040"/>
                    <a:pt x="4361" y="2040"/>
                  </a:cubicBezTo>
                  <a:cubicBezTo>
                    <a:pt x="4560" y="2040"/>
                    <a:pt x="4720" y="2203"/>
                    <a:pt x="4720" y="2400"/>
                  </a:cubicBezTo>
                  <a:lnTo>
                    <a:pt x="4720" y="3609"/>
                  </a:lnTo>
                  <a:lnTo>
                    <a:pt x="5811" y="3609"/>
                  </a:lnTo>
                  <a:lnTo>
                    <a:pt x="5811" y="1798"/>
                  </a:lnTo>
                  <a:cubicBezTo>
                    <a:pt x="5811" y="1064"/>
                    <a:pt x="5368" y="403"/>
                    <a:pt x="4687" y="119"/>
                  </a:cubicBezTo>
                  <a:lnTo>
                    <a:pt x="4390" y="0"/>
                  </a:lnTo>
                  <a:lnTo>
                    <a:pt x="3775" y="820"/>
                  </a:lnTo>
                  <a:cubicBezTo>
                    <a:pt x="3557" y="1114"/>
                    <a:pt x="3230" y="1261"/>
                    <a:pt x="2903" y="1261"/>
                  </a:cubicBezTo>
                  <a:cubicBezTo>
                    <a:pt x="2575" y="1261"/>
                    <a:pt x="2248" y="1114"/>
                    <a:pt x="2030" y="820"/>
                  </a:cubicBezTo>
                  <a:lnTo>
                    <a:pt x="14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72"/>
            <p:cNvSpPr/>
            <p:nvPr/>
          </p:nvSpPr>
          <p:spPr>
            <a:xfrm>
              <a:off x="6211316" y="3740113"/>
              <a:ext cx="112704" cy="89466"/>
            </a:xfrm>
            <a:custGeom>
              <a:avLst/>
              <a:gdLst/>
              <a:ahLst/>
              <a:cxnLst/>
              <a:rect l="l" t="t" r="r" b="b"/>
              <a:pathLst>
                <a:path w="2910" h="2310" extrusionOk="0">
                  <a:moveTo>
                    <a:pt x="1772" y="1"/>
                  </a:moveTo>
                  <a:cubicBezTo>
                    <a:pt x="1369" y="239"/>
                    <a:pt x="906" y="371"/>
                    <a:pt x="437" y="371"/>
                  </a:cubicBezTo>
                  <a:lnTo>
                    <a:pt x="1" y="371"/>
                  </a:lnTo>
                  <a:lnTo>
                    <a:pt x="1" y="854"/>
                  </a:lnTo>
                  <a:cubicBezTo>
                    <a:pt x="1" y="1656"/>
                    <a:pt x="650" y="2309"/>
                    <a:pt x="1451" y="2309"/>
                  </a:cubicBezTo>
                  <a:cubicBezTo>
                    <a:pt x="1474" y="2309"/>
                    <a:pt x="1497" y="2309"/>
                    <a:pt x="1521" y="2308"/>
                  </a:cubicBezTo>
                  <a:cubicBezTo>
                    <a:pt x="2301" y="2275"/>
                    <a:pt x="2909" y="1614"/>
                    <a:pt x="2909" y="834"/>
                  </a:cubicBezTo>
                  <a:lnTo>
                    <a:pt x="2909" y="371"/>
                  </a:lnTo>
                  <a:lnTo>
                    <a:pt x="2790" y="371"/>
                  </a:lnTo>
                  <a:cubicBezTo>
                    <a:pt x="2413" y="371"/>
                    <a:pt x="2057" y="239"/>
                    <a:pt x="17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72"/>
            <p:cNvSpPr/>
            <p:nvPr/>
          </p:nvSpPr>
          <p:spPr>
            <a:xfrm>
              <a:off x="6211819" y="3669973"/>
              <a:ext cx="112433" cy="56352"/>
            </a:xfrm>
            <a:custGeom>
              <a:avLst/>
              <a:gdLst/>
              <a:ahLst/>
              <a:cxnLst/>
              <a:rect l="l" t="t" r="r" b="b"/>
              <a:pathLst>
                <a:path w="2903" h="1455" extrusionOk="0">
                  <a:moveTo>
                    <a:pt x="1455" y="1"/>
                  </a:moveTo>
                  <a:cubicBezTo>
                    <a:pt x="649" y="1"/>
                    <a:pt x="1" y="655"/>
                    <a:pt x="1" y="1455"/>
                  </a:cubicBezTo>
                  <a:lnTo>
                    <a:pt x="1111" y="1455"/>
                  </a:lnTo>
                  <a:cubicBezTo>
                    <a:pt x="1270" y="1455"/>
                    <a:pt x="1416" y="1356"/>
                    <a:pt x="1475" y="1204"/>
                  </a:cubicBezTo>
                  <a:cubicBezTo>
                    <a:pt x="1535" y="1055"/>
                    <a:pt x="1672" y="972"/>
                    <a:pt x="1814" y="972"/>
                  </a:cubicBezTo>
                  <a:cubicBezTo>
                    <a:pt x="1906" y="972"/>
                    <a:pt x="1999" y="1006"/>
                    <a:pt x="2077" y="1078"/>
                  </a:cubicBezTo>
                  <a:cubicBezTo>
                    <a:pt x="2083" y="1085"/>
                    <a:pt x="2083" y="1091"/>
                    <a:pt x="2090" y="1098"/>
                  </a:cubicBezTo>
                  <a:cubicBezTo>
                    <a:pt x="2248" y="1323"/>
                    <a:pt x="2506" y="1455"/>
                    <a:pt x="2784" y="1455"/>
                  </a:cubicBezTo>
                  <a:lnTo>
                    <a:pt x="2903" y="1455"/>
                  </a:lnTo>
                  <a:cubicBezTo>
                    <a:pt x="2903" y="655"/>
                    <a:pt x="2255" y="1"/>
                    <a:pt x="14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72"/>
            <p:cNvSpPr/>
            <p:nvPr/>
          </p:nvSpPr>
          <p:spPr>
            <a:xfrm>
              <a:off x="6069991" y="3531979"/>
              <a:ext cx="142914" cy="121845"/>
            </a:xfrm>
            <a:custGeom>
              <a:avLst/>
              <a:gdLst/>
              <a:ahLst/>
              <a:cxnLst/>
              <a:rect l="l" t="t" r="r" b="b"/>
              <a:pathLst>
                <a:path w="3690" h="3146" extrusionOk="0">
                  <a:moveTo>
                    <a:pt x="1215" y="0"/>
                  </a:moveTo>
                  <a:cubicBezTo>
                    <a:pt x="931" y="0"/>
                    <a:pt x="646" y="109"/>
                    <a:pt x="431" y="325"/>
                  </a:cubicBezTo>
                  <a:cubicBezTo>
                    <a:pt x="1" y="754"/>
                    <a:pt x="1" y="1455"/>
                    <a:pt x="431" y="1885"/>
                  </a:cubicBezTo>
                  <a:lnTo>
                    <a:pt x="1587" y="3041"/>
                  </a:lnTo>
                  <a:cubicBezTo>
                    <a:pt x="1660" y="3111"/>
                    <a:pt x="1753" y="3146"/>
                    <a:pt x="1845" y="3146"/>
                  </a:cubicBezTo>
                  <a:cubicBezTo>
                    <a:pt x="1938" y="3146"/>
                    <a:pt x="2030" y="3111"/>
                    <a:pt x="2103" y="3041"/>
                  </a:cubicBezTo>
                  <a:lnTo>
                    <a:pt x="3260" y="1885"/>
                  </a:lnTo>
                  <a:cubicBezTo>
                    <a:pt x="3689" y="1455"/>
                    <a:pt x="3689" y="754"/>
                    <a:pt x="3260" y="325"/>
                  </a:cubicBezTo>
                  <a:cubicBezTo>
                    <a:pt x="3044" y="109"/>
                    <a:pt x="2760" y="0"/>
                    <a:pt x="2475" y="0"/>
                  </a:cubicBezTo>
                  <a:cubicBezTo>
                    <a:pt x="2254" y="0"/>
                    <a:pt x="2033" y="66"/>
                    <a:pt x="1845" y="199"/>
                  </a:cubicBezTo>
                  <a:cubicBezTo>
                    <a:pt x="1657" y="66"/>
                    <a:pt x="1436" y="0"/>
                    <a:pt x="1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72"/>
            <p:cNvSpPr/>
            <p:nvPr/>
          </p:nvSpPr>
          <p:spPr>
            <a:xfrm>
              <a:off x="6284554" y="3627719"/>
              <a:ext cx="67855" cy="61232"/>
            </a:xfrm>
            <a:custGeom>
              <a:avLst/>
              <a:gdLst/>
              <a:ahLst/>
              <a:cxnLst/>
              <a:rect l="l" t="t" r="r" b="b"/>
              <a:pathLst>
                <a:path w="1752" h="1581" extrusionOk="0">
                  <a:moveTo>
                    <a:pt x="787" y="1"/>
                  </a:moveTo>
                  <a:cubicBezTo>
                    <a:pt x="463" y="1"/>
                    <a:pt x="172" y="160"/>
                    <a:pt x="0" y="404"/>
                  </a:cubicBezTo>
                  <a:cubicBezTo>
                    <a:pt x="675" y="536"/>
                    <a:pt x="1236" y="979"/>
                    <a:pt x="1534" y="1581"/>
                  </a:cubicBezTo>
                  <a:cubicBezTo>
                    <a:pt x="1673" y="1416"/>
                    <a:pt x="1752" y="1204"/>
                    <a:pt x="1752" y="966"/>
                  </a:cubicBezTo>
                  <a:cubicBezTo>
                    <a:pt x="1752" y="431"/>
                    <a:pt x="1322" y="1"/>
                    <a:pt x="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4" name="Google Shape;1914;p72"/>
          <p:cNvGrpSpPr/>
          <p:nvPr/>
        </p:nvGrpSpPr>
        <p:grpSpPr>
          <a:xfrm>
            <a:off x="6525956" y="3531979"/>
            <a:ext cx="481103" cy="480329"/>
            <a:chOff x="6525956" y="3531979"/>
            <a:chExt cx="481103" cy="480329"/>
          </a:xfrm>
        </p:grpSpPr>
        <p:sp>
          <p:nvSpPr>
            <p:cNvPr id="1915" name="Google Shape;1915;p72"/>
            <p:cNvSpPr/>
            <p:nvPr/>
          </p:nvSpPr>
          <p:spPr>
            <a:xfrm>
              <a:off x="6852100" y="3767457"/>
              <a:ext cx="84548" cy="46941"/>
            </a:xfrm>
            <a:custGeom>
              <a:avLst/>
              <a:gdLst/>
              <a:ahLst/>
              <a:cxnLst/>
              <a:rect l="l" t="t" r="r" b="b"/>
              <a:pathLst>
                <a:path w="2183" h="1212" extrusionOk="0">
                  <a:moveTo>
                    <a:pt x="1091" y="1"/>
                  </a:moveTo>
                  <a:cubicBezTo>
                    <a:pt x="1071" y="1"/>
                    <a:pt x="1052" y="1"/>
                    <a:pt x="1032" y="2"/>
                  </a:cubicBezTo>
                  <a:cubicBezTo>
                    <a:pt x="464" y="35"/>
                    <a:pt x="1" y="544"/>
                    <a:pt x="1" y="1106"/>
                  </a:cubicBezTo>
                  <a:lnTo>
                    <a:pt x="1" y="1212"/>
                  </a:lnTo>
                  <a:lnTo>
                    <a:pt x="2182" y="1212"/>
                  </a:lnTo>
                  <a:lnTo>
                    <a:pt x="2182" y="1093"/>
                  </a:lnTo>
                  <a:cubicBezTo>
                    <a:pt x="2182" y="491"/>
                    <a:pt x="1692" y="1"/>
                    <a:pt x="10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72"/>
            <p:cNvSpPr/>
            <p:nvPr/>
          </p:nvSpPr>
          <p:spPr>
            <a:xfrm>
              <a:off x="6875415" y="3701461"/>
              <a:ext cx="37413" cy="37413"/>
            </a:xfrm>
            <a:custGeom>
              <a:avLst/>
              <a:gdLst/>
              <a:ahLst/>
              <a:cxnLst/>
              <a:rect l="l" t="t" r="r" b="b"/>
              <a:pathLst>
                <a:path w="966" h="966" extrusionOk="0">
                  <a:moveTo>
                    <a:pt x="483" y="1"/>
                  </a:moveTo>
                  <a:cubicBezTo>
                    <a:pt x="219" y="1"/>
                    <a:pt x="1" y="212"/>
                    <a:pt x="1" y="483"/>
                  </a:cubicBezTo>
                  <a:cubicBezTo>
                    <a:pt x="1" y="748"/>
                    <a:pt x="219" y="966"/>
                    <a:pt x="483" y="966"/>
                  </a:cubicBezTo>
                  <a:cubicBezTo>
                    <a:pt x="754" y="966"/>
                    <a:pt x="966" y="748"/>
                    <a:pt x="966" y="483"/>
                  </a:cubicBezTo>
                  <a:cubicBezTo>
                    <a:pt x="966" y="212"/>
                    <a:pt x="754" y="1"/>
                    <a:pt x="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72"/>
            <p:cNvSpPr/>
            <p:nvPr/>
          </p:nvSpPr>
          <p:spPr>
            <a:xfrm>
              <a:off x="6669334" y="3645651"/>
              <a:ext cx="337726" cy="168747"/>
            </a:xfrm>
            <a:custGeom>
              <a:avLst/>
              <a:gdLst/>
              <a:ahLst/>
              <a:cxnLst/>
              <a:rect l="l" t="t" r="r" b="b"/>
              <a:pathLst>
                <a:path w="8720" h="4357" extrusionOk="0">
                  <a:moveTo>
                    <a:pt x="0" y="1"/>
                  </a:moveTo>
                  <a:lnTo>
                    <a:pt x="0" y="4357"/>
                  </a:lnTo>
                  <a:lnTo>
                    <a:pt x="1091" y="4357"/>
                  </a:lnTo>
                  <a:lnTo>
                    <a:pt x="1091" y="4238"/>
                  </a:lnTo>
                  <a:cubicBezTo>
                    <a:pt x="1091" y="3583"/>
                    <a:pt x="1435" y="3008"/>
                    <a:pt x="1957" y="2684"/>
                  </a:cubicBezTo>
                  <a:cubicBezTo>
                    <a:pt x="1778" y="2460"/>
                    <a:pt x="1679" y="2169"/>
                    <a:pt x="1699" y="1852"/>
                  </a:cubicBezTo>
                  <a:cubicBezTo>
                    <a:pt x="1739" y="1257"/>
                    <a:pt x="2215" y="774"/>
                    <a:pt x="2816" y="728"/>
                  </a:cubicBezTo>
                  <a:cubicBezTo>
                    <a:pt x="2847" y="725"/>
                    <a:pt x="2878" y="724"/>
                    <a:pt x="2908" y="724"/>
                  </a:cubicBezTo>
                  <a:cubicBezTo>
                    <a:pt x="3574" y="724"/>
                    <a:pt x="4118" y="1267"/>
                    <a:pt x="4118" y="1937"/>
                  </a:cubicBezTo>
                  <a:cubicBezTo>
                    <a:pt x="4118" y="2222"/>
                    <a:pt x="4019" y="2479"/>
                    <a:pt x="3854" y="2684"/>
                  </a:cubicBezTo>
                  <a:cubicBezTo>
                    <a:pt x="4052" y="2810"/>
                    <a:pt x="4218" y="2962"/>
                    <a:pt x="4356" y="3147"/>
                  </a:cubicBezTo>
                  <a:cubicBezTo>
                    <a:pt x="4495" y="2962"/>
                    <a:pt x="4667" y="2810"/>
                    <a:pt x="4865" y="2684"/>
                  </a:cubicBezTo>
                  <a:cubicBezTo>
                    <a:pt x="4680" y="2460"/>
                    <a:pt x="4581" y="2169"/>
                    <a:pt x="4601" y="1852"/>
                  </a:cubicBezTo>
                  <a:cubicBezTo>
                    <a:pt x="4647" y="1257"/>
                    <a:pt x="5123" y="774"/>
                    <a:pt x="5718" y="728"/>
                  </a:cubicBezTo>
                  <a:cubicBezTo>
                    <a:pt x="5749" y="725"/>
                    <a:pt x="5780" y="724"/>
                    <a:pt x="5810" y="724"/>
                  </a:cubicBezTo>
                  <a:cubicBezTo>
                    <a:pt x="6476" y="724"/>
                    <a:pt x="7020" y="1267"/>
                    <a:pt x="7020" y="1937"/>
                  </a:cubicBezTo>
                  <a:cubicBezTo>
                    <a:pt x="7020" y="2222"/>
                    <a:pt x="6921" y="2479"/>
                    <a:pt x="6763" y="2684"/>
                  </a:cubicBezTo>
                  <a:cubicBezTo>
                    <a:pt x="7278" y="3008"/>
                    <a:pt x="7628" y="3583"/>
                    <a:pt x="7628" y="4238"/>
                  </a:cubicBezTo>
                  <a:lnTo>
                    <a:pt x="7628" y="4357"/>
                  </a:lnTo>
                  <a:lnTo>
                    <a:pt x="8719" y="4357"/>
                  </a:lnTo>
                  <a:lnTo>
                    <a:pt x="8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72"/>
            <p:cNvSpPr/>
            <p:nvPr/>
          </p:nvSpPr>
          <p:spPr>
            <a:xfrm>
              <a:off x="6739745" y="3767457"/>
              <a:ext cx="84238" cy="46941"/>
            </a:xfrm>
            <a:custGeom>
              <a:avLst/>
              <a:gdLst/>
              <a:ahLst/>
              <a:cxnLst/>
              <a:rect l="l" t="t" r="r" b="b"/>
              <a:pathLst>
                <a:path w="2175" h="1212" extrusionOk="0">
                  <a:moveTo>
                    <a:pt x="1083" y="1"/>
                  </a:moveTo>
                  <a:cubicBezTo>
                    <a:pt x="1064" y="1"/>
                    <a:pt x="1044" y="1"/>
                    <a:pt x="1025" y="2"/>
                  </a:cubicBezTo>
                  <a:cubicBezTo>
                    <a:pt x="463" y="35"/>
                    <a:pt x="0" y="544"/>
                    <a:pt x="0" y="1106"/>
                  </a:cubicBezTo>
                  <a:lnTo>
                    <a:pt x="0" y="1212"/>
                  </a:lnTo>
                  <a:lnTo>
                    <a:pt x="2175" y="1212"/>
                  </a:lnTo>
                  <a:lnTo>
                    <a:pt x="2175" y="1093"/>
                  </a:lnTo>
                  <a:cubicBezTo>
                    <a:pt x="2175" y="491"/>
                    <a:pt x="1685" y="1"/>
                    <a:pt x="10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72"/>
            <p:cNvSpPr/>
            <p:nvPr/>
          </p:nvSpPr>
          <p:spPr>
            <a:xfrm>
              <a:off x="6762789" y="3701461"/>
              <a:ext cx="37646" cy="37413"/>
            </a:xfrm>
            <a:custGeom>
              <a:avLst/>
              <a:gdLst/>
              <a:ahLst/>
              <a:cxnLst/>
              <a:rect l="l" t="t" r="r" b="b"/>
              <a:pathLst>
                <a:path w="972" h="966" extrusionOk="0">
                  <a:moveTo>
                    <a:pt x="489" y="1"/>
                  </a:moveTo>
                  <a:cubicBezTo>
                    <a:pt x="218" y="1"/>
                    <a:pt x="0" y="212"/>
                    <a:pt x="0" y="483"/>
                  </a:cubicBezTo>
                  <a:cubicBezTo>
                    <a:pt x="0" y="748"/>
                    <a:pt x="218" y="966"/>
                    <a:pt x="489" y="966"/>
                  </a:cubicBezTo>
                  <a:cubicBezTo>
                    <a:pt x="754" y="966"/>
                    <a:pt x="972" y="748"/>
                    <a:pt x="972" y="483"/>
                  </a:cubicBezTo>
                  <a:cubicBezTo>
                    <a:pt x="972" y="212"/>
                    <a:pt x="754" y="1"/>
                    <a:pt x="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72"/>
            <p:cNvSpPr/>
            <p:nvPr/>
          </p:nvSpPr>
          <p:spPr>
            <a:xfrm>
              <a:off x="6669334" y="3531979"/>
              <a:ext cx="337726" cy="85555"/>
            </a:xfrm>
            <a:custGeom>
              <a:avLst/>
              <a:gdLst/>
              <a:ahLst/>
              <a:cxnLst/>
              <a:rect l="l" t="t" r="r" b="b"/>
              <a:pathLst>
                <a:path w="8720" h="2209" extrusionOk="0">
                  <a:moveTo>
                    <a:pt x="0" y="1"/>
                  </a:moveTo>
                  <a:lnTo>
                    <a:pt x="0" y="2209"/>
                  </a:lnTo>
                  <a:lnTo>
                    <a:pt x="8719" y="2209"/>
                  </a:lnTo>
                  <a:lnTo>
                    <a:pt x="8719" y="1091"/>
                  </a:lnTo>
                  <a:cubicBezTo>
                    <a:pt x="8719" y="490"/>
                    <a:pt x="8230" y="1"/>
                    <a:pt x="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72"/>
            <p:cNvSpPr/>
            <p:nvPr/>
          </p:nvSpPr>
          <p:spPr>
            <a:xfrm>
              <a:off x="6556669" y="3531979"/>
              <a:ext cx="84548" cy="480329"/>
            </a:xfrm>
            <a:custGeom>
              <a:avLst/>
              <a:gdLst/>
              <a:ahLst/>
              <a:cxnLst/>
              <a:rect l="l" t="t" r="r" b="b"/>
              <a:pathLst>
                <a:path w="2183" h="12402" extrusionOk="0">
                  <a:moveTo>
                    <a:pt x="1092" y="1"/>
                  </a:moveTo>
                  <a:cubicBezTo>
                    <a:pt x="490" y="1"/>
                    <a:pt x="1" y="490"/>
                    <a:pt x="1" y="1091"/>
                  </a:cubicBezTo>
                  <a:lnTo>
                    <a:pt x="1" y="1600"/>
                  </a:lnTo>
                  <a:lnTo>
                    <a:pt x="887" y="1600"/>
                  </a:lnTo>
                  <a:cubicBezTo>
                    <a:pt x="1078" y="1600"/>
                    <a:pt x="1237" y="1739"/>
                    <a:pt x="1257" y="1924"/>
                  </a:cubicBezTo>
                  <a:cubicBezTo>
                    <a:pt x="1283" y="2142"/>
                    <a:pt x="1111" y="2328"/>
                    <a:pt x="900" y="2328"/>
                  </a:cubicBezTo>
                  <a:lnTo>
                    <a:pt x="1" y="2328"/>
                  </a:lnTo>
                  <a:lnTo>
                    <a:pt x="1" y="3299"/>
                  </a:lnTo>
                  <a:lnTo>
                    <a:pt x="887" y="3299"/>
                  </a:lnTo>
                  <a:cubicBezTo>
                    <a:pt x="1078" y="3299"/>
                    <a:pt x="1237" y="3431"/>
                    <a:pt x="1257" y="3617"/>
                  </a:cubicBezTo>
                  <a:cubicBezTo>
                    <a:pt x="1283" y="3835"/>
                    <a:pt x="1111" y="4020"/>
                    <a:pt x="900" y="4020"/>
                  </a:cubicBezTo>
                  <a:lnTo>
                    <a:pt x="1" y="4020"/>
                  </a:lnTo>
                  <a:lnTo>
                    <a:pt x="1" y="4991"/>
                  </a:lnTo>
                  <a:lnTo>
                    <a:pt x="887" y="4991"/>
                  </a:lnTo>
                  <a:cubicBezTo>
                    <a:pt x="1078" y="4991"/>
                    <a:pt x="1237" y="5130"/>
                    <a:pt x="1257" y="5315"/>
                  </a:cubicBezTo>
                  <a:cubicBezTo>
                    <a:pt x="1283" y="5533"/>
                    <a:pt x="1111" y="5719"/>
                    <a:pt x="900" y="5719"/>
                  </a:cubicBezTo>
                  <a:lnTo>
                    <a:pt x="1" y="5719"/>
                  </a:lnTo>
                  <a:lnTo>
                    <a:pt x="1" y="6684"/>
                  </a:lnTo>
                  <a:lnTo>
                    <a:pt x="887" y="6684"/>
                  </a:lnTo>
                  <a:cubicBezTo>
                    <a:pt x="1078" y="6684"/>
                    <a:pt x="1237" y="6822"/>
                    <a:pt x="1257" y="7008"/>
                  </a:cubicBezTo>
                  <a:cubicBezTo>
                    <a:pt x="1283" y="7226"/>
                    <a:pt x="1111" y="7411"/>
                    <a:pt x="900" y="7411"/>
                  </a:cubicBezTo>
                  <a:lnTo>
                    <a:pt x="1" y="7411"/>
                  </a:lnTo>
                  <a:lnTo>
                    <a:pt x="1" y="8382"/>
                  </a:lnTo>
                  <a:lnTo>
                    <a:pt x="887" y="8382"/>
                  </a:lnTo>
                  <a:cubicBezTo>
                    <a:pt x="1078" y="8382"/>
                    <a:pt x="1237" y="8521"/>
                    <a:pt x="1257" y="8706"/>
                  </a:cubicBezTo>
                  <a:cubicBezTo>
                    <a:pt x="1283" y="8924"/>
                    <a:pt x="1111" y="9110"/>
                    <a:pt x="900" y="9110"/>
                  </a:cubicBezTo>
                  <a:lnTo>
                    <a:pt x="1" y="9110"/>
                  </a:lnTo>
                  <a:lnTo>
                    <a:pt x="1" y="10075"/>
                  </a:lnTo>
                  <a:lnTo>
                    <a:pt x="887" y="10075"/>
                  </a:lnTo>
                  <a:cubicBezTo>
                    <a:pt x="1078" y="10075"/>
                    <a:pt x="1237" y="10213"/>
                    <a:pt x="1257" y="10398"/>
                  </a:cubicBezTo>
                  <a:cubicBezTo>
                    <a:pt x="1283" y="10617"/>
                    <a:pt x="1111" y="10802"/>
                    <a:pt x="900" y="10802"/>
                  </a:cubicBezTo>
                  <a:lnTo>
                    <a:pt x="1" y="10802"/>
                  </a:lnTo>
                  <a:lnTo>
                    <a:pt x="1" y="11311"/>
                  </a:lnTo>
                  <a:cubicBezTo>
                    <a:pt x="1" y="11912"/>
                    <a:pt x="490" y="12401"/>
                    <a:pt x="1092" y="12401"/>
                  </a:cubicBezTo>
                  <a:lnTo>
                    <a:pt x="2182" y="12401"/>
                  </a:lnTo>
                  <a:lnTo>
                    <a:pt x="21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72"/>
            <p:cNvSpPr/>
            <p:nvPr/>
          </p:nvSpPr>
          <p:spPr>
            <a:xfrm>
              <a:off x="6669334" y="3842515"/>
              <a:ext cx="337726" cy="169792"/>
            </a:xfrm>
            <a:custGeom>
              <a:avLst/>
              <a:gdLst/>
              <a:ahLst/>
              <a:cxnLst/>
              <a:rect l="l" t="t" r="r" b="b"/>
              <a:pathLst>
                <a:path w="8720" h="4384" extrusionOk="0">
                  <a:moveTo>
                    <a:pt x="6776" y="1092"/>
                  </a:moveTo>
                  <a:cubicBezTo>
                    <a:pt x="6974" y="1092"/>
                    <a:pt x="7139" y="1250"/>
                    <a:pt x="7139" y="1455"/>
                  </a:cubicBezTo>
                  <a:cubicBezTo>
                    <a:pt x="7139" y="1653"/>
                    <a:pt x="6974" y="1819"/>
                    <a:pt x="6776" y="1819"/>
                  </a:cubicBezTo>
                  <a:lnTo>
                    <a:pt x="1930" y="1819"/>
                  </a:lnTo>
                  <a:cubicBezTo>
                    <a:pt x="1732" y="1819"/>
                    <a:pt x="1567" y="1653"/>
                    <a:pt x="1567" y="1455"/>
                  </a:cubicBezTo>
                  <a:cubicBezTo>
                    <a:pt x="1567" y="1250"/>
                    <a:pt x="1732" y="1092"/>
                    <a:pt x="1930" y="1092"/>
                  </a:cubicBezTo>
                  <a:close/>
                  <a:moveTo>
                    <a:pt x="6776" y="2546"/>
                  </a:moveTo>
                  <a:cubicBezTo>
                    <a:pt x="6974" y="2546"/>
                    <a:pt x="7139" y="2704"/>
                    <a:pt x="7139" y="2909"/>
                  </a:cubicBezTo>
                  <a:cubicBezTo>
                    <a:pt x="7139" y="3108"/>
                    <a:pt x="6974" y="3266"/>
                    <a:pt x="6776" y="3266"/>
                  </a:cubicBezTo>
                  <a:lnTo>
                    <a:pt x="1930" y="3266"/>
                  </a:lnTo>
                  <a:cubicBezTo>
                    <a:pt x="1732" y="3266"/>
                    <a:pt x="1567" y="3108"/>
                    <a:pt x="1567" y="2909"/>
                  </a:cubicBezTo>
                  <a:cubicBezTo>
                    <a:pt x="1567" y="2704"/>
                    <a:pt x="1732" y="2546"/>
                    <a:pt x="1930" y="2546"/>
                  </a:cubicBezTo>
                  <a:close/>
                  <a:moveTo>
                    <a:pt x="0" y="1"/>
                  </a:moveTo>
                  <a:lnTo>
                    <a:pt x="0" y="4383"/>
                  </a:lnTo>
                  <a:lnTo>
                    <a:pt x="7628" y="4383"/>
                  </a:lnTo>
                  <a:cubicBezTo>
                    <a:pt x="8230" y="4383"/>
                    <a:pt x="8719" y="3894"/>
                    <a:pt x="8719" y="3293"/>
                  </a:cubicBezTo>
                  <a:lnTo>
                    <a:pt x="8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72"/>
            <p:cNvSpPr/>
            <p:nvPr/>
          </p:nvSpPr>
          <p:spPr>
            <a:xfrm>
              <a:off x="6525956" y="3593947"/>
              <a:ext cx="30752" cy="28195"/>
            </a:xfrm>
            <a:custGeom>
              <a:avLst/>
              <a:gdLst/>
              <a:ahLst/>
              <a:cxnLst/>
              <a:rect l="l" t="t" r="r" b="b"/>
              <a:pathLst>
                <a:path w="794" h="728" extrusionOk="0">
                  <a:moveTo>
                    <a:pt x="384" y="0"/>
                  </a:moveTo>
                  <a:cubicBezTo>
                    <a:pt x="173" y="0"/>
                    <a:pt x="1" y="186"/>
                    <a:pt x="20" y="404"/>
                  </a:cubicBezTo>
                  <a:cubicBezTo>
                    <a:pt x="47" y="589"/>
                    <a:pt x="206" y="728"/>
                    <a:pt x="391" y="728"/>
                  </a:cubicBezTo>
                  <a:lnTo>
                    <a:pt x="794" y="72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72"/>
            <p:cNvSpPr/>
            <p:nvPr/>
          </p:nvSpPr>
          <p:spPr>
            <a:xfrm>
              <a:off x="6525956" y="3659749"/>
              <a:ext cx="30752" cy="28195"/>
            </a:xfrm>
            <a:custGeom>
              <a:avLst/>
              <a:gdLst/>
              <a:ahLst/>
              <a:cxnLst/>
              <a:rect l="l" t="t" r="r" b="b"/>
              <a:pathLst>
                <a:path w="794" h="728" extrusionOk="0">
                  <a:moveTo>
                    <a:pt x="384" y="0"/>
                  </a:moveTo>
                  <a:cubicBezTo>
                    <a:pt x="173" y="0"/>
                    <a:pt x="1" y="185"/>
                    <a:pt x="20" y="403"/>
                  </a:cubicBezTo>
                  <a:cubicBezTo>
                    <a:pt x="47" y="589"/>
                    <a:pt x="206" y="727"/>
                    <a:pt x="391" y="727"/>
                  </a:cubicBezTo>
                  <a:lnTo>
                    <a:pt x="794" y="727"/>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72"/>
            <p:cNvSpPr/>
            <p:nvPr/>
          </p:nvSpPr>
          <p:spPr>
            <a:xfrm>
              <a:off x="6525956" y="3725280"/>
              <a:ext cx="30752" cy="28195"/>
            </a:xfrm>
            <a:custGeom>
              <a:avLst/>
              <a:gdLst/>
              <a:ahLst/>
              <a:cxnLst/>
              <a:rect l="l" t="t" r="r" b="b"/>
              <a:pathLst>
                <a:path w="794" h="728" extrusionOk="0">
                  <a:moveTo>
                    <a:pt x="384" y="0"/>
                  </a:moveTo>
                  <a:cubicBezTo>
                    <a:pt x="173" y="0"/>
                    <a:pt x="1" y="186"/>
                    <a:pt x="20" y="404"/>
                  </a:cubicBezTo>
                  <a:cubicBezTo>
                    <a:pt x="47" y="589"/>
                    <a:pt x="206" y="728"/>
                    <a:pt x="391" y="728"/>
                  </a:cubicBezTo>
                  <a:lnTo>
                    <a:pt x="794" y="72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72"/>
            <p:cNvSpPr/>
            <p:nvPr/>
          </p:nvSpPr>
          <p:spPr>
            <a:xfrm>
              <a:off x="6525956" y="3790811"/>
              <a:ext cx="30752" cy="28195"/>
            </a:xfrm>
            <a:custGeom>
              <a:avLst/>
              <a:gdLst/>
              <a:ahLst/>
              <a:cxnLst/>
              <a:rect l="l" t="t" r="r" b="b"/>
              <a:pathLst>
                <a:path w="794" h="728" extrusionOk="0">
                  <a:moveTo>
                    <a:pt x="384" y="1"/>
                  </a:moveTo>
                  <a:cubicBezTo>
                    <a:pt x="173" y="1"/>
                    <a:pt x="1" y="192"/>
                    <a:pt x="20" y="410"/>
                  </a:cubicBezTo>
                  <a:cubicBezTo>
                    <a:pt x="47" y="596"/>
                    <a:pt x="206" y="728"/>
                    <a:pt x="391" y="728"/>
                  </a:cubicBezTo>
                  <a:lnTo>
                    <a:pt x="794" y="728"/>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72"/>
            <p:cNvSpPr/>
            <p:nvPr/>
          </p:nvSpPr>
          <p:spPr>
            <a:xfrm>
              <a:off x="6525956" y="3856613"/>
              <a:ext cx="30752" cy="28195"/>
            </a:xfrm>
            <a:custGeom>
              <a:avLst/>
              <a:gdLst/>
              <a:ahLst/>
              <a:cxnLst/>
              <a:rect l="l" t="t" r="r" b="b"/>
              <a:pathLst>
                <a:path w="794" h="728" extrusionOk="0">
                  <a:moveTo>
                    <a:pt x="384" y="0"/>
                  </a:moveTo>
                  <a:cubicBezTo>
                    <a:pt x="173" y="0"/>
                    <a:pt x="1" y="185"/>
                    <a:pt x="20" y="404"/>
                  </a:cubicBezTo>
                  <a:cubicBezTo>
                    <a:pt x="47" y="589"/>
                    <a:pt x="206" y="728"/>
                    <a:pt x="391" y="728"/>
                  </a:cubicBezTo>
                  <a:lnTo>
                    <a:pt x="794" y="72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72"/>
            <p:cNvSpPr/>
            <p:nvPr/>
          </p:nvSpPr>
          <p:spPr>
            <a:xfrm>
              <a:off x="6525956" y="3922144"/>
              <a:ext cx="30752" cy="28195"/>
            </a:xfrm>
            <a:custGeom>
              <a:avLst/>
              <a:gdLst/>
              <a:ahLst/>
              <a:cxnLst/>
              <a:rect l="l" t="t" r="r" b="b"/>
              <a:pathLst>
                <a:path w="794" h="728" extrusionOk="0">
                  <a:moveTo>
                    <a:pt x="384" y="1"/>
                  </a:moveTo>
                  <a:cubicBezTo>
                    <a:pt x="173" y="1"/>
                    <a:pt x="1" y="186"/>
                    <a:pt x="20" y="410"/>
                  </a:cubicBezTo>
                  <a:cubicBezTo>
                    <a:pt x="47" y="596"/>
                    <a:pt x="206" y="728"/>
                    <a:pt x="391" y="728"/>
                  </a:cubicBezTo>
                  <a:lnTo>
                    <a:pt x="794" y="728"/>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9" name="Google Shape;1929;p72"/>
          <p:cNvGrpSpPr/>
          <p:nvPr/>
        </p:nvGrpSpPr>
        <p:grpSpPr>
          <a:xfrm>
            <a:off x="7152411" y="3561181"/>
            <a:ext cx="480329" cy="421923"/>
            <a:chOff x="7152411" y="3561181"/>
            <a:chExt cx="480329" cy="421923"/>
          </a:xfrm>
        </p:grpSpPr>
        <p:sp>
          <p:nvSpPr>
            <p:cNvPr id="1930" name="Google Shape;1930;p72"/>
            <p:cNvSpPr/>
            <p:nvPr/>
          </p:nvSpPr>
          <p:spPr>
            <a:xfrm>
              <a:off x="7289398" y="3654365"/>
              <a:ext cx="56352" cy="56352"/>
            </a:xfrm>
            <a:custGeom>
              <a:avLst/>
              <a:gdLst/>
              <a:ahLst/>
              <a:cxnLst/>
              <a:rect l="l" t="t" r="r" b="b"/>
              <a:pathLst>
                <a:path w="1455" h="1455" extrusionOk="0">
                  <a:moveTo>
                    <a:pt x="727" y="0"/>
                  </a:moveTo>
                  <a:cubicBezTo>
                    <a:pt x="324" y="0"/>
                    <a:pt x="0" y="331"/>
                    <a:pt x="0" y="728"/>
                  </a:cubicBezTo>
                  <a:cubicBezTo>
                    <a:pt x="0" y="1131"/>
                    <a:pt x="324" y="1455"/>
                    <a:pt x="727" y="1455"/>
                  </a:cubicBezTo>
                  <a:cubicBezTo>
                    <a:pt x="1130" y="1455"/>
                    <a:pt x="1454" y="1131"/>
                    <a:pt x="1454" y="728"/>
                  </a:cubicBezTo>
                  <a:cubicBezTo>
                    <a:pt x="1454" y="331"/>
                    <a:pt x="1130" y="0"/>
                    <a:pt x="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72"/>
            <p:cNvSpPr/>
            <p:nvPr/>
          </p:nvSpPr>
          <p:spPr>
            <a:xfrm>
              <a:off x="7439398" y="3654365"/>
              <a:ext cx="56352" cy="56352"/>
            </a:xfrm>
            <a:custGeom>
              <a:avLst/>
              <a:gdLst/>
              <a:ahLst/>
              <a:cxnLst/>
              <a:rect l="l" t="t" r="r" b="b"/>
              <a:pathLst>
                <a:path w="1455" h="1455" extrusionOk="0">
                  <a:moveTo>
                    <a:pt x="728" y="0"/>
                  </a:moveTo>
                  <a:cubicBezTo>
                    <a:pt x="325" y="0"/>
                    <a:pt x="1" y="331"/>
                    <a:pt x="1" y="728"/>
                  </a:cubicBezTo>
                  <a:cubicBezTo>
                    <a:pt x="1" y="1131"/>
                    <a:pt x="325" y="1455"/>
                    <a:pt x="728" y="1455"/>
                  </a:cubicBezTo>
                  <a:cubicBezTo>
                    <a:pt x="1131" y="1455"/>
                    <a:pt x="1455" y="1131"/>
                    <a:pt x="1455" y="728"/>
                  </a:cubicBezTo>
                  <a:cubicBezTo>
                    <a:pt x="1455" y="331"/>
                    <a:pt x="1131" y="0"/>
                    <a:pt x="7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72"/>
            <p:cNvSpPr/>
            <p:nvPr/>
          </p:nvSpPr>
          <p:spPr>
            <a:xfrm>
              <a:off x="7152411" y="3561181"/>
              <a:ext cx="480329" cy="318748"/>
            </a:xfrm>
            <a:custGeom>
              <a:avLst/>
              <a:gdLst/>
              <a:ahLst/>
              <a:cxnLst/>
              <a:rect l="l" t="t" r="r" b="b"/>
              <a:pathLst>
                <a:path w="12402" h="8230" extrusionOk="0">
                  <a:moveTo>
                    <a:pt x="1336" y="0"/>
                  </a:moveTo>
                  <a:cubicBezTo>
                    <a:pt x="602" y="0"/>
                    <a:pt x="1" y="595"/>
                    <a:pt x="1" y="1329"/>
                  </a:cubicBezTo>
                  <a:lnTo>
                    <a:pt x="1" y="6901"/>
                  </a:lnTo>
                  <a:cubicBezTo>
                    <a:pt x="1" y="7635"/>
                    <a:pt x="602" y="8230"/>
                    <a:pt x="1336" y="8230"/>
                  </a:cubicBezTo>
                  <a:lnTo>
                    <a:pt x="2208" y="8230"/>
                  </a:lnTo>
                  <a:lnTo>
                    <a:pt x="2208" y="5930"/>
                  </a:lnTo>
                  <a:cubicBezTo>
                    <a:pt x="2208" y="5176"/>
                    <a:pt x="2612" y="4515"/>
                    <a:pt x="3220" y="4158"/>
                  </a:cubicBezTo>
                  <a:cubicBezTo>
                    <a:pt x="2949" y="3874"/>
                    <a:pt x="2784" y="3477"/>
                    <a:pt x="2817" y="3041"/>
                  </a:cubicBezTo>
                  <a:cubicBezTo>
                    <a:pt x="2863" y="2334"/>
                    <a:pt x="3438" y="1759"/>
                    <a:pt x="4145" y="1699"/>
                  </a:cubicBezTo>
                  <a:cubicBezTo>
                    <a:pt x="4184" y="1696"/>
                    <a:pt x="4222" y="1695"/>
                    <a:pt x="4261" y="1695"/>
                  </a:cubicBezTo>
                  <a:cubicBezTo>
                    <a:pt x="5062" y="1695"/>
                    <a:pt x="5718" y="2345"/>
                    <a:pt x="5718" y="3147"/>
                  </a:cubicBezTo>
                  <a:cubicBezTo>
                    <a:pt x="5718" y="3543"/>
                    <a:pt x="5560" y="3894"/>
                    <a:pt x="5309" y="4158"/>
                  </a:cubicBezTo>
                  <a:cubicBezTo>
                    <a:pt x="5718" y="4396"/>
                    <a:pt x="6036" y="4773"/>
                    <a:pt x="6201" y="5236"/>
                  </a:cubicBezTo>
                  <a:cubicBezTo>
                    <a:pt x="6366" y="4773"/>
                    <a:pt x="6690" y="4396"/>
                    <a:pt x="7093" y="4158"/>
                  </a:cubicBezTo>
                  <a:cubicBezTo>
                    <a:pt x="6822" y="3874"/>
                    <a:pt x="6657" y="3477"/>
                    <a:pt x="6690" y="3041"/>
                  </a:cubicBezTo>
                  <a:cubicBezTo>
                    <a:pt x="6743" y="2334"/>
                    <a:pt x="7312" y="1759"/>
                    <a:pt x="8019" y="1699"/>
                  </a:cubicBezTo>
                  <a:cubicBezTo>
                    <a:pt x="8058" y="1696"/>
                    <a:pt x="8097" y="1695"/>
                    <a:pt x="8135" y="1695"/>
                  </a:cubicBezTo>
                  <a:cubicBezTo>
                    <a:pt x="8942" y="1695"/>
                    <a:pt x="9592" y="2345"/>
                    <a:pt x="9592" y="3147"/>
                  </a:cubicBezTo>
                  <a:cubicBezTo>
                    <a:pt x="9592" y="3543"/>
                    <a:pt x="9433" y="3900"/>
                    <a:pt x="9182" y="4158"/>
                  </a:cubicBezTo>
                  <a:cubicBezTo>
                    <a:pt x="9790" y="4515"/>
                    <a:pt x="10200" y="5176"/>
                    <a:pt x="10200" y="5930"/>
                  </a:cubicBezTo>
                  <a:lnTo>
                    <a:pt x="10200" y="8230"/>
                  </a:lnTo>
                  <a:lnTo>
                    <a:pt x="11066" y="8230"/>
                  </a:lnTo>
                  <a:cubicBezTo>
                    <a:pt x="11806" y="8230"/>
                    <a:pt x="12401" y="7635"/>
                    <a:pt x="12401" y="6901"/>
                  </a:cubicBezTo>
                  <a:lnTo>
                    <a:pt x="12401" y="1329"/>
                  </a:lnTo>
                  <a:cubicBezTo>
                    <a:pt x="12401" y="595"/>
                    <a:pt x="11806" y="0"/>
                    <a:pt x="1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72"/>
            <p:cNvSpPr/>
            <p:nvPr/>
          </p:nvSpPr>
          <p:spPr>
            <a:xfrm>
              <a:off x="7274526" y="3908085"/>
              <a:ext cx="236098" cy="75020"/>
            </a:xfrm>
            <a:custGeom>
              <a:avLst/>
              <a:gdLst/>
              <a:ahLst/>
              <a:cxnLst/>
              <a:rect l="l" t="t" r="r" b="b"/>
              <a:pathLst>
                <a:path w="6096" h="1937" extrusionOk="0">
                  <a:moveTo>
                    <a:pt x="1587" y="0"/>
                  </a:moveTo>
                  <a:cubicBezTo>
                    <a:pt x="1561" y="436"/>
                    <a:pt x="1409" y="853"/>
                    <a:pt x="1171" y="1216"/>
                  </a:cubicBezTo>
                  <a:lnTo>
                    <a:pt x="397" y="1216"/>
                  </a:lnTo>
                  <a:cubicBezTo>
                    <a:pt x="206" y="1216"/>
                    <a:pt x="47" y="1349"/>
                    <a:pt x="27" y="1534"/>
                  </a:cubicBezTo>
                  <a:cubicBezTo>
                    <a:pt x="1" y="1752"/>
                    <a:pt x="173" y="1937"/>
                    <a:pt x="384" y="1937"/>
                  </a:cubicBezTo>
                  <a:lnTo>
                    <a:pt x="5705" y="1937"/>
                  </a:lnTo>
                  <a:cubicBezTo>
                    <a:pt x="5890" y="1937"/>
                    <a:pt x="6056" y="1805"/>
                    <a:pt x="6075" y="1620"/>
                  </a:cubicBezTo>
                  <a:cubicBezTo>
                    <a:pt x="6095" y="1401"/>
                    <a:pt x="5923" y="1216"/>
                    <a:pt x="5712" y="1216"/>
                  </a:cubicBezTo>
                  <a:lnTo>
                    <a:pt x="4932" y="1216"/>
                  </a:lnTo>
                  <a:cubicBezTo>
                    <a:pt x="4687" y="853"/>
                    <a:pt x="4542" y="436"/>
                    <a:pt x="45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72"/>
            <p:cNvSpPr/>
            <p:nvPr/>
          </p:nvSpPr>
          <p:spPr>
            <a:xfrm>
              <a:off x="7359770" y="3842438"/>
              <a:ext cx="65609" cy="37491"/>
            </a:xfrm>
            <a:custGeom>
              <a:avLst/>
              <a:gdLst/>
              <a:ahLst/>
              <a:cxnLst/>
              <a:rect l="l" t="t" r="r" b="b"/>
              <a:pathLst>
                <a:path w="1694" h="968" extrusionOk="0">
                  <a:moveTo>
                    <a:pt x="851" y="1"/>
                  </a:moveTo>
                  <a:cubicBezTo>
                    <a:pt x="832" y="1"/>
                    <a:pt x="813" y="2"/>
                    <a:pt x="794" y="3"/>
                  </a:cubicBezTo>
                  <a:cubicBezTo>
                    <a:pt x="345" y="36"/>
                    <a:pt x="1" y="413"/>
                    <a:pt x="1" y="862"/>
                  </a:cubicBezTo>
                  <a:lnTo>
                    <a:pt x="1" y="968"/>
                  </a:lnTo>
                  <a:lnTo>
                    <a:pt x="1693" y="968"/>
                  </a:lnTo>
                  <a:lnTo>
                    <a:pt x="1693" y="849"/>
                  </a:lnTo>
                  <a:cubicBezTo>
                    <a:pt x="1693" y="385"/>
                    <a:pt x="1315"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72"/>
            <p:cNvSpPr/>
            <p:nvPr/>
          </p:nvSpPr>
          <p:spPr>
            <a:xfrm>
              <a:off x="7378476" y="3785698"/>
              <a:ext cx="28195" cy="28195"/>
            </a:xfrm>
            <a:custGeom>
              <a:avLst/>
              <a:gdLst/>
              <a:ahLst/>
              <a:cxnLst/>
              <a:rect l="l" t="t" r="r" b="b"/>
              <a:pathLst>
                <a:path w="728" h="728" extrusionOk="0">
                  <a:moveTo>
                    <a:pt x="364" y="0"/>
                  </a:moveTo>
                  <a:cubicBezTo>
                    <a:pt x="166" y="0"/>
                    <a:pt x="0" y="166"/>
                    <a:pt x="0" y="364"/>
                  </a:cubicBezTo>
                  <a:cubicBezTo>
                    <a:pt x="0" y="569"/>
                    <a:pt x="166" y="728"/>
                    <a:pt x="364" y="728"/>
                  </a:cubicBezTo>
                  <a:cubicBezTo>
                    <a:pt x="562" y="728"/>
                    <a:pt x="728" y="569"/>
                    <a:pt x="728" y="364"/>
                  </a:cubicBezTo>
                  <a:cubicBezTo>
                    <a:pt x="728" y="166"/>
                    <a:pt x="562" y="0"/>
                    <a:pt x="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72"/>
            <p:cNvSpPr/>
            <p:nvPr/>
          </p:nvSpPr>
          <p:spPr>
            <a:xfrm>
              <a:off x="7420963" y="3739455"/>
              <a:ext cx="98335" cy="140474"/>
            </a:xfrm>
            <a:custGeom>
              <a:avLst/>
              <a:gdLst/>
              <a:ahLst/>
              <a:cxnLst/>
              <a:rect l="l" t="t" r="r" b="b"/>
              <a:pathLst>
                <a:path w="2539" h="3627" extrusionOk="0">
                  <a:moveTo>
                    <a:pt x="1200" y="0"/>
                  </a:moveTo>
                  <a:cubicBezTo>
                    <a:pt x="676" y="0"/>
                    <a:pt x="211" y="307"/>
                    <a:pt x="1" y="765"/>
                  </a:cubicBezTo>
                  <a:cubicBezTo>
                    <a:pt x="219" y="963"/>
                    <a:pt x="358" y="1254"/>
                    <a:pt x="358" y="1571"/>
                  </a:cubicBezTo>
                  <a:cubicBezTo>
                    <a:pt x="358" y="1809"/>
                    <a:pt x="278" y="2027"/>
                    <a:pt x="153" y="2206"/>
                  </a:cubicBezTo>
                  <a:cubicBezTo>
                    <a:pt x="569" y="2490"/>
                    <a:pt x="840" y="2966"/>
                    <a:pt x="840" y="3508"/>
                  </a:cubicBezTo>
                  <a:lnTo>
                    <a:pt x="840" y="3627"/>
                  </a:lnTo>
                  <a:lnTo>
                    <a:pt x="2539" y="3627"/>
                  </a:lnTo>
                  <a:lnTo>
                    <a:pt x="2539" y="1346"/>
                  </a:lnTo>
                  <a:cubicBezTo>
                    <a:pt x="2539" y="652"/>
                    <a:pt x="2004" y="51"/>
                    <a:pt x="1310" y="5"/>
                  </a:cubicBezTo>
                  <a:cubicBezTo>
                    <a:pt x="1273" y="2"/>
                    <a:pt x="1236" y="0"/>
                    <a:pt x="1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72"/>
            <p:cNvSpPr/>
            <p:nvPr/>
          </p:nvSpPr>
          <p:spPr>
            <a:xfrm>
              <a:off x="7266083" y="3739455"/>
              <a:ext cx="98335" cy="140474"/>
            </a:xfrm>
            <a:custGeom>
              <a:avLst/>
              <a:gdLst/>
              <a:ahLst/>
              <a:cxnLst/>
              <a:rect l="l" t="t" r="r" b="b"/>
              <a:pathLst>
                <a:path w="2539" h="3627" extrusionOk="0">
                  <a:moveTo>
                    <a:pt x="1339" y="0"/>
                  </a:moveTo>
                  <a:cubicBezTo>
                    <a:pt x="1303" y="0"/>
                    <a:pt x="1266" y="2"/>
                    <a:pt x="1230" y="5"/>
                  </a:cubicBezTo>
                  <a:cubicBezTo>
                    <a:pt x="529" y="51"/>
                    <a:pt x="1" y="652"/>
                    <a:pt x="1" y="1353"/>
                  </a:cubicBezTo>
                  <a:lnTo>
                    <a:pt x="1" y="3627"/>
                  </a:lnTo>
                  <a:lnTo>
                    <a:pt x="1693" y="3627"/>
                  </a:lnTo>
                  <a:lnTo>
                    <a:pt x="1693" y="3508"/>
                  </a:lnTo>
                  <a:cubicBezTo>
                    <a:pt x="1693" y="2966"/>
                    <a:pt x="1964" y="2490"/>
                    <a:pt x="2380" y="2206"/>
                  </a:cubicBezTo>
                  <a:cubicBezTo>
                    <a:pt x="2255" y="2027"/>
                    <a:pt x="2175" y="1809"/>
                    <a:pt x="2175" y="1571"/>
                  </a:cubicBezTo>
                  <a:cubicBezTo>
                    <a:pt x="2175" y="1254"/>
                    <a:pt x="2314" y="963"/>
                    <a:pt x="2539" y="765"/>
                  </a:cubicBezTo>
                  <a:cubicBezTo>
                    <a:pt x="2323" y="307"/>
                    <a:pt x="1858" y="0"/>
                    <a:pt x="13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8" name="Google Shape;1938;p72"/>
          <p:cNvGrpSpPr/>
          <p:nvPr/>
        </p:nvGrpSpPr>
        <p:grpSpPr>
          <a:xfrm>
            <a:off x="1511263" y="4121447"/>
            <a:ext cx="493109" cy="480329"/>
            <a:chOff x="1511263" y="4121447"/>
            <a:chExt cx="493109" cy="480329"/>
          </a:xfrm>
        </p:grpSpPr>
        <p:sp>
          <p:nvSpPr>
            <p:cNvPr id="1939" name="Google Shape;1939;p72"/>
            <p:cNvSpPr/>
            <p:nvPr/>
          </p:nvSpPr>
          <p:spPr>
            <a:xfrm>
              <a:off x="1799528" y="4121447"/>
              <a:ext cx="204843" cy="198181"/>
            </a:xfrm>
            <a:custGeom>
              <a:avLst/>
              <a:gdLst/>
              <a:ahLst/>
              <a:cxnLst/>
              <a:rect l="l" t="t" r="r" b="b"/>
              <a:pathLst>
                <a:path w="5289" h="5117" extrusionOk="0">
                  <a:moveTo>
                    <a:pt x="930" y="1"/>
                  </a:moveTo>
                  <a:cubicBezTo>
                    <a:pt x="712" y="1"/>
                    <a:pt x="496" y="83"/>
                    <a:pt x="331" y="248"/>
                  </a:cubicBezTo>
                  <a:cubicBezTo>
                    <a:pt x="0" y="579"/>
                    <a:pt x="0" y="1114"/>
                    <a:pt x="331" y="1445"/>
                  </a:cubicBezTo>
                  <a:lnTo>
                    <a:pt x="3755" y="4869"/>
                  </a:lnTo>
                  <a:cubicBezTo>
                    <a:pt x="3920" y="5034"/>
                    <a:pt x="4138" y="5117"/>
                    <a:pt x="4356" y="5117"/>
                  </a:cubicBezTo>
                  <a:cubicBezTo>
                    <a:pt x="4574" y="5117"/>
                    <a:pt x="4792" y="5034"/>
                    <a:pt x="4958" y="4869"/>
                  </a:cubicBezTo>
                  <a:cubicBezTo>
                    <a:pt x="5288" y="4538"/>
                    <a:pt x="5288" y="4003"/>
                    <a:pt x="4958" y="3672"/>
                  </a:cubicBezTo>
                  <a:lnTo>
                    <a:pt x="1534" y="248"/>
                  </a:lnTo>
                  <a:cubicBezTo>
                    <a:pt x="1365" y="83"/>
                    <a:pt x="1147" y="1"/>
                    <a:pt x="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72"/>
            <p:cNvSpPr/>
            <p:nvPr/>
          </p:nvSpPr>
          <p:spPr>
            <a:xfrm>
              <a:off x="1605221" y="4489187"/>
              <a:ext cx="28195" cy="27963"/>
            </a:xfrm>
            <a:custGeom>
              <a:avLst/>
              <a:gdLst/>
              <a:ahLst/>
              <a:cxnLst/>
              <a:rect l="l" t="t" r="r" b="b"/>
              <a:pathLst>
                <a:path w="728" h="722" extrusionOk="0">
                  <a:moveTo>
                    <a:pt x="364" y="1"/>
                  </a:moveTo>
                  <a:cubicBezTo>
                    <a:pt x="165" y="1"/>
                    <a:pt x="0" y="160"/>
                    <a:pt x="0" y="365"/>
                  </a:cubicBezTo>
                  <a:cubicBezTo>
                    <a:pt x="0" y="563"/>
                    <a:pt x="165" y="721"/>
                    <a:pt x="364" y="721"/>
                  </a:cubicBezTo>
                  <a:cubicBezTo>
                    <a:pt x="562" y="721"/>
                    <a:pt x="727" y="563"/>
                    <a:pt x="727" y="365"/>
                  </a:cubicBezTo>
                  <a:cubicBezTo>
                    <a:pt x="727" y="160"/>
                    <a:pt x="562" y="1"/>
                    <a:pt x="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72"/>
            <p:cNvSpPr/>
            <p:nvPr/>
          </p:nvSpPr>
          <p:spPr>
            <a:xfrm>
              <a:off x="1684307" y="4397940"/>
              <a:ext cx="42526" cy="38188"/>
            </a:xfrm>
            <a:custGeom>
              <a:avLst/>
              <a:gdLst/>
              <a:ahLst/>
              <a:cxnLst/>
              <a:rect l="l" t="t" r="r" b="b"/>
              <a:pathLst>
                <a:path w="1098" h="986" extrusionOk="0">
                  <a:moveTo>
                    <a:pt x="789" y="0"/>
                  </a:moveTo>
                  <a:cubicBezTo>
                    <a:pt x="641" y="0"/>
                    <a:pt x="451" y="76"/>
                    <a:pt x="291" y="235"/>
                  </a:cubicBezTo>
                  <a:cubicBezTo>
                    <a:pt x="47" y="480"/>
                    <a:pt x="1" y="797"/>
                    <a:pt x="120" y="923"/>
                  </a:cubicBezTo>
                  <a:cubicBezTo>
                    <a:pt x="161" y="964"/>
                    <a:pt x="227" y="985"/>
                    <a:pt x="306" y="985"/>
                  </a:cubicBezTo>
                  <a:cubicBezTo>
                    <a:pt x="454" y="985"/>
                    <a:pt x="648" y="910"/>
                    <a:pt x="807" y="751"/>
                  </a:cubicBezTo>
                  <a:cubicBezTo>
                    <a:pt x="1052" y="506"/>
                    <a:pt x="1098" y="182"/>
                    <a:pt x="979" y="63"/>
                  </a:cubicBezTo>
                  <a:cubicBezTo>
                    <a:pt x="935" y="22"/>
                    <a:pt x="868" y="0"/>
                    <a:pt x="7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72"/>
            <p:cNvSpPr/>
            <p:nvPr/>
          </p:nvSpPr>
          <p:spPr>
            <a:xfrm>
              <a:off x="1511263" y="4194027"/>
              <a:ext cx="417316" cy="407749"/>
            </a:xfrm>
            <a:custGeom>
              <a:avLst/>
              <a:gdLst/>
              <a:ahLst/>
              <a:cxnLst/>
              <a:rect l="l" t="t" r="r" b="b"/>
              <a:pathLst>
                <a:path w="10775" h="10528" extrusionOk="0">
                  <a:moveTo>
                    <a:pt x="8269" y="2142"/>
                  </a:moveTo>
                  <a:cubicBezTo>
                    <a:pt x="8468" y="2142"/>
                    <a:pt x="8633" y="2301"/>
                    <a:pt x="8633" y="2506"/>
                  </a:cubicBezTo>
                  <a:cubicBezTo>
                    <a:pt x="8633" y="2526"/>
                    <a:pt x="8633" y="2552"/>
                    <a:pt x="8626" y="2572"/>
                  </a:cubicBezTo>
                  <a:cubicBezTo>
                    <a:pt x="8626" y="2578"/>
                    <a:pt x="8626" y="2578"/>
                    <a:pt x="8626" y="2578"/>
                  </a:cubicBezTo>
                  <a:cubicBezTo>
                    <a:pt x="8461" y="3372"/>
                    <a:pt x="7846" y="3986"/>
                    <a:pt x="7053" y="4145"/>
                  </a:cubicBezTo>
                  <a:cubicBezTo>
                    <a:pt x="6604" y="4238"/>
                    <a:pt x="6240" y="4562"/>
                    <a:pt x="6095" y="4991"/>
                  </a:cubicBezTo>
                  <a:cubicBezTo>
                    <a:pt x="6214" y="5189"/>
                    <a:pt x="6260" y="5434"/>
                    <a:pt x="6220" y="5685"/>
                  </a:cubicBezTo>
                  <a:cubicBezTo>
                    <a:pt x="6181" y="5989"/>
                    <a:pt x="6022" y="6287"/>
                    <a:pt x="5784" y="6525"/>
                  </a:cubicBezTo>
                  <a:cubicBezTo>
                    <a:pt x="5546" y="6763"/>
                    <a:pt x="5249" y="6921"/>
                    <a:pt x="4944" y="6961"/>
                  </a:cubicBezTo>
                  <a:cubicBezTo>
                    <a:pt x="4885" y="6970"/>
                    <a:pt x="4826" y="6975"/>
                    <a:pt x="4767" y="6975"/>
                  </a:cubicBezTo>
                  <a:cubicBezTo>
                    <a:pt x="4498" y="6975"/>
                    <a:pt x="4251" y="6876"/>
                    <a:pt x="4072" y="6697"/>
                  </a:cubicBezTo>
                  <a:cubicBezTo>
                    <a:pt x="3854" y="6478"/>
                    <a:pt x="3761" y="6161"/>
                    <a:pt x="3808" y="5824"/>
                  </a:cubicBezTo>
                  <a:cubicBezTo>
                    <a:pt x="3854" y="5520"/>
                    <a:pt x="4006" y="5223"/>
                    <a:pt x="4244" y="4985"/>
                  </a:cubicBezTo>
                  <a:cubicBezTo>
                    <a:pt x="4482" y="4747"/>
                    <a:pt x="4779" y="4595"/>
                    <a:pt x="5083" y="4548"/>
                  </a:cubicBezTo>
                  <a:cubicBezTo>
                    <a:pt x="5138" y="4540"/>
                    <a:pt x="5193" y="4537"/>
                    <a:pt x="5247" y="4537"/>
                  </a:cubicBezTo>
                  <a:cubicBezTo>
                    <a:pt x="5330" y="4537"/>
                    <a:pt x="5410" y="4545"/>
                    <a:pt x="5487" y="4562"/>
                  </a:cubicBezTo>
                  <a:cubicBezTo>
                    <a:pt x="5751" y="3986"/>
                    <a:pt x="6273" y="3557"/>
                    <a:pt x="6914" y="3431"/>
                  </a:cubicBezTo>
                  <a:cubicBezTo>
                    <a:pt x="7417" y="3332"/>
                    <a:pt x="7813" y="2935"/>
                    <a:pt x="7912" y="2426"/>
                  </a:cubicBezTo>
                  <a:cubicBezTo>
                    <a:pt x="7946" y="2268"/>
                    <a:pt x="8091" y="2142"/>
                    <a:pt x="8269" y="2142"/>
                  </a:cubicBezTo>
                  <a:close/>
                  <a:moveTo>
                    <a:pt x="2790" y="6895"/>
                  </a:moveTo>
                  <a:cubicBezTo>
                    <a:pt x="3391" y="6895"/>
                    <a:pt x="3880" y="7384"/>
                    <a:pt x="3880" y="7986"/>
                  </a:cubicBezTo>
                  <a:cubicBezTo>
                    <a:pt x="3880" y="8580"/>
                    <a:pt x="3391" y="9070"/>
                    <a:pt x="2790" y="9070"/>
                  </a:cubicBezTo>
                  <a:cubicBezTo>
                    <a:pt x="2188" y="9070"/>
                    <a:pt x="1699" y="8580"/>
                    <a:pt x="1699" y="7986"/>
                  </a:cubicBezTo>
                  <a:cubicBezTo>
                    <a:pt x="1699" y="7384"/>
                    <a:pt x="2188" y="6895"/>
                    <a:pt x="2790" y="6895"/>
                  </a:cubicBezTo>
                  <a:close/>
                  <a:moveTo>
                    <a:pt x="7179" y="1"/>
                  </a:moveTo>
                  <a:lnTo>
                    <a:pt x="992" y="6188"/>
                  </a:lnTo>
                  <a:cubicBezTo>
                    <a:pt x="0" y="7179"/>
                    <a:pt x="0" y="8792"/>
                    <a:pt x="992" y="9783"/>
                  </a:cubicBezTo>
                  <a:cubicBezTo>
                    <a:pt x="1487" y="10279"/>
                    <a:pt x="2138" y="10527"/>
                    <a:pt x="2790" y="10527"/>
                  </a:cubicBezTo>
                  <a:cubicBezTo>
                    <a:pt x="3441" y="10527"/>
                    <a:pt x="4092" y="10279"/>
                    <a:pt x="4588" y="9783"/>
                  </a:cubicBezTo>
                  <a:lnTo>
                    <a:pt x="10775" y="3596"/>
                  </a:lnTo>
                  <a:lnTo>
                    <a:pt x="71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3" name="Google Shape;1943;p72"/>
          <p:cNvGrpSpPr/>
          <p:nvPr/>
        </p:nvGrpSpPr>
        <p:grpSpPr>
          <a:xfrm>
            <a:off x="2147438" y="4121641"/>
            <a:ext cx="478508" cy="479747"/>
            <a:chOff x="2147438" y="4121641"/>
            <a:chExt cx="478508" cy="479747"/>
          </a:xfrm>
        </p:grpSpPr>
        <p:sp>
          <p:nvSpPr>
            <p:cNvPr id="1944" name="Google Shape;1944;p72"/>
            <p:cNvSpPr/>
            <p:nvPr/>
          </p:nvSpPr>
          <p:spPr>
            <a:xfrm>
              <a:off x="2400615" y="4461573"/>
              <a:ext cx="225331" cy="139815"/>
            </a:xfrm>
            <a:custGeom>
              <a:avLst/>
              <a:gdLst/>
              <a:ahLst/>
              <a:cxnLst/>
              <a:rect l="l" t="t" r="r" b="b"/>
              <a:pathLst>
                <a:path w="5818" h="3610" extrusionOk="0">
                  <a:moveTo>
                    <a:pt x="1422" y="0"/>
                  </a:moveTo>
                  <a:lnTo>
                    <a:pt x="1131" y="119"/>
                  </a:lnTo>
                  <a:cubicBezTo>
                    <a:pt x="450" y="403"/>
                    <a:pt x="1" y="1064"/>
                    <a:pt x="1" y="1798"/>
                  </a:cubicBezTo>
                  <a:lnTo>
                    <a:pt x="1" y="3609"/>
                  </a:lnTo>
                  <a:lnTo>
                    <a:pt x="1091" y="3609"/>
                  </a:lnTo>
                  <a:lnTo>
                    <a:pt x="1091" y="2413"/>
                  </a:lnTo>
                  <a:cubicBezTo>
                    <a:pt x="1091" y="2221"/>
                    <a:pt x="1230" y="2062"/>
                    <a:pt x="1415" y="2043"/>
                  </a:cubicBezTo>
                  <a:cubicBezTo>
                    <a:pt x="1430" y="2041"/>
                    <a:pt x="1445" y="2040"/>
                    <a:pt x="1460" y="2040"/>
                  </a:cubicBezTo>
                  <a:cubicBezTo>
                    <a:pt x="1658" y="2040"/>
                    <a:pt x="1819" y="2203"/>
                    <a:pt x="1819" y="2400"/>
                  </a:cubicBezTo>
                  <a:lnTo>
                    <a:pt x="1819" y="3609"/>
                  </a:lnTo>
                  <a:lnTo>
                    <a:pt x="4000" y="3609"/>
                  </a:lnTo>
                  <a:lnTo>
                    <a:pt x="4000" y="2413"/>
                  </a:lnTo>
                  <a:cubicBezTo>
                    <a:pt x="4000" y="2221"/>
                    <a:pt x="4139" y="2062"/>
                    <a:pt x="4324" y="2043"/>
                  </a:cubicBezTo>
                  <a:cubicBezTo>
                    <a:pt x="4339" y="2041"/>
                    <a:pt x="4354" y="2040"/>
                    <a:pt x="4368" y="2040"/>
                  </a:cubicBezTo>
                  <a:cubicBezTo>
                    <a:pt x="4566" y="2040"/>
                    <a:pt x="4727" y="2203"/>
                    <a:pt x="4727" y="2400"/>
                  </a:cubicBezTo>
                  <a:lnTo>
                    <a:pt x="4727" y="3609"/>
                  </a:lnTo>
                  <a:lnTo>
                    <a:pt x="5454" y="3609"/>
                  </a:lnTo>
                  <a:cubicBezTo>
                    <a:pt x="5652" y="3609"/>
                    <a:pt x="5818" y="3451"/>
                    <a:pt x="5818" y="3246"/>
                  </a:cubicBezTo>
                  <a:lnTo>
                    <a:pt x="5818" y="1798"/>
                  </a:lnTo>
                  <a:cubicBezTo>
                    <a:pt x="5818" y="1064"/>
                    <a:pt x="5368" y="403"/>
                    <a:pt x="4687" y="119"/>
                  </a:cubicBezTo>
                  <a:lnTo>
                    <a:pt x="4396" y="0"/>
                  </a:lnTo>
                  <a:lnTo>
                    <a:pt x="3782" y="820"/>
                  </a:lnTo>
                  <a:cubicBezTo>
                    <a:pt x="3564" y="1114"/>
                    <a:pt x="3236" y="1261"/>
                    <a:pt x="2909" y="1261"/>
                  </a:cubicBezTo>
                  <a:cubicBezTo>
                    <a:pt x="2582" y="1261"/>
                    <a:pt x="2255" y="1114"/>
                    <a:pt x="2037" y="820"/>
                  </a:cubicBezTo>
                  <a:lnTo>
                    <a:pt x="14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72"/>
            <p:cNvSpPr/>
            <p:nvPr/>
          </p:nvSpPr>
          <p:spPr>
            <a:xfrm>
              <a:off x="2147438" y="4461573"/>
              <a:ext cx="225331" cy="139815"/>
            </a:xfrm>
            <a:custGeom>
              <a:avLst/>
              <a:gdLst/>
              <a:ahLst/>
              <a:cxnLst/>
              <a:rect l="l" t="t" r="r" b="b"/>
              <a:pathLst>
                <a:path w="5818" h="3610" extrusionOk="0">
                  <a:moveTo>
                    <a:pt x="1421" y="0"/>
                  </a:moveTo>
                  <a:lnTo>
                    <a:pt x="1131" y="119"/>
                  </a:lnTo>
                  <a:cubicBezTo>
                    <a:pt x="450" y="403"/>
                    <a:pt x="0" y="1064"/>
                    <a:pt x="0" y="1798"/>
                  </a:cubicBezTo>
                  <a:lnTo>
                    <a:pt x="0" y="3246"/>
                  </a:lnTo>
                  <a:cubicBezTo>
                    <a:pt x="0" y="3451"/>
                    <a:pt x="166" y="3609"/>
                    <a:pt x="364" y="3609"/>
                  </a:cubicBezTo>
                  <a:lnTo>
                    <a:pt x="1091" y="3609"/>
                  </a:lnTo>
                  <a:lnTo>
                    <a:pt x="1091" y="2413"/>
                  </a:lnTo>
                  <a:cubicBezTo>
                    <a:pt x="1091" y="2221"/>
                    <a:pt x="1230" y="2062"/>
                    <a:pt x="1415" y="2043"/>
                  </a:cubicBezTo>
                  <a:cubicBezTo>
                    <a:pt x="1430" y="2041"/>
                    <a:pt x="1445" y="2040"/>
                    <a:pt x="1459" y="2040"/>
                  </a:cubicBezTo>
                  <a:cubicBezTo>
                    <a:pt x="1658" y="2040"/>
                    <a:pt x="1818" y="2203"/>
                    <a:pt x="1818" y="2400"/>
                  </a:cubicBezTo>
                  <a:lnTo>
                    <a:pt x="1818" y="3609"/>
                  </a:lnTo>
                  <a:lnTo>
                    <a:pt x="3999" y="3609"/>
                  </a:lnTo>
                  <a:lnTo>
                    <a:pt x="3999" y="2413"/>
                  </a:lnTo>
                  <a:cubicBezTo>
                    <a:pt x="3999" y="2221"/>
                    <a:pt x="4138" y="2062"/>
                    <a:pt x="4323" y="2043"/>
                  </a:cubicBezTo>
                  <a:cubicBezTo>
                    <a:pt x="4338" y="2041"/>
                    <a:pt x="4353" y="2040"/>
                    <a:pt x="4368" y="2040"/>
                  </a:cubicBezTo>
                  <a:cubicBezTo>
                    <a:pt x="4566" y="2040"/>
                    <a:pt x="4727" y="2203"/>
                    <a:pt x="4727" y="2400"/>
                  </a:cubicBezTo>
                  <a:lnTo>
                    <a:pt x="4727" y="3609"/>
                  </a:lnTo>
                  <a:lnTo>
                    <a:pt x="5817" y="3609"/>
                  </a:lnTo>
                  <a:lnTo>
                    <a:pt x="5817" y="1798"/>
                  </a:lnTo>
                  <a:cubicBezTo>
                    <a:pt x="5817" y="1064"/>
                    <a:pt x="5368" y="403"/>
                    <a:pt x="4687" y="119"/>
                  </a:cubicBezTo>
                  <a:lnTo>
                    <a:pt x="4396" y="0"/>
                  </a:lnTo>
                  <a:lnTo>
                    <a:pt x="3781" y="820"/>
                  </a:lnTo>
                  <a:cubicBezTo>
                    <a:pt x="3563" y="1114"/>
                    <a:pt x="3236" y="1261"/>
                    <a:pt x="2909" y="1261"/>
                  </a:cubicBezTo>
                  <a:cubicBezTo>
                    <a:pt x="2582" y="1261"/>
                    <a:pt x="2254" y="1114"/>
                    <a:pt x="2036" y="820"/>
                  </a:cubicBez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72"/>
            <p:cNvSpPr/>
            <p:nvPr/>
          </p:nvSpPr>
          <p:spPr>
            <a:xfrm>
              <a:off x="2315370" y="4121641"/>
              <a:ext cx="142643" cy="121961"/>
            </a:xfrm>
            <a:custGeom>
              <a:avLst/>
              <a:gdLst/>
              <a:ahLst/>
              <a:cxnLst/>
              <a:rect l="l" t="t" r="r" b="b"/>
              <a:pathLst>
                <a:path w="3683" h="3149" extrusionOk="0">
                  <a:moveTo>
                    <a:pt x="1209" y="1"/>
                  </a:moveTo>
                  <a:cubicBezTo>
                    <a:pt x="927" y="1"/>
                    <a:pt x="645" y="108"/>
                    <a:pt x="430" y="323"/>
                  </a:cubicBezTo>
                  <a:cubicBezTo>
                    <a:pt x="1" y="752"/>
                    <a:pt x="1" y="1453"/>
                    <a:pt x="430" y="1889"/>
                  </a:cubicBezTo>
                  <a:lnTo>
                    <a:pt x="1587" y="3040"/>
                  </a:lnTo>
                  <a:cubicBezTo>
                    <a:pt x="1656" y="3112"/>
                    <a:pt x="1749" y="3149"/>
                    <a:pt x="1841" y="3149"/>
                  </a:cubicBezTo>
                  <a:cubicBezTo>
                    <a:pt x="1934" y="3149"/>
                    <a:pt x="2027" y="3112"/>
                    <a:pt x="2096" y="3040"/>
                  </a:cubicBezTo>
                  <a:lnTo>
                    <a:pt x="3253" y="1889"/>
                  </a:lnTo>
                  <a:cubicBezTo>
                    <a:pt x="3682" y="1453"/>
                    <a:pt x="3682" y="752"/>
                    <a:pt x="3253" y="323"/>
                  </a:cubicBezTo>
                  <a:cubicBezTo>
                    <a:pt x="3038" y="108"/>
                    <a:pt x="2756" y="1"/>
                    <a:pt x="2475" y="1"/>
                  </a:cubicBezTo>
                  <a:cubicBezTo>
                    <a:pt x="2254" y="1"/>
                    <a:pt x="2034" y="67"/>
                    <a:pt x="1845" y="197"/>
                  </a:cubicBezTo>
                  <a:cubicBezTo>
                    <a:pt x="1653" y="67"/>
                    <a:pt x="1431" y="1"/>
                    <a:pt x="1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72"/>
            <p:cNvSpPr/>
            <p:nvPr/>
          </p:nvSpPr>
          <p:spPr>
            <a:xfrm>
              <a:off x="2529662" y="4217342"/>
              <a:ext cx="68126" cy="61465"/>
            </a:xfrm>
            <a:custGeom>
              <a:avLst/>
              <a:gdLst/>
              <a:ahLst/>
              <a:cxnLst/>
              <a:rect l="l" t="t" r="r" b="b"/>
              <a:pathLst>
                <a:path w="1759" h="1587" extrusionOk="0">
                  <a:moveTo>
                    <a:pt x="787" y="0"/>
                  </a:moveTo>
                  <a:cubicBezTo>
                    <a:pt x="463" y="0"/>
                    <a:pt x="179" y="159"/>
                    <a:pt x="0" y="403"/>
                  </a:cubicBezTo>
                  <a:cubicBezTo>
                    <a:pt x="675" y="535"/>
                    <a:pt x="1243" y="985"/>
                    <a:pt x="1534" y="1586"/>
                  </a:cubicBezTo>
                  <a:cubicBezTo>
                    <a:pt x="1673" y="1415"/>
                    <a:pt x="1759" y="1203"/>
                    <a:pt x="1759" y="965"/>
                  </a:cubicBezTo>
                  <a:cubicBezTo>
                    <a:pt x="1759" y="430"/>
                    <a:pt x="1322" y="0"/>
                    <a:pt x="7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72"/>
            <p:cNvSpPr/>
            <p:nvPr/>
          </p:nvSpPr>
          <p:spPr>
            <a:xfrm>
              <a:off x="2459755" y="4259055"/>
              <a:ext cx="107321" cy="39195"/>
            </a:xfrm>
            <a:custGeom>
              <a:avLst/>
              <a:gdLst/>
              <a:ahLst/>
              <a:cxnLst/>
              <a:rect l="l" t="t" r="r" b="b"/>
              <a:pathLst>
                <a:path w="2771" h="1012" extrusionOk="0">
                  <a:moveTo>
                    <a:pt x="1382" y="1"/>
                  </a:moveTo>
                  <a:cubicBezTo>
                    <a:pt x="734" y="1"/>
                    <a:pt x="186" y="424"/>
                    <a:pt x="1" y="1012"/>
                  </a:cubicBezTo>
                  <a:cubicBezTo>
                    <a:pt x="239" y="880"/>
                    <a:pt x="516" y="800"/>
                    <a:pt x="807" y="800"/>
                  </a:cubicBezTo>
                  <a:lnTo>
                    <a:pt x="1957" y="800"/>
                  </a:lnTo>
                  <a:cubicBezTo>
                    <a:pt x="2248" y="800"/>
                    <a:pt x="2526" y="880"/>
                    <a:pt x="2770" y="1012"/>
                  </a:cubicBezTo>
                  <a:cubicBezTo>
                    <a:pt x="2579" y="424"/>
                    <a:pt x="2030" y="1"/>
                    <a:pt x="1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72"/>
            <p:cNvSpPr/>
            <p:nvPr/>
          </p:nvSpPr>
          <p:spPr>
            <a:xfrm>
              <a:off x="2483303" y="4441588"/>
              <a:ext cx="59954" cy="40938"/>
            </a:xfrm>
            <a:custGeom>
              <a:avLst/>
              <a:gdLst/>
              <a:ahLst/>
              <a:cxnLst/>
              <a:rect l="l" t="t" r="r" b="b"/>
              <a:pathLst>
                <a:path w="1548" h="1057" extrusionOk="0">
                  <a:moveTo>
                    <a:pt x="1" y="1"/>
                  </a:moveTo>
                  <a:lnTo>
                    <a:pt x="1" y="265"/>
                  </a:lnTo>
                  <a:lnTo>
                    <a:pt x="483" y="913"/>
                  </a:lnTo>
                  <a:cubicBezTo>
                    <a:pt x="556" y="1009"/>
                    <a:pt x="665" y="1056"/>
                    <a:pt x="774" y="1056"/>
                  </a:cubicBezTo>
                  <a:cubicBezTo>
                    <a:pt x="883" y="1056"/>
                    <a:pt x="992" y="1009"/>
                    <a:pt x="1065" y="913"/>
                  </a:cubicBezTo>
                  <a:lnTo>
                    <a:pt x="1548" y="265"/>
                  </a:lnTo>
                  <a:lnTo>
                    <a:pt x="1548" y="1"/>
                  </a:lnTo>
                  <a:cubicBezTo>
                    <a:pt x="1310" y="93"/>
                    <a:pt x="1045" y="139"/>
                    <a:pt x="774" y="139"/>
                  </a:cubicBezTo>
                  <a:cubicBezTo>
                    <a:pt x="503" y="139"/>
                    <a:pt x="239" y="9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72"/>
            <p:cNvSpPr/>
            <p:nvPr/>
          </p:nvSpPr>
          <p:spPr>
            <a:xfrm>
              <a:off x="2456928" y="4318195"/>
              <a:ext cx="112704" cy="100388"/>
            </a:xfrm>
            <a:custGeom>
              <a:avLst/>
              <a:gdLst/>
              <a:ahLst/>
              <a:cxnLst/>
              <a:rect l="l" t="t" r="r" b="b"/>
              <a:pathLst>
                <a:path w="2910" h="2592" extrusionOk="0">
                  <a:moveTo>
                    <a:pt x="880" y="0"/>
                  </a:moveTo>
                  <a:cubicBezTo>
                    <a:pt x="470" y="0"/>
                    <a:pt x="120" y="265"/>
                    <a:pt x="1" y="655"/>
                  </a:cubicBezTo>
                  <a:lnTo>
                    <a:pt x="1" y="1137"/>
                  </a:lnTo>
                  <a:cubicBezTo>
                    <a:pt x="1" y="1944"/>
                    <a:pt x="655" y="2592"/>
                    <a:pt x="1455" y="2592"/>
                  </a:cubicBezTo>
                  <a:cubicBezTo>
                    <a:pt x="2255" y="2592"/>
                    <a:pt x="2909" y="1944"/>
                    <a:pt x="2909" y="1137"/>
                  </a:cubicBezTo>
                  <a:lnTo>
                    <a:pt x="2909" y="655"/>
                  </a:lnTo>
                  <a:cubicBezTo>
                    <a:pt x="2790" y="265"/>
                    <a:pt x="2440" y="0"/>
                    <a:pt x="20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72"/>
            <p:cNvSpPr/>
            <p:nvPr/>
          </p:nvSpPr>
          <p:spPr>
            <a:xfrm>
              <a:off x="2246005" y="4259558"/>
              <a:ext cx="28195" cy="42022"/>
            </a:xfrm>
            <a:custGeom>
              <a:avLst/>
              <a:gdLst/>
              <a:ahLst/>
              <a:cxnLst/>
              <a:rect l="l" t="t" r="r" b="b"/>
              <a:pathLst>
                <a:path w="728" h="1085" extrusionOk="0">
                  <a:moveTo>
                    <a:pt x="364" y="1"/>
                  </a:moveTo>
                  <a:cubicBezTo>
                    <a:pt x="238" y="1"/>
                    <a:pt x="113" y="14"/>
                    <a:pt x="0" y="47"/>
                  </a:cubicBezTo>
                  <a:lnTo>
                    <a:pt x="7" y="166"/>
                  </a:lnTo>
                  <a:cubicBezTo>
                    <a:pt x="46" y="801"/>
                    <a:pt x="304" y="1085"/>
                    <a:pt x="364" y="1085"/>
                  </a:cubicBezTo>
                  <a:cubicBezTo>
                    <a:pt x="423" y="1085"/>
                    <a:pt x="681" y="801"/>
                    <a:pt x="721" y="166"/>
                  </a:cubicBezTo>
                  <a:lnTo>
                    <a:pt x="727" y="47"/>
                  </a:lnTo>
                  <a:cubicBezTo>
                    <a:pt x="615" y="14"/>
                    <a:pt x="489" y="1"/>
                    <a:pt x="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72"/>
            <p:cNvSpPr/>
            <p:nvPr/>
          </p:nvSpPr>
          <p:spPr>
            <a:xfrm>
              <a:off x="2230126" y="4441588"/>
              <a:ext cx="59954" cy="40938"/>
            </a:xfrm>
            <a:custGeom>
              <a:avLst/>
              <a:gdLst/>
              <a:ahLst/>
              <a:cxnLst/>
              <a:rect l="l" t="t" r="r" b="b"/>
              <a:pathLst>
                <a:path w="1548" h="1057" extrusionOk="0">
                  <a:moveTo>
                    <a:pt x="0" y="1"/>
                  </a:moveTo>
                  <a:lnTo>
                    <a:pt x="0" y="265"/>
                  </a:lnTo>
                  <a:lnTo>
                    <a:pt x="483" y="913"/>
                  </a:lnTo>
                  <a:cubicBezTo>
                    <a:pt x="556" y="1009"/>
                    <a:pt x="665" y="1056"/>
                    <a:pt x="774" y="1056"/>
                  </a:cubicBezTo>
                  <a:cubicBezTo>
                    <a:pt x="883" y="1056"/>
                    <a:pt x="992" y="1009"/>
                    <a:pt x="1065" y="913"/>
                  </a:cubicBezTo>
                  <a:lnTo>
                    <a:pt x="1547" y="265"/>
                  </a:lnTo>
                  <a:lnTo>
                    <a:pt x="1547" y="1"/>
                  </a:lnTo>
                  <a:cubicBezTo>
                    <a:pt x="1309" y="93"/>
                    <a:pt x="1045" y="139"/>
                    <a:pt x="774" y="139"/>
                  </a:cubicBezTo>
                  <a:cubicBezTo>
                    <a:pt x="503" y="139"/>
                    <a:pt x="238" y="9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72"/>
            <p:cNvSpPr/>
            <p:nvPr/>
          </p:nvSpPr>
          <p:spPr>
            <a:xfrm>
              <a:off x="2203751" y="4277219"/>
              <a:ext cx="112666" cy="141636"/>
            </a:xfrm>
            <a:custGeom>
              <a:avLst/>
              <a:gdLst/>
              <a:ahLst/>
              <a:cxnLst/>
              <a:rect l="l" t="t" r="r" b="b"/>
              <a:pathLst>
                <a:path w="2909" h="3657" extrusionOk="0">
                  <a:moveTo>
                    <a:pt x="397" y="1"/>
                  </a:moveTo>
                  <a:cubicBezTo>
                    <a:pt x="153" y="259"/>
                    <a:pt x="1" y="609"/>
                    <a:pt x="1" y="992"/>
                  </a:cubicBezTo>
                  <a:lnTo>
                    <a:pt x="1" y="2209"/>
                  </a:lnTo>
                  <a:cubicBezTo>
                    <a:pt x="1" y="3008"/>
                    <a:pt x="655" y="3656"/>
                    <a:pt x="1455" y="3656"/>
                  </a:cubicBezTo>
                  <a:cubicBezTo>
                    <a:pt x="2255" y="3656"/>
                    <a:pt x="2909" y="3008"/>
                    <a:pt x="2909" y="2209"/>
                  </a:cubicBezTo>
                  <a:lnTo>
                    <a:pt x="2909" y="992"/>
                  </a:lnTo>
                  <a:cubicBezTo>
                    <a:pt x="2909" y="609"/>
                    <a:pt x="2757" y="259"/>
                    <a:pt x="2512" y="1"/>
                  </a:cubicBezTo>
                  <a:cubicBezTo>
                    <a:pt x="2393" y="807"/>
                    <a:pt x="1977" y="1356"/>
                    <a:pt x="1455" y="1356"/>
                  </a:cubicBezTo>
                  <a:cubicBezTo>
                    <a:pt x="933" y="1356"/>
                    <a:pt x="516" y="807"/>
                    <a:pt x="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4" name="Google Shape;1954;p72"/>
          <p:cNvGrpSpPr/>
          <p:nvPr/>
        </p:nvGrpSpPr>
        <p:grpSpPr>
          <a:xfrm>
            <a:off x="2772343" y="4121564"/>
            <a:ext cx="480329" cy="479825"/>
            <a:chOff x="2772343" y="4121564"/>
            <a:chExt cx="480329" cy="479825"/>
          </a:xfrm>
        </p:grpSpPr>
        <p:sp>
          <p:nvSpPr>
            <p:cNvPr id="1955" name="Google Shape;1955;p72"/>
            <p:cNvSpPr/>
            <p:nvPr/>
          </p:nvSpPr>
          <p:spPr>
            <a:xfrm>
              <a:off x="2795891" y="4121564"/>
              <a:ext cx="112433" cy="112704"/>
            </a:xfrm>
            <a:custGeom>
              <a:avLst/>
              <a:gdLst/>
              <a:ahLst/>
              <a:cxnLst/>
              <a:rect l="l" t="t" r="r" b="b"/>
              <a:pathLst>
                <a:path w="2903" h="2910" extrusionOk="0">
                  <a:moveTo>
                    <a:pt x="1448" y="1"/>
                  </a:moveTo>
                  <a:cubicBezTo>
                    <a:pt x="649" y="1"/>
                    <a:pt x="1" y="655"/>
                    <a:pt x="1" y="1455"/>
                  </a:cubicBezTo>
                  <a:cubicBezTo>
                    <a:pt x="1" y="2255"/>
                    <a:pt x="649" y="2909"/>
                    <a:pt x="1448" y="2909"/>
                  </a:cubicBezTo>
                  <a:cubicBezTo>
                    <a:pt x="2255" y="2909"/>
                    <a:pt x="2903" y="2255"/>
                    <a:pt x="2903" y="1455"/>
                  </a:cubicBezTo>
                  <a:cubicBezTo>
                    <a:pt x="2903" y="655"/>
                    <a:pt x="2255" y="1"/>
                    <a:pt x="14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72"/>
            <p:cNvSpPr/>
            <p:nvPr/>
          </p:nvSpPr>
          <p:spPr>
            <a:xfrm>
              <a:off x="2775170" y="4289767"/>
              <a:ext cx="156702" cy="136756"/>
            </a:xfrm>
            <a:custGeom>
              <a:avLst/>
              <a:gdLst/>
              <a:ahLst/>
              <a:cxnLst/>
              <a:rect l="l" t="t" r="r" b="b"/>
              <a:pathLst>
                <a:path w="4046" h="3531" extrusionOk="0">
                  <a:moveTo>
                    <a:pt x="4046" y="1"/>
                  </a:moveTo>
                  <a:lnTo>
                    <a:pt x="0" y="2023"/>
                  </a:lnTo>
                  <a:cubicBezTo>
                    <a:pt x="245" y="2889"/>
                    <a:pt x="1038" y="3531"/>
                    <a:pt x="1983" y="3531"/>
                  </a:cubicBezTo>
                  <a:cubicBezTo>
                    <a:pt x="3120" y="3531"/>
                    <a:pt x="4046" y="2605"/>
                    <a:pt x="4046" y="1468"/>
                  </a:cubicBezTo>
                  <a:lnTo>
                    <a:pt x="40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72"/>
            <p:cNvSpPr/>
            <p:nvPr/>
          </p:nvSpPr>
          <p:spPr>
            <a:xfrm>
              <a:off x="2775170" y="4233183"/>
              <a:ext cx="153642" cy="65066"/>
            </a:xfrm>
            <a:custGeom>
              <a:avLst/>
              <a:gdLst/>
              <a:ahLst/>
              <a:cxnLst/>
              <a:rect l="l" t="t" r="r" b="b"/>
              <a:pathLst>
                <a:path w="3967" h="1680" extrusionOk="0">
                  <a:moveTo>
                    <a:pt x="338" y="1"/>
                  </a:moveTo>
                  <a:cubicBezTo>
                    <a:pt x="185" y="206"/>
                    <a:pt x="73" y="437"/>
                    <a:pt x="0" y="688"/>
                  </a:cubicBezTo>
                  <a:lnTo>
                    <a:pt x="1983" y="1680"/>
                  </a:lnTo>
                  <a:lnTo>
                    <a:pt x="3966" y="688"/>
                  </a:lnTo>
                  <a:cubicBezTo>
                    <a:pt x="3900" y="437"/>
                    <a:pt x="3788" y="206"/>
                    <a:pt x="3629" y="1"/>
                  </a:cubicBezTo>
                  <a:cubicBezTo>
                    <a:pt x="3233" y="457"/>
                    <a:pt x="2644" y="754"/>
                    <a:pt x="1983" y="754"/>
                  </a:cubicBezTo>
                  <a:cubicBezTo>
                    <a:pt x="1329" y="754"/>
                    <a:pt x="741" y="457"/>
                    <a:pt x="3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72"/>
            <p:cNvSpPr/>
            <p:nvPr/>
          </p:nvSpPr>
          <p:spPr>
            <a:xfrm>
              <a:off x="2772343" y="4289767"/>
              <a:ext cx="48180" cy="48180"/>
            </a:xfrm>
            <a:custGeom>
              <a:avLst/>
              <a:gdLst/>
              <a:ahLst/>
              <a:cxnLst/>
              <a:rect l="l" t="t" r="r" b="b"/>
              <a:pathLst>
                <a:path w="1244" h="1244" extrusionOk="0">
                  <a:moveTo>
                    <a:pt x="1" y="1"/>
                  </a:moveTo>
                  <a:lnTo>
                    <a:pt x="1" y="1243"/>
                  </a:lnTo>
                  <a:lnTo>
                    <a:pt x="1243" y="622"/>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72"/>
            <p:cNvSpPr/>
            <p:nvPr/>
          </p:nvSpPr>
          <p:spPr>
            <a:xfrm>
              <a:off x="2924164" y="4425980"/>
              <a:ext cx="328508" cy="175408"/>
            </a:xfrm>
            <a:custGeom>
              <a:avLst/>
              <a:gdLst/>
              <a:ahLst/>
              <a:cxnLst/>
              <a:rect l="l" t="t" r="r" b="b"/>
              <a:pathLst>
                <a:path w="8482" h="4529" extrusionOk="0">
                  <a:moveTo>
                    <a:pt x="2730" y="0"/>
                  </a:moveTo>
                  <a:lnTo>
                    <a:pt x="1263" y="470"/>
                  </a:lnTo>
                  <a:cubicBezTo>
                    <a:pt x="509" y="714"/>
                    <a:pt x="1" y="1408"/>
                    <a:pt x="1" y="2201"/>
                  </a:cubicBezTo>
                  <a:lnTo>
                    <a:pt x="1" y="4165"/>
                  </a:lnTo>
                  <a:cubicBezTo>
                    <a:pt x="1" y="4370"/>
                    <a:pt x="166" y="4528"/>
                    <a:pt x="364" y="4528"/>
                  </a:cubicBezTo>
                  <a:lnTo>
                    <a:pt x="1455" y="4528"/>
                  </a:lnTo>
                  <a:lnTo>
                    <a:pt x="1455" y="2968"/>
                  </a:lnTo>
                  <a:cubicBezTo>
                    <a:pt x="1455" y="2777"/>
                    <a:pt x="1594" y="2618"/>
                    <a:pt x="1779" y="2598"/>
                  </a:cubicBezTo>
                  <a:cubicBezTo>
                    <a:pt x="1794" y="2596"/>
                    <a:pt x="1808" y="2595"/>
                    <a:pt x="1823" y="2595"/>
                  </a:cubicBezTo>
                  <a:cubicBezTo>
                    <a:pt x="2021" y="2595"/>
                    <a:pt x="2182" y="2758"/>
                    <a:pt x="2182" y="2955"/>
                  </a:cubicBezTo>
                  <a:lnTo>
                    <a:pt x="2182" y="4528"/>
                  </a:lnTo>
                  <a:lnTo>
                    <a:pt x="6300" y="4528"/>
                  </a:lnTo>
                  <a:lnTo>
                    <a:pt x="6300" y="2968"/>
                  </a:lnTo>
                  <a:cubicBezTo>
                    <a:pt x="6300" y="2777"/>
                    <a:pt x="6439" y="2618"/>
                    <a:pt x="6624" y="2598"/>
                  </a:cubicBezTo>
                  <a:cubicBezTo>
                    <a:pt x="6639" y="2596"/>
                    <a:pt x="6654" y="2595"/>
                    <a:pt x="6668" y="2595"/>
                  </a:cubicBezTo>
                  <a:cubicBezTo>
                    <a:pt x="6867" y="2595"/>
                    <a:pt x="7027" y="2758"/>
                    <a:pt x="7027" y="2955"/>
                  </a:cubicBezTo>
                  <a:lnTo>
                    <a:pt x="7027" y="4528"/>
                  </a:lnTo>
                  <a:lnTo>
                    <a:pt x="8118" y="4528"/>
                  </a:lnTo>
                  <a:cubicBezTo>
                    <a:pt x="8316" y="4528"/>
                    <a:pt x="8481" y="4370"/>
                    <a:pt x="8481" y="4165"/>
                  </a:cubicBezTo>
                  <a:lnTo>
                    <a:pt x="8481" y="2201"/>
                  </a:lnTo>
                  <a:cubicBezTo>
                    <a:pt x="8481" y="1408"/>
                    <a:pt x="7972" y="714"/>
                    <a:pt x="7219" y="470"/>
                  </a:cubicBezTo>
                  <a:lnTo>
                    <a:pt x="5751" y="0"/>
                  </a:lnTo>
                  <a:lnTo>
                    <a:pt x="5137" y="893"/>
                  </a:lnTo>
                  <a:cubicBezTo>
                    <a:pt x="4932" y="1184"/>
                    <a:pt x="4595" y="1355"/>
                    <a:pt x="4238" y="1355"/>
                  </a:cubicBezTo>
                  <a:cubicBezTo>
                    <a:pt x="3887" y="1355"/>
                    <a:pt x="3550" y="1184"/>
                    <a:pt x="3345" y="886"/>
                  </a:cubicBez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72"/>
            <p:cNvSpPr/>
            <p:nvPr/>
          </p:nvSpPr>
          <p:spPr>
            <a:xfrm>
              <a:off x="3102592" y="4121564"/>
              <a:ext cx="88885" cy="79164"/>
            </a:xfrm>
            <a:custGeom>
              <a:avLst/>
              <a:gdLst/>
              <a:ahLst/>
              <a:cxnLst/>
              <a:rect l="l" t="t" r="r" b="b"/>
              <a:pathLst>
                <a:path w="2295" h="2044" extrusionOk="0">
                  <a:moveTo>
                    <a:pt x="1085" y="1"/>
                  </a:moveTo>
                  <a:cubicBezTo>
                    <a:pt x="609" y="1"/>
                    <a:pt x="199" y="279"/>
                    <a:pt x="1" y="682"/>
                  </a:cubicBezTo>
                  <a:cubicBezTo>
                    <a:pt x="847" y="801"/>
                    <a:pt x="1574" y="1316"/>
                    <a:pt x="1971" y="2043"/>
                  </a:cubicBezTo>
                  <a:cubicBezTo>
                    <a:pt x="2176" y="1825"/>
                    <a:pt x="2294" y="1534"/>
                    <a:pt x="2294" y="1211"/>
                  </a:cubicBezTo>
                  <a:cubicBezTo>
                    <a:pt x="2294" y="543"/>
                    <a:pt x="1752" y="1"/>
                    <a:pt x="10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72"/>
            <p:cNvSpPr/>
            <p:nvPr/>
          </p:nvSpPr>
          <p:spPr>
            <a:xfrm>
              <a:off x="3013513" y="4174585"/>
              <a:ext cx="149808" cy="70411"/>
            </a:xfrm>
            <a:custGeom>
              <a:avLst/>
              <a:gdLst/>
              <a:ahLst/>
              <a:cxnLst/>
              <a:rect l="l" t="t" r="r" b="b"/>
              <a:pathLst>
                <a:path w="3868" h="1818" extrusionOk="0">
                  <a:moveTo>
                    <a:pt x="1931" y="0"/>
                  </a:moveTo>
                  <a:cubicBezTo>
                    <a:pt x="906" y="0"/>
                    <a:pt x="67" y="807"/>
                    <a:pt x="0" y="1818"/>
                  </a:cubicBezTo>
                  <a:lnTo>
                    <a:pt x="93" y="1818"/>
                  </a:lnTo>
                  <a:cubicBezTo>
                    <a:pt x="516" y="1818"/>
                    <a:pt x="913" y="1606"/>
                    <a:pt x="1144" y="1256"/>
                  </a:cubicBezTo>
                  <a:cubicBezTo>
                    <a:pt x="1210" y="1164"/>
                    <a:pt x="1303" y="1104"/>
                    <a:pt x="1415" y="1097"/>
                  </a:cubicBezTo>
                  <a:cubicBezTo>
                    <a:pt x="1428" y="1096"/>
                    <a:pt x="1442" y="1095"/>
                    <a:pt x="1456" y="1095"/>
                  </a:cubicBezTo>
                  <a:cubicBezTo>
                    <a:pt x="1549" y="1095"/>
                    <a:pt x="1642" y="1134"/>
                    <a:pt x="1706" y="1203"/>
                  </a:cubicBezTo>
                  <a:cubicBezTo>
                    <a:pt x="2109" y="1613"/>
                    <a:pt x="2671" y="1818"/>
                    <a:pt x="3246" y="1818"/>
                  </a:cubicBezTo>
                  <a:lnTo>
                    <a:pt x="3867" y="1818"/>
                  </a:lnTo>
                  <a:cubicBezTo>
                    <a:pt x="3801" y="807"/>
                    <a:pt x="2962" y="0"/>
                    <a:pt x="19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72"/>
            <p:cNvSpPr/>
            <p:nvPr/>
          </p:nvSpPr>
          <p:spPr>
            <a:xfrm>
              <a:off x="3055497" y="4404214"/>
              <a:ext cx="65841" cy="46437"/>
            </a:xfrm>
            <a:custGeom>
              <a:avLst/>
              <a:gdLst/>
              <a:ahLst/>
              <a:cxnLst/>
              <a:rect l="l" t="t" r="r" b="b"/>
              <a:pathLst>
                <a:path w="1700" h="1199" extrusionOk="0">
                  <a:moveTo>
                    <a:pt x="1" y="0"/>
                  </a:moveTo>
                  <a:lnTo>
                    <a:pt x="1" y="258"/>
                  </a:lnTo>
                  <a:lnTo>
                    <a:pt x="549" y="1045"/>
                  </a:lnTo>
                  <a:cubicBezTo>
                    <a:pt x="622" y="1147"/>
                    <a:pt x="736" y="1199"/>
                    <a:pt x="849" y="1199"/>
                  </a:cubicBezTo>
                  <a:cubicBezTo>
                    <a:pt x="962" y="1199"/>
                    <a:pt x="1075" y="1147"/>
                    <a:pt x="1144" y="1045"/>
                  </a:cubicBezTo>
                  <a:lnTo>
                    <a:pt x="1699" y="258"/>
                  </a:lnTo>
                  <a:lnTo>
                    <a:pt x="1699" y="0"/>
                  </a:lnTo>
                  <a:cubicBezTo>
                    <a:pt x="1428" y="86"/>
                    <a:pt x="1144" y="139"/>
                    <a:pt x="847" y="139"/>
                  </a:cubicBezTo>
                  <a:cubicBezTo>
                    <a:pt x="556" y="139"/>
                    <a:pt x="272" y="86"/>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72"/>
            <p:cNvSpPr/>
            <p:nvPr/>
          </p:nvSpPr>
          <p:spPr>
            <a:xfrm>
              <a:off x="3013242" y="4250844"/>
              <a:ext cx="150311" cy="130172"/>
            </a:xfrm>
            <a:custGeom>
              <a:avLst/>
              <a:gdLst/>
              <a:ahLst/>
              <a:cxnLst/>
              <a:rect l="l" t="t" r="r" b="b"/>
              <a:pathLst>
                <a:path w="3881" h="3361" extrusionOk="0">
                  <a:moveTo>
                    <a:pt x="1501" y="1"/>
                  </a:moveTo>
                  <a:cubicBezTo>
                    <a:pt x="1131" y="371"/>
                    <a:pt x="629" y="576"/>
                    <a:pt x="100" y="576"/>
                  </a:cubicBezTo>
                  <a:lnTo>
                    <a:pt x="1" y="576"/>
                  </a:lnTo>
                  <a:lnTo>
                    <a:pt x="1" y="1422"/>
                  </a:lnTo>
                  <a:cubicBezTo>
                    <a:pt x="1" y="2496"/>
                    <a:pt x="867" y="3360"/>
                    <a:pt x="1939" y="3360"/>
                  </a:cubicBezTo>
                  <a:cubicBezTo>
                    <a:pt x="1962" y="3360"/>
                    <a:pt x="1986" y="3360"/>
                    <a:pt x="2010" y="3359"/>
                  </a:cubicBezTo>
                  <a:cubicBezTo>
                    <a:pt x="3055" y="3326"/>
                    <a:pt x="3881" y="2447"/>
                    <a:pt x="3881" y="1402"/>
                  </a:cubicBezTo>
                  <a:lnTo>
                    <a:pt x="3881" y="576"/>
                  </a:lnTo>
                  <a:lnTo>
                    <a:pt x="3213" y="576"/>
                  </a:lnTo>
                  <a:cubicBezTo>
                    <a:pt x="2585" y="576"/>
                    <a:pt x="1990" y="378"/>
                    <a:pt x="15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4" name="Google Shape;1964;p72"/>
          <p:cNvGrpSpPr/>
          <p:nvPr/>
        </p:nvGrpSpPr>
        <p:grpSpPr>
          <a:xfrm>
            <a:off x="3398294" y="4121331"/>
            <a:ext cx="479787" cy="480291"/>
            <a:chOff x="3398294" y="4121331"/>
            <a:chExt cx="479787" cy="480291"/>
          </a:xfrm>
        </p:grpSpPr>
        <p:sp>
          <p:nvSpPr>
            <p:cNvPr id="1965" name="Google Shape;1965;p72"/>
            <p:cNvSpPr/>
            <p:nvPr/>
          </p:nvSpPr>
          <p:spPr>
            <a:xfrm>
              <a:off x="3570835" y="4454795"/>
              <a:ext cx="134471" cy="52634"/>
            </a:xfrm>
            <a:custGeom>
              <a:avLst/>
              <a:gdLst/>
              <a:ahLst/>
              <a:cxnLst/>
              <a:rect l="l" t="t" r="r" b="b"/>
              <a:pathLst>
                <a:path w="3472" h="1359" extrusionOk="0">
                  <a:moveTo>
                    <a:pt x="818" y="0"/>
                  </a:moveTo>
                  <a:cubicBezTo>
                    <a:pt x="590" y="0"/>
                    <a:pt x="324" y="110"/>
                    <a:pt x="1" y="400"/>
                  </a:cubicBezTo>
                  <a:cubicBezTo>
                    <a:pt x="364" y="1034"/>
                    <a:pt x="946" y="1358"/>
                    <a:pt x="1739" y="1358"/>
                  </a:cubicBezTo>
                  <a:cubicBezTo>
                    <a:pt x="2526" y="1358"/>
                    <a:pt x="3114" y="1034"/>
                    <a:pt x="3471" y="400"/>
                  </a:cubicBezTo>
                  <a:cubicBezTo>
                    <a:pt x="3150" y="110"/>
                    <a:pt x="2886" y="0"/>
                    <a:pt x="2660" y="0"/>
                  </a:cubicBezTo>
                  <a:cubicBezTo>
                    <a:pt x="2396" y="0"/>
                    <a:pt x="2182" y="149"/>
                    <a:pt x="1990" y="334"/>
                  </a:cubicBezTo>
                  <a:cubicBezTo>
                    <a:pt x="1921" y="400"/>
                    <a:pt x="1830" y="433"/>
                    <a:pt x="1739" y="433"/>
                  </a:cubicBezTo>
                  <a:cubicBezTo>
                    <a:pt x="1648" y="433"/>
                    <a:pt x="1557" y="400"/>
                    <a:pt x="1488" y="334"/>
                  </a:cubicBezTo>
                  <a:cubicBezTo>
                    <a:pt x="1296" y="149"/>
                    <a:pt x="1083" y="0"/>
                    <a:pt x="8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72"/>
            <p:cNvSpPr/>
            <p:nvPr/>
          </p:nvSpPr>
          <p:spPr>
            <a:xfrm>
              <a:off x="3577225" y="4126947"/>
              <a:ext cx="121922" cy="69946"/>
            </a:xfrm>
            <a:custGeom>
              <a:avLst/>
              <a:gdLst/>
              <a:ahLst/>
              <a:cxnLst/>
              <a:rect l="l" t="t" r="r" b="b"/>
              <a:pathLst>
                <a:path w="3148" h="1806" extrusionOk="0">
                  <a:moveTo>
                    <a:pt x="1" y="1"/>
                  </a:moveTo>
                  <a:lnTo>
                    <a:pt x="1" y="232"/>
                  </a:lnTo>
                  <a:cubicBezTo>
                    <a:pt x="1" y="1098"/>
                    <a:pt x="708" y="1805"/>
                    <a:pt x="1574" y="1805"/>
                  </a:cubicBezTo>
                  <a:cubicBezTo>
                    <a:pt x="2440" y="1805"/>
                    <a:pt x="3147" y="1098"/>
                    <a:pt x="3147" y="232"/>
                  </a:cubicBezTo>
                  <a:lnTo>
                    <a:pt x="3147" y="1"/>
                  </a:lnTo>
                  <a:cubicBezTo>
                    <a:pt x="2619" y="239"/>
                    <a:pt x="2096" y="358"/>
                    <a:pt x="1574" y="358"/>
                  </a:cubicBezTo>
                  <a:cubicBezTo>
                    <a:pt x="1052" y="358"/>
                    <a:pt x="530" y="23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72"/>
            <p:cNvSpPr/>
            <p:nvPr/>
          </p:nvSpPr>
          <p:spPr>
            <a:xfrm>
              <a:off x="3398294" y="4121331"/>
              <a:ext cx="479787" cy="480291"/>
            </a:xfrm>
            <a:custGeom>
              <a:avLst/>
              <a:gdLst/>
              <a:ahLst/>
              <a:cxnLst/>
              <a:rect l="l" t="t" r="r" b="b"/>
              <a:pathLst>
                <a:path w="12388" h="12401" extrusionOk="0">
                  <a:moveTo>
                    <a:pt x="6949" y="3649"/>
                  </a:moveTo>
                  <a:cubicBezTo>
                    <a:pt x="7270" y="3649"/>
                    <a:pt x="7591" y="3770"/>
                    <a:pt x="7834" y="4013"/>
                  </a:cubicBezTo>
                  <a:cubicBezTo>
                    <a:pt x="8323" y="4502"/>
                    <a:pt x="8323" y="5302"/>
                    <a:pt x="7834" y="5791"/>
                  </a:cubicBezTo>
                  <a:lnTo>
                    <a:pt x="6452" y="7172"/>
                  </a:lnTo>
                  <a:cubicBezTo>
                    <a:pt x="6379" y="7245"/>
                    <a:pt x="6287" y="7281"/>
                    <a:pt x="6194" y="7281"/>
                  </a:cubicBezTo>
                  <a:cubicBezTo>
                    <a:pt x="6102" y="7281"/>
                    <a:pt x="6009" y="7245"/>
                    <a:pt x="5936" y="7172"/>
                  </a:cubicBezTo>
                  <a:lnTo>
                    <a:pt x="4548" y="5791"/>
                  </a:lnTo>
                  <a:cubicBezTo>
                    <a:pt x="4066" y="5302"/>
                    <a:pt x="4066" y="4502"/>
                    <a:pt x="4548" y="4013"/>
                  </a:cubicBezTo>
                  <a:cubicBezTo>
                    <a:pt x="4794" y="3770"/>
                    <a:pt x="5117" y="3649"/>
                    <a:pt x="5439" y="3649"/>
                  </a:cubicBezTo>
                  <a:cubicBezTo>
                    <a:pt x="5706" y="3649"/>
                    <a:pt x="5972" y="3732"/>
                    <a:pt x="6194" y="3900"/>
                  </a:cubicBezTo>
                  <a:cubicBezTo>
                    <a:pt x="6416" y="3732"/>
                    <a:pt x="6682" y="3649"/>
                    <a:pt x="6949" y="3649"/>
                  </a:cubicBezTo>
                  <a:close/>
                  <a:moveTo>
                    <a:pt x="7123" y="7883"/>
                  </a:moveTo>
                  <a:cubicBezTo>
                    <a:pt x="7565" y="7883"/>
                    <a:pt x="8074" y="8094"/>
                    <a:pt x="8633" y="8679"/>
                  </a:cubicBezTo>
                  <a:cubicBezTo>
                    <a:pt x="8739" y="8785"/>
                    <a:pt x="8766" y="8944"/>
                    <a:pt x="8706" y="9083"/>
                  </a:cubicBezTo>
                  <a:cubicBezTo>
                    <a:pt x="8243" y="10120"/>
                    <a:pt x="7351" y="10695"/>
                    <a:pt x="6194" y="10695"/>
                  </a:cubicBezTo>
                  <a:cubicBezTo>
                    <a:pt x="5037" y="10695"/>
                    <a:pt x="4145" y="10120"/>
                    <a:pt x="3682" y="9083"/>
                  </a:cubicBezTo>
                  <a:cubicBezTo>
                    <a:pt x="3623" y="8944"/>
                    <a:pt x="3649" y="8785"/>
                    <a:pt x="3755" y="8679"/>
                  </a:cubicBezTo>
                  <a:cubicBezTo>
                    <a:pt x="4315" y="8094"/>
                    <a:pt x="4823" y="7883"/>
                    <a:pt x="5265" y="7883"/>
                  </a:cubicBezTo>
                  <a:cubicBezTo>
                    <a:pt x="5622" y="7883"/>
                    <a:pt x="5934" y="8021"/>
                    <a:pt x="6194" y="8210"/>
                  </a:cubicBezTo>
                  <a:cubicBezTo>
                    <a:pt x="6454" y="8021"/>
                    <a:pt x="6767" y="7883"/>
                    <a:pt x="7123" y="7883"/>
                  </a:cubicBezTo>
                  <a:close/>
                  <a:moveTo>
                    <a:pt x="3286" y="0"/>
                  </a:moveTo>
                  <a:cubicBezTo>
                    <a:pt x="3246" y="0"/>
                    <a:pt x="3213" y="7"/>
                    <a:pt x="3173" y="20"/>
                  </a:cubicBezTo>
                  <a:lnTo>
                    <a:pt x="1924" y="437"/>
                  </a:lnTo>
                  <a:cubicBezTo>
                    <a:pt x="1230" y="668"/>
                    <a:pt x="701" y="1263"/>
                    <a:pt x="562" y="1983"/>
                  </a:cubicBezTo>
                  <a:lnTo>
                    <a:pt x="27" y="4654"/>
                  </a:lnTo>
                  <a:cubicBezTo>
                    <a:pt x="0" y="4793"/>
                    <a:pt x="53" y="4938"/>
                    <a:pt x="172" y="5017"/>
                  </a:cubicBezTo>
                  <a:lnTo>
                    <a:pt x="1349" y="5863"/>
                  </a:lnTo>
                  <a:lnTo>
                    <a:pt x="1349" y="4006"/>
                  </a:lnTo>
                  <a:cubicBezTo>
                    <a:pt x="1349" y="3821"/>
                    <a:pt x="1488" y="3656"/>
                    <a:pt x="1673" y="3636"/>
                  </a:cubicBezTo>
                  <a:cubicBezTo>
                    <a:pt x="1685" y="3635"/>
                    <a:pt x="1697" y="3634"/>
                    <a:pt x="1708" y="3634"/>
                  </a:cubicBezTo>
                  <a:cubicBezTo>
                    <a:pt x="1911" y="3634"/>
                    <a:pt x="2076" y="3793"/>
                    <a:pt x="2076" y="3999"/>
                  </a:cubicBezTo>
                  <a:lnTo>
                    <a:pt x="2076" y="12037"/>
                  </a:lnTo>
                  <a:cubicBezTo>
                    <a:pt x="2076" y="12236"/>
                    <a:pt x="2241" y="12401"/>
                    <a:pt x="2440" y="12401"/>
                  </a:cubicBezTo>
                  <a:lnTo>
                    <a:pt x="9949" y="12401"/>
                  </a:lnTo>
                  <a:cubicBezTo>
                    <a:pt x="10147" y="12401"/>
                    <a:pt x="10312" y="12236"/>
                    <a:pt x="10312" y="12037"/>
                  </a:cubicBezTo>
                  <a:lnTo>
                    <a:pt x="10312" y="4006"/>
                  </a:lnTo>
                  <a:cubicBezTo>
                    <a:pt x="10312" y="3821"/>
                    <a:pt x="10445" y="3656"/>
                    <a:pt x="10630" y="3636"/>
                  </a:cubicBezTo>
                  <a:cubicBezTo>
                    <a:pt x="10642" y="3635"/>
                    <a:pt x="10654" y="3634"/>
                    <a:pt x="10666" y="3634"/>
                  </a:cubicBezTo>
                  <a:cubicBezTo>
                    <a:pt x="10874" y="3634"/>
                    <a:pt x="11039" y="3793"/>
                    <a:pt x="11039" y="3999"/>
                  </a:cubicBezTo>
                  <a:lnTo>
                    <a:pt x="11039" y="5863"/>
                  </a:lnTo>
                  <a:lnTo>
                    <a:pt x="12216" y="5017"/>
                  </a:lnTo>
                  <a:cubicBezTo>
                    <a:pt x="12335" y="4938"/>
                    <a:pt x="12388" y="4793"/>
                    <a:pt x="12361" y="4654"/>
                  </a:cubicBezTo>
                  <a:lnTo>
                    <a:pt x="11826" y="1983"/>
                  </a:lnTo>
                  <a:cubicBezTo>
                    <a:pt x="11681" y="1263"/>
                    <a:pt x="11158" y="668"/>
                    <a:pt x="10458" y="437"/>
                  </a:cubicBezTo>
                  <a:lnTo>
                    <a:pt x="9215" y="20"/>
                  </a:lnTo>
                  <a:cubicBezTo>
                    <a:pt x="9175" y="7"/>
                    <a:pt x="9136" y="0"/>
                    <a:pt x="9103" y="0"/>
                  </a:cubicBezTo>
                  <a:lnTo>
                    <a:pt x="8495" y="0"/>
                  </a:lnTo>
                  <a:lnTo>
                    <a:pt x="8495" y="337"/>
                  </a:lnTo>
                  <a:cubicBezTo>
                    <a:pt x="8495" y="1580"/>
                    <a:pt x="7523" y="2618"/>
                    <a:pt x="6280" y="2664"/>
                  </a:cubicBezTo>
                  <a:cubicBezTo>
                    <a:pt x="6252" y="2665"/>
                    <a:pt x="6224" y="2666"/>
                    <a:pt x="6196" y="2666"/>
                  </a:cubicBezTo>
                  <a:cubicBezTo>
                    <a:pt x="4926" y="2666"/>
                    <a:pt x="3894" y="1638"/>
                    <a:pt x="3894" y="364"/>
                  </a:cubicBezTo>
                  <a:lnTo>
                    <a:pt x="38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72"/>
            <p:cNvSpPr/>
            <p:nvPr/>
          </p:nvSpPr>
          <p:spPr>
            <a:xfrm>
              <a:off x="3586443" y="4290736"/>
              <a:ext cx="103487" cy="78699"/>
            </a:xfrm>
            <a:custGeom>
              <a:avLst/>
              <a:gdLst/>
              <a:ahLst/>
              <a:cxnLst/>
              <a:rect l="l" t="t" r="r" b="b"/>
              <a:pathLst>
                <a:path w="2672" h="2032" extrusionOk="0">
                  <a:moveTo>
                    <a:pt x="579" y="1"/>
                  </a:moveTo>
                  <a:cubicBezTo>
                    <a:pt x="444" y="1"/>
                    <a:pt x="308" y="52"/>
                    <a:pt x="206" y="154"/>
                  </a:cubicBezTo>
                  <a:cubicBezTo>
                    <a:pt x="1" y="359"/>
                    <a:pt x="1" y="696"/>
                    <a:pt x="206" y="901"/>
                  </a:cubicBezTo>
                  <a:lnTo>
                    <a:pt x="1336" y="2031"/>
                  </a:lnTo>
                  <a:lnTo>
                    <a:pt x="2467" y="901"/>
                  </a:lnTo>
                  <a:cubicBezTo>
                    <a:pt x="2671" y="696"/>
                    <a:pt x="2671" y="359"/>
                    <a:pt x="2467" y="154"/>
                  </a:cubicBezTo>
                  <a:cubicBezTo>
                    <a:pt x="2364" y="52"/>
                    <a:pt x="2229" y="1"/>
                    <a:pt x="2093" y="1"/>
                  </a:cubicBezTo>
                  <a:cubicBezTo>
                    <a:pt x="1958" y="1"/>
                    <a:pt x="1822" y="52"/>
                    <a:pt x="1720" y="154"/>
                  </a:cubicBezTo>
                  <a:lnTo>
                    <a:pt x="1594" y="280"/>
                  </a:lnTo>
                  <a:cubicBezTo>
                    <a:pt x="1521" y="349"/>
                    <a:pt x="1429" y="384"/>
                    <a:pt x="1336" y="384"/>
                  </a:cubicBezTo>
                  <a:cubicBezTo>
                    <a:pt x="1244" y="384"/>
                    <a:pt x="1151" y="349"/>
                    <a:pt x="1078" y="280"/>
                  </a:cubicBezTo>
                  <a:lnTo>
                    <a:pt x="953" y="154"/>
                  </a:lnTo>
                  <a:cubicBezTo>
                    <a:pt x="850" y="52"/>
                    <a:pt x="715" y="1"/>
                    <a:pt x="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9" name="Google Shape;1969;p72"/>
          <p:cNvGrpSpPr/>
          <p:nvPr/>
        </p:nvGrpSpPr>
        <p:grpSpPr>
          <a:xfrm>
            <a:off x="4023741" y="4121331"/>
            <a:ext cx="480290" cy="480290"/>
            <a:chOff x="4023741" y="4121331"/>
            <a:chExt cx="480290" cy="480290"/>
          </a:xfrm>
        </p:grpSpPr>
        <p:sp>
          <p:nvSpPr>
            <p:cNvPr id="1970" name="Google Shape;1970;p72"/>
            <p:cNvSpPr/>
            <p:nvPr/>
          </p:nvSpPr>
          <p:spPr>
            <a:xfrm>
              <a:off x="4239040" y="4423656"/>
              <a:ext cx="264991" cy="177964"/>
            </a:xfrm>
            <a:custGeom>
              <a:avLst/>
              <a:gdLst/>
              <a:ahLst/>
              <a:cxnLst/>
              <a:rect l="l" t="t" r="r" b="b"/>
              <a:pathLst>
                <a:path w="6842" h="4595" extrusionOk="0">
                  <a:moveTo>
                    <a:pt x="1402" y="1"/>
                  </a:moveTo>
                  <a:lnTo>
                    <a:pt x="291" y="404"/>
                  </a:lnTo>
                  <a:cubicBezTo>
                    <a:pt x="185" y="444"/>
                    <a:pt x="86" y="490"/>
                    <a:pt x="0" y="543"/>
                  </a:cubicBezTo>
                  <a:cubicBezTo>
                    <a:pt x="608" y="1012"/>
                    <a:pt x="979" y="1746"/>
                    <a:pt x="979" y="2546"/>
                  </a:cubicBezTo>
                  <a:lnTo>
                    <a:pt x="979" y="4595"/>
                  </a:lnTo>
                  <a:lnTo>
                    <a:pt x="4786" y="4595"/>
                  </a:lnTo>
                  <a:lnTo>
                    <a:pt x="4786" y="3028"/>
                  </a:lnTo>
                  <a:cubicBezTo>
                    <a:pt x="4786" y="2843"/>
                    <a:pt x="4918" y="2678"/>
                    <a:pt x="5103" y="2658"/>
                  </a:cubicBezTo>
                  <a:cubicBezTo>
                    <a:pt x="5115" y="2657"/>
                    <a:pt x="5127" y="2656"/>
                    <a:pt x="5139" y="2656"/>
                  </a:cubicBezTo>
                  <a:cubicBezTo>
                    <a:pt x="5341" y="2656"/>
                    <a:pt x="5506" y="2815"/>
                    <a:pt x="5506" y="3022"/>
                  </a:cubicBezTo>
                  <a:lnTo>
                    <a:pt x="5506" y="4595"/>
                  </a:lnTo>
                  <a:lnTo>
                    <a:pt x="6478" y="4595"/>
                  </a:lnTo>
                  <a:cubicBezTo>
                    <a:pt x="6676" y="4595"/>
                    <a:pt x="6842" y="4430"/>
                    <a:pt x="6842" y="4231"/>
                  </a:cubicBezTo>
                  <a:lnTo>
                    <a:pt x="6842" y="2109"/>
                  </a:lnTo>
                  <a:cubicBezTo>
                    <a:pt x="6842" y="1349"/>
                    <a:pt x="6359" y="662"/>
                    <a:pt x="5645" y="404"/>
                  </a:cubicBezTo>
                  <a:lnTo>
                    <a:pt x="4535" y="1"/>
                  </a:lnTo>
                  <a:lnTo>
                    <a:pt x="3861" y="966"/>
                  </a:lnTo>
                  <a:cubicBezTo>
                    <a:pt x="3642" y="1273"/>
                    <a:pt x="3304" y="1427"/>
                    <a:pt x="2966" y="1427"/>
                  </a:cubicBezTo>
                  <a:cubicBezTo>
                    <a:pt x="2628" y="1427"/>
                    <a:pt x="2291" y="1273"/>
                    <a:pt x="2076" y="966"/>
                  </a:cubicBez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72"/>
            <p:cNvSpPr/>
            <p:nvPr/>
          </p:nvSpPr>
          <p:spPr>
            <a:xfrm>
              <a:off x="4368049" y="4121331"/>
              <a:ext cx="89156" cy="79125"/>
            </a:xfrm>
            <a:custGeom>
              <a:avLst/>
              <a:gdLst/>
              <a:ahLst/>
              <a:cxnLst/>
              <a:rect l="l" t="t" r="r" b="b"/>
              <a:pathLst>
                <a:path w="2302" h="2043" extrusionOk="0">
                  <a:moveTo>
                    <a:pt x="1091" y="0"/>
                  </a:moveTo>
                  <a:cubicBezTo>
                    <a:pt x="609" y="0"/>
                    <a:pt x="199" y="278"/>
                    <a:pt x="1" y="681"/>
                  </a:cubicBezTo>
                  <a:cubicBezTo>
                    <a:pt x="853" y="800"/>
                    <a:pt x="1574" y="1316"/>
                    <a:pt x="1971" y="2043"/>
                  </a:cubicBezTo>
                  <a:cubicBezTo>
                    <a:pt x="2175" y="1825"/>
                    <a:pt x="2301" y="1534"/>
                    <a:pt x="2301" y="1217"/>
                  </a:cubicBezTo>
                  <a:cubicBezTo>
                    <a:pt x="2301" y="542"/>
                    <a:pt x="1759" y="0"/>
                    <a:pt x="10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72"/>
            <p:cNvSpPr/>
            <p:nvPr/>
          </p:nvSpPr>
          <p:spPr>
            <a:xfrm>
              <a:off x="4278970" y="4174817"/>
              <a:ext cx="149808" cy="70450"/>
            </a:xfrm>
            <a:custGeom>
              <a:avLst/>
              <a:gdLst/>
              <a:ahLst/>
              <a:cxnLst/>
              <a:rect l="l" t="t" r="r" b="b"/>
              <a:pathLst>
                <a:path w="3868" h="1819" extrusionOk="0">
                  <a:moveTo>
                    <a:pt x="1937" y="1"/>
                  </a:moveTo>
                  <a:cubicBezTo>
                    <a:pt x="906" y="1"/>
                    <a:pt x="66" y="807"/>
                    <a:pt x="0" y="1819"/>
                  </a:cubicBezTo>
                  <a:lnTo>
                    <a:pt x="93" y="1819"/>
                  </a:lnTo>
                  <a:cubicBezTo>
                    <a:pt x="516" y="1819"/>
                    <a:pt x="913" y="1607"/>
                    <a:pt x="1151" y="1257"/>
                  </a:cubicBezTo>
                  <a:cubicBezTo>
                    <a:pt x="1210" y="1164"/>
                    <a:pt x="1309" y="1105"/>
                    <a:pt x="1415" y="1091"/>
                  </a:cubicBezTo>
                  <a:cubicBezTo>
                    <a:pt x="1423" y="1091"/>
                    <a:pt x="1431" y="1091"/>
                    <a:pt x="1439" y="1091"/>
                  </a:cubicBezTo>
                  <a:cubicBezTo>
                    <a:pt x="1542" y="1091"/>
                    <a:pt x="1638" y="1130"/>
                    <a:pt x="1706" y="1197"/>
                  </a:cubicBezTo>
                  <a:cubicBezTo>
                    <a:pt x="2109" y="1600"/>
                    <a:pt x="2638" y="1819"/>
                    <a:pt x="3206" y="1819"/>
                  </a:cubicBezTo>
                  <a:lnTo>
                    <a:pt x="3867" y="1819"/>
                  </a:lnTo>
                  <a:cubicBezTo>
                    <a:pt x="3808" y="807"/>
                    <a:pt x="2968" y="1"/>
                    <a:pt x="1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72"/>
            <p:cNvSpPr/>
            <p:nvPr/>
          </p:nvSpPr>
          <p:spPr>
            <a:xfrm>
              <a:off x="4321225" y="4403943"/>
              <a:ext cx="65570" cy="46437"/>
            </a:xfrm>
            <a:custGeom>
              <a:avLst/>
              <a:gdLst/>
              <a:ahLst/>
              <a:cxnLst/>
              <a:rect l="l" t="t" r="r" b="b"/>
              <a:pathLst>
                <a:path w="1693" h="1199" extrusionOk="0">
                  <a:moveTo>
                    <a:pt x="0" y="1"/>
                  </a:moveTo>
                  <a:lnTo>
                    <a:pt x="0" y="259"/>
                  </a:lnTo>
                  <a:lnTo>
                    <a:pt x="549" y="1045"/>
                  </a:lnTo>
                  <a:cubicBezTo>
                    <a:pt x="621" y="1148"/>
                    <a:pt x="734" y="1199"/>
                    <a:pt x="846" y="1199"/>
                  </a:cubicBezTo>
                  <a:cubicBezTo>
                    <a:pt x="959" y="1199"/>
                    <a:pt x="1071" y="1148"/>
                    <a:pt x="1144" y="1045"/>
                  </a:cubicBezTo>
                  <a:lnTo>
                    <a:pt x="1692" y="259"/>
                  </a:lnTo>
                  <a:lnTo>
                    <a:pt x="1692" y="1"/>
                  </a:lnTo>
                  <a:cubicBezTo>
                    <a:pt x="1428" y="93"/>
                    <a:pt x="1144" y="140"/>
                    <a:pt x="846" y="140"/>
                  </a:cubicBezTo>
                  <a:cubicBezTo>
                    <a:pt x="549" y="140"/>
                    <a:pt x="264" y="9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72"/>
            <p:cNvSpPr/>
            <p:nvPr/>
          </p:nvSpPr>
          <p:spPr>
            <a:xfrm>
              <a:off x="4278970" y="4251115"/>
              <a:ext cx="150040" cy="130094"/>
            </a:xfrm>
            <a:custGeom>
              <a:avLst/>
              <a:gdLst/>
              <a:ahLst/>
              <a:cxnLst/>
              <a:rect l="l" t="t" r="r" b="b"/>
              <a:pathLst>
                <a:path w="3874" h="3359" extrusionOk="0">
                  <a:moveTo>
                    <a:pt x="1494" y="1"/>
                  </a:moveTo>
                  <a:cubicBezTo>
                    <a:pt x="1124" y="364"/>
                    <a:pt x="622" y="576"/>
                    <a:pt x="93" y="576"/>
                  </a:cubicBezTo>
                  <a:lnTo>
                    <a:pt x="0" y="576"/>
                  </a:lnTo>
                  <a:lnTo>
                    <a:pt x="0" y="1422"/>
                  </a:lnTo>
                  <a:cubicBezTo>
                    <a:pt x="0" y="2493"/>
                    <a:pt x="866" y="3359"/>
                    <a:pt x="1937" y="3359"/>
                  </a:cubicBezTo>
                  <a:cubicBezTo>
                    <a:pt x="3008" y="3359"/>
                    <a:pt x="3874" y="2493"/>
                    <a:pt x="3874" y="1422"/>
                  </a:cubicBezTo>
                  <a:lnTo>
                    <a:pt x="3874" y="576"/>
                  </a:lnTo>
                  <a:lnTo>
                    <a:pt x="3206" y="576"/>
                  </a:lnTo>
                  <a:cubicBezTo>
                    <a:pt x="2578" y="576"/>
                    <a:pt x="1983" y="371"/>
                    <a:pt x="1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72"/>
            <p:cNvSpPr/>
            <p:nvPr/>
          </p:nvSpPr>
          <p:spPr>
            <a:xfrm>
              <a:off x="4023741" y="4452355"/>
              <a:ext cx="225292" cy="149265"/>
            </a:xfrm>
            <a:custGeom>
              <a:avLst/>
              <a:gdLst/>
              <a:ahLst/>
              <a:cxnLst/>
              <a:rect l="l" t="t" r="r" b="b"/>
              <a:pathLst>
                <a:path w="5817" h="3854" extrusionOk="0">
                  <a:moveTo>
                    <a:pt x="1421" y="0"/>
                  </a:moveTo>
                  <a:lnTo>
                    <a:pt x="1130" y="119"/>
                  </a:lnTo>
                  <a:cubicBezTo>
                    <a:pt x="450" y="403"/>
                    <a:pt x="0" y="1064"/>
                    <a:pt x="0" y="1798"/>
                  </a:cubicBezTo>
                  <a:lnTo>
                    <a:pt x="0" y="3490"/>
                  </a:lnTo>
                  <a:cubicBezTo>
                    <a:pt x="0" y="3689"/>
                    <a:pt x="165" y="3854"/>
                    <a:pt x="364" y="3854"/>
                  </a:cubicBezTo>
                  <a:lnTo>
                    <a:pt x="5817" y="3854"/>
                  </a:lnTo>
                  <a:lnTo>
                    <a:pt x="5817" y="1798"/>
                  </a:lnTo>
                  <a:cubicBezTo>
                    <a:pt x="5817" y="1064"/>
                    <a:pt x="5368" y="403"/>
                    <a:pt x="4687" y="119"/>
                  </a:cubicBezTo>
                  <a:lnTo>
                    <a:pt x="4396" y="0"/>
                  </a:lnTo>
                  <a:lnTo>
                    <a:pt x="3781" y="820"/>
                  </a:lnTo>
                  <a:cubicBezTo>
                    <a:pt x="3563" y="1114"/>
                    <a:pt x="3236" y="1261"/>
                    <a:pt x="2909" y="1261"/>
                  </a:cubicBezTo>
                  <a:cubicBezTo>
                    <a:pt x="2581" y="1261"/>
                    <a:pt x="2254" y="1114"/>
                    <a:pt x="2036" y="820"/>
                  </a:cubicBez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72"/>
            <p:cNvSpPr/>
            <p:nvPr/>
          </p:nvSpPr>
          <p:spPr>
            <a:xfrm>
              <a:off x="4050077" y="4315135"/>
              <a:ext cx="172349" cy="94230"/>
            </a:xfrm>
            <a:custGeom>
              <a:avLst/>
              <a:gdLst/>
              <a:ahLst/>
              <a:cxnLst/>
              <a:rect l="l" t="t" r="r" b="b"/>
              <a:pathLst>
                <a:path w="4450" h="2433" extrusionOk="0">
                  <a:moveTo>
                    <a:pt x="1911" y="0"/>
                  </a:moveTo>
                  <a:cubicBezTo>
                    <a:pt x="1634" y="238"/>
                    <a:pt x="1270" y="377"/>
                    <a:pt x="893" y="377"/>
                  </a:cubicBezTo>
                  <a:lnTo>
                    <a:pt x="774" y="377"/>
                  </a:lnTo>
                  <a:lnTo>
                    <a:pt x="774" y="721"/>
                  </a:lnTo>
                  <a:lnTo>
                    <a:pt x="298" y="879"/>
                  </a:lnTo>
                  <a:cubicBezTo>
                    <a:pt x="107" y="939"/>
                    <a:pt x="1" y="1144"/>
                    <a:pt x="67" y="1335"/>
                  </a:cubicBezTo>
                  <a:cubicBezTo>
                    <a:pt x="120" y="1488"/>
                    <a:pt x="261" y="1586"/>
                    <a:pt x="413" y="1586"/>
                  </a:cubicBezTo>
                  <a:cubicBezTo>
                    <a:pt x="452" y="1586"/>
                    <a:pt x="491" y="1580"/>
                    <a:pt x="530" y="1567"/>
                  </a:cubicBezTo>
                  <a:lnTo>
                    <a:pt x="854" y="1454"/>
                  </a:lnTo>
                  <a:cubicBezTo>
                    <a:pt x="1052" y="2023"/>
                    <a:pt x="1594" y="2433"/>
                    <a:pt x="2229" y="2433"/>
                  </a:cubicBezTo>
                  <a:cubicBezTo>
                    <a:pt x="2863" y="2433"/>
                    <a:pt x="3405" y="2023"/>
                    <a:pt x="3603" y="1454"/>
                  </a:cubicBezTo>
                  <a:lnTo>
                    <a:pt x="3927" y="1567"/>
                  </a:lnTo>
                  <a:cubicBezTo>
                    <a:pt x="3966" y="1580"/>
                    <a:pt x="4006" y="1586"/>
                    <a:pt x="4044" y="1586"/>
                  </a:cubicBezTo>
                  <a:cubicBezTo>
                    <a:pt x="4196" y="1586"/>
                    <a:pt x="4337" y="1488"/>
                    <a:pt x="4390" y="1335"/>
                  </a:cubicBezTo>
                  <a:cubicBezTo>
                    <a:pt x="4450" y="1144"/>
                    <a:pt x="4350" y="939"/>
                    <a:pt x="4159" y="879"/>
                  </a:cubicBezTo>
                  <a:lnTo>
                    <a:pt x="3683" y="721"/>
                  </a:lnTo>
                  <a:lnTo>
                    <a:pt x="3683" y="377"/>
                  </a:lnTo>
                  <a:lnTo>
                    <a:pt x="3247" y="377"/>
                  </a:lnTo>
                  <a:cubicBezTo>
                    <a:pt x="2777" y="377"/>
                    <a:pt x="2314" y="245"/>
                    <a:pt x="19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72"/>
            <p:cNvSpPr/>
            <p:nvPr/>
          </p:nvSpPr>
          <p:spPr>
            <a:xfrm>
              <a:off x="4080287" y="4249837"/>
              <a:ext cx="112201" cy="51743"/>
            </a:xfrm>
            <a:custGeom>
              <a:avLst/>
              <a:gdLst/>
              <a:ahLst/>
              <a:cxnLst/>
              <a:rect l="l" t="t" r="r" b="b"/>
              <a:pathLst>
                <a:path w="2897" h="1336" extrusionOk="0">
                  <a:moveTo>
                    <a:pt x="1449" y="1"/>
                  </a:moveTo>
                  <a:cubicBezTo>
                    <a:pt x="688" y="1"/>
                    <a:pt x="60" y="589"/>
                    <a:pt x="1" y="1336"/>
                  </a:cubicBezTo>
                  <a:lnTo>
                    <a:pt x="113" y="1336"/>
                  </a:lnTo>
                  <a:cubicBezTo>
                    <a:pt x="384" y="1336"/>
                    <a:pt x="635" y="1210"/>
                    <a:pt x="794" y="992"/>
                  </a:cubicBezTo>
                  <a:cubicBezTo>
                    <a:pt x="854" y="919"/>
                    <a:pt x="940" y="866"/>
                    <a:pt x="1039" y="853"/>
                  </a:cubicBezTo>
                  <a:cubicBezTo>
                    <a:pt x="1055" y="851"/>
                    <a:pt x="1072" y="850"/>
                    <a:pt x="1088" y="850"/>
                  </a:cubicBezTo>
                  <a:cubicBezTo>
                    <a:pt x="1170" y="850"/>
                    <a:pt x="1249" y="877"/>
                    <a:pt x="1310" y="933"/>
                  </a:cubicBezTo>
                  <a:cubicBezTo>
                    <a:pt x="1640" y="1190"/>
                    <a:pt x="2050" y="1336"/>
                    <a:pt x="2467" y="1336"/>
                  </a:cubicBezTo>
                  <a:lnTo>
                    <a:pt x="2896" y="1336"/>
                  </a:lnTo>
                  <a:cubicBezTo>
                    <a:pt x="2837" y="589"/>
                    <a:pt x="2209" y="1"/>
                    <a:pt x="14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72"/>
            <p:cNvSpPr/>
            <p:nvPr/>
          </p:nvSpPr>
          <p:spPr>
            <a:xfrm>
              <a:off x="4106429" y="4431867"/>
              <a:ext cx="59915" cy="41170"/>
            </a:xfrm>
            <a:custGeom>
              <a:avLst/>
              <a:gdLst/>
              <a:ahLst/>
              <a:cxnLst/>
              <a:rect l="l" t="t" r="r" b="b"/>
              <a:pathLst>
                <a:path w="1547" h="1063" extrusionOk="0">
                  <a:moveTo>
                    <a:pt x="0" y="0"/>
                  </a:moveTo>
                  <a:lnTo>
                    <a:pt x="0" y="265"/>
                  </a:lnTo>
                  <a:lnTo>
                    <a:pt x="483" y="919"/>
                  </a:lnTo>
                  <a:cubicBezTo>
                    <a:pt x="555" y="1015"/>
                    <a:pt x="664" y="1063"/>
                    <a:pt x="774" y="1063"/>
                  </a:cubicBezTo>
                  <a:cubicBezTo>
                    <a:pt x="883" y="1063"/>
                    <a:pt x="992" y="1015"/>
                    <a:pt x="1064" y="919"/>
                  </a:cubicBezTo>
                  <a:lnTo>
                    <a:pt x="1547" y="265"/>
                  </a:lnTo>
                  <a:lnTo>
                    <a:pt x="1547" y="0"/>
                  </a:lnTo>
                  <a:cubicBezTo>
                    <a:pt x="1309" y="93"/>
                    <a:pt x="1045" y="146"/>
                    <a:pt x="774" y="146"/>
                  </a:cubicBezTo>
                  <a:cubicBezTo>
                    <a:pt x="503" y="146"/>
                    <a:pt x="238" y="9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9" name="Google Shape;1979;p72"/>
          <p:cNvGrpSpPr/>
          <p:nvPr/>
        </p:nvGrpSpPr>
        <p:grpSpPr>
          <a:xfrm>
            <a:off x="4649653" y="4121331"/>
            <a:ext cx="480058" cy="480289"/>
            <a:chOff x="4649653" y="4121331"/>
            <a:chExt cx="480058" cy="480289"/>
          </a:xfrm>
        </p:grpSpPr>
        <p:sp>
          <p:nvSpPr>
            <p:cNvPr id="1980" name="Google Shape;1980;p72"/>
            <p:cNvSpPr/>
            <p:nvPr/>
          </p:nvSpPr>
          <p:spPr>
            <a:xfrm>
              <a:off x="4799189" y="4236281"/>
              <a:ext cx="37646" cy="37646"/>
            </a:xfrm>
            <a:custGeom>
              <a:avLst/>
              <a:gdLst/>
              <a:ahLst/>
              <a:cxnLst/>
              <a:rect l="l" t="t" r="r" b="b"/>
              <a:pathLst>
                <a:path w="972" h="972" extrusionOk="0">
                  <a:moveTo>
                    <a:pt x="489" y="0"/>
                  </a:moveTo>
                  <a:cubicBezTo>
                    <a:pt x="218" y="0"/>
                    <a:pt x="0" y="218"/>
                    <a:pt x="0" y="483"/>
                  </a:cubicBezTo>
                  <a:cubicBezTo>
                    <a:pt x="0" y="754"/>
                    <a:pt x="218" y="972"/>
                    <a:pt x="489" y="972"/>
                  </a:cubicBezTo>
                  <a:cubicBezTo>
                    <a:pt x="754" y="972"/>
                    <a:pt x="972" y="754"/>
                    <a:pt x="972" y="483"/>
                  </a:cubicBezTo>
                  <a:cubicBezTo>
                    <a:pt x="972" y="218"/>
                    <a:pt x="754" y="0"/>
                    <a:pt x="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72"/>
            <p:cNvSpPr/>
            <p:nvPr/>
          </p:nvSpPr>
          <p:spPr>
            <a:xfrm>
              <a:off x="4793805" y="4468970"/>
              <a:ext cx="48413" cy="48180"/>
            </a:xfrm>
            <a:custGeom>
              <a:avLst/>
              <a:gdLst/>
              <a:ahLst/>
              <a:cxnLst/>
              <a:rect l="l" t="t" r="r" b="b"/>
              <a:pathLst>
                <a:path w="1250" h="1244" extrusionOk="0">
                  <a:moveTo>
                    <a:pt x="628" y="1"/>
                  </a:moveTo>
                  <a:lnTo>
                    <a:pt x="0" y="1243"/>
                  </a:lnTo>
                  <a:lnTo>
                    <a:pt x="1250" y="1243"/>
                  </a:lnTo>
                  <a:lnTo>
                    <a:pt x="6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72"/>
            <p:cNvSpPr/>
            <p:nvPr/>
          </p:nvSpPr>
          <p:spPr>
            <a:xfrm>
              <a:off x="4915920" y="4487677"/>
              <a:ext cx="29474" cy="29474"/>
            </a:xfrm>
            <a:custGeom>
              <a:avLst/>
              <a:gdLst/>
              <a:ahLst/>
              <a:cxnLst/>
              <a:rect l="l" t="t" r="r" b="b"/>
              <a:pathLst>
                <a:path w="761" h="761" extrusionOk="0">
                  <a:moveTo>
                    <a:pt x="377" y="0"/>
                  </a:moveTo>
                  <a:lnTo>
                    <a:pt x="0" y="760"/>
                  </a:lnTo>
                  <a:lnTo>
                    <a:pt x="761" y="760"/>
                  </a:lnTo>
                  <a:lnTo>
                    <a:pt x="3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72"/>
            <p:cNvSpPr/>
            <p:nvPr/>
          </p:nvSpPr>
          <p:spPr>
            <a:xfrm>
              <a:off x="4649653" y="4545268"/>
              <a:ext cx="480058" cy="56352"/>
            </a:xfrm>
            <a:custGeom>
              <a:avLst/>
              <a:gdLst/>
              <a:ahLst/>
              <a:cxnLst/>
              <a:rect l="l" t="t" r="r" b="b"/>
              <a:pathLst>
                <a:path w="12395" h="1455" extrusionOk="0">
                  <a:moveTo>
                    <a:pt x="1" y="1"/>
                  </a:moveTo>
                  <a:lnTo>
                    <a:pt x="1" y="1091"/>
                  </a:lnTo>
                  <a:cubicBezTo>
                    <a:pt x="1" y="1290"/>
                    <a:pt x="160" y="1455"/>
                    <a:pt x="358" y="1455"/>
                  </a:cubicBezTo>
                  <a:lnTo>
                    <a:pt x="12031" y="1455"/>
                  </a:lnTo>
                  <a:cubicBezTo>
                    <a:pt x="12236" y="1455"/>
                    <a:pt x="12395" y="1290"/>
                    <a:pt x="12395" y="1091"/>
                  </a:cubicBezTo>
                  <a:lnTo>
                    <a:pt x="123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72"/>
            <p:cNvSpPr/>
            <p:nvPr/>
          </p:nvSpPr>
          <p:spPr>
            <a:xfrm>
              <a:off x="4916424" y="4329969"/>
              <a:ext cx="28195" cy="28195"/>
            </a:xfrm>
            <a:custGeom>
              <a:avLst/>
              <a:gdLst/>
              <a:ahLst/>
              <a:cxnLst/>
              <a:rect l="l" t="t" r="r" b="b"/>
              <a:pathLst>
                <a:path w="728" h="728" extrusionOk="0">
                  <a:moveTo>
                    <a:pt x="364" y="1"/>
                  </a:moveTo>
                  <a:cubicBezTo>
                    <a:pt x="166" y="1"/>
                    <a:pt x="1" y="166"/>
                    <a:pt x="1" y="364"/>
                  </a:cubicBezTo>
                  <a:cubicBezTo>
                    <a:pt x="1" y="569"/>
                    <a:pt x="166" y="728"/>
                    <a:pt x="364" y="728"/>
                  </a:cubicBezTo>
                  <a:cubicBezTo>
                    <a:pt x="569" y="728"/>
                    <a:pt x="728" y="569"/>
                    <a:pt x="728" y="364"/>
                  </a:cubicBezTo>
                  <a:cubicBezTo>
                    <a:pt x="728" y="166"/>
                    <a:pt x="569" y="1"/>
                    <a:pt x="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72"/>
            <p:cNvSpPr/>
            <p:nvPr/>
          </p:nvSpPr>
          <p:spPr>
            <a:xfrm>
              <a:off x="4832458" y="4361960"/>
              <a:ext cx="84509" cy="155191"/>
            </a:xfrm>
            <a:custGeom>
              <a:avLst/>
              <a:gdLst/>
              <a:ahLst/>
              <a:cxnLst/>
              <a:rect l="l" t="t" r="r" b="b"/>
              <a:pathLst>
                <a:path w="2182" h="4007" extrusionOk="0">
                  <a:moveTo>
                    <a:pt x="1" y="1"/>
                  </a:moveTo>
                  <a:lnTo>
                    <a:pt x="1" y="1865"/>
                  </a:lnTo>
                  <a:lnTo>
                    <a:pt x="1071" y="4006"/>
                  </a:lnTo>
                  <a:lnTo>
                    <a:pt x="1349" y="4006"/>
                  </a:lnTo>
                  <a:lnTo>
                    <a:pt x="2182" y="2347"/>
                  </a:lnTo>
                  <a:lnTo>
                    <a:pt x="2182" y="1931"/>
                  </a:lnTo>
                  <a:lnTo>
                    <a:pt x="926" y="1310"/>
                  </a:lnTo>
                  <a:cubicBezTo>
                    <a:pt x="873" y="1277"/>
                    <a:pt x="820" y="1237"/>
                    <a:pt x="787" y="1184"/>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72"/>
            <p:cNvSpPr/>
            <p:nvPr/>
          </p:nvSpPr>
          <p:spPr>
            <a:xfrm>
              <a:off x="4969949" y="4196971"/>
              <a:ext cx="80907" cy="59799"/>
            </a:xfrm>
            <a:custGeom>
              <a:avLst/>
              <a:gdLst/>
              <a:ahLst/>
              <a:cxnLst/>
              <a:rect l="l" t="t" r="r" b="b"/>
              <a:pathLst>
                <a:path w="2089" h="1544" extrusionOk="0">
                  <a:moveTo>
                    <a:pt x="413" y="1"/>
                  </a:moveTo>
                  <a:cubicBezTo>
                    <a:pt x="316" y="1"/>
                    <a:pt x="218" y="37"/>
                    <a:pt x="146" y="110"/>
                  </a:cubicBezTo>
                  <a:cubicBezTo>
                    <a:pt x="0" y="255"/>
                    <a:pt x="0" y="500"/>
                    <a:pt x="146" y="645"/>
                  </a:cubicBezTo>
                  <a:lnTo>
                    <a:pt x="1045" y="1544"/>
                  </a:lnTo>
                  <a:lnTo>
                    <a:pt x="1937" y="645"/>
                  </a:lnTo>
                  <a:cubicBezTo>
                    <a:pt x="2089" y="500"/>
                    <a:pt x="2089" y="255"/>
                    <a:pt x="1937" y="110"/>
                  </a:cubicBezTo>
                  <a:cubicBezTo>
                    <a:pt x="1864" y="37"/>
                    <a:pt x="1768" y="1"/>
                    <a:pt x="1672" y="1"/>
                  </a:cubicBezTo>
                  <a:cubicBezTo>
                    <a:pt x="1575" y="1"/>
                    <a:pt x="1478" y="37"/>
                    <a:pt x="1402" y="110"/>
                  </a:cubicBezTo>
                  <a:lnTo>
                    <a:pt x="1302" y="215"/>
                  </a:lnTo>
                  <a:cubicBezTo>
                    <a:pt x="1230" y="285"/>
                    <a:pt x="1135" y="319"/>
                    <a:pt x="1042" y="319"/>
                  </a:cubicBezTo>
                  <a:cubicBezTo>
                    <a:pt x="949" y="319"/>
                    <a:pt x="856" y="285"/>
                    <a:pt x="787" y="215"/>
                  </a:cubicBezTo>
                  <a:lnTo>
                    <a:pt x="681" y="110"/>
                  </a:lnTo>
                  <a:cubicBezTo>
                    <a:pt x="608" y="37"/>
                    <a:pt x="511" y="1"/>
                    <a:pt x="4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72"/>
            <p:cNvSpPr/>
            <p:nvPr/>
          </p:nvSpPr>
          <p:spPr>
            <a:xfrm>
              <a:off x="4649653" y="4121331"/>
              <a:ext cx="480058" cy="395821"/>
            </a:xfrm>
            <a:custGeom>
              <a:avLst/>
              <a:gdLst/>
              <a:ahLst/>
              <a:cxnLst/>
              <a:rect l="l" t="t" r="r" b="b"/>
              <a:pathLst>
                <a:path w="12395" h="10220" extrusionOk="0">
                  <a:moveTo>
                    <a:pt x="9945" y="1225"/>
                  </a:moveTo>
                  <a:cubicBezTo>
                    <a:pt x="10226" y="1225"/>
                    <a:pt x="10508" y="1332"/>
                    <a:pt x="10723" y="1547"/>
                  </a:cubicBezTo>
                  <a:cubicBezTo>
                    <a:pt x="11152" y="1983"/>
                    <a:pt x="11152" y="2684"/>
                    <a:pt x="10723" y="3114"/>
                  </a:cubicBezTo>
                  <a:lnTo>
                    <a:pt x="9572" y="4264"/>
                  </a:lnTo>
                  <a:cubicBezTo>
                    <a:pt x="9500" y="4336"/>
                    <a:pt x="9405" y="4373"/>
                    <a:pt x="9312" y="4373"/>
                  </a:cubicBezTo>
                  <a:cubicBezTo>
                    <a:pt x="9219" y="4373"/>
                    <a:pt x="9126" y="4336"/>
                    <a:pt x="9057" y="4264"/>
                  </a:cubicBezTo>
                  <a:lnTo>
                    <a:pt x="7900" y="3114"/>
                  </a:lnTo>
                  <a:cubicBezTo>
                    <a:pt x="7470" y="2684"/>
                    <a:pt x="7470" y="1983"/>
                    <a:pt x="7900" y="1547"/>
                  </a:cubicBezTo>
                  <a:cubicBezTo>
                    <a:pt x="8115" y="1332"/>
                    <a:pt x="8399" y="1225"/>
                    <a:pt x="8682" y="1225"/>
                  </a:cubicBezTo>
                  <a:cubicBezTo>
                    <a:pt x="8904" y="1225"/>
                    <a:pt x="9126" y="1291"/>
                    <a:pt x="9315" y="1421"/>
                  </a:cubicBezTo>
                  <a:cubicBezTo>
                    <a:pt x="9503" y="1291"/>
                    <a:pt x="9724" y="1225"/>
                    <a:pt x="9945" y="1225"/>
                  </a:cubicBezTo>
                  <a:close/>
                  <a:moveTo>
                    <a:pt x="358" y="0"/>
                  </a:moveTo>
                  <a:cubicBezTo>
                    <a:pt x="160" y="0"/>
                    <a:pt x="1" y="166"/>
                    <a:pt x="1" y="364"/>
                  </a:cubicBezTo>
                  <a:lnTo>
                    <a:pt x="1" y="10219"/>
                  </a:lnTo>
                  <a:lnTo>
                    <a:pt x="2923" y="10219"/>
                  </a:lnTo>
                  <a:lnTo>
                    <a:pt x="3993" y="8078"/>
                  </a:lnTo>
                  <a:lnTo>
                    <a:pt x="3993" y="6214"/>
                  </a:lnTo>
                  <a:lnTo>
                    <a:pt x="3207" y="7397"/>
                  </a:lnTo>
                  <a:cubicBezTo>
                    <a:pt x="3136" y="7501"/>
                    <a:pt x="3021" y="7558"/>
                    <a:pt x="2904" y="7558"/>
                  </a:cubicBezTo>
                  <a:cubicBezTo>
                    <a:pt x="2835" y="7558"/>
                    <a:pt x="2766" y="7538"/>
                    <a:pt x="2704" y="7496"/>
                  </a:cubicBezTo>
                  <a:cubicBezTo>
                    <a:pt x="2533" y="7384"/>
                    <a:pt x="2493" y="7159"/>
                    <a:pt x="2599" y="6994"/>
                  </a:cubicBezTo>
                  <a:lnTo>
                    <a:pt x="3993" y="4905"/>
                  </a:lnTo>
                  <a:lnTo>
                    <a:pt x="3993" y="4594"/>
                  </a:lnTo>
                  <a:cubicBezTo>
                    <a:pt x="3484" y="4436"/>
                    <a:pt x="3121" y="3953"/>
                    <a:pt x="3147" y="3385"/>
                  </a:cubicBezTo>
                  <a:cubicBezTo>
                    <a:pt x="3174" y="2777"/>
                    <a:pt x="3656" y="2281"/>
                    <a:pt x="4264" y="2234"/>
                  </a:cubicBezTo>
                  <a:cubicBezTo>
                    <a:pt x="4295" y="2232"/>
                    <a:pt x="4326" y="2231"/>
                    <a:pt x="4357" y="2231"/>
                  </a:cubicBezTo>
                  <a:cubicBezTo>
                    <a:pt x="5023" y="2231"/>
                    <a:pt x="5567" y="2774"/>
                    <a:pt x="5567" y="3444"/>
                  </a:cubicBezTo>
                  <a:cubicBezTo>
                    <a:pt x="5567" y="3980"/>
                    <a:pt x="5210" y="4442"/>
                    <a:pt x="4721" y="4594"/>
                  </a:cubicBezTo>
                  <a:lnTo>
                    <a:pt x="4721" y="4918"/>
                  </a:lnTo>
                  <a:lnTo>
                    <a:pt x="6056" y="6928"/>
                  </a:lnTo>
                  <a:lnTo>
                    <a:pt x="6902" y="7344"/>
                  </a:lnTo>
                  <a:lnTo>
                    <a:pt x="6902" y="6769"/>
                  </a:lnTo>
                  <a:cubicBezTo>
                    <a:pt x="6459" y="6610"/>
                    <a:pt x="6148" y="6181"/>
                    <a:pt x="6175" y="5678"/>
                  </a:cubicBezTo>
                  <a:cubicBezTo>
                    <a:pt x="6208" y="5123"/>
                    <a:pt x="6664" y="4674"/>
                    <a:pt x="7219" y="4654"/>
                  </a:cubicBezTo>
                  <a:cubicBezTo>
                    <a:pt x="7235" y="4653"/>
                    <a:pt x="7251" y="4653"/>
                    <a:pt x="7267" y="4653"/>
                  </a:cubicBezTo>
                  <a:cubicBezTo>
                    <a:pt x="7866" y="4653"/>
                    <a:pt x="8349" y="5139"/>
                    <a:pt x="8349" y="5744"/>
                  </a:cubicBezTo>
                  <a:cubicBezTo>
                    <a:pt x="8349" y="6214"/>
                    <a:pt x="8045" y="6617"/>
                    <a:pt x="7622" y="6769"/>
                  </a:cubicBezTo>
                  <a:lnTo>
                    <a:pt x="7622" y="7331"/>
                  </a:lnTo>
                  <a:lnTo>
                    <a:pt x="8541" y="6875"/>
                  </a:lnTo>
                  <a:cubicBezTo>
                    <a:pt x="8597" y="6847"/>
                    <a:pt x="8656" y="6834"/>
                    <a:pt x="8714" y="6834"/>
                  </a:cubicBezTo>
                  <a:cubicBezTo>
                    <a:pt x="8835" y="6834"/>
                    <a:pt x="8950" y="6891"/>
                    <a:pt x="9017" y="6994"/>
                  </a:cubicBezTo>
                  <a:cubicBezTo>
                    <a:pt x="9136" y="7179"/>
                    <a:pt x="9070" y="7423"/>
                    <a:pt x="8878" y="7523"/>
                  </a:cubicBezTo>
                  <a:lnTo>
                    <a:pt x="7622" y="8144"/>
                  </a:lnTo>
                  <a:lnTo>
                    <a:pt x="7622" y="8560"/>
                  </a:lnTo>
                  <a:lnTo>
                    <a:pt x="8455" y="10219"/>
                  </a:lnTo>
                  <a:lnTo>
                    <a:pt x="12395" y="10219"/>
                  </a:lnTo>
                  <a:lnTo>
                    <a:pt x="12395" y="364"/>
                  </a:lnTo>
                  <a:cubicBezTo>
                    <a:pt x="12395" y="166"/>
                    <a:pt x="12236" y="0"/>
                    <a:pt x="120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8" name="Google Shape;1988;p72"/>
          <p:cNvGrpSpPr/>
          <p:nvPr/>
        </p:nvGrpSpPr>
        <p:grpSpPr>
          <a:xfrm>
            <a:off x="5304303" y="4121564"/>
            <a:ext cx="422196" cy="479826"/>
            <a:chOff x="5304303" y="4121564"/>
            <a:chExt cx="422196" cy="479826"/>
          </a:xfrm>
        </p:grpSpPr>
        <p:sp>
          <p:nvSpPr>
            <p:cNvPr id="1989" name="Google Shape;1989;p72"/>
            <p:cNvSpPr/>
            <p:nvPr/>
          </p:nvSpPr>
          <p:spPr>
            <a:xfrm>
              <a:off x="5482460" y="4535741"/>
              <a:ext cx="65841" cy="65647"/>
            </a:xfrm>
            <a:custGeom>
              <a:avLst/>
              <a:gdLst/>
              <a:ahLst/>
              <a:cxnLst/>
              <a:rect l="l" t="t" r="r" b="b"/>
              <a:pathLst>
                <a:path w="1700" h="1695" extrusionOk="0">
                  <a:moveTo>
                    <a:pt x="852" y="0"/>
                  </a:moveTo>
                  <a:cubicBezTo>
                    <a:pt x="833" y="0"/>
                    <a:pt x="814" y="1"/>
                    <a:pt x="794" y="2"/>
                  </a:cubicBezTo>
                  <a:cubicBezTo>
                    <a:pt x="344" y="28"/>
                    <a:pt x="1" y="412"/>
                    <a:pt x="1" y="861"/>
                  </a:cubicBezTo>
                  <a:lnTo>
                    <a:pt x="1" y="1694"/>
                  </a:lnTo>
                  <a:lnTo>
                    <a:pt x="1699" y="1694"/>
                  </a:lnTo>
                  <a:lnTo>
                    <a:pt x="1699" y="848"/>
                  </a:lnTo>
                  <a:cubicBezTo>
                    <a:pt x="1699" y="378"/>
                    <a:pt x="1322" y="0"/>
                    <a:pt x="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72"/>
            <p:cNvSpPr/>
            <p:nvPr/>
          </p:nvSpPr>
          <p:spPr>
            <a:xfrm>
              <a:off x="5412591" y="4348675"/>
              <a:ext cx="56081" cy="56352"/>
            </a:xfrm>
            <a:custGeom>
              <a:avLst/>
              <a:gdLst/>
              <a:ahLst/>
              <a:cxnLst/>
              <a:rect l="l" t="t" r="r" b="b"/>
              <a:pathLst>
                <a:path w="1448" h="1455" extrusionOk="0">
                  <a:moveTo>
                    <a:pt x="727" y="0"/>
                  </a:moveTo>
                  <a:cubicBezTo>
                    <a:pt x="324" y="0"/>
                    <a:pt x="0" y="324"/>
                    <a:pt x="0" y="727"/>
                  </a:cubicBezTo>
                  <a:cubicBezTo>
                    <a:pt x="0" y="1124"/>
                    <a:pt x="324" y="1454"/>
                    <a:pt x="727" y="1454"/>
                  </a:cubicBezTo>
                  <a:cubicBezTo>
                    <a:pt x="1124" y="1454"/>
                    <a:pt x="1448" y="1124"/>
                    <a:pt x="1448" y="727"/>
                  </a:cubicBezTo>
                  <a:cubicBezTo>
                    <a:pt x="1448" y="324"/>
                    <a:pt x="1124" y="0"/>
                    <a:pt x="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72"/>
            <p:cNvSpPr/>
            <p:nvPr/>
          </p:nvSpPr>
          <p:spPr>
            <a:xfrm>
              <a:off x="5388772" y="4432487"/>
              <a:ext cx="98335" cy="168902"/>
            </a:xfrm>
            <a:custGeom>
              <a:avLst/>
              <a:gdLst/>
              <a:ahLst/>
              <a:cxnLst/>
              <a:rect l="l" t="t" r="r" b="b"/>
              <a:pathLst>
                <a:path w="2539" h="4361" extrusionOk="0">
                  <a:moveTo>
                    <a:pt x="1327" y="1"/>
                  </a:moveTo>
                  <a:cubicBezTo>
                    <a:pt x="1295" y="1"/>
                    <a:pt x="1262" y="2"/>
                    <a:pt x="1230" y="4"/>
                  </a:cubicBezTo>
                  <a:cubicBezTo>
                    <a:pt x="536" y="57"/>
                    <a:pt x="0" y="652"/>
                    <a:pt x="0" y="1353"/>
                  </a:cubicBezTo>
                  <a:lnTo>
                    <a:pt x="0" y="4360"/>
                  </a:lnTo>
                  <a:lnTo>
                    <a:pt x="1693" y="4360"/>
                  </a:lnTo>
                  <a:lnTo>
                    <a:pt x="1693" y="3514"/>
                  </a:lnTo>
                  <a:cubicBezTo>
                    <a:pt x="1693" y="2972"/>
                    <a:pt x="1970" y="2496"/>
                    <a:pt x="2387" y="2212"/>
                  </a:cubicBezTo>
                  <a:cubicBezTo>
                    <a:pt x="2254" y="2033"/>
                    <a:pt x="2182" y="1815"/>
                    <a:pt x="2182" y="1577"/>
                  </a:cubicBezTo>
                  <a:cubicBezTo>
                    <a:pt x="2182" y="1253"/>
                    <a:pt x="2321" y="969"/>
                    <a:pt x="2539" y="771"/>
                  </a:cubicBezTo>
                  <a:cubicBezTo>
                    <a:pt x="2321" y="304"/>
                    <a:pt x="1856" y="1"/>
                    <a:pt x="13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72"/>
            <p:cNvSpPr/>
            <p:nvPr/>
          </p:nvSpPr>
          <p:spPr>
            <a:xfrm>
              <a:off x="5304303" y="4172764"/>
              <a:ext cx="422196" cy="428625"/>
            </a:xfrm>
            <a:custGeom>
              <a:avLst/>
              <a:gdLst/>
              <a:ahLst/>
              <a:cxnLst/>
              <a:rect l="l" t="t" r="r" b="b"/>
              <a:pathLst>
                <a:path w="10901" h="11067" extrusionOk="0">
                  <a:moveTo>
                    <a:pt x="4131" y="1"/>
                  </a:moveTo>
                  <a:lnTo>
                    <a:pt x="1236" y="2354"/>
                  </a:lnTo>
                  <a:cubicBezTo>
                    <a:pt x="549" y="2400"/>
                    <a:pt x="0" y="2982"/>
                    <a:pt x="0" y="3683"/>
                  </a:cubicBezTo>
                  <a:lnTo>
                    <a:pt x="0" y="9738"/>
                  </a:lnTo>
                  <a:cubicBezTo>
                    <a:pt x="0" y="10471"/>
                    <a:pt x="602" y="11066"/>
                    <a:pt x="1335" y="11066"/>
                  </a:cubicBezTo>
                  <a:lnTo>
                    <a:pt x="1454" y="11066"/>
                  </a:lnTo>
                  <a:lnTo>
                    <a:pt x="1454" y="8039"/>
                  </a:lnTo>
                  <a:cubicBezTo>
                    <a:pt x="1454" y="7285"/>
                    <a:pt x="1864" y="6624"/>
                    <a:pt x="2472" y="6267"/>
                  </a:cubicBezTo>
                  <a:cubicBezTo>
                    <a:pt x="2195" y="5983"/>
                    <a:pt x="2036" y="5586"/>
                    <a:pt x="2062" y="5150"/>
                  </a:cubicBezTo>
                  <a:cubicBezTo>
                    <a:pt x="2115" y="4436"/>
                    <a:pt x="2684" y="3861"/>
                    <a:pt x="3398" y="3808"/>
                  </a:cubicBezTo>
                  <a:cubicBezTo>
                    <a:pt x="3436" y="3805"/>
                    <a:pt x="3475" y="3804"/>
                    <a:pt x="3513" y="3804"/>
                  </a:cubicBezTo>
                  <a:cubicBezTo>
                    <a:pt x="4314" y="3804"/>
                    <a:pt x="4964" y="4455"/>
                    <a:pt x="4964" y="5256"/>
                  </a:cubicBezTo>
                  <a:cubicBezTo>
                    <a:pt x="4964" y="5646"/>
                    <a:pt x="4812" y="6003"/>
                    <a:pt x="4554" y="6267"/>
                  </a:cubicBezTo>
                  <a:cubicBezTo>
                    <a:pt x="4918" y="6479"/>
                    <a:pt x="5215" y="6803"/>
                    <a:pt x="5387" y="7193"/>
                  </a:cubicBezTo>
                  <a:lnTo>
                    <a:pt x="5513" y="7193"/>
                  </a:lnTo>
                  <a:cubicBezTo>
                    <a:pt x="5685" y="6803"/>
                    <a:pt x="5982" y="6479"/>
                    <a:pt x="6346" y="6267"/>
                  </a:cubicBezTo>
                  <a:cubicBezTo>
                    <a:pt x="6068" y="5983"/>
                    <a:pt x="5909" y="5586"/>
                    <a:pt x="5936" y="5150"/>
                  </a:cubicBezTo>
                  <a:cubicBezTo>
                    <a:pt x="5989" y="4436"/>
                    <a:pt x="6557" y="3861"/>
                    <a:pt x="7271" y="3808"/>
                  </a:cubicBezTo>
                  <a:cubicBezTo>
                    <a:pt x="7310" y="3805"/>
                    <a:pt x="7348" y="3804"/>
                    <a:pt x="7387" y="3804"/>
                  </a:cubicBezTo>
                  <a:cubicBezTo>
                    <a:pt x="8187" y="3804"/>
                    <a:pt x="8838" y="4455"/>
                    <a:pt x="8838" y="5256"/>
                  </a:cubicBezTo>
                  <a:cubicBezTo>
                    <a:pt x="8838" y="5646"/>
                    <a:pt x="8686" y="6003"/>
                    <a:pt x="8428" y="6267"/>
                  </a:cubicBezTo>
                  <a:cubicBezTo>
                    <a:pt x="9036" y="6624"/>
                    <a:pt x="9446" y="7285"/>
                    <a:pt x="9446" y="8039"/>
                  </a:cubicBezTo>
                  <a:lnTo>
                    <a:pt x="9446" y="11066"/>
                  </a:lnTo>
                  <a:lnTo>
                    <a:pt x="9565" y="11066"/>
                  </a:lnTo>
                  <a:cubicBezTo>
                    <a:pt x="10305" y="11066"/>
                    <a:pt x="10900" y="10471"/>
                    <a:pt x="10900" y="9738"/>
                  </a:cubicBezTo>
                  <a:lnTo>
                    <a:pt x="10900" y="3683"/>
                  </a:lnTo>
                  <a:cubicBezTo>
                    <a:pt x="10900" y="2982"/>
                    <a:pt x="10352" y="2400"/>
                    <a:pt x="9664" y="2354"/>
                  </a:cubicBezTo>
                  <a:lnTo>
                    <a:pt x="6769" y="1"/>
                  </a:lnTo>
                  <a:cubicBezTo>
                    <a:pt x="6670" y="226"/>
                    <a:pt x="6511" y="417"/>
                    <a:pt x="6313" y="563"/>
                  </a:cubicBezTo>
                  <a:lnTo>
                    <a:pt x="8507" y="2347"/>
                  </a:lnTo>
                  <a:lnTo>
                    <a:pt x="2393" y="2347"/>
                  </a:lnTo>
                  <a:lnTo>
                    <a:pt x="4587" y="563"/>
                  </a:lnTo>
                  <a:cubicBezTo>
                    <a:pt x="4389" y="417"/>
                    <a:pt x="4231" y="226"/>
                    <a:pt x="4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72"/>
            <p:cNvSpPr/>
            <p:nvPr/>
          </p:nvSpPr>
          <p:spPr>
            <a:xfrm>
              <a:off x="5562592" y="4348675"/>
              <a:ext cx="56352" cy="56352"/>
            </a:xfrm>
            <a:custGeom>
              <a:avLst/>
              <a:gdLst/>
              <a:ahLst/>
              <a:cxnLst/>
              <a:rect l="l" t="t" r="r" b="b"/>
              <a:pathLst>
                <a:path w="1455" h="1455" extrusionOk="0">
                  <a:moveTo>
                    <a:pt x="728" y="0"/>
                  </a:moveTo>
                  <a:cubicBezTo>
                    <a:pt x="325" y="0"/>
                    <a:pt x="1" y="324"/>
                    <a:pt x="1" y="727"/>
                  </a:cubicBezTo>
                  <a:cubicBezTo>
                    <a:pt x="1" y="1124"/>
                    <a:pt x="325" y="1454"/>
                    <a:pt x="728" y="1454"/>
                  </a:cubicBezTo>
                  <a:cubicBezTo>
                    <a:pt x="1124" y="1454"/>
                    <a:pt x="1455" y="1124"/>
                    <a:pt x="1455" y="727"/>
                  </a:cubicBezTo>
                  <a:cubicBezTo>
                    <a:pt x="1455" y="324"/>
                    <a:pt x="1124" y="0"/>
                    <a:pt x="7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72"/>
            <p:cNvSpPr/>
            <p:nvPr/>
          </p:nvSpPr>
          <p:spPr>
            <a:xfrm>
              <a:off x="5543653" y="4432487"/>
              <a:ext cx="98335" cy="168902"/>
            </a:xfrm>
            <a:custGeom>
              <a:avLst/>
              <a:gdLst/>
              <a:ahLst/>
              <a:cxnLst/>
              <a:rect l="l" t="t" r="r" b="b"/>
              <a:pathLst>
                <a:path w="2539" h="4361" extrusionOk="0">
                  <a:moveTo>
                    <a:pt x="1212" y="1"/>
                  </a:moveTo>
                  <a:cubicBezTo>
                    <a:pt x="683" y="1"/>
                    <a:pt x="219" y="304"/>
                    <a:pt x="1" y="771"/>
                  </a:cubicBezTo>
                  <a:cubicBezTo>
                    <a:pt x="219" y="969"/>
                    <a:pt x="357" y="1253"/>
                    <a:pt x="357" y="1577"/>
                  </a:cubicBezTo>
                  <a:cubicBezTo>
                    <a:pt x="357" y="1815"/>
                    <a:pt x="285" y="2033"/>
                    <a:pt x="153" y="2212"/>
                  </a:cubicBezTo>
                  <a:cubicBezTo>
                    <a:pt x="569" y="2496"/>
                    <a:pt x="847" y="2972"/>
                    <a:pt x="847" y="3514"/>
                  </a:cubicBezTo>
                  <a:lnTo>
                    <a:pt x="847" y="4360"/>
                  </a:lnTo>
                  <a:lnTo>
                    <a:pt x="2539" y="4360"/>
                  </a:lnTo>
                  <a:lnTo>
                    <a:pt x="2539" y="1353"/>
                  </a:lnTo>
                  <a:cubicBezTo>
                    <a:pt x="2539" y="652"/>
                    <a:pt x="2010" y="57"/>
                    <a:pt x="1309" y="4"/>
                  </a:cubicBezTo>
                  <a:cubicBezTo>
                    <a:pt x="1277" y="2"/>
                    <a:pt x="1244" y="1"/>
                    <a:pt x="12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72"/>
            <p:cNvSpPr/>
            <p:nvPr/>
          </p:nvSpPr>
          <p:spPr>
            <a:xfrm>
              <a:off x="5501670" y="4480008"/>
              <a:ext cx="28195" cy="28195"/>
            </a:xfrm>
            <a:custGeom>
              <a:avLst/>
              <a:gdLst/>
              <a:ahLst/>
              <a:cxnLst/>
              <a:rect l="l" t="t" r="r" b="b"/>
              <a:pathLst>
                <a:path w="728" h="728" extrusionOk="0">
                  <a:moveTo>
                    <a:pt x="364" y="0"/>
                  </a:moveTo>
                  <a:cubicBezTo>
                    <a:pt x="159" y="0"/>
                    <a:pt x="0" y="159"/>
                    <a:pt x="0" y="364"/>
                  </a:cubicBezTo>
                  <a:cubicBezTo>
                    <a:pt x="0" y="562"/>
                    <a:pt x="159" y="727"/>
                    <a:pt x="364" y="727"/>
                  </a:cubicBezTo>
                  <a:cubicBezTo>
                    <a:pt x="562" y="727"/>
                    <a:pt x="728" y="562"/>
                    <a:pt x="728" y="364"/>
                  </a:cubicBezTo>
                  <a:cubicBezTo>
                    <a:pt x="728" y="159"/>
                    <a:pt x="562" y="0"/>
                    <a:pt x="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72"/>
            <p:cNvSpPr/>
            <p:nvPr/>
          </p:nvSpPr>
          <p:spPr>
            <a:xfrm>
              <a:off x="5487572" y="4121564"/>
              <a:ext cx="56391" cy="56391"/>
            </a:xfrm>
            <a:custGeom>
              <a:avLst/>
              <a:gdLst/>
              <a:ahLst/>
              <a:cxnLst/>
              <a:rect l="l" t="t" r="r" b="b"/>
              <a:pathLst>
                <a:path w="1456" h="1456" extrusionOk="0">
                  <a:moveTo>
                    <a:pt x="728" y="1"/>
                  </a:moveTo>
                  <a:cubicBezTo>
                    <a:pt x="325" y="1"/>
                    <a:pt x="1" y="331"/>
                    <a:pt x="1" y="728"/>
                  </a:cubicBezTo>
                  <a:cubicBezTo>
                    <a:pt x="1" y="1131"/>
                    <a:pt x="325" y="1455"/>
                    <a:pt x="728" y="1455"/>
                  </a:cubicBezTo>
                  <a:cubicBezTo>
                    <a:pt x="1125" y="1455"/>
                    <a:pt x="1455" y="1131"/>
                    <a:pt x="1455" y="728"/>
                  </a:cubicBezTo>
                  <a:cubicBezTo>
                    <a:pt x="1455" y="331"/>
                    <a:pt x="1125" y="1"/>
                    <a:pt x="7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7" name="Google Shape;1997;p72"/>
          <p:cNvGrpSpPr/>
          <p:nvPr/>
        </p:nvGrpSpPr>
        <p:grpSpPr>
          <a:xfrm>
            <a:off x="5901051" y="4121486"/>
            <a:ext cx="480290" cy="480136"/>
            <a:chOff x="5901051" y="4121486"/>
            <a:chExt cx="480290" cy="480136"/>
          </a:xfrm>
        </p:grpSpPr>
        <p:sp>
          <p:nvSpPr>
            <p:cNvPr id="1998" name="Google Shape;1998;p72"/>
            <p:cNvSpPr/>
            <p:nvPr/>
          </p:nvSpPr>
          <p:spPr>
            <a:xfrm>
              <a:off x="6071811" y="4121486"/>
              <a:ext cx="309530" cy="480136"/>
            </a:xfrm>
            <a:custGeom>
              <a:avLst/>
              <a:gdLst/>
              <a:ahLst/>
              <a:cxnLst/>
              <a:rect l="l" t="t" r="r" b="b"/>
              <a:pathLst>
                <a:path w="7992" h="12397" extrusionOk="0">
                  <a:moveTo>
                    <a:pt x="3625" y="1"/>
                  </a:moveTo>
                  <a:cubicBezTo>
                    <a:pt x="3227" y="1"/>
                    <a:pt x="2902" y="326"/>
                    <a:pt x="2902" y="723"/>
                  </a:cubicBezTo>
                  <a:lnTo>
                    <a:pt x="2902" y="1450"/>
                  </a:lnTo>
                  <a:cubicBezTo>
                    <a:pt x="2902" y="1053"/>
                    <a:pt x="2583" y="728"/>
                    <a:pt x="2180" y="728"/>
                  </a:cubicBezTo>
                  <a:cubicBezTo>
                    <a:pt x="2161" y="728"/>
                    <a:pt x="2142" y="728"/>
                    <a:pt x="2122" y="730"/>
                  </a:cubicBezTo>
                  <a:cubicBezTo>
                    <a:pt x="1739" y="756"/>
                    <a:pt x="1448" y="1080"/>
                    <a:pt x="1448" y="1464"/>
                  </a:cubicBezTo>
                  <a:lnTo>
                    <a:pt x="1448" y="2178"/>
                  </a:lnTo>
                  <a:cubicBezTo>
                    <a:pt x="1448" y="1777"/>
                    <a:pt x="1123" y="1449"/>
                    <a:pt x="715" y="1449"/>
                  </a:cubicBezTo>
                  <a:cubicBezTo>
                    <a:pt x="699" y="1449"/>
                    <a:pt x="684" y="1450"/>
                    <a:pt x="668" y="1450"/>
                  </a:cubicBezTo>
                  <a:cubicBezTo>
                    <a:pt x="291" y="1484"/>
                    <a:pt x="0" y="1807"/>
                    <a:pt x="0" y="2191"/>
                  </a:cubicBezTo>
                  <a:lnTo>
                    <a:pt x="0" y="3268"/>
                  </a:lnTo>
                  <a:lnTo>
                    <a:pt x="2155" y="3268"/>
                  </a:lnTo>
                  <a:cubicBezTo>
                    <a:pt x="2909" y="3268"/>
                    <a:pt x="3583" y="3883"/>
                    <a:pt x="3629" y="4630"/>
                  </a:cubicBezTo>
                  <a:cubicBezTo>
                    <a:pt x="3636" y="4775"/>
                    <a:pt x="3623" y="4921"/>
                    <a:pt x="3590" y="5060"/>
                  </a:cubicBezTo>
                  <a:cubicBezTo>
                    <a:pt x="3913" y="5324"/>
                    <a:pt x="4112" y="5727"/>
                    <a:pt x="4112" y="6177"/>
                  </a:cubicBezTo>
                  <a:cubicBezTo>
                    <a:pt x="4112" y="6441"/>
                    <a:pt x="4046" y="6686"/>
                    <a:pt x="3920" y="6897"/>
                  </a:cubicBezTo>
                  <a:cubicBezTo>
                    <a:pt x="4052" y="7135"/>
                    <a:pt x="4125" y="7413"/>
                    <a:pt x="4112" y="7704"/>
                  </a:cubicBezTo>
                  <a:cubicBezTo>
                    <a:pt x="4072" y="8464"/>
                    <a:pt x="3398" y="9079"/>
                    <a:pt x="2638" y="9079"/>
                  </a:cubicBezTo>
                  <a:lnTo>
                    <a:pt x="2552" y="9079"/>
                  </a:lnTo>
                  <a:cubicBezTo>
                    <a:pt x="2552" y="9878"/>
                    <a:pt x="1897" y="10533"/>
                    <a:pt x="1098" y="10533"/>
                  </a:cubicBezTo>
                  <a:lnTo>
                    <a:pt x="575" y="10533"/>
                  </a:lnTo>
                  <a:cubicBezTo>
                    <a:pt x="688" y="10685"/>
                    <a:pt x="820" y="10824"/>
                    <a:pt x="965" y="10949"/>
                  </a:cubicBezTo>
                  <a:lnTo>
                    <a:pt x="965" y="12033"/>
                  </a:lnTo>
                  <a:cubicBezTo>
                    <a:pt x="965" y="12232"/>
                    <a:pt x="1131" y="12397"/>
                    <a:pt x="1329" y="12397"/>
                  </a:cubicBezTo>
                  <a:lnTo>
                    <a:pt x="6657" y="12397"/>
                  </a:lnTo>
                  <a:cubicBezTo>
                    <a:pt x="6855" y="12397"/>
                    <a:pt x="7020" y="12232"/>
                    <a:pt x="7020" y="12033"/>
                  </a:cubicBezTo>
                  <a:lnTo>
                    <a:pt x="7020" y="10949"/>
                  </a:lnTo>
                  <a:cubicBezTo>
                    <a:pt x="7628" y="10420"/>
                    <a:pt x="7992" y="9647"/>
                    <a:pt x="7992" y="8834"/>
                  </a:cubicBezTo>
                  <a:lnTo>
                    <a:pt x="7992" y="4841"/>
                  </a:lnTo>
                  <a:cubicBezTo>
                    <a:pt x="7992" y="4440"/>
                    <a:pt x="7668" y="4114"/>
                    <a:pt x="7269" y="4114"/>
                  </a:cubicBezTo>
                  <a:cubicBezTo>
                    <a:pt x="7261" y="4114"/>
                    <a:pt x="7253" y="4114"/>
                    <a:pt x="7245" y="4114"/>
                  </a:cubicBezTo>
                  <a:cubicBezTo>
                    <a:pt x="6848" y="4128"/>
                    <a:pt x="6538" y="4458"/>
                    <a:pt x="6538" y="4855"/>
                  </a:cubicBezTo>
                  <a:lnTo>
                    <a:pt x="6538" y="7545"/>
                  </a:lnTo>
                  <a:cubicBezTo>
                    <a:pt x="6538" y="7717"/>
                    <a:pt x="6412" y="7862"/>
                    <a:pt x="6247" y="7895"/>
                  </a:cubicBezTo>
                  <a:cubicBezTo>
                    <a:pt x="5573" y="8034"/>
                    <a:pt x="5090" y="8629"/>
                    <a:pt x="5083" y="9310"/>
                  </a:cubicBezTo>
                  <a:cubicBezTo>
                    <a:pt x="5083" y="9495"/>
                    <a:pt x="4951" y="9660"/>
                    <a:pt x="4766" y="9680"/>
                  </a:cubicBezTo>
                  <a:cubicBezTo>
                    <a:pt x="4749" y="9683"/>
                    <a:pt x="4731" y="9684"/>
                    <a:pt x="4714" y="9684"/>
                  </a:cubicBezTo>
                  <a:cubicBezTo>
                    <a:pt x="4518" y="9684"/>
                    <a:pt x="4356" y="9518"/>
                    <a:pt x="4356" y="9323"/>
                  </a:cubicBezTo>
                  <a:cubicBezTo>
                    <a:pt x="4356" y="8391"/>
                    <a:pt x="4951" y="7571"/>
                    <a:pt x="5811" y="7267"/>
                  </a:cubicBezTo>
                  <a:lnTo>
                    <a:pt x="5811" y="1464"/>
                  </a:lnTo>
                  <a:cubicBezTo>
                    <a:pt x="5811" y="1080"/>
                    <a:pt x="5520" y="756"/>
                    <a:pt x="5136" y="730"/>
                  </a:cubicBezTo>
                  <a:cubicBezTo>
                    <a:pt x="5117" y="728"/>
                    <a:pt x="5098" y="728"/>
                    <a:pt x="5079" y="728"/>
                  </a:cubicBezTo>
                  <a:cubicBezTo>
                    <a:pt x="4682" y="728"/>
                    <a:pt x="4356" y="1053"/>
                    <a:pt x="4356" y="1450"/>
                  </a:cubicBezTo>
                  <a:lnTo>
                    <a:pt x="4356" y="737"/>
                  </a:lnTo>
                  <a:cubicBezTo>
                    <a:pt x="4356" y="360"/>
                    <a:pt x="4065" y="29"/>
                    <a:pt x="3682" y="3"/>
                  </a:cubicBezTo>
                  <a:cubicBezTo>
                    <a:pt x="3663" y="1"/>
                    <a:pt x="3644" y="1"/>
                    <a:pt x="3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72"/>
            <p:cNvSpPr/>
            <p:nvPr/>
          </p:nvSpPr>
          <p:spPr>
            <a:xfrm>
              <a:off x="5901051" y="4276212"/>
              <a:ext cx="303411" cy="225060"/>
            </a:xfrm>
            <a:custGeom>
              <a:avLst/>
              <a:gdLst/>
              <a:ahLst/>
              <a:cxnLst/>
              <a:rect l="l" t="t" r="r" b="b"/>
              <a:pathLst>
                <a:path w="7834" h="5811" extrusionOk="0">
                  <a:moveTo>
                    <a:pt x="3887" y="0"/>
                  </a:moveTo>
                  <a:cubicBezTo>
                    <a:pt x="3087" y="0"/>
                    <a:pt x="2314" y="318"/>
                    <a:pt x="1745" y="886"/>
                  </a:cubicBezTo>
                  <a:lnTo>
                    <a:pt x="1666" y="965"/>
                  </a:lnTo>
                  <a:lnTo>
                    <a:pt x="364" y="965"/>
                  </a:lnTo>
                  <a:cubicBezTo>
                    <a:pt x="166" y="965"/>
                    <a:pt x="0" y="1131"/>
                    <a:pt x="0" y="1329"/>
                  </a:cubicBezTo>
                  <a:lnTo>
                    <a:pt x="0" y="4641"/>
                  </a:lnTo>
                  <a:cubicBezTo>
                    <a:pt x="0" y="4753"/>
                    <a:pt x="86" y="4846"/>
                    <a:pt x="199" y="4846"/>
                  </a:cubicBezTo>
                  <a:lnTo>
                    <a:pt x="1666" y="4846"/>
                  </a:lnTo>
                  <a:lnTo>
                    <a:pt x="2149" y="5328"/>
                  </a:lnTo>
                  <a:cubicBezTo>
                    <a:pt x="2459" y="5639"/>
                    <a:pt x="2882" y="5811"/>
                    <a:pt x="3319" y="5811"/>
                  </a:cubicBezTo>
                  <a:lnTo>
                    <a:pt x="5493" y="5811"/>
                  </a:lnTo>
                  <a:cubicBezTo>
                    <a:pt x="5877" y="5811"/>
                    <a:pt x="6201" y="5520"/>
                    <a:pt x="6234" y="5136"/>
                  </a:cubicBezTo>
                  <a:cubicBezTo>
                    <a:pt x="6260" y="4713"/>
                    <a:pt x="5923" y="4356"/>
                    <a:pt x="5507" y="4356"/>
                  </a:cubicBezTo>
                  <a:lnTo>
                    <a:pt x="7067" y="4356"/>
                  </a:lnTo>
                  <a:cubicBezTo>
                    <a:pt x="7450" y="4356"/>
                    <a:pt x="7780" y="4066"/>
                    <a:pt x="7807" y="3689"/>
                  </a:cubicBezTo>
                  <a:cubicBezTo>
                    <a:pt x="7833" y="3259"/>
                    <a:pt x="7503" y="2902"/>
                    <a:pt x="7080" y="2902"/>
                  </a:cubicBezTo>
                  <a:cubicBezTo>
                    <a:pt x="7503" y="2902"/>
                    <a:pt x="7833" y="2552"/>
                    <a:pt x="7807" y="2122"/>
                  </a:cubicBezTo>
                  <a:cubicBezTo>
                    <a:pt x="7780" y="1745"/>
                    <a:pt x="7450" y="1455"/>
                    <a:pt x="7067" y="1455"/>
                  </a:cubicBezTo>
                  <a:lnTo>
                    <a:pt x="6597" y="1455"/>
                  </a:lnTo>
                  <a:cubicBezTo>
                    <a:pt x="7014" y="1455"/>
                    <a:pt x="7351" y="1098"/>
                    <a:pt x="7324" y="675"/>
                  </a:cubicBezTo>
                  <a:cubicBezTo>
                    <a:pt x="7291" y="291"/>
                    <a:pt x="6967" y="0"/>
                    <a:pt x="6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0" name="Google Shape;2000;p72"/>
          <p:cNvGrpSpPr/>
          <p:nvPr/>
        </p:nvGrpSpPr>
        <p:grpSpPr>
          <a:xfrm>
            <a:off x="6526731" y="4121331"/>
            <a:ext cx="480328" cy="480251"/>
            <a:chOff x="6526731" y="4121331"/>
            <a:chExt cx="480328" cy="480251"/>
          </a:xfrm>
        </p:grpSpPr>
        <p:sp>
          <p:nvSpPr>
            <p:cNvPr id="2001" name="Google Shape;2001;p72"/>
            <p:cNvSpPr/>
            <p:nvPr/>
          </p:nvSpPr>
          <p:spPr>
            <a:xfrm>
              <a:off x="6823943" y="4403362"/>
              <a:ext cx="103487" cy="78699"/>
            </a:xfrm>
            <a:custGeom>
              <a:avLst/>
              <a:gdLst/>
              <a:ahLst/>
              <a:cxnLst/>
              <a:rect l="l" t="t" r="r" b="b"/>
              <a:pathLst>
                <a:path w="2672" h="2032" extrusionOk="0">
                  <a:moveTo>
                    <a:pt x="583" y="1"/>
                  </a:moveTo>
                  <a:cubicBezTo>
                    <a:pt x="449" y="1"/>
                    <a:pt x="315" y="52"/>
                    <a:pt x="212" y="155"/>
                  </a:cubicBezTo>
                  <a:cubicBezTo>
                    <a:pt x="1" y="360"/>
                    <a:pt x="1" y="697"/>
                    <a:pt x="212" y="902"/>
                  </a:cubicBezTo>
                  <a:lnTo>
                    <a:pt x="1336" y="2032"/>
                  </a:lnTo>
                  <a:lnTo>
                    <a:pt x="2466" y="902"/>
                  </a:lnTo>
                  <a:cubicBezTo>
                    <a:pt x="2671" y="697"/>
                    <a:pt x="2671" y="360"/>
                    <a:pt x="2466" y="155"/>
                  </a:cubicBezTo>
                  <a:cubicBezTo>
                    <a:pt x="2364" y="52"/>
                    <a:pt x="2228" y="1"/>
                    <a:pt x="2093" y="1"/>
                  </a:cubicBezTo>
                  <a:cubicBezTo>
                    <a:pt x="1957" y="1"/>
                    <a:pt x="1822" y="52"/>
                    <a:pt x="1719" y="155"/>
                  </a:cubicBezTo>
                  <a:lnTo>
                    <a:pt x="1594" y="280"/>
                  </a:lnTo>
                  <a:cubicBezTo>
                    <a:pt x="1525" y="353"/>
                    <a:pt x="1432" y="389"/>
                    <a:pt x="1339" y="389"/>
                  </a:cubicBezTo>
                  <a:cubicBezTo>
                    <a:pt x="1245" y="389"/>
                    <a:pt x="1151" y="353"/>
                    <a:pt x="1078" y="280"/>
                  </a:cubicBezTo>
                  <a:lnTo>
                    <a:pt x="953" y="155"/>
                  </a:lnTo>
                  <a:cubicBezTo>
                    <a:pt x="850" y="52"/>
                    <a:pt x="716" y="1"/>
                    <a:pt x="5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72"/>
            <p:cNvSpPr/>
            <p:nvPr/>
          </p:nvSpPr>
          <p:spPr>
            <a:xfrm>
              <a:off x="6744354" y="4322533"/>
              <a:ext cx="262706" cy="279050"/>
            </a:xfrm>
            <a:custGeom>
              <a:avLst/>
              <a:gdLst/>
              <a:ahLst/>
              <a:cxnLst/>
              <a:rect l="l" t="t" r="r" b="b"/>
              <a:pathLst>
                <a:path w="6783" h="7205" extrusionOk="0">
                  <a:moveTo>
                    <a:pt x="4149" y="1362"/>
                  </a:moveTo>
                  <a:cubicBezTo>
                    <a:pt x="4470" y="1362"/>
                    <a:pt x="4791" y="1484"/>
                    <a:pt x="5037" y="1726"/>
                  </a:cubicBezTo>
                  <a:cubicBezTo>
                    <a:pt x="5526" y="2215"/>
                    <a:pt x="5526" y="3015"/>
                    <a:pt x="5037" y="3504"/>
                  </a:cubicBezTo>
                  <a:lnTo>
                    <a:pt x="3649" y="4886"/>
                  </a:lnTo>
                  <a:cubicBezTo>
                    <a:pt x="3580" y="4958"/>
                    <a:pt x="3487" y="4995"/>
                    <a:pt x="3394" y="4995"/>
                  </a:cubicBezTo>
                  <a:cubicBezTo>
                    <a:pt x="3300" y="4995"/>
                    <a:pt x="3206" y="4958"/>
                    <a:pt x="3133" y="4886"/>
                  </a:cubicBezTo>
                  <a:lnTo>
                    <a:pt x="1752" y="3504"/>
                  </a:lnTo>
                  <a:cubicBezTo>
                    <a:pt x="1263" y="3015"/>
                    <a:pt x="1263" y="2215"/>
                    <a:pt x="1752" y="1726"/>
                  </a:cubicBezTo>
                  <a:cubicBezTo>
                    <a:pt x="1998" y="1484"/>
                    <a:pt x="2318" y="1362"/>
                    <a:pt x="2639" y="1362"/>
                  </a:cubicBezTo>
                  <a:cubicBezTo>
                    <a:pt x="2904" y="1362"/>
                    <a:pt x="3169" y="1446"/>
                    <a:pt x="3391" y="1614"/>
                  </a:cubicBezTo>
                  <a:cubicBezTo>
                    <a:pt x="3616" y="1446"/>
                    <a:pt x="3883" y="1362"/>
                    <a:pt x="4149" y="1362"/>
                  </a:cubicBezTo>
                  <a:close/>
                  <a:moveTo>
                    <a:pt x="4581" y="1"/>
                  </a:moveTo>
                  <a:cubicBezTo>
                    <a:pt x="4250" y="378"/>
                    <a:pt x="3761" y="622"/>
                    <a:pt x="3219" y="622"/>
                  </a:cubicBezTo>
                  <a:lnTo>
                    <a:pt x="1163" y="622"/>
                  </a:lnTo>
                  <a:cubicBezTo>
                    <a:pt x="450" y="1244"/>
                    <a:pt x="0" y="2156"/>
                    <a:pt x="0" y="3180"/>
                  </a:cubicBezTo>
                  <a:cubicBezTo>
                    <a:pt x="0" y="5051"/>
                    <a:pt x="1520" y="6565"/>
                    <a:pt x="3391" y="6565"/>
                  </a:cubicBezTo>
                  <a:cubicBezTo>
                    <a:pt x="3556" y="6565"/>
                    <a:pt x="3715" y="6551"/>
                    <a:pt x="3874" y="6532"/>
                  </a:cubicBezTo>
                  <a:lnTo>
                    <a:pt x="4759" y="7140"/>
                  </a:lnTo>
                  <a:cubicBezTo>
                    <a:pt x="4823" y="7184"/>
                    <a:pt x="4894" y="7204"/>
                    <a:pt x="4963" y="7204"/>
                  </a:cubicBezTo>
                  <a:cubicBezTo>
                    <a:pt x="5151" y="7204"/>
                    <a:pt x="5328" y="7055"/>
                    <a:pt x="5328" y="6842"/>
                  </a:cubicBezTo>
                  <a:lnTo>
                    <a:pt x="5328" y="5957"/>
                  </a:lnTo>
                  <a:cubicBezTo>
                    <a:pt x="6207" y="5342"/>
                    <a:pt x="6782" y="4330"/>
                    <a:pt x="6782" y="3180"/>
                  </a:cubicBezTo>
                  <a:cubicBezTo>
                    <a:pt x="6782" y="1726"/>
                    <a:pt x="5863" y="483"/>
                    <a:pt x="45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72"/>
            <p:cNvSpPr/>
            <p:nvPr/>
          </p:nvSpPr>
          <p:spPr>
            <a:xfrm>
              <a:off x="6712866" y="4210913"/>
              <a:ext cx="12549" cy="16422"/>
            </a:xfrm>
            <a:custGeom>
              <a:avLst/>
              <a:gdLst/>
              <a:ahLst/>
              <a:cxnLst/>
              <a:rect l="l" t="t" r="r" b="b"/>
              <a:pathLst>
                <a:path w="324" h="424" extrusionOk="0">
                  <a:moveTo>
                    <a:pt x="165" y="1"/>
                  </a:moveTo>
                  <a:lnTo>
                    <a:pt x="0" y="424"/>
                  </a:lnTo>
                  <a:lnTo>
                    <a:pt x="324" y="424"/>
                  </a:lnTo>
                  <a:lnTo>
                    <a:pt x="1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72"/>
            <p:cNvSpPr/>
            <p:nvPr/>
          </p:nvSpPr>
          <p:spPr>
            <a:xfrm>
              <a:off x="6789396" y="4196351"/>
              <a:ext cx="26414" cy="46863"/>
            </a:xfrm>
            <a:custGeom>
              <a:avLst/>
              <a:gdLst/>
              <a:ahLst/>
              <a:cxnLst/>
              <a:rect l="l" t="t" r="r" b="b"/>
              <a:pathLst>
                <a:path w="682" h="1210" extrusionOk="0">
                  <a:moveTo>
                    <a:pt x="0" y="0"/>
                  </a:moveTo>
                  <a:cubicBezTo>
                    <a:pt x="0" y="212"/>
                    <a:pt x="0" y="489"/>
                    <a:pt x="0" y="608"/>
                  </a:cubicBezTo>
                  <a:cubicBezTo>
                    <a:pt x="0" y="747"/>
                    <a:pt x="0" y="1011"/>
                    <a:pt x="0" y="1210"/>
                  </a:cubicBezTo>
                  <a:lnTo>
                    <a:pt x="245" y="1210"/>
                  </a:lnTo>
                  <a:cubicBezTo>
                    <a:pt x="549" y="1203"/>
                    <a:pt x="681" y="906"/>
                    <a:pt x="681" y="608"/>
                  </a:cubicBezTo>
                  <a:cubicBezTo>
                    <a:pt x="681" y="469"/>
                    <a:pt x="648" y="0"/>
                    <a:pt x="2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72"/>
            <p:cNvSpPr/>
            <p:nvPr/>
          </p:nvSpPr>
          <p:spPr>
            <a:xfrm>
              <a:off x="6526731" y="4121331"/>
              <a:ext cx="384550" cy="253372"/>
            </a:xfrm>
            <a:custGeom>
              <a:avLst/>
              <a:gdLst/>
              <a:ahLst/>
              <a:cxnLst/>
              <a:rect l="l" t="t" r="r" b="b"/>
              <a:pathLst>
                <a:path w="9929" h="6542" extrusionOk="0">
                  <a:moveTo>
                    <a:pt x="2902" y="1454"/>
                  </a:moveTo>
                  <a:cubicBezTo>
                    <a:pt x="3451" y="1454"/>
                    <a:pt x="3828" y="1891"/>
                    <a:pt x="3828" y="2545"/>
                  </a:cubicBezTo>
                  <a:cubicBezTo>
                    <a:pt x="3828" y="3167"/>
                    <a:pt x="3444" y="3623"/>
                    <a:pt x="2916" y="3629"/>
                  </a:cubicBezTo>
                  <a:cubicBezTo>
                    <a:pt x="2783" y="3636"/>
                    <a:pt x="2440" y="3636"/>
                    <a:pt x="2426" y="3636"/>
                  </a:cubicBezTo>
                  <a:lnTo>
                    <a:pt x="2420" y="3636"/>
                  </a:lnTo>
                  <a:cubicBezTo>
                    <a:pt x="2400" y="3636"/>
                    <a:pt x="2380" y="3636"/>
                    <a:pt x="2360" y="3629"/>
                  </a:cubicBezTo>
                  <a:cubicBezTo>
                    <a:pt x="2248" y="3596"/>
                    <a:pt x="2182" y="3497"/>
                    <a:pt x="2182" y="3391"/>
                  </a:cubicBezTo>
                  <a:lnTo>
                    <a:pt x="2175" y="1699"/>
                  </a:lnTo>
                  <a:cubicBezTo>
                    <a:pt x="2175" y="1600"/>
                    <a:pt x="2235" y="1507"/>
                    <a:pt x="2334" y="1468"/>
                  </a:cubicBezTo>
                  <a:cubicBezTo>
                    <a:pt x="2367" y="1461"/>
                    <a:pt x="2393" y="1454"/>
                    <a:pt x="2420" y="1454"/>
                  </a:cubicBezTo>
                  <a:close/>
                  <a:moveTo>
                    <a:pt x="7014" y="1454"/>
                  </a:moveTo>
                  <a:cubicBezTo>
                    <a:pt x="7569" y="1454"/>
                    <a:pt x="7939" y="1891"/>
                    <a:pt x="7939" y="2545"/>
                  </a:cubicBezTo>
                  <a:cubicBezTo>
                    <a:pt x="7939" y="3167"/>
                    <a:pt x="7562" y="3623"/>
                    <a:pt x="7034" y="3629"/>
                  </a:cubicBezTo>
                  <a:cubicBezTo>
                    <a:pt x="6895" y="3636"/>
                    <a:pt x="6558" y="3636"/>
                    <a:pt x="6538" y="3636"/>
                  </a:cubicBezTo>
                  <a:cubicBezTo>
                    <a:pt x="6518" y="3636"/>
                    <a:pt x="6498" y="3636"/>
                    <a:pt x="6472" y="3629"/>
                  </a:cubicBezTo>
                  <a:cubicBezTo>
                    <a:pt x="6366" y="3596"/>
                    <a:pt x="6300" y="3497"/>
                    <a:pt x="6300" y="3391"/>
                  </a:cubicBezTo>
                  <a:lnTo>
                    <a:pt x="6293" y="1699"/>
                  </a:lnTo>
                  <a:cubicBezTo>
                    <a:pt x="6293" y="1600"/>
                    <a:pt x="6353" y="1507"/>
                    <a:pt x="6452" y="1468"/>
                  </a:cubicBezTo>
                  <a:cubicBezTo>
                    <a:pt x="6478" y="1461"/>
                    <a:pt x="6511" y="1454"/>
                    <a:pt x="6538" y="1454"/>
                  </a:cubicBezTo>
                  <a:close/>
                  <a:moveTo>
                    <a:pt x="4965" y="1454"/>
                  </a:moveTo>
                  <a:cubicBezTo>
                    <a:pt x="5077" y="1454"/>
                    <a:pt x="5176" y="1521"/>
                    <a:pt x="5229" y="1620"/>
                  </a:cubicBezTo>
                  <a:cubicBezTo>
                    <a:pt x="5229" y="1626"/>
                    <a:pt x="5229" y="1633"/>
                    <a:pt x="5236" y="1640"/>
                  </a:cubicBezTo>
                  <a:lnTo>
                    <a:pt x="5864" y="3312"/>
                  </a:lnTo>
                  <a:cubicBezTo>
                    <a:pt x="5917" y="3438"/>
                    <a:pt x="5850" y="3576"/>
                    <a:pt x="5725" y="3623"/>
                  </a:cubicBezTo>
                  <a:cubicBezTo>
                    <a:pt x="5698" y="3636"/>
                    <a:pt x="5665" y="3642"/>
                    <a:pt x="5639" y="3642"/>
                  </a:cubicBezTo>
                  <a:cubicBezTo>
                    <a:pt x="5540" y="3642"/>
                    <a:pt x="5447" y="3583"/>
                    <a:pt x="5414" y="3484"/>
                  </a:cubicBezTo>
                  <a:lnTo>
                    <a:pt x="5315" y="3226"/>
                  </a:lnTo>
                  <a:lnTo>
                    <a:pt x="4621" y="3226"/>
                  </a:lnTo>
                  <a:lnTo>
                    <a:pt x="4528" y="3477"/>
                  </a:lnTo>
                  <a:cubicBezTo>
                    <a:pt x="4489" y="3574"/>
                    <a:pt x="4400" y="3641"/>
                    <a:pt x="4300" y="3641"/>
                  </a:cubicBezTo>
                  <a:cubicBezTo>
                    <a:pt x="4284" y="3641"/>
                    <a:pt x="4267" y="3640"/>
                    <a:pt x="4251" y="3636"/>
                  </a:cubicBezTo>
                  <a:cubicBezTo>
                    <a:pt x="4099" y="3603"/>
                    <a:pt x="4019" y="3451"/>
                    <a:pt x="4072" y="3312"/>
                  </a:cubicBezTo>
                  <a:lnTo>
                    <a:pt x="4707" y="1633"/>
                  </a:lnTo>
                  <a:cubicBezTo>
                    <a:pt x="4707" y="1633"/>
                    <a:pt x="4714" y="1626"/>
                    <a:pt x="4714" y="1626"/>
                  </a:cubicBezTo>
                  <a:cubicBezTo>
                    <a:pt x="4753" y="1521"/>
                    <a:pt x="4852" y="1454"/>
                    <a:pt x="4965" y="1454"/>
                  </a:cubicBezTo>
                  <a:close/>
                  <a:moveTo>
                    <a:pt x="1091" y="0"/>
                  </a:moveTo>
                  <a:cubicBezTo>
                    <a:pt x="490" y="0"/>
                    <a:pt x="0" y="489"/>
                    <a:pt x="0" y="1091"/>
                  </a:cubicBezTo>
                  <a:lnTo>
                    <a:pt x="0" y="3999"/>
                  </a:lnTo>
                  <a:cubicBezTo>
                    <a:pt x="0" y="4601"/>
                    <a:pt x="490" y="5090"/>
                    <a:pt x="1091" y="5090"/>
                  </a:cubicBezTo>
                  <a:lnTo>
                    <a:pt x="1210" y="5090"/>
                  </a:lnTo>
                  <a:lnTo>
                    <a:pt x="1210" y="6181"/>
                  </a:lnTo>
                  <a:cubicBezTo>
                    <a:pt x="1210" y="6399"/>
                    <a:pt x="1387" y="6542"/>
                    <a:pt x="1572" y="6542"/>
                  </a:cubicBezTo>
                  <a:cubicBezTo>
                    <a:pt x="1663" y="6542"/>
                    <a:pt x="1756" y="6508"/>
                    <a:pt x="1831" y="6432"/>
                  </a:cubicBezTo>
                  <a:lnTo>
                    <a:pt x="3180" y="5090"/>
                  </a:lnTo>
                  <a:lnTo>
                    <a:pt x="8838" y="5090"/>
                  </a:lnTo>
                  <a:cubicBezTo>
                    <a:pt x="9440" y="5090"/>
                    <a:pt x="9929" y="4601"/>
                    <a:pt x="9929" y="3999"/>
                  </a:cubicBezTo>
                  <a:lnTo>
                    <a:pt x="9929" y="1091"/>
                  </a:lnTo>
                  <a:cubicBezTo>
                    <a:pt x="9929" y="489"/>
                    <a:pt x="9440" y="0"/>
                    <a:pt x="8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72"/>
            <p:cNvSpPr/>
            <p:nvPr/>
          </p:nvSpPr>
          <p:spPr>
            <a:xfrm>
              <a:off x="6630140" y="4196351"/>
              <a:ext cx="26181" cy="46863"/>
            </a:xfrm>
            <a:custGeom>
              <a:avLst/>
              <a:gdLst/>
              <a:ahLst/>
              <a:cxnLst/>
              <a:rect l="l" t="t" r="r" b="b"/>
              <a:pathLst>
                <a:path w="676" h="1210" extrusionOk="0">
                  <a:moveTo>
                    <a:pt x="1" y="0"/>
                  </a:moveTo>
                  <a:cubicBezTo>
                    <a:pt x="1" y="212"/>
                    <a:pt x="1" y="489"/>
                    <a:pt x="1" y="608"/>
                  </a:cubicBezTo>
                  <a:cubicBezTo>
                    <a:pt x="1" y="747"/>
                    <a:pt x="1" y="1011"/>
                    <a:pt x="1" y="1210"/>
                  </a:cubicBezTo>
                  <a:lnTo>
                    <a:pt x="246" y="1210"/>
                  </a:lnTo>
                  <a:cubicBezTo>
                    <a:pt x="543" y="1203"/>
                    <a:pt x="675" y="906"/>
                    <a:pt x="675" y="608"/>
                  </a:cubicBezTo>
                  <a:cubicBezTo>
                    <a:pt x="675" y="469"/>
                    <a:pt x="649" y="0"/>
                    <a:pt x="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7" name="Google Shape;2007;p72"/>
          <p:cNvGrpSpPr/>
          <p:nvPr/>
        </p:nvGrpSpPr>
        <p:grpSpPr>
          <a:xfrm>
            <a:off x="7152411" y="4121331"/>
            <a:ext cx="480328" cy="480251"/>
            <a:chOff x="7152411" y="4121331"/>
            <a:chExt cx="480328" cy="480251"/>
          </a:xfrm>
        </p:grpSpPr>
        <p:sp>
          <p:nvSpPr>
            <p:cNvPr id="2008" name="Google Shape;2008;p72"/>
            <p:cNvSpPr/>
            <p:nvPr/>
          </p:nvSpPr>
          <p:spPr>
            <a:xfrm>
              <a:off x="7152411" y="4121331"/>
              <a:ext cx="384589" cy="253372"/>
            </a:xfrm>
            <a:custGeom>
              <a:avLst/>
              <a:gdLst/>
              <a:ahLst/>
              <a:cxnLst/>
              <a:rect l="l" t="t" r="r" b="b"/>
              <a:pathLst>
                <a:path w="9930" h="6542" extrusionOk="0">
                  <a:moveTo>
                    <a:pt x="1959" y="1454"/>
                  </a:moveTo>
                  <a:cubicBezTo>
                    <a:pt x="2079" y="1454"/>
                    <a:pt x="2190" y="1532"/>
                    <a:pt x="2228" y="1646"/>
                  </a:cubicBezTo>
                  <a:cubicBezTo>
                    <a:pt x="2228" y="1653"/>
                    <a:pt x="2228" y="1653"/>
                    <a:pt x="2228" y="1653"/>
                  </a:cubicBezTo>
                  <a:lnTo>
                    <a:pt x="2513" y="2624"/>
                  </a:lnTo>
                  <a:lnTo>
                    <a:pt x="2790" y="1659"/>
                  </a:lnTo>
                  <a:cubicBezTo>
                    <a:pt x="2790" y="1653"/>
                    <a:pt x="2790" y="1653"/>
                    <a:pt x="2790" y="1653"/>
                  </a:cubicBezTo>
                  <a:cubicBezTo>
                    <a:pt x="2828" y="1532"/>
                    <a:pt x="2940" y="1454"/>
                    <a:pt x="3060" y="1454"/>
                  </a:cubicBezTo>
                  <a:cubicBezTo>
                    <a:pt x="3065" y="1454"/>
                    <a:pt x="3070" y="1454"/>
                    <a:pt x="3074" y="1454"/>
                  </a:cubicBezTo>
                  <a:cubicBezTo>
                    <a:pt x="3200" y="1461"/>
                    <a:pt x="3306" y="1554"/>
                    <a:pt x="3332" y="1679"/>
                  </a:cubicBezTo>
                  <a:cubicBezTo>
                    <a:pt x="3332" y="1679"/>
                    <a:pt x="3332" y="1679"/>
                    <a:pt x="3332" y="1686"/>
                  </a:cubicBezTo>
                  <a:lnTo>
                    <a:pt x="3649" y="3332"/>
                  </a:lnTo>
                  <a:cubicBezTo>
                    <a:pt x="3676" y="3464"/>
                    <a:pt x="3590" y="3590"/>
                    <a:pt x="3458" y="3616"/>
                  </a:cubicBezTo>
                  <a:cubicBezTo>
                    <a:pt x="3442" y="3619"/>
                    <a:pt x="3426" y="3621"/>
                    <a:pt x="3410" y="3621"/>
                  </a:cubicBezTo>
                  <a:cubicBezTo>
                    <a:pt x="3296" y="3621"/>
                    <a:pt x="3197" y="3540"/>
                    <a:pt x="3174" y="3424"/>
                  </a:cubicBezTo>
                  <a:lnTo>
                    <a:pt x="3022" y="2618"/>
                  </a:lnTo>
                  <a:lnTo>
                    <a:pt x="2790" y="3431"/>
                  </a:lnTo>
                  <a:cubicBezTo>
                    <a:pt x="2784" y="3438"/>
                    <a:pt x="2784" y="3438"/>
                    <a:pt x="2784" y="3444"/>
                  </a:cubicBezTo>
                  <a:cubicBezTo>
                    <a:pt x="2744" y="3557"/>
                    <a:pt x="2638" y="3636"/>
                    <a:pt x="2519" y="3636"/>
                  </a:cubicBezTo>
                  <a:cubicBezTo>
                    <a:pt x="2400" y="3636"/>
                    <a:pt x="2288" y="3557"/>
                    <a:pt x="2255" y="3444"/>
                  </a:cubicBezTo>
                  <a:cubicBezTo>
                    <a:pt x="2248" y="3444"/>
                    <a:pt x="2248" y="3438"/>
                    <a:pt x="2248" y="3438"/>
                  </a:cubicBezTo>
                  <a:lnTo>
                    <a:pt x="2010" y="2618"/>
                  </a:lnTo>
                  <a:lnTo>
                    <a:pt x="1865" y="3424"/>
                  </a:lnTo>
                  <a:cubicBezTo>
                    <a:pt x="1842" y="3540"/>
                    <a:pt x="1742" y="3621"/>
                    <a:pt x="1628" y="3621"/>
                  </a:cubicBezTo>
                  <a:cubicBezTo>
                    <a:pt x="1613" y="3621"/>
                    <a:pt x="1597" y="3619"/>
                    <a:pt x="1581" y="3616"/>
                  </a:cubicBezTo>
                  <a:cubicBezTo>
                    <a:pt x="1448" y="3596"/>
                    <a:pt x="1362" y="3471"/>
                    <a:pt x="1389" y="3338"/>
                  </a:cubicBezTo>
                  <a:lnTo>
                    <a:pt x="1686" y="1686"/>
                  </a:lnTo>
                  <a:cubicBezTo>
                    <a:pt x="1706" y="1560"/>
                    <a:pt x="1812" y="1468"/>
                    <a:pt x="1944" y="1454"/>
                  </a:cubicBezTo>
                  <a:cubicBezTo>
                    <a:pt x="1949" y="1454"/>
                    <a:pt x="1954" y="1454"/>
                    <a:pt x="1959" y="1454"/>
                  </a:cubicBezTo>
                  <a:close/>
                  <a:moveTo>
                    <a:pt x="7978" y="1454"/>
                  </a:moveTo>
                  <a:cubicBezTo>
                    <a:pt x="7983" y="1454"/>
                    <a:pt x="7987" y="1454"/>
                    <a:pt x="7992" y="1454"/>
                  </a:cubicBezTo>
                  <a:cubicBezTo>
                    <a:pt x="8118" y="1468"/>
                    <a:pt x="8224" y="1560"/>
                    <a:pt x="8250" y="1686"/>
                  </a:cubicBezTo>
                  <a:lnTo>
                    <a:pt x="8548" y="3338"/>
                  </a:lnTo>
                  <a:cubicBezTo>
                    <a:pt x="8567" y="3471"/>
                    <a:pt x="8481" y="3596"/>
                    <a:pt x="8349" y="3616"/>
                  </a:cubicBezTo>
                  <a:cubicBezTo>
                    <a:pt x="8333" y="3619"/>
                    <a:pt x="8317" y="3621"/>
                    <a:pt x="8301" y="3621"/>
                  </a:cubicBezTo>
                  <a:cubicBezTo>
                    <a:pt x="8188" y="3621"/>
                    <a:pt x="8089" y="3540"/>
                    <a:pt x="8072" y="3424"/>
                  </a:cubicBezTo>
                  <a:lnTo>
                    <a:pt x="7926" y="2618"/>
                  </a:lnTo>
                  <a:lnTo>
                    <a:pt x="7682" y="3438"/>
                  </a:lnTo>
                  <a:cubicBezTo>
                    <a:pt x="7675" y="3471"/>
                    <a:pt x="7655" y="3504"/>
                    <a:pt x="7622" y="3543"/>
                  </a:cubicBezTo>
                  <a:cubicBezTo>
                    <a:pt x="7576" y="3603"/>
                    <a:pt x="7503" y="3636"/>
                    <a:pt x="7424" y="3636"/>
                  </a:cubicBezTo>
                  <a:cubicBezTo>
                    <a:pt x="7312" y="3636"/>
                    <a:pt x="7206" y="3570"/>
                    <a:pt x="7159" y="3464"/>
                  </a:cubicBezTo>
                  <a:cubicBezTo>
                    <a:pt x="7153" y="3451"/>
                    <a:pt x="7146" y="3444"/>
                    <a:pt x="7146" y="3431"/>
                  </a:cubicBezTo>
                  <a:lnTo>
                    <a:pt x="6915" y="2618"/>
                  </a:lnTo>
                  <a:lnTo>
                    <a:pt x="6756" y="3424"/>
                  </a:lnTo>
                  <a:cubicBezTo>
                    <a:pt x="6739" y="3540"/>
                    <a:pt x="6635" y="3621"/>
                    <a:pt x="6525" y="3621"/>
                  </a:cubicBezTo>
                  <a:cubicBezTo>
                    <a:pt x="6509" y="3621"/>
                    <a:pt x="6494" y="3619"/>
                    <a:pt x="6479" y="3616"/>
                  </a:cubicBezTo>
                  <a:cubicBezTo>
                    <a:pt x="6346" y="3590"/>
                    <a:pt x="6260" y="3464"/>
                    <a:pt x="6287" y="3332"/>
                  </a:cubicBezTo>
                  <a:lnTo>
                    <a:pt x="6598" y="1686"/>
                  </a:lnTo>
                  <a:cubicBezTo>
                    <a:pt x="6598" y="1679"/>
                    <a:pt x="6598" y="1679"/>
                    <a:pt x="6598" y="1679"/>
                  </a:cubicBezTo>
                  <a:cubicBezTo>
                    <a:pt x="6624" y="1554"/>
                    <a:pt x="6730" y="1461"/>
                    <a:pt x="6862" y="1454"/>
                  </a:cubicBezTo>
                  <a:cubicBezTo>
                    <a:pt x="6867" y="1454"/>
                    <a:pt x="6872" y="1454"/>
                    <a:pt x="6877" y="1454"/>
                  </a:cubicBezTo>
                  <a:cubicBezTo>
                    <a:pt x="6996" y="1454"/>
                    <a:pt x="7102" y="1532"/>
                    <a:pt x="7140" y="1653"/>
                  </a:cubicBezTo>
                  <a:cubicBezTo>
                    <a:pt x="7140" y="1653"/>
                    <a:pt x="7146" y="1653"/>
                    <a:pt x="7146" y="1659"/>
                  </a:cubicBezTo>
                  <a:lnTo>
                    <a:pt x="7417" y="2624"/>
                  </a:lnTo>
                  <a:lnTo>
                    <a:pt x="7701" y="1653"/>
                  </a:lnTo>
                  <a:cubicBezTo>
                    <a:pt x="7708" y="1653"/>
                    <a:pt x="7708" y="1653"/>
                    <a:pt x="7708" y="1646"/>
                  </a:cubicBezTo>
                  <a:cubicBezTo>
                    <a:pt x="7746" y="1532"/>
                    <a:pt x="7858" y="1454"/>
                    <a:pt x="7978" y="1454"/>
                  </a:cubicBezTo>
                  <a:close/>
                  <a:moveTo>
                    <a:pt x="4965" y="1468"/>
                  </a:moveTo>
                  <a:cubicBezTo>
                    <a:pt x="5566" y="1468"/>
                    <a:pt x="6056" y="1957"/>
                    <a:pt x="6056" y="2558"/>
                  </a:cubicBezTo>
                  <a:cubicBezTo>
                    <a:pt x="6056" y="3153"/>
                    <a:pt x="5566" y="3642"/>
                    <a:pt x="4965" y="3642"/>
                  </a:cubicBezTo>
                  <a:cubicBezTo>
                    <a:pt x="4363" y="3642"/>
                    <a:pt x="3874" y="3153"/>
                    <a:pt x="3874" y="2558"/>
                  </a:cubicBezTo>
                  <a:cubicBezTo>
                    <a:pt x="3874" y="1957"/>
                    <a:pt x="4363" y="1468"/>
                    <a:pt x="4965" y="1468"/>
                  </a:cubicBezTo>
                  <a:close/>
                  <a:moveTo>
                    <a:pt x="1091" y="0"/>
                  </a:moveTo>
                  <a:cubicBezTo>
                    <a:pt x="490" y="0"/>
                    <a:pt x="1" y="489"/>
                    <a:pt x="1" y="1091"/>
                  </a:cubicBezTo>
                  <a:lnTo>
                    <a:pt x="1" y="3999"/>
                  </a:lnTo>
                  <a:cubicBezTo>
                    <a:pt x="1" y="4601"/>
                    <a:pt x="490" y="5090"/>
                    <a:pt x="1091" y="5090"/>
                  </a:cubicBezTo>
                  <a:lnTo>
                    <a:pt x="1210" y="5090"/>
                  </a:lnTo>
                  <a:lnTo>
                    <a:pt x="1210" y="6181"/>
                  </a:lnTo>
                  <a:cubicBezTo>
                    <a:pt x="1210" y="6399"/>
                    <a:pt x="1390" y="6542"/>
                    <a:pt x="1576" y="6542"/>
                  </a:cubicBezTo>
                  <a:cubicBezTo>
                    <a:pt x="1666" y="6542"/>
                    <a:pt x="1758" y="6508"/>
                    <a:pt x="1832" y="6432"/>
                  </a:cubicBezTo>
                  <a:lnTo>
                    <a:pt x="3180" y="5090"/>
                  </a:lnTo>
                  <a:lnTo>
                    <a:pt x="8838" y="5090"/>
                  </a:lnTo>
                  <a:cubicBezTo>
                    <a:pt x="9440" y="5090"/>
                    <a:pt x="9929" y="4601"/>
                    <a:pt x="9929" y="3999"/>
                  </a:cubicBezTo>
                  <a:lnTo>
                    <a:pt x="9929" y="1091"/>
                  </a:lnTo>
                  <a:cubicBezTo>
                    <a:pt x="9929" y="489"/>
                    <a:pt x="9440" y="0"/>
                    <a:pt x="8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72"/>
            <p:cNvSpPr/>
            <p:nvPr/>
          </p:nvSpPr>
          <p:spPr>
            <a:xfrm>
              <a:off x="7321389" y="4196854"/>
              <a:ext cx="46902" cy="46863"/>
            </a:xfrm>
            <a:custGeom>
              <a:avLst/>
              <a:gdLst/>
              <a:ahLst/>
              <a:cxnLst/>
              <a:rect l="l" t="t" r="r" b="b"/>
              <a:pathLst>
                <a:path w="1211" h="1210" extrusionOk="0">
                  <a:moveTo>
                    <a:pt x="602" y="0"/>
                  </a:moveTo>
                  <a:cubicBezTo>
                    <a:pt x="271" y="0"/>
                    <a:pt x="0" y="271"/>
                    <a:pt x="0" y="608"/>
                  </a:cubicBezTo>
                  <a:cubicBezTo>
                    <a:pt x="0" y="939"/>
                    <a:pt x="271" y="1210"/>
                    <a:pt x="602" y="1210"/>
                  </a:cubicBezTo>
                  <a:cubicBezTo>
                    <a:pt x="939" y="1210"/>
                    <a:pt x="1210" y="939"/>
                    <a:pt x="1210" y="608"/>
                  </a:cubicBezTo>
                  <a:cubicBezTo>
                    <a:pt x="1210" y="271"/>
                    <a:pt x="939" y="0"/>
                    <a:pt x="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72"/>
            <p:cNvSpPr/>
            <p:nvPr/>
          </p:nvSpPr>
          <p:spPr>
            <a:xfrm>
              <a:off x="7370033" y="4322533"/>
              <a:ext cx="262706" cy="279050"/>
            </a:xfrm>
            <a:custGeom>
              <a:avLst/>
              <a:gdLst/>
              <a:ahLst/>
              <a:cxnLst/>
              <a:rect l="l" t="t" r="r" b="b"/>
              <a:pathLst>
                <a:path w="6783" h="7205" extrusionOk="0">
                  <a:moveTo>
                    <a:pt x="4147" y="1371"/>
                  </a:moveTo>
                  <a:cubicBezTo>
                    <a:pt x="4468" y="1371"/>
                    <a:pt x="4789" y="1494"/>
                    <a:pt x="5031" y="1739"/>
                  </a:cubicBezTo>
                  <a:cubicBezTo>
                    <a:pt x="5520" y="2228"/>
                    <a:pt x="5520" y="3022"/>
                    <a:pt x="5031" y="3511"/>
                  </a:cubicBezTo>
                  <a:lnTo>
                    <a:pt x="3649" y="4899"/>
                  </a:lnTo>
                  <a:cubicBezTo>
                    <a:pt x="3576" y="4968"/>
                    <a:pt x="3484" y="5003"/>
                    <a:pt x="3391" y="5003"/>
                  </a:cubicBezTo>
                  <a:cubicBezTo>
                    <a:pt x="3299" y="5003"/>
                    <a:pt x="3206" y="4968"/>
                    <a:pt x="3134" y="4899"/>
                  </a:cubicBezTo>
                  <a:lnTo>
                    <a:pt x="1752" y="3511"/>
                  </a:lnTo>
                  <a:cubicBezTo>
                    <a:pt x="1263" y="3022"/>
                    <a:pt x="1263" y="2228"/>
                    <a:pt x="1752" y="1739"/>
                  </a:cubicBezTo>
                  <a:cubicBezTo>
                    <a:pt x="1994" y="1494"/>
                    <a:pt x="2314" y="1371"/>
                    <a:pt x="2635" y="1371"/>
                  </a:cubicBezTo>
                  <a:cubicBezTo>
                    <a:pt x="2902" y="1371"/>
                    <a:pt x="3169" y="1456"/>
                    <a:pt x="3391" y="1627"/>
                  </a:cubicBezTo>
                  <a:cubicBezTo>
                    <a:pt x="3613" y="1456"/>
                    <a:pt x="3880" y="1371"/>
                    <a:pt x="4147" y="1371"/>
                  </a:cubicBezTo>
                  <a:close/>
                  <a:moveTo>
                    <a:pt x="4581" y="1"/>
                  </a:moveTo>
                  <a:cubicBezTo>
                    <a:pt x="4251" y="378"/>
                    <a:pt x="3761" y="622"/>
                    <a:pt x="3219" y="622"/>
                  </a:cubicBezTo>
                  <a:lnTo>
                    <a:pt x="1170" y="622"/>
                  </a:lnTo>
                  <a:cubicBezTo>
                    <a:pt x="456" y="1244"/>
                    <a:pt x="0" y="2156"/>
                    <a:pt x="0" y="3180"/>
                  </a:cubicBezTo>
                  <a:cubicBezTo>
                    <a:pt x="0" y="5051"/>
                    <a:pt x="1521" y="6565"/>
                    <a:pt x="3391" y="6565"/>
                  </a:cubicBezTo>
                  <a:cubicBezTo>
                    <a:pt x="3557" y="6565"/>
                    <a:pt x="3715" y="6551"/>
                    <a:pt x="3874" y="6532"/>
                  </a:cubicBezTo>
                  <a:lnTo>
                    <a:pt x="4760" y="7140"/>
                  </a:lnTo>
                  <a:cubicBezTo>
                    <a:pt x="4823" y="7184"/>
                    <a:pt x="4894" y="7204"/>
                    <a:pt x="4963" y="7204"/>
                  </a:cubicBezTo>
                  <a:cubicBezTo>
                    <a:pt x="5151" y="7204"/>
                    <a:pt x="5328" y="7055"/>
                    <a:pt x="5328" y="6842"/>
                  </a:cubicBezTo>
                  <a:lnTo>
                    <a:pt x="5328" y="5957"/>
                  </a:lnTo>
                  <a:cubicBezTo>
                    <a:pt x="6207" y="5342"/>
                    <a:pt x="6782" y="4330"/>
                    <a:pt x="6782" y="3180"/>
                  </a:cubicBezTo>
                  <a:cubicBezTo>
                    <a:pt x="6782" y="1726"/>
                    <a:pt x="5870" y="483"/>
                    <a:pt x="45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72"/>
            <p:cNvSpPr/>
            <p:nvPr/>
          </p:nvSpPr>
          <p:spPr>
            <a:xfrm>
              <a:off x="7449662" y="4403672"/>
              <a:ext cx="103448" cy="78661"/>
            </a:xfrm>
            <a:custGeom>
              <a:avLst/>
              <a:gdLst/>
              <a:ahLst/>
              <a:cxnLst/>
              <a:rect l="l" t="t" r="r" b="b"/>
              <a:pathLst>
                <a:path w="2671" h="2031" extrusionOk="0">
                  <a:moveTo>
                    <a:pt x="575" y="0"/>
                  </a:moveTo>
                  <a:cubicBezTo>
                    <a:pt x="441" y="0"/>
                    <a:pt x="307" y="52"/>
                    <a:pt x="205" y="153"/>
                  </a:cubicBezTo>
                  <a:cubicBezTo>
                    <a:pt x="0" y="365"/>
                    <a:pt x="0" y="695"/>
                    <a:pt x="205" y="900"/>
                  </a:cubicBezTo>
                  <a:lnTo>
                    <a:pt x="1335" y="2031"/>
                  </a:lnTo>
                  <a:lnTo>
                    <a:pt x="2466" y="900"/>
                  </a:lnTo>
                  <a:cubicBezTo>
                    <a:pt x="2671" y="695"/>
                    <a:pt x="2671" y="365"/>
                    <a:pt x="2466" y="160"/>
                  </a:cubicBezTo>
                  <a:cubicBezTo>
                    <a:pt x="2363" y="54"/>
                    <a:pt x="2228" y="1"/>
                    <a:pt x="2092" y="1"/>
                  </a:cubicBezTo>
                  <a:cubicBezTo>
                    <a:pt x="1957" y="1"/>
                    <a:pt x="1821" y="54"/>
                    <a:pt x="1719" y="160"/>
                  </a:cubicBezTo>
                  <a:lnTo>
                    <a:pt x="1593" y="285"/>
                  </a:lnTo>
                  <a:cubicBezTo>
                    <a:pt x="1520" y="355"/>
                    <a:pt x="1428" y="390"/>
                    <a:pt x="1335" y="390"/>
                  </a:cubicBezTo>
                  <a:cubicBezTo>
                    <a:pt x="1243" y="390"/>
                    <a:pt x="1150" y="355"/>
                    <a:pt x="1078" y="285"/>
                  </a:cubicBezTo>
                  <a:lnTo>
                    <a:pt x="952" y="160"/>
                  </a:lnTo>
                  <a:cubicBezTo>
                    <a:pt x="849" y="53"/>
                    <a:pt x="712" y="0"/>
                    <a:pt x="5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012" name="Google Shape;2012;p72"/>
          <p:cNvCxnSpPr/>
          <p:nvPr/>
        </p:nvCxnSpPr>
        <p:spPr>
          <a:xfrm>
            <a:off x="1941450" y="1123950"/>
            <a:ext cx="5261100" cy="0"/>
          </a:xfrm>
          <a:prstGeom prst="straightConnector1">
            <a:avLst/>
          </a:prstGeom>
          <a:noFill/>
          <a:ln w="9525" cap="flat" cmpd="sng">
            <a:solidFill>
              <a:schemeClr val="dk1"/>
            </a:solidFill>
            <a:prstDash val="solid"/>
            <a:round/>
            <a:headEnd type="none" w="med" len="med"/>
            <a:tailEnd type="none" w="med" len="med"/>
          </a:ln>
        </p:spPr>
      </p:cxnSp>
      <p:sp>
        <p:nvSpPr>
          <p:cNvPr id="2013" name="Google Shape;2013;p72"/>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100"/>
              <a:t>ICON PACK: GLOBAL DAY OF PARENTS</a:t>
            </a:r>
            <a:endParaRPr sz="3100"/>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017"/>
        <p:cNvGrpSpPr/>
        <p:nvPr/>
      </p:nvGrpSpPr>
      <p:grpSpPr>
        <a:xfrm>
          <a:off x="0" y="0"/>
          <a:ext cx="0" cy="0"/>
          <a:chOff x="0" y="0"/>
          <a:chExt cx="0" cy="0"/>
        </a:xfrm>
      </p:grpSpPr>
      <p:sp>
        <p:nvSpPr>
          <p:cNvPr id="2018" name="Google Shape;2018;p73"/>
          <p:cNvSpPr txBox="1">
            <a:spLocks noGrp="1"/>
          </p:cNvSpPr>
          <p:nvPr>
            <p:ph type="body" idx="4294967295"/>
          </p:nvPr>
        </p:nvSpPr>
        <p:spPr>
          <a:xfrm>
            <a:off x="720000" y="1215750"/>
            <a:ext cx="7704000" cy="7344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1200"/>
              <a:t>Here’s an assortment of alternative resources whose style fits the one of this template:</a:t>
            </a:r>
            <a:endParaRPr sz="1200"/>
          </a:p>
          <a:p>
            <a:pPr marL="457200" lvl="0" indent="-304800" algn="l" rtl="0">
              <a:lnSpc>
                <a:spcPct val="100000"/>
              </a:lnSpc>
              <a:spcBef>
                <a:spcPts val="0"/>
              </a:spcBef>
              <a:spcAft>
                <a:spcPts val="0"/>
              </a:spcAft>
              <a:buClr>
                <a:schemeClr val="dk2"/>
              </a:buClr>
              <a:buSzPts val="1200"/>
              <a:buChar char="●"/>
            </a:pPr>
            <a:r>
              <a:rPr lang="en" sz="1100">
                <a:uFill>
                  <a:noFill/>
                </a:uFill>
                <a:hlinkClick r:id="rId3"/>
              </a:rPr>
              <a:t>Family silhouettes pack</a:t>
            </a:r>
            <a:endParaRPr sz="1200"/>
          </a:p>
          <a:p>
            <a:pPr marL="0" marR="0" lvl="0" indent="0" algn="l" rtl="0">
              <a:lnSpc>
                <a:spcPct val="100000"/>
              </a:lnSpc>
              <a:spcBef>
                <a:spcPts val="0"/>
              </a:spcBef>
              <a:spcAft>
                <a:spcPts val="0"/>
              </a:spcAft>
              <a:buNone/>
            </a:pPr>
            <a:endParaRPr sz="1200"/>
          </a:p>
        </p:txBody>
      </p:sp>
      <p:cxnSp>
        <p:nvCxnSpPr>
          <p:cNvPr id="2019" name="Google Shape;2019;p73"/>
          <p:cNvCxnSpPr/>
          <p:nvPr/>
        </p:nvCxnSpPr>
        <p:spPr>
          <a:xfrm>
            <a:off x="2611650" y="1123950"/>
            <a:ext cx="3920700" cy="0"/>
          </a:xfrm>
          <a:prstGeom prst="straightConnector1">
            <a:avLst/>
          </a:prstGeom>
          <a:noFill/>
          <a:ln w="9525" cap="flat" cmpd="sng">
            <a:solidFill>
              <a:schemeClr val="dk1"/>
            </a:solidFill>
            <a:prstDash val="solid"/>
            <a:round/>
            <a:headEnd type="none" w="med" len="med"/>
            <a:tailEnd type="none" w="med" len="med"/>
          </a:ln>
        </p:spPr>
      </p:cxnSp>
      <p:grpSp>
        <p:nvGrpSpPr>
          <p:cNvPr id="2020" name="Google Shape;2020;p73"/>
          <p:cNvGrpSpPr/>
          <p:nvPr/>
        </p:nvGrpSpPr>
        <p:grpSpPr>
          <a:xfrm>
            <a:off x="499837" y="94400"/>
            <a:ext cx="817020" cy="675324"/>
            <a:chOff x="5943325" y="1191125"/>
            <a:chExt cx="817020" cy="675324"/>
          </a:xfrm>
        </p:grpSpPr>
        <p:sp>
          <p:nvSpPr>
            <p:cNvPr id="2021" name="Google Shape;2021;p73"/>
            <p:cNvSpPr/>
            <p:nvPr/>
          </p:nvSpPr>
          <p:spPr>
            <a:xfrm>
              <a:off x="5943325" y="1191125"/>
              <a:ext cx="817020" cy="675324"/>
            </a:xfrm>
            <a:prstGeom prst="cloud">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73"/>
            <p:cNvSpPr/>
            <p:nvPr/>
          </p:nvSpPr>
          <p:spPr>
            <a:xfrm>
              <a:off x="5994682" y="1233539"/>
              <a:ext cx="714420" cy="590544"/>
            </a:xfrm>
            <a:prstGeom prst="clou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23" name="Google Shape;2023;p73"/>
            <p:cNvGrpSpPr/>
            <p:nvPr/>
          </p:nvGrpSpPr>
          <p:grpSpPr>
            <a:xfrm>
              <a:off x="6209120" y="1382653"/>
              <a:ext cx="285761" cy="292060"/>
              <a:chOff x="4072473" y="2031100"/>
              <a:chExt cx="300579" cy="307206"/>
            </a:xfrm>
          </p:grpSpPr>
          <p:sp>
            <p:nvSpPr>
              <p:cNvPr id="2024" name="Google Shape;2024;p73"/>
              <p:cNvSpPr/>
              <p:nvPr/>
            </p:nvSpPr>
            <p:spPr>
              <a:xfrm>
                <a:off x="4100741" y="2031100"/>
                <a:ext cx="63126" cy="63001"/>
              </a:xfrm>
              <a:custGeom>
                <a:avLst/>
                <a:gdLst/>
                <a:ahLst/>
                <a:cxnLst/>
                <a:rect l="l" t="t" r="r" b="b"/>
                <a:pathLst>
                  <a:path w="3028" h="3022" extrusionOk="0">
                    <a:moveTo>
                      <a:pt x="1514" y="1"/>
                    </a:moveTo>
                    <a:cubicBezTo>
                      <a:pt x="681" y="1"/>
                      <a:pt x="0" y="675"/>
                      <a:pt x="0" y="1515"/>
                    </a:cubicBezTo>
                    <a:cubicBezTo>
                      <a:pt x="0" y="2348"/>
                      <a:pt x="681" y="3022"/>
                      <a:pt x="1514" y="3022"/>
                    </a:cubicBezTo>
                    <a:cubicBezTo>
                      <a:pt x="2353" y="3022"/>
                      <a:pt x="3027" y="2348"/>
                      <a:pt x="3027" y="1515"/>
                    </a:cubicBezTo>
                    <a:cubicBezTo>
                      <a:pt x="3027" y="675"/>
                      <a:pt x="2353" y="1"/>
                      <a:pt x="15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025" name="Google Shape;2025;p73"/>
              <p:cNvSpPr/>
              <p:nvPr/>
            </p:nvSpPr>
            <p:spPr>
              <a:xfrm>
                <a:off x="4281522" y="2040481"/>
                <a:ext cx="65482" cy="62584"/>
              </a:xfrm>
              <a:custGeom>
                <a:avLst/>
                <a:gdLst/>
                <a:ahLst/>
                <a:cxnLst/>
                <a:rect l="l" t="t" r="r" b="b"/>
                <a:pathLst>
                  <a:path w="3141" h="3002" extrusionOk="0">
                    <a:moveTo>
                      <a:pt x="1569" y="0"/>
                    </a:moveTo>
                    <a:cubicBezTo>
                      <a:pt x="1046" y="0"/>
                      <a:pt x="553" y="277"/>
                      <a:pt x="285" y="728"/>
                    </a:cubicBezTo>
                    <a:cubicBezTo>
                      <a:pt x="7" y="1184"/>
                      <a:pt x="1" y="1772"/>
                      <a:pt x="258" y="2235"/>
                    </a:cubicBezTo>
                    <a:cubicBezTo>
                      <a:pt x="516" y="2697"/>
                      <a:pt x="1012" y="2988"/>
                      <a:pt x="1534" y="3001"/>
                    </a:cubicBezTo>
                    <a:lnTo>
                      <a:pt x="1567" y="3001"/>
                    </a:lnTo>
                    <a:cubicBezTo>
                      <a:pt x="2096" y="3001"/>
                      <a:pt x="2592" y="2717"/>
                      <a:pt x="2863" y="2261"/>
                    </a:cubicBezTo>
                    <a:cubicBezTo>
                      <a:pt x="3134" y="1805"/>
                      <a:pt x="3140" y="1217"/>
                      <a:pt x="2869" y="754"/>
                    </a:cubicBezTo>
                    <a:cubicBezTo>
                      <a:pt x="2605" y="298"/>
                      <a:pt x="2109"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026" name="Google Shape;2026;p73"/>
              <p:cNvSpPr/>
              <p:nvPr/>
            </p:nvSpPr>
            <p:spPr>
              <a:xfrm>
                <a:off x="4072473" y="2095891"/>
                <a:ext cx="300579" cy="242415"/>
              </a:xfrm>
              <a:custGeom>
                <a:avLst/>
                <a:gdLst/>
                <a:ahLst/>
                <a:cxnLst/>
                <a:rect l="l" t="t" r="r" b="b"/>
                <a:pathLst>
                  <a:path w="14418" h="11628" extrusionOk="0">
                    <a:moveTo>
                      <a:pt x="2887" y="1"/>
                    </a:moveTo>
                    <a:cubicBezTo>
                      <a:pt x="2695" y="1"/>
                      <a:pt x="2506" y="20"/>
                      <a:pt x="2334" y="53"/>
                    </a:cubicBezTo>
                    <a:cubicBezTo>
                      <a:pt x="2308" y="59"/>
                      <a:pt x="2281" y="66"/>
                      <a:pt x="2248" y="72"/>
                    </a:cubicBezTo>
                    <a:cubicBezTo>
                      <a:pt x="2182" y="92"/>
                      <a:pt x="2103" y="119"/>
                      <a:pt x="2010" y="158"/>
                    </a:cubicBezTo>
                    <a:cubicBezTo>
                      <a:pt x="1832" y="231"/>
                      <a:pt x="1587" y="363"/>
                      <a:pt x="1343" y="562"/>
                    </a:cubicBezTo>
                    <a:cubicBezTo>
                      <a:pt x="1224" y="661"/>
                      <a:pt x="1098" y="780"/>
                      <a:pt x="986" y="912"/>
                    </a:cubicBezTo>
                    <a:cubicBezTo>
                      <a:pt x="867" y="1044"/>
                      <a:pt x="755" y="1190"/>
                      <a:pt x="662" y="1348"/>
                    </a:cubicBezTo>
                    <a:cubicBezTo>
                      <a:pt x="464" y="1665"/>
                      <a:pt x="312" y="2022"/>
                      <a:pt x="212" y="2386"/>
                    </a:cubicBezTo>
                    <a:cubicBezTo>
                      <a:pt x="107" y="2743"/>
                      <a:pt x="54" y="3107"/>
                      <a:pt x="27" y="3437"/>
                    </a:cubicBezTo>
                    <a:cubicBezTo>
                      <a:pt x="1" y="3774"/>
                      <a:pt x="1" y="4085"/>
                      <a:pt x="8" y="4343"/>
                    </a:cubicBezTo>
                    <a:cubicBezTo>
                      <a:pt x="21" y="4607"/>
                      <a:pt x="41" y="4819"/>
                      <a:pt x="54" y="4971"/>
                    </a:cubicBezTo>
                    <a:cubicBezTo>
                      <a:pt x="67" y="5123"/>
                      <a:pt x="80" y="5209"/>
                      <a:pt x="80" y="5209"/>
                    </a:cubicBezTo>
                    <a:cubicBezTo>
                      <a:pt x="112" y="5432"/>
                      <a:pt x="298" y="5599"/>
                      <a:pt x="518" y="5599"/>
                    </a:cubicBezTo>
                    <a:cubicBezTo>
                      <a:pt x="526" y="5599"/>
                      <a:pt x="535" y="5599"/>
                      <a:pt x="543" y="5599"/>
                    </a:cubicBezTo>
                    <a:cubicBezTo>
                      <a:pt x="794" y="5592"/>
                      <a:pt x="986" y="5380"/>
                      <a:pt x="973" y="5129"/>
                    </a:cubicBezTo>
                    <a:cubicBezTo>
                      <a:pt x="973" y="5129"/>
                      <a:pt x="973" y="5050"/>
                      <a:pt x="966" y="4918"/>
                    </a:cubicBezTo>
                    <a:cubicBezTo>
                      <a:pt x="966" y="4779"/>
                      <a:pt x="966" y="4581"/>
                      <a:pt x="979" y="4349"/>
                    </a:cubicBezTo>
                    <a:cubicBezTo>
                      <a:pt x="986" y="4111"/>
                      <a:pt x="1012" y="3847"/>
                      <a:pt x="1059" y="3563"/>
                    </a:cubicBezTo>
                    <a:cubicBezTo>
                      <a:pt x="1105" y="3285"/>
                      <a:pt x="1178" y="2994"/>
                      <a:pt x="1277" y="2730"/>
                    </a:cubicBezTo>
                    <a:cubicBezTo>
                      <a:pt x="1336" y="2578"/>
                      <a:pt x="1402" y="2432"/>
                      <a:pt x="1475" y="2300"/>
                    </a:cubicBezTo>
                    <a:lnTo>
                      <a:pt x="1475" y="2300"/>
                    </a:lnTo>
                    <a:lnTo>
                      <a:pt x="1145" y="5030"/>
                    </a:lnTo>
                    <a:cubicBezTo>
                      <a:pt x="1131" y="5162"/>
                      <a:pt x="1125" y="5314"/>
                      <a:pt x="1145" y="5453"/>
                    </a:cubicBezTo>
                    <a:cubicBezTo>
                      <a:pt x="1178" y="5737"/>
                      <a:pt x="1283" y="5995"/>
                      <a:pt x="1429" y="6220"/>
                    </a:cubicBezTo>
                    <a:lnTo>
                      <a:pt x="1667" y="11131"/>
                    </a:lnTo>
                    <a:cubicBezTo>
                      <a:pt x="1680" y="11396"/>
                      <a:pt x="1891" y="11614"/>
                      <a:pt x="2162" y="11627"/>
                    </a:cubicBezTo>
                    <a:cubicBezTo>
                      <a:pt x="2171" y="11627"/>
                      <a:pt x="2179" y="11627"/>
                      <a:pt x="2187" y="11627"/>
                    </a:cubicBezTo>
                    <a:cubicBezTo>
                      <a:pt x="2467" y="11627"/>
                      <a:pt x="2698" y="11407"/>
                      <a:pt x="2711" y="11131"/>
                    </a:cubicBezTo>
                    <a:lnTo>
                      <a:pt x="2876" y="7416"/>
                    </a:lnTo>
                    <a:lnTo>
                      <a:pt x="3048" y="11131"/>
                    </a:lnTo>
                    <a:cubicBezTo>
                      <a:pt x="3061" y="11396"/>
                      <a:pt x="3280" y="11614"/>
                      <a:pt x="3551" y="11627"/>
                    </a:cubicBezTo>
                    <a:cubicBezTo>
                      <a:pt x="3559" y="11627"/>
                      <a:pt x="3567" y="11627"/>
                      <a:pt x="3575" y="11627"/>
                    </a:cubicBezTo>
                    <a:cubicBezTo>
                      <a:pt x="3855" y="11627"/>
                      <a:pt x="4086" y="11407"/>
                      <a:pt x="4099" y="11131"/>
                    </a:cubicBezTo>
                    <a:lnTo>
                      <a:pt x="4324" y="6200"/>
                    </a:lnTo>
                    <a:cubicBezTo>
                      <a:pt x="4542" y="5870"/>
                      <a:pt x="4648" y="5460"/>
                      <a:pt x="4595" y="5030"/>
                    </a:cubicBezTo>
                    <a:lnTo>
                      <a:pt x="4271" y="2333"/>
                    </a:lnTo>
                    <a:lnTo>
                      <a:pt x="4271" y="2333"/>
                    </a:lnTo>
                    <a:cubicBezTo>
                      <a:pt x="4337" y="2452"/>
                      <a:pt x="4397" y="2584"/>
                      <a:pt x="4450" y="2730"/>
                    </a:cubicBezTo>
                    <a:cubicBezTo>
                      <a:pt x="4555" y="2994"/>
                      <a:pt x="4621" y="3285"/>
                      <a:pt x="4668" y="3563"/>
                    </a:cubicBezTo>
                    <a:cubicBezTo>
                      <a:pt x="4714" y="3847"/>
                      <a:pt x="4740" y="4111"/>
                      <a:pt x="4754" y="4349"/>
                    </a:cubicBezTo>
                    <a:cubicBezTo>
                      <a:pt x="4760" y="4581"/>
                      <a:pt x="4760" y="4779"/>
                      <a:pt x="4760" y="4918"/>
                    </a:cubicBezTo>
                    <a:cubicBezTo>
                      <a:pt x="4754" y="5050"/>
                      <a:pt x="4754" y="5129"/>
                      <a:pt x="4754" y="5129"/>
                    </a:cubicBezTo>
                    <a:cubicBezTo>
                      <a:pt x="4747" y="5341"/>
                      <a:pt x="4886" y="5532"/>
                      <a:pt x="5091" y="5585"/>
                    </a:cubicBezTo>
                    <a:cubicBezTo>
                      <a:pt x="5256" y="5770"/>
                      <a:pt x="5441" y="5922"/>
                      <a:pt x="5666" y="6028"/>
                    </a:cubicBezTo>
                    <a:cubicBezTo>
                      <a:pt x="5845" y="6115"/>
                      <a:pt x="6045" y="6156"/>
                      <a:pt x="6243" y="6156"/>
                    </a:cubicBezTo>
                    <a:cubicBezTo>
                      <a:pt x="6271" y="6156"/>
                      <a:pt x="6299" y="6155"/>
                      <a:pt x="6327" y="6154"/>
                    </a:cubicBezTo>
                    <a:lnTo>
                      <a:pt x="6327" y="6887"/>
                    </a:lnTo>
                    <a:lnTo>
                      <a:pt x="6333" y="7006"/>
                    </a:lnTo>
                    <a:lnTo>
                      <a:pt x="5838" y="9241"/>
                    </a:lnTo>
                    <a:cubicBezTo>
                      <a:pt x="5824" y="9294"/>
                      <a:pt x="5838" y="9346"/>
                      <a:pt x="5871" y="9386"/>
                    </a:cubicBezTo>
                    <a:cubicBezTo>
                      <a:pt x="5904" y="9432"/>
                      <a:pt x="5957" y="9452"/>
                      <a:pt x="6010" y="9452"/>
                    </a:cubicBezTo>
                    <a:lnTo>
                      <a:pt x="6380" y="9452"/>
                    </a:lnTo>
                    <a:lnTo>
                      <a:pt x="6466" y="11336"/>
                    </a:lnTo>
                    <a:cubicBezTo>
                      <a:pt x="6472" y="11501"/>
                      <a:pt x="6611" y="11627"/>
                      <a:pt x="6770" y="11627"/>
                    </a:cubicBezTo>
                    <a:cubicBezTo>
                      <a:pt x="6928" y="11627"/>
                      <a:pt x="7067" y="11501"/>
                      <a:pt x="7074" y="11343"/>
                    </a:cubicBezTo>
                    <a:lnTo>
                      <a:pt x="7180" y="9452"/>
                    </a:lnTo>
                    <a:lnTo>
                      <a:pt x="7219" y="9452"/>
                    </a:lnTo>
                    <a:lnTo>
                      <a:pt x="7305" y="11336"/>
                    </a:lnTo>
                    <a:cubicBezTo>
                      <a:pt x="7312" y="11501"/>
                      <a:pt x="7444" y="11627"/>
                      <a:pt x="7609" y="11627"/>
                    </a:cubicBezTo>
                    <a:cubicBezTo>
                      <a:pt x="7768" y="11627"/>
                      <a:pt x="7900" y="11501"/>
                      <a:pt x="7907" y="11343"/>
                    </a:cubicBezTo>
                    <a:lnTo>
                      <a:pt x="8012" y="9452"/>
                    </a:lnTo>
                    <a:lnTo>
                      <a:pt x="8383" y="9452"/>
                    </a:lnTo>
                    <a:cubicBezTo>
                      <a:pt x="8436" y="9452"/>
                      <a:pt x="8482" y="9432"/>
                      <a:pt x="8515" y="9386"/>
                    </a:cubicBezTo>
                    <a:cubicBezTo>
                      <a:pt x="8548" y="9346"/>
                      <a:pt x="8561" y="9294"/>
                      <a:pt x="8554" y="9241"/>
                    </a:cubicBezTo>
                    <a:lnTo>
                      <a:pt x="8072" y="7046"/>
                    </a:lnTo>
                    <a:lnTo>
                      <a:pt x="8079" y="6914"/>
                    </a:lnTo>
                    <a:lnTo>
                      <a:pt x="8079" y="6154"/>
                    </a:lnTo>
                    <a:cubicBezTo>
                      <a:pt x="8106" y="6155"/>
                      <a:pt x="8133" y="6156"/>
                      <a:pt x="8161" y="6156"/>
                    </a:cubicBezTo>
                    <a:cubicBezTo>
                      <a:pt x="8354" y="6156"/>
                      <a:pt x="8554" y="6116"/>
                      <a:pt x="8733" y="6035"/>
                    </a:cubicBezTo>
                    <a:cubicBezTo>
                      <a:pt x="8898" y="5962"/>
                      <a:pt x="9037" y="5856"/>
                      <a:pt x="9163" y="5737"/>
                    </a:cubicBezTo>
                    <a:cubicBezTo>
                      <a:pt x="9167" y="5737"/>
                      <a:pt x="9171" y="5737"/>
                      <a:pt x="9175" y="5737"/>
                    </a:cubicBezTo>
                    <a:cubicBezTo>
                      <a:pt x="9401" y="5737"/>
                      <a:pt x="9599" y="5555"/>
                      <a:pt x="9619" y="5327"/>
                    </a:cubicBezTo>
                    <a:cubicBezTo>
                      <a:pt x="9625" y="5222"/>
                      <a:pt x="9632" y="5109"/>
                      <a:pt x="9645" y="4997"/>
                    </a:cubicBezTo>
                    <a:cubicBezTo>
                      <a:pt x="9665" y="4825"/>
                      <a:pt x="9685" y="4653"/>
                      <a:pt x="9711" y="4481"/>
                    </a:cubicBezTo>
                    <a:cubicBezTo>
                      <a:pt x="9771" y="4118"/>
                      <a:pt x="9870" y="3761"/>
                      <a:pt x="9996" y="3417"/>
                    </a:cubicBezTo>
                    <a:cubicBezTo>
                      <a:pt x="10029" y="3331"/>
                      <a:pt x="10062" y="3245"/>
                      <a:pt x="10101" y="3166"/>
                    </a:cubicBezTo>
                    <a:lnTo>
                      <a:pt x="10114" y="4224"/>
                    </a:lnTo>
                    <a:lnTo>
                      <a:pt x="9262" y="8064"/>
                    </a:lnTo>
                    <a:cubicBezTo>
                      <a:pt x="9249" y="8157"/>
                      <a:pt x="9268" y="8243"/>
                      <a:pt x="9328" y="8315"/>
                    </a:cubicBezTo>
                    <a:cubicBezTo>
                      <a:pt x="9381" y="8388"/>
                      <a:pt x="9467" y="8428"/>
                      <a:pt x="9559" y="8428"/>
                    </a:cubicBezTo>
                    <a:lnTo>
                      <a:pt x="10233" y="8428"/>
                    </a:lnTo>
                    <a:lnTo>
                      <a:pt x="10366" y="11131"/>
                    </a:lnTo>
                    <a:cubicBezTo>
                      <a:pt x="10379" y="11409"/>
                      <a:pt x="10610" y="11627"/>
                      <a:pt x="10881" y="11627"/>
                    </a:cubicBezTo>
                    <a:cubicBezTo>
                      <a:pt x="11152" y="11627"/>
                      <a:pt x="11384" y="11415"/>
                      <a:pt x="11403" y="11144"/>
                    </a:cubicBezTo>
                    <a:cubicBezTo>
                      <a:pt x="11403" y="11138"/>
                      <a:pt x="11403" y="11138"/>
                      <a:pt x="11403" y="11138"/>
                    </a:cubicBezTo>
                    <a:lnTo>
                      <a:pt x="11542" y="8428"/>
                    </a:lnTo>
                    <a:lnTo>
                      <a:pt x="11668" y="8428"/>
                    </a:lnTo>
                    <a:lnTo>
                      <a:pt x="11800" y="11131"/>
                    </a:lnTo>
                    <a:cubicBezTo>
                      <a:pt x="11813" y="11409"/>
                      <a:pt x="12045" y="11627"/>
                      <a:pt x="12316" y="11627"/>
                    </a:cubicBezTo>
                    <a:cubicBezTo>
                      <a:pt x="12587" y="11627"/>
                      <a:pt x="12818" y="11415"/>
                      <a:pt x="12838" y="11144"/>
                    </a:cubicBezTo>
                    <a:cubicBezTo>
                      <a:pt x="12838" y="11138"/>
                      <a:pt x="12838" y="11138"/>
                      <a:pt x="12838" y="11138"/>
                    </a:cubicBezTo>
                    <a:lnTo>
                      <a:pt x="12977" y="8428"/>
                    </a:lnTo>
                    <a:lnTo>
                      <a:pt x="13631" y="8428"/>
                    </a:lnTo>
                    <a:cubicBezTo>
                      <a:pt x="13717" y="8428"/>
                      <a:pt x="13803" y="8388"/>
                      <a:pt x="13862" y="8315"/>
                    </a:cubicBezTo>
                    <a:cubicBezTo>
                      <a:pt x="13922" y="8249"/>
                      <a:pt x="13942" y="8157"/>
                      <a:pt x="13922" y="8064"/>
                    </a:cubicBezTo>
                    <a:lnTo>
                      <a:pt x="13082" y="4204"/>
                    </a:lnTo>
                    <a:lnTo>
                      <a:pt x="13096" y="3159"/>
                    </a:lnTo>
                    <a:cubicBezTo>
                      <a:pt x="13241" y="3510"/>
                      <a:pt x="13334" y="3933"/>
                      <a:pt x="13406" y="4303"/>
                    </a:cubicBezTo>
                    <a:cubicBezTo>
                      <a:pt x="13466" y="4620"/>
                      <a:pt x="13499" y="4944"/>
                      <a:pt x="13525" y="5261"/>
                    </a:cubicBezTo>
                    <a:cubicBezTo>
                      <a:pt x="13525" y="5268"/>
                      <a:pt x="13525" y="5281"/>
                      <a:pt x="13525" y="5288"/>
                    </a:cubicBezTo>
                    <a:cubicBezTo>
                      <a:pt x="13544" y="5511"/>
                      <a:pt x="13743" y="5692"/>
                      <a:pt x="13965" y="5692"/>
                    </a:cubicBezTo>
                    <a:cubicBezTo>
                      <a:pt x="13972" y="5692"/>
                      <a:pt x="13980" y="5691"/>
                      <a:pt x="13988" y="5691"/>
                    </a:cubicBezTo>
                    <a:cubicBezTo>
                      <a:pt x="14226" y="5684"/>
                      <a:pt x="14411" y="5486"/>
                      <a:pt x="14418" y="5255"/>
                    </a:cubicBezTo>
                    <a:cubicBezTo>
                      <a:pt x="14418" y="5103"/>
                      <a:pt x="14418" y="4951"/>
                      <a:pt x="14418" y="4805"/>
                    </a:cubicBezTo>
                    <a:lnTo>
                      <a:pt x="14418" y="4792"/>
                    </a:lnTo>
                    <a:cubicBezTo>
                      <a:pt x="14418" y="4784"/>
                      <a:pt x="14418" y="4777"/>
                      <a:pt x="14418" y="4772"/>
                    </a:cubicBezTo>
                    <a:cubicBezTo>
                      <a:pt x="14404" y="4422"/>
                      <a:pt x="14385" y="4072"/>
                      <a:pt x="14325" y="3721"/>
                    </a:cubicBezTo>
                    <a:cubicBezTo>
                      <a:pt x="14272" y="3344"/>
                      <a:pt x="14180" y="2981"/>
                      <a:pt x="14048" y="2624"/>
                    </a:cubicBezTo>
                    <a:cubicBezTo>
                      <a:pt x="13803" y="1943"/>
                      <a:pt x="13387" y="1295"/>
                      <a:pt x="12792" y="879"/>
                    </a:cubicBezTo>
                    <a:cubicBezTo>
                      <a:pt x="12666" y="793"/>
                      <a:pt x="12534" y="720"/>
                      <a:pt x="12402" y="648"/>
                    </a:cubicBezTo>
                    <a:cubicBezTo>
                      <a:pt x="12146" y="508"/>
                      <a:pt x="11873" y="438"/>
                      <a:pt x="11599" y="438"/>
                    </a:cubicBezTo>
                    <a:cubicBezTo>
                      <a:pt x="11329" y="438"/>
                      <a:pt x="11058" y="506"/>
                      <a:pt x="10802" y="641"/>
                    </a:cubicBezTo>
                    <a:cubicBezTo>
                      <a:pt x="10174" y="978"/>
                      <a:pt x="9665" y="1513"/>
                      <a:pt x="9334" y="2135"/>
                    </a:cubicBezTo>
                    <a:cubicBezTo>
                      <a:pt x="9163" y="2465"/>
                      <a:pt x="9037" y="2822"/>
                      <a:pt x="8938" y="3186"/>
                    </a:cubicBezTo>
                    <a:cubicBezTo>
                      <a:pt x="8845" y="3549"/>
                      <a:pt x="8792" y="3920"/>
                      <a:pt x="8753" y="4290"/>
                    </a:cubicBezTo>
                    <a:cubicBezTo>
                      <a:pt x="8720" y="4627"/>
                      <a:pt x="8726" y="4964"/>
                      <a:pt x="8726" y="5301"/>
                    </a:cubicBezTo>
                    <a:cubicBezTo>
                      <a:pt x="8726" y="5321"/>
                      <a:pt x="8726" y="5347"/>
                      <a:pt x="8733" y="5367"/>
                    </a:cubicBezTo>
                    <a:cubicBezTo>
                      <a:pt x="8634" y="5427"/>
                      <a:pt x="8521" y="5473"/>
                      <a:pt x="8402" y="5486"/>
                    </a:cubicBezTo>
                    <a:cubicBezTo>
                      <a:pt x="8364" y="5492"/>
                      <a:pt x="8325" y="5495"/>
                      <a:pt x="8286" y="5495"/>
                    </a:cubicBezTo>
                    <a:cubicBezTo>
                      <a:pt x="8111" y="5495"/>
                      <a:pt x="7938" y="5436"/>
                      <a:pt x="7814" y="5327"/>
                    </a:cubicBezTo>
                    <a:cubicBezTo>
                      <a:pt x="7633" y="5169"/>
                      <a:pt x="7427" y="5094"/>
                      <a:pt x="7219" y="5094"/>
                    </a:cubicBezTo>
                    <a:cubicBezTo>
                      <a:pt x="7002" y="5094"/>
                      <a:pt x="6784" y="5176"/>
                      <a:pt x="6591" y="5327"/>
                    </a:cubicBezTo>
                    <a:cubicBezTo>
                      <a:pt x="6460" y="5431"/>
                      <a:pt x="6288" y="5495"/>
                      <a:pt x="6117" y="5495"/>
                    </a:cubicBezTo>
                    <a:cubicBezTo>
                      <a:pt x="6081" y="5495"/>
                      <a:pt x="6045" y="5492"/>
                      <a:pt x="6010" y="5486"/>
                    </a:cubicBezTo>
                    <a:cubicBezTo>
                      <a:pt x="5858" y="5466"/>
                      <a:pt x="5732" y="5413"/>
                      <a:pt x="5613" y="5334"/>
                    </a:cubicBezTo>
                    <a:cubicBezTo>
                      <a:pt x="5633" y="5294"/>
                      <a:pt x="5639" y="5255"/>
                      <a:pt x="5646" y="5209"/>
                    </a:cubicBezTo>
                    <a:cubicBezTo>
                      <a:pt x="5646" y="5209"/>
                      <a:pt x="5659" y="5123"/>
                      <a:pt x="5672" y="4971"/>
                    </a:cubicBezTo>
                    <a:cubicBezTo>
                      <a:pt x="5692" y="4819"/>
                      <a:pt x="5706" y="4607"/>
                      <a:pt x="5719" y="4343"/>
                    </a:cubicBezTo>
                    <a:cubicBezTo>
                      <a:pt x="5725" y="4085"/>
                      <a:pt x="5725" y="3774"/>
                      <a:pt x="5699" y="3437"/>
                    </a:cubicBezTo>
                    <a:cubicBezTo>
                      <a:pt x="5672" y="3107"/>
                      <a:pt x="5620" y="2743"/>
                      <a:pt x="5514" y="2386"/>
                    </a:cubicBezTo>
                    <a:cubicBezTo>
                      <a:pt x="5415" y="2022"/>
                      <a:pt x="5263" y="1665"/>
                      <a:pt x="5071" y="1348"/>
                    </a:cubicBezTo>
                    <a:cubicBezTo>
                      <a:pt x="4972" y="1190"/>
                      <a:pt x="4859" y="1044"/>
                      <a:pt x="4747" y="912"/>
                    </a:cubicBezTo>
                    <a:cubicBezTo>
                      <a:pt x="4628" y="780"/>
                      <a:pt x="4502" y="661"/>
                      <a:pt x="4383" y="562"/>
                    </a:cubicBezTo>
                    <a:cubicBezTo>
                      <a:pt x="4139" y="363"/>
                      <a:pt x="3901" y="231"/>
                      <a:pt x="3716" y="158"/>
                    </a:cubicBezTo>
                    <a:cubicBezTo>
                      <a:pt x="3623" y="119"/>
                      <a:pt x="3544" y="92"/>
                      <a:pt x="3478" y="72"/>
                    </a:cubicBezTo>
                    <a:cubicBezTo>
                      <a:pt x="3289" y="22"/>
                      <a:pt x="3087" y="1"/>
                      <a:pt x="28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027" name="Google Shape;2027;p73"/>
              <p:cNvSpPr/>
              <p:nvPr/>
            </p:nvSpPr>
            <p:spPr>
              <a:xfrm>
                <a:off x="4203389" y="2163454"/>
                <a:ext cx="38464" cy="36608"/>
              </a:xfrm>
              <a:custGeom>
                <a:avLst/>
                <a:gdLst/>
                <a:ahLst/>
                <a:cxnLst/>
                <a:rect l="l" t="t" r="r" b="b"/>
                <a:pathLst>
                  <a:path w="1845" h="1756" extrusionOk="0">
                    <a:moveTo>
                      <a:pt x="916" y="0"/>
                    </a:moveTo>
                    <a:cubicBezTo>
                      <a:pt x="680" y="0"/>
                      <a:pt x="451" y="98"/>
                      <a:pt x="291" y="269"/>
                    </a:cubicBezTo>
                    <a:cubicBezTo>
                      <a:pt x="87" y="487"/>
                      <a:pt x="1" y="791"/>
                      <a:pt x="73" y="1082"/>
                    </a:cubicBezTo>
                    <a:cubicBezTo>
                      <a:pt x="139" y="1359"/>
                      <a:pt x="344" y="1597"/>
                      <a:pt x="615" y="1697"/>
                    </a:cubicBezTo>
                    <a:cubicBezTo>
                      <a:pt x="714" y="1736"/>
                      <a:pt x="820" y="1756"/>
                      <a:pt x="926" y="1756"/>
                    </a:cubicBezTo>
                    <a:cubicBezTo>
                      <a:pt x="1217" y="1756"/>
                      <a:pt x="1494" y="1604"/>
                      <a:pt x="1653" y="1359"/>
                    </a:cubicBezTo>
                    <a:cubicBezTo>
                      <a:pt x="1818" y="1115"/>
                      <a:pt x="1845" y="798"/>
                      <a:pt x="1726" y="527"/>
                    </a:cubicBezTo>
                    <a:cubicBezTo>
                      <a:pt x="1613" y="262"/>
                      <a:pt x="1369" y="64"/>
                      <a:pt x="1085" y="18"/>
                    </a:cubicBezTo>
                    <a:cubicBezTo>
                      <a:pt x="1029" y="6"/>
                      <a:pt x="972" y="0"/>
                      <a:pt x="9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2028" name="Google Shape;2028;p73"/>
          <p:cNvGrpSpPr/>
          <p:nvPr/>
        </p:nvGrpSpPr>
        <p:grpSpPr>
          <a:xfrm>
            <a:off x="8195666" y="539388"/>
            <a:ext cx="727200" cy="727200"/>
            <a:chOff x="3919903" y="456875"/>
            <a:chExt cx="727200" cy="727200"/>
          </a:xfrm>
        </p:grpSpPr>
        <p:sp>
          <p:nvSpPr>
            <p:cNvPr id="2029" name="Google Shape;2029;p73"/>
            <p:cNvSpPr/>
            <p:nvPr/>
          </p:nvSpPr>
          <p:spPr>
            <a:xfrm>
              <a:off x="3919903" y="456875"/>
              <a:ext cx="727200" cy="7272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73"/>
            <p:cNvSpPr/>
            <p:nvPr/>
          </p:nvSpPr>
          <p:spPr>
            <a:xfrm>
              <a:off x="3962343" y="499314"/>
              <a:ext cx="642300" cy="64230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31" name="Google Shape;2031;p73"/>
            <p:cNvGrpSpPr/>
            <p:nvPr/>
          </p:nvGrpSpPr>
          <p:grpSpPr>
            <a:xfrm>
              <a:off x="4021301" y="620308"/>
              <a:ext cx="535695" cy="400236"/>
              <a:chOff x="3630299" y="2041315"/>
              <a:chExt cx="397312" cy="296845"/>
            </a:xfrm>
          </p:grpSpPr>
          <p:sp>
            <p:nvSpPr>
              <p:cNvPr id="2032" name="Google Shape;2032;p73"/>
              <p:cNvSpPr/>
              <p:nvPr/>
            </p:nvSpPr>
            <p:spPr>
              <a:xfrm>
                <a:off x="3646955" y="2152364"/>
                <a:ext cx="39986" cy="39172"/>
              </a:xfrm>
              <a:custGeom>
                <a:avLst/>
                <a:gdLst/>
                <a:ahLst/>
                <a:cxnLst/>
                <a:rect l="l" t="t" r="r" b="b"/>
                <a:pathLst>
                  <a:path w="1918" h="1879" extrusionOk="0">
                    <a:moveTo>
                      <a:pt x="969" y="0"/>
                    </a:moveTo>
                    <a:cubicBezTo>
                      <a:pt x="931" y="0"/>
                      <a:pt x="892" y="3"/>
                      <a:pt x="854" y="8"/>
                    </a:cubicBezTo>
                    <a:cubicBezTo>
                      <a:pt x="602" y="41"/>
                      <a:pt x="371" y="173"/>
                      <a:pt x="219" y="371"/>
                    </a:cubicBezTo>
                    <a:cubicBezTo>
                      <a:pt x="60" y="583"/>
                      <a:pt x="1" y="847"/>
                      <a:pt x="47" y="1105"/>
                    </a:cubicBezTo>
                    <a:cubicBezTo>
                      <a:pt x="126" y="1548"/>
                      <a:pt x="523" y="1878"/>
                      <a:pt x="966" y="1878"/>
                    </a:cubicBezTo>
                    <a:cubicBezTo>
                      <a:pt x="1224" y="1878"/>
                      <a:pt x="1475" y="1766"/>
                      <a:pt x="1647" y="1581"/>
                    </a:cubicBezTo>
                    <a:cubicBezTo>
                      <a:pt x="1825" y="1396"/>
                      <a:pt x="1918" y="1138"/>
                      <a:pt x="1905" y="880"/>
                    </a:cubicBezTo>
                    <a:cubicBezTo>
                      <a:pt x="1885" y="629"/>
                      <a:pt x="1766" y="384"/>
                      <a:pt x="1574" y="226"/>
                    </a:cubicBezTo>
                    <a:cubicBezTo>
                      <a:pt x="1405" y="79"/>
                      <a:pt x="1189" y="0"/>
                      <a:pt x="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033" name="Google Shape;2033;p73"/>
              <p:cNvSpPr/>
              <p:nvPr/>
            </p:nvSpPr>
            <p:spPr>
              <a:xfrm>
                <a:off x="3991464" y="2220074"/>
                <a:ext cx="25517" cy="24913"/>
              </a:xfrm>
              <a:custGeom>
                <a:avLst/>
                <a:gdLst/>
                <a:ahLst/>
                <a:cxnLst/>
                <a:rect l="l" t="t" r="r" b="b"/>
                <a:pathLst>
                  <a:path w="1224" h="1195" extrusionOk="0">
                    <a:moveTo>
                      <a:pt x="606" y="1"/>
                    </a:moveTo>
                    <a:cubicBezTo>
                      <a:pt x="467" y="1"/>
                      <a:pt x="332" y="47"/>
                      <a:pt x="225" y="137"/>
                    </a:cubicBezTo>
                    <a:cubicBezTo>
                      <a:pt x="99" y="243"/>
                      <a:pt x="20" y="395"/>
                      <a:pt x="13" y="560"/>
                    </a:cubicBezTo>
                    <a:cubicBezTo>
                      <a:pt x="0" y="726"/>
                      <a:pt x="60" y="891"/>
                      <a:pt x="172" y="1010"/>
                    </a:cubicBezTo>
                    <a:cubicBezTo>
                      <a:pt x="284" y="1122"/>
                      <a:pt x="443" y="1195"/>
                      <a:pt x="608" y="1195"/>
                    </a:cubicBezTo>
                    <a:cubicBezTo>
                      <a:pt x="893" y="1195"/>
                      <a:pt x="1144" y="983"/>
                      <a:pt x="1197" y="699"/>
                    </a:cubicBezTo>
                    <a:cubicBezTo>
                      <a:pt x="1223" y="540"/>
                      <a:pt x="1183" y="369"/>
                      <a:pt x="1084" y="236"/>
                    </a:cubicBezTo>
                    <a:cubicBezTo>
                      <a:pt x="985" y="104"/>
                      <a:pt x="840" y="25"/>
                      <a:pt x="681" y="5"/>
                    </a:cubicBezTo>
                    <a:cubicBezTo>
                      <a:pt x="656" y="2"/>
                      <a:pt x="631" y="1"/>
                      <a:pt x="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034" name="Google Shape;2034;p73"/>
              <p:cNvSpPr/>
              <p:nvPr/>
            </p:nvSpPr>
            <p:spPr>
              <a:xfrm>
                <a:off x="3630299" y="2103521"/>
                <a:ext cx="397312" cy="234639"/>
              </a:xfrm>
              <a:custGeom>
                <a:avLst/>
                <a:gdLst/>
                <a:ahLst/>
                <a:cxnLst/>
                <a:rect l="l" t="t" r="r" b="b"/>
                <a:pathLst>
                  <a:path w="19058" h="11255" extrusionOk="0">
                    <a:moveTo>
                      <a:pt x="9366" y="2030"/>
                    </a:moveTo>
                    <a:cubicBezTo>
                      <a:pt x="9386" y="2030"/>
                      <a:pt x="9406" y="2031"/>
                      <a:pt x="9426" y="2033"/>
                    </a:cubicBezTo>
                    <a:cubicBezTo>
                      <a:pt x="9697" y="2060"/>
                      <a:pt x="9922" y="2271"/>
                      <a:pt x="9961" y="2536"/>
                    </a:cubicBezTo>
                    <a:cubicBezTo>
                      <a:pt x="9975" y="2588"/>
                      <a:pt x="9975" y="2641"/>
                      <a:pt x="9968" y="2694"/>
                    </a:cubicBezTo>
                    <a:cubicBezTo>
                      <a:pt x="10051" y="2653"/>
                      <a:pt x="10144" y="2631"/>
                      <a:pt x="10239" y="2631"/>
                    </a:cubicBezTo>
                    <a:cubicBezTo>
                      <a:pt x="10326" y="2631"/>
                      <a:pt x="10415" y="2650"/>
                      <a:pt x="10497" y="2688"/>
                    </a:cubicBezTo>
                    <a:lnTo>
                      <a:pt x="11594" y="3183"/>
                    </a:lnTo>
                    <a:cubicBezTo>
                      <a:pt x="11905" y="3329"/>
                      <a:pt x="12044" y="3692"/>
                      <a:pt x="11898" y="4003"/>
                    </a:cubicBezTo>
                    <a:cubicBezTo>
                      <a:pt x="11796" y="4232"/>
                      <a:pt x="11568" y="4368"/>
                      <a:pt x="11331" y="4368"/>
                    </a:cubicBezTo>
                    <a:cubicBezTo>
                      <a:pt x="11246" y="4368"/>
                      <a:pt x="11160" y="4350"/>
                      <a:pt x="11079" y="4314"/>
                    </a:cubicBezTo>
                    <a:lnTo>
                      <a:pt x="10166" y="3897"/>
                    </a:lnTo>
                    <a:cubicBezTo>
                      <a:pt x="10305" y="3765"/>
                      <a:pt x="10305" y="3540"/>
                      <a:pt x="10173" y="3402"/>
                    </a:cubicBezTo>
                    <a:cubicBezTo>
                      <a:pt x="10114" y="3349"/>
                      <a:pt x="10034" y="3309"/>
                      <a:pt x="9948" y="3302"/>
                    </a:cubicBezTo>
                    <a:cubicBezTo>
                      <a:pt x="9902" y="3302"/>
                      <a:pt x="9856" y="3309"/>
                      <a:pt x="9803" y="3316"/>
                    </a:cubicBezTo>
                    <a:cubicBezTo>
                      <a:pt x="9743" y="3322"/>
                      <a:pt x="9690" y="3322"/>
                      <a:pt x="9631" y="3322"/>
                    </a:cubicBezTo>
                    <a:cubicBezTo>
                      <a:pt x="9624" y="3283"/>
                      <a:pt x="9624" y="3249"/>
                      <a:pt x="9624" y="3210"/>
                    </a:cubicBezTo>
                    <a:cubicBezTo>
                      <a:pt x="9539" y="3254"/>
                      <a:pt x="9446" y="3275"/>
                      <a:pt x="9353" y="3275"/>
                    </a:cubicBezTo>
                    <a:cubicBezTo>
                      <a:pt x="9180" y="3275"/>
                      <a:pt x="9007" y="3200"/>
                      <a:pt x="8891" y="3058"/>
                    </a:cubicBezTo>
                    <a:cubicBezTo>
                      <a:pt x="8739" y="2886"/>
                      <a:pt x="8706" y="2628"/>
                      <a:pt x="8798" y="2417"/>
                    </a:cubicBezTo>
                    <a:lnTo>
                      <a:pt x="8818" y="2384"/>
                    </a:lnTo>
                    <a:cubicBezTo>
                      <a:pt x="8915" y="2170"/>
                      <a:pt x="9131" y="2030"/>
                      <a:pt x="9366" y="2030"/>
                    </a:cubicBezTo>
                    <a:close/>
                    <a:moveTo>
                      <a:pt x="8838" y="3924"/>
                    </a:moveTo>
                    <a:cubicBezTo>
                      <a:pt x="8884" y="3950"/>
                      <a:pt x="8937" y="3977"/>
                      <a:pt x="8983" y="4003"/>
                    </a:cubicBezTo>
                    <a:lnTo>
                      <a:pt x="8765" y="4997"/>
                    </a:lnTo>
                    <a:lnTo>
                      <a:pt x="8765" y="4997"/>
                    </a:lnTo>
                    <a:cubicBezTo>
                      <a:pt x="8765" y="4996"/>
                      <a:pt x="8765" y="4995"/>
                      <a:pt x="8765" y="4995"/>
                    </a:cubicBezTo>
                    <a:cubicBezTo>
                      <a:pt x="8765" y="4995"/>
                      <a:pt x="8778" y="4909"/>
                      <a:pt x="8791" y="4770"/>
                    </a:cubicBezTo>
                    <a:cubicBezTo>
                      <a:pt x="8805" y="4624"/>
                      <a:pt x="8825" y="4419"/>
                      <a:pt x="8831" y="4168"/>
                    </a:cubicBezTo>
                    <a:cubicBezTo>
                      <a:pt x="8838" y="4089"/>
                      <a:pt x="8838" y="4010"/>
                      <a:pt x="8838" y="3924"/>
                    </a:cubicBezTo>
                    <a:close/>
                    <a:moveTo>
                      <a:pt x="6129" y="1"/>
                    </a:moveTo>
                    <a:cubicBezTo>
                      <a:pt x="5941" y="1"/>
                      <a:pt x="5754" y="20"/>
                      <a:pt x="5586" y="50"/>
                    </a:cubicBezTo>
                    <a:cubicBezTo>
                      <a:pt x="5559" y="57"/>
                      <a:pt x="5533" y="63"/>
                      <a:pt x="5500" y="70"/>
                    </a:cubicBezTo>
                    <a:cubicBezTo>
                      <a:pt x="5440" y="90"/>
                      <a:pt x="5367" y="110"/>
                      <a:pt x="5282" y="149"/>
                    </a:cubicBezTo>
                    <a:cubicBezTo>
                      <a:pt x="5103" y="222"/>
                      <a:pt x="4872" y="348"/>
                      <a:pt x="4640" y="539"/>
                    </a:cubicBezTo>
                    <a:cubicBezTo>
                      <a:pt x="4521" y="632"/>
                      <a:pt x="4402" y="744"/>
                      <a:pt x="4290" y="870"/>
                    </a:cubicBezTo>
                    <a:cubicBezTo>
                      <a:pt x="4178" y="1002"/>
                      <a:pt x="4072" y="1141"/>
                      <a:pt x="3979" y="1293"/>
                    </a:cubicBezTo>
                    <a:cubicBezTo>
                      <a:pt x="3794" y="1597"/>
                      <a:pt x="3649" y="1941"/>
                      <a:pt x="3550" y="2284"/>
                    </a:cubicBezTo>
                    <a:cubicBezTo>
                      <a:pt x="3450" y="2635"/>
                      <a:pt x="3398" y="2978"/>
                      <a:pt x="3371" y="3296"/>
                    </a:cubicBezTo>
                    <a:cubicBezTo>
                      <a:pt x="3345" y="3620"/>
                      <a:pt x="3345" y="3917"/>
                      <a:pt x="3358" y="4168"/>
                    </a:cubicBezTo>
                    <a:cubicBezTo>
                      <a:pt x="3365" y="4419"/>
                      <a:pt x="3384" y="4624"/>
                      <a:pt x="3398" y="4770"/>
                    </a:cubicBezTo>
                    <a:cubicBezTo>
                      <a:pt x="3411" y="4909"/>
                      <a:pt x="3424" y="4995"/>
                      <a:pt x="3424" y="4995"/>
                    </a:cubicBezTo>
                    <a:cubicBezTo>
                      <a:pt x="3431" y="5054"/>
                      <a:pt x="3450" y="5100"/>
                      <a:pt x="3477" y="5147"/>
                    </a:cubicBezTo>
                    <a:cubicBezTo>
                      <a:pt x="3464" y="5147"/>
                      <a:pt x="3457" y="5147"/>
                      <a:pt x="3444" y="5140"/>
                    </a:cubicBezTo>
                    <a:cubicBezTo>
                      <a:pt x="3391" y="5127"/>
                      <a:pt x="3338" y="5114"/>
                      <a:pt x="3285" y="5087"/>
                    </a:cubicBezTo>
                    <a:cubicBezTo>
                      <a:pt x="3173" y="5047"/>
                      <a:pt x="3067" y="4988"/>
                      <a:pt x="2968" y="4928"/>
                    </a:cubicBezTo>
                    <a:cubicBezTo>
                      <a:pt x="2776" y="4809"/>
                      <a:pt x="2591" y="4684"/>
                      <a:pt x="2419" y="4545"/>
                    </a:cubicBezTo>
                    <a:cubicBezTo>
                      <a:pt x="2213" y="4370"/>
                      <a:pt x="1985" y="4289"/>
                      <a:pt x="1758" y="4289"/>
                    </a:cubicBezTo>
                    <a:cubicBezTo>
                      <a:pt x="1608" y="4289"/>
                      <a:pt x="1458" y="4324"/>
                      <a:pt x="1315" y="4393"/>
                    </a:cubicBezTo>
                    <a:cubicBezTo>
                      <a:pt x="668" y="4697"/>
                      <a:pt x="271" y="5358"/>
                      <a:pt x="112" y="6032"/>
                    </a:cubicBezTo>
                    <a:cubicBezTo>
                      <a:pt x="26" y="6429"/>
                      <a:pt x="0" y="6832"/>
                      <a:pt x="7" y="7242"/>
                    </a:cubicBezTo>
                    <a:cubicBezTo>
                      <a:pt x="7" y="7387"/>
                      <a:pt x="126" y="7513"/>
                      <a:pt x="271" y="7520"/>
                    </a:cubicBezTo>
                    <a:cubicBezTo>
                      <a:pt x="275" y="7520"/>
                      <a:pt x="279" y="7520"/>
                      <a:pt x="283" y="7520"/>
                    </a:cubicBezTo>
                    <a:cubicBezTo>
                      <a:pt x="424" y="7520"/>
                      <a:pt x="549" y="7410"/>
                      <a:pt x="562" y="7262"/>
                    </a:cubicBezTo>
                    <a:cubicBezTo>
                      <a:pt x="595" y="6878"/>
                      <a:pt x="641" y="6495"/>
                      <a:pt x="780" y="6131"/>
                    </a:cubicBezTo>
                    <a:lnTo>
                      <a:pt x="780" y="6131"/>
                    </a:lnTo>
                    <a:cubicBezTo>
                      <a:pt x="767" y="6416"/>
                      <a:pt x="747" y="6693"/>
                      <a:pt x="734" y="6978"/>
                    </a:cubicBezTo>
                    <a:cubicBezTo>
                      <a:pt x="727" y="7070"/>
                      <a:pt x="727" y="7156"/>
                      <a:pt x="721" y="7249"/>
                    </a:cubicBezTo>
                    <a:cubicBezTo>
                      <a:pt x="707" y="7440"/>
                      <a:pt x="747" y="7632"/>
                      <a:pt x="833" y="7804"/>
                    </a:cubicBezTo>
                    <a:lnTo>
                      <a:pt x="992" y="10917"/>
                    </a:lnTo>
                    <a:cubicBezTo>
                      <a:pt x="1005" y="11089"/>
                      <a:pt x="1150" y="11228"/>
                      <a:pt x="1315" y="11228"/>
                    </a:cubicBezTo>
                    <a:cubicBezTo>
                      <a:pt x="1487" y="11228"/>
                      <a:pt x="1633" y="11089"/>
                      <a:pt x="1639" y="10917"/>
                    </a:cubicBezTo>
                    <a:lnTo>
                      <a:pt x="1758" y="8465"/>
                    </a:lnTo>
                    <a:lnTo>
                      <a:pt x="1891" y="10917"/>
                    </a:lnTo>
                    <a:cubicBezTo>
                      <a:pt x="1897" y="11089"/>
                      <a:pt x="2043" y="11228"/>
                      <a:pt x="2214" y="11228"/>
                    </a:cubicBezTo>
                    <a:cubicBezTo>
                      <a:pt x="2380" y="11228"/>
                      <a:pt x="2525" y="11089"/>
                      <a:pt x="2538" y="10917"/>
                    </a:cubicBezTo>
                    <a:lnTo>
                      <a:pt x="2684" y="7804"/>
                    </a:lnTo>
                    <a:cubicBezTo>
                      <a:pt x="2776" y="7639"/>
                      <a:pt x="2823" y="7460"/>
                      <a:pt x="2816" y="7255"/>
                    </a:cubicBezTo>
                    <a:lnTo>
                      <a:pt x="2723" y="5596"/>
                    </a:lnTo>
                    <a:lnTo>
                      <a:pt x="2723" y="5596"/>
                    </a:lnTo>
                    <a:cubicBezTo>
                      <a:pt x="2958" y="5691"/>
                      <a:pt x="3218" y="5768"/>
                      <a:pt x="3472" y="5768"/>
                    </a:cubicBezTo>
                    <a:cubicBezTo>
                      <a:pt x="3483" y="5768"/>
                      <a:pt x="3493" y="5768"/>
                      <a:pt x="3503" y="5768"/>
                    </a:cubicBezTo>
                    <a:cubicBezTo>
                      <a:pt x="3636" y="5761"/>
                      <a:pt x="3768" y="5722"/>
                      <a:pt x="3880" y="5649"/>
                    </a:cubicBezTo>
                    <a:cubicBezTo>
                      <a:pt x="3973" y="5596"/>
                      <a:pt x="4039" y="5517"/>
                      <a:pt x="4085" y="5424"/>
                    </a:cubicBezTo>
                    <a:cubicBezTo>
                      <a:pt x="4112" y="5378"/>
                      <a:pt x="4125" y="5325"/>
                      <a:pt x="4118" y="5279"/>
                    </a:cubicBezTo>
                    <a:cubicBezTo>
                      <a:pt x="4224" y="5193"/>
                      <a:pt x="4290" y="5067"/>
                      <a:pt x="4283" y="4922"/>
                    </a:cubicBezTo>
                    <a:cubicBezTo>
                      <a:pt x="4283" y="4922"/>
                      <a:pt x="4277" y="4843"/>
                      <a:pt x="4277" y="4710"/>
                    </a:cubicBezTo>
                    <a:cubicBezTo>
                      <a:pt x="4277" y="4578"/>
                      <a:pt x="4277" y="4393"/>
                      <a:pt x="4283" y="4168"/>
                    </a:cubicBezTo>
                    <a:cubicBezTo>
                      <a:pt x="4297" y="3944"/>
                      <a:pt x="4316" y="3686"/>
                      <a:pt x="4363" y="3421"/>
                    </a:cubicBezTo>
                    <a:cubicBezTo>
                      <a:pt x="4409" y="3150"/>
                      <a:pt x="4475" y="2873"/>
                      <a:pt x="4574" y="2615"/>
                    </a:cubicBezTo>
                    <a:cubicBezTo>
                      <a:pt x="4627" y="2469"/>
                      <a:pt x="4693" y="2331"/>
                      <a:pt x="4759" y="2205"/>
                    </a:cubicBezTo>
                    <a:lnTo>
                      <a:pt x="4759" y="2205"/>
                    </a:lnTo>
                    <a:lnTo>
                      <a:pt x="4442" y="4823"/>
                    </a:lnTo>
                    <a:cubicBezTo>
                      <a:pt x="4429" y="4955"/>
                      <a:pt x="4429" y="5094"/>
                      <a:pt x="4442" y="5226"/>
                    </a:cubicBezTo>
                    <a:cubicBezTo>
                      <a:pt x="4475" y="5504"/>
                      <a:pt x="4574" y="5748"/>
                      <a:pt x="4720" y="5966"/>
                    </a:cubicBezTo>
                    <a:lnTo>
                      <a:pt x="4944" y="10673"/>
                    </a:lnTo>
                    <a:cubicBezTo>
                      <a:pt x="4958" y="10930"/>
                      <a:pt x="5163" y="11142"/>
                      <a:pt x="5427" y="11149"/>
                    </a:cubicBezTo>
                    <a:cubicBezTo>
                      <a:pt x="5435" y="11149"/>
                      <a:pt x="5443" y="11149"/>
                      <a:pt x="5451" y="11149"/>
                    </a:cubicBezTo>
                    <a:cubicBezTo>
                      <a:pt x="5712" y="11149"/>
                      <a:pt x="5936" y="10942"/>
                      <a:pt x="5949" y="10673"/>
                    </a:cubicBezTo>
                    <a:lnTo>
                      <a:pt x="6108" y="7116"/>
                    </a:lnTo>
                    <a:lnTo>
                      <a:pt x="6273" y="10673"/>
                    </a:lnTo>
                    <a:cubicBezTo>
                      <a:pt x="6286" y="10930"/>
                      <a:pt x="6491" y="11142"/>
                      <a:pt x="6756" y="11149"/>
                    </a:cubicBezTo>
                    <a:cubicBezTo>
                      <a:pt x="6764" y="11149"/>
                      <a:pt x="6772" y="11149"/>
                      <a:pt x="6780" y="11149"/>
                    </a:cubicBezTo>
                    <a:cubicBezTo>
                      <a:pt x="7047" y="11149"/>
                      <a:pt x="7265" y="10942"/>
                      <a:pt x="7278" y="10673"/>
                    </a:cubicBezTo>
                    <a:lnTo>
                      <a:pt x="7496" y="5946"/>
                    </a:lnTo>
                    <a:cubicBezTo>
                      <a:pt x="7701" y="5629"/>
                      <a:pt x="7807" y="5233"/>
                      <a:pt x="7760" y="4823"/>
                    </a:cubicBezTo>
                    <a:lnTo>
                      <a:pt x="7443" y="2238"/>
                    </a:lnTo>
                    <a:lnTo>
                      <a:pt x="7443" y="2238"/>
                    </a:lnTo>
                    <a:cubicBezTo>
                      <a:pt x="7509" y="2357"/>
                      <a:pt x="7569" y="2483"/>
                      <a:pt x="7615" y="2615"/>
                    </a:cubicBezTo>
                    <a:cubicBezTo>
                      <a:pt x="7714" y="2873"/>
                      <a:pt x="7780" y="3150"/>
                      <a:pt x="7826" y="3421"/>
                    </a:cubicBezTo>
                    <a:cubicBezTo>
                      <a:pt x="7873" y="3686"/>
                      <a:pt x="7893" y="3944"/>
                      <a:pt x="7906" y="4168"/>
                    </a:cubicBezTo>
                    <a:cubicBezTo>
                      <a:pt x="7912" y="4393"/>
                      <a:pt x="7912" y="4578"/>
                      <a:pt x="7912" y="4710"/>
                    </a:cubicBezTo>
                    <a:cubicBezTo>
                      <a:pt x="7912" y="4843"/>
                      <a:pt x="7906" y="4922"/>
                      <a:pt x="7906" y="4922"/>
                    </a:cubicBezTo>
                    <a:cubicBezTo>
                      <a:pt x="7899" y="5140"/>
                      <a:pt x="8058" y="5338"/>
                      <a:pt x="8283" y="5371"/>
                    </a:cubicBezTo>
                    <a:cubicBezTo>
                      <a:pt x="8299" y="5373"/>
                      <a:pt x="8316" y="5374"/>
                      <a:pt x="8332" y="5374"/>
                    </a:cubicBezTo>
                    <a:cubicBezTo>
                      <a:pt x="8526" y="5374"/>
                      <a:pt x="8695" y="5248"/>
                      <a:pt x="8750" y="5063"/>
                    </a:cubicBezTo>
                    <a:lnTo>
                      <a:pt x="8750" y="5063"/>
                    </a:lnTo>
                    <a:lnTo>
                      <a:pt x="8236" y="7401"/>
                    </a:lnTo>
                    <a:cubicBezTo>
                      <a:pt x="8223" y="7467"/>
                      <a:pt x="8243" y="7539"/>
                      <a:pt x="8289" y="7592"/>
                    </a:cubicBezTo>
                    <a:cubicBezTo>
                      <a:pt x="8335" y="7652"/>
                      <a:pt x="8401" y="7678"/>
                      <a:pt x="8468" y="7678"/>
                    </a:cubicBezTo>
                    <a:lnTo>
                      <a:pt x="9215" y="7678"/>
                    </a:lnTo>
                    <a:lnTo>
                      <a:pt x="9360" y="10699"/>
                    </a:lnTo>
                    <a:cubicBezTo>
                      <a:pt x="9373" y="10957"/>
                      <a:pt x="9598" y="11175"/>
                      <a:pt x="9856" y="11182"/>
                    </a:cubicBezTo>
                    <a:cubicBezTo>
                      <a:pt x="10120" y="11182"/>
                      <a:pt x="10345" y="10983"/>
                      <a:pt x="10371" y="10732"/>
                    </a:cubicBezTo>
                    <a:cubicBezTo>
                      <a:pt x="10371" y="10719"/>
                      <a:pt x="10378" y="10706"/>
                      <a:pt x="10378" y="10699"/>
                    </a:cubicBezTo>
                    <a:lnTo>
                      <a:pt x="10530" y="7678"/>
                    </a:lnTo>
                    <a:lnTo>
                      <a:pt x="10616" y="7678"/>
                    </a:lnTo>
                    <a:lnTo>
                      <a:pt x="10761" y="10699"/>
                    </a:lnTo>
                    <a:cubicBezTo>
                      <a:pt x="10775" y="10957"/>
                      <a:pt x="10993" y="11175"/>
                      <a:pt x="11257" y="11182"/>
                    </a:cubicBezTo>
                    <a:cubicBezTo>
                      <a:pt x="11515" y="11182"/>
                      <a:pt x="11740" y="10983"/>
                      <a:pt x="11773" y="10732"/>
                    </a:cubicBezTo>
                    <a:cubicBezTo>
                      <a:pt x="11773" y="10719"/>
                      <a:pt x="11773" y="10706"/>
                      <a:pt x="11773" y="10699"/>
                    </a:cubicBezTo>
                    <a:lnTo>
                      <a:pt x="11931" y="7678"/>
                    </a:lnTo>
                    <a:lnTo>
                      <a:pt x="12678" y="7678"/>
                    </a:lnTo>
                    <a:cubicBezTo>
                      <a:pt x="12751" y="7678"/>
                      <a:pt x="12817" y="7652"/>
                      <a:pt x="12857" y="7592"/>
                    </a:cubicBezTo>
                    <a:cubicBezTo>
                      <a:pt x="12903" y="7539"/>
                      <a:pt x="12923" y="7467"/>
                      <a:pt x="12910" y="7401"/>
                    </a:cubicBezTo>
                    <a:lnTo>
                      <a:pt x="12044" y="3316"/>
                    </a:lnTo>
                    <a:lnTo>
                      <a:pt x="12044" y="2985"/>
                    </a:lnTo>
                    <a:cubicBezTo>
                      <a:pt x="12301" y="3606"/>
                      <a:pt x="12407" y="4274"/>
                      <a:pt x="12460" y="4948"/>
                    </a:cubicBezTo>
                    <a:cubicBezTo>
                      <a:pt x="12460" y="4961"/>
                      <a:pt x="12467" y="4975"/>
                      <a:pt x="12467" y="4988"/>
                    </a:cubicBezTo>
                    <a:cubicBezTo>
                      <a:pt x="12480" y="5180"/>
                      <a:pt x="12625" y="5332"/>
                      <a:pt x="12804" y="5378"/>
                    </a:cubicBezTo>
                    <a:cubicBezTo>
                      <a:pt x="12804" y="5404"/>
                      <a:pt x="12817" y="5437"/>
                      <a:pt x="12830" y="5464"/>
                    </a:cubicBezTo>
                    <a:cubicBezTo>
                      <a:pt x="12883" y="5550"/>
                      <a:pt x="12949" y="5629"/>
                      <a:pt x="13035" y="5689"/>
                    </a:cubicBezTo>
                    <a:cubicBezTo>
                      <a:pt x="13141" y="5761"/>
                      <a:pt x="13273" y="5794"/>
                      <a:pt x="13405" y="5801"/>
                    </a:cubicBezTo>
                    <a:cubicBezTo>
                      <a:pt x="13423" y="5802"/>
                      <a:pt x="13441" y="5802"/>
                      <a:pt x="13459" y="5802"/>
                    </a:cubicBezTo>
                    <a:cubicBezTo>
                      <a:pt x="13699" y="5802"/>
                      <a:pt x="13944" y="5721"/>
                      <a:pt x="14172" y="5629"/>
                    </a:cubicBezTo>
                    <a:lnTo>
                      <a:pt x="14185" y="6475"/>
                    </a:lnTo>
                    <a:lnTo>
                      <a:pt x="13723" y="8584"/>
                    </a:lnTo>
                    <a:cubicBezTo>
                      <a:pt x="13709" y="8630"/>
                      <a:pt x="13723" y="8683"/>
                      <a:pt x="13756" y="8723"/>
                    </a:cubicBezTo>
                    <a:cubicBezTo>
                      <a:pt x="13789" y="8756"/>
                      <a:pt x="13835" y="8782"/>
                      <a:pt x="13881" y="8782"/>
                    </a:cubicBezTo>
                    <a:lnTo>
                      <a:pt x="14271" y="8782"/>
                    </a:lnTo>
                    <a:lnTo>
                      <a:pt x="14370" y="10858"/>
                    </a:lnTo>
                    <a:cubicBezTo>
                      <a:pt x="14384" y="11023"/>
                      <a:pt x="14522" y="11155"/>
                      <a:pt x="14694" y="11155"/>
                    </a:cubicBezTo>
                    <a:cubicBezTo>
                      <a:pt x="14698" y="11155"/>
                      <a:pt x="14702" y="11155"/>
                      <a:pt x="14706" y="11155"/>
                    </a:cubicBezTo>
                    <a:cubicBezTo>
                      <a:pt x="14866" y="11155"/>
                      <a:pt x="14999" y="11019"/>
                      <a:pt x="15012" y="10858"/>
                    </a:cubicBezTo>
                    <a:lnTo>
                      <a:pt x="15117" y="8782"/>
                    </a:lnTo>
                    <a:lnTo>
                      <a:pt x="15150" y="8782"/>
                    </a:lnTo>
                    <a:lnTo>
                      <a:pt x="15250" y="10858"/>
                    </a:lnTo>
                    <a:cubicBezTo>
                      <a:pt x="15256" y="11023"/>
                      <a:pt x="15402" y="11155"/>
                      <a:pt x="15567" y="11155"/>
                    </a:cubicBezTo>
                    <a:cubicBezTo>
                      <a:pt x="15571" y="11155"/>
                      <a:pt x="15575" y="11155"/>
                      <a:pt x="15579" y="11155"/>
                    </a:cubicBezTo>
                    <a:cubicBezTo>
                      <a:pt x="15745" y="11155"/>
                      <a:pt x="15878" y="11019"/>
                      <a:pt x="15891" y="10858"/>
                    </a:cubicBezTo>
                    <a:lnTo>
                      <a:pt x="15997" y="8782"/>
                    </a:lnTo>
                    <a:lnTo>
                      <a:pt x="16373" y="8782"/>
                    </a:lnTo>
                    <a:cubicBezTo>
                      <a:pt x="16426" y="8782"/>
                      <a:pt x="16472" y="8756"/>
                      <a:pt x="16499" y="8723"/>
                    </a:cubicBezTo>
                    <a:cubicBezTo>
                      <a:pt x="16532" y="8683"/>
                      <a:pt x="16545" y="8630"/>
                      <a:pt x="16539" y="8584"/>
                    </a:cubicBezTo>
                    <a:lnTo>
                      <a:pt x="16069" y="6475"/>
                    </a:lnTo>
                    <a:lnTo>
                      <a:pt x="16076" y="6158"/>
                    </a:lnTo>
                    <a:cubicBezTo>
                      <a:pt x="16215" y="6515"/>
                      <a:pt x="16261" y="6892"/>
                      <a:pt x="16294" y="7268"/>
                    </a:cubicBezTo>
                    <a:cubicBezTo>
                      <a:pt x="16301" y="7368"/>
                      <a:pt x="16354" y="7447"/>
                      <a:pt x="16433" y="7487"/>
                    </a:cubicBezTo>
                    <a:cubicBezTo>
                      <a:pt x="16433" y="7513"/>
                      <a:pt x="16439" y="7533"/>
                      <a:pt x="16453" y="7553"/>
                    </a:cubicBezTo>
                    <a:cubicBezTo>
                      <a:pt x="16486" y="7612"/>
                      <a:pt x="16525" y="7658"/>
                      <a:pt x="16585" y="7698"/>
                    </a:cubicBezTo>
                    <a:cubicBezTo>
                      <a:pt x="16658" y="7744"/>
                      <a:pt x="16737" y="7764"/>
                      <a:pt x="16823" y="7771"/>
                    </a:cubicBezTo>
                    <a:cubicBezTo>
                      <a:pt x="16833" y="7771"/>
                      <a:pt x="16842" y="7771"/>
                      <a:pt x="16852" y="7771"/>
                    </a:cubicBezTo>
                    <a:cubicBezTo>
                      <a:pt x="17014" y="7771"/>
                      <a:pt x="17176" y="7721"/>
                      <a:pt x="17325" y="7665"/>
                    </a:cubicBezTo>
                    <a:lnTo>
                      <a:pt x="17325" y="7665"/>
                    </a:lnTo>
                    <a:lnTo>
                      <a:pt x="17266" y="8723"/>
                    </a:lnTo>
                    <a:cubicBezTo>
                      <a:pt x="17259" y="8848"/>
                      <a:pt x="17292" y="8967"/>
                      <a:pt x="17345" y="9073"/>
                    </a:cubicBezTo>
                    <a:lnTo>
                      <a:pt x="17444" y="11056"/>
                    </a:lnTo>
                    <a:cubicBezTo>
                      <a:pt x="17451" y="11162"/>
                      <a:pt x="17543" y="11254"/>
                      <a:pt x="17649" y="11254"/>
                    </a:cubicBezTo>
                    <a:cubicBezTo>
                      <a:pt x="17755" y="11254"/>
                      <a:pt x="17847" y="11162"/>
                      <a:pt x="17854" y="11056"/>
                    </a:cubicBezTo>
                    <a:lnTo>
                      <a:pt x="17940" y="9489"/>
                    </a:lnTo>
                    <a:lnTo>
                      <a:pt x="18013" y="11056"/>
                    </a:lnTo>
                    <a:cubicBezTo>
                      <a:pt x="18019" y="11162"/>
                      <a:pt x="18112" y="11254"/>
                      <a:pt x="18218" y="11254"/>
                    </a:cubicBezTo>
                    <a:cubicBezTo>
                      <a:pt x="18330" y="11254"/>
                      <a:pt x="18422" y="11162"/>
                      <a:pt x="18429" y="11056"/>
                    </a:cubicBezTo>
                    <a:lnTo>
                      <a:pt x="18528" y="9066"/>
                    </a:lnTo>
                    <a:cubicBezTo>
                      <a:pt x="18588" y="8961"/>
                      <a:pt x="18608" y="8842"/>
                      <a:pt x="18601" y="8716"/>
                    </a:cubicBezTo>
                    <a:cubicBezTo>
                      <a:pt x="18594" y="8657"/>
                      <a:pt x="18594" y="8604"/>
                      <a:pt x="18594" y="8544"/>
                    </a:cubicBezTo>
                    <a:cubicBezTo>
                      <a:pt x="18581" y="8366"/>
                      <a:pt x="18575" y="8181"/>
                      <a:pt x="18561" y="8002"/>
                    </a:cubicBezTo>
                    <a:lnTo>
                      <a:pt x="18561" y="8002"/>
                    </a:lnTo>
                    <a:cubicBezTo>
                      <a:pt x="18647" y="8233"/>
                      <a:pt x="18680" y="8485"/>
                      <a:pt x="18700" y="8729"/>
                    </a:cubicBezTo>
                    <a:cubicBezTo>
                      <a:pt x="18706" y="8818"/>
                      <a:pt x="18786" y="8888"/>
                      <a:pt x="18873" y="8888"/>
                    </a:cubicBezTo>
                    <a:cubicBezTo>
                      <a:pt x="18877" y="8888"/>
                      <a:pt x="18881" y="8888"/>
                      <a:pt x="18885" y="8888"/>
                    </a:cubicBezTo>
                    <a:cubicBezTo>
                      <a:pt x="18978" y="8881"/>
                      <a:pt x="19057" y="8809"/>
                      <a:pt x="19057" y="8716"/>
                    </a:cubicBezTo>
                    <a:cubicBezTo>
                      <a:pt x="19057" y="8452"/>
                      <a:pt x="19044" y="8194"/>
                      <a:pt x="18984" y="7943"/>
                    </a:cubicBezTo>
                    <a:cubicBezTo>
                      <a:pt x="18885" y="7513"/>
                      <a:pt x="18634" y="7090"/>
                      <a:pt x="18224" y="6898"/>
                    </a:cubicBezTo>
                    <a:cubicBezTo>
                      <a:pt x="18131" y="6853"/>
                      <a:pt x="18033" y="6829"/>
                      <a:pt x="17935" y="6829"/>
                    </a:cubicBezTo>
                    <a:cubicBezTo>
                      <a:pt x="17791" y="6829"/>
                      <a:pt x="17647" y="6881"/>
                      <a:pt x="17517" y="6991"/>
                    </a:cubicBezTo>
                    <a:cubicBezTo>
                      <a:pt x="17405" y="7083"/>
                      <a:pt x="17292" y="7163"/>
                      <a:pt x="17167" y="7235"/>
                    </a:cubicBezTo>
                    <a:cubicBezTo>
                      <a:pt x="17100" y="7275"/>
                      <a:pt x="17034" y="7315"/>
                      <a:pt x="16962" y="7341"/>
                    </a:cubicBezTo>
                    <a:cubicBezTo>
                      <a:pt x="16929" y="7354"/>
                      <a:pt x="16896" y="7368"/>
                      <a:pt x="16862" y="7374"/>
                    </a:cubicBezTo>
                    <a:cubicBezTo>
                      <a:pt x="16843" y="7381"/>
                      <a:pt x="16823" y="7381"/>
                      <a:pt x="16803" y="7381"/>
                    </a:cubicBezTo>
                    <a:cubicBezTo>
                      <a:pt x="16823" y="7341"/>
                      <a:pt x="16836" y="7301"/>
                      <a:pt x="16836" y="7249"/>
                    </a:cubicBezTo>
                    <a:cubicBezTo>
                      <a:pt x="16843" y="6852"/>
                      <a:pt x="16823" y="6455"/>
                      <a:pt x="16730" y="6059"/>
                    </a:cubicBezTo>
                    <a:cubicBezTo>
                      <a:pt x="16578" y="5404"/>
                      <a:pt x="16188" y="4757"/>
                      <a:pt x="15554" y="4453"/>
                    </a:cubicBezTo>
                    <a:cubicBezTo>
                      <a:pt x="15412" y="4384"/>
                      <a:pt x="15265" y="4349"/>
                      <a:pt x="15119" y="4349"/>
                    </a:cubicBezTo>
                    <a:cubicBezTo>
                      <a:pt x="14896" y="4349"/>
                      <a:pt x="14673" y="4430"/>
                      <a:pt x="14470" y="4598"/>
                    </a:cubicBezTo>
                    <a:cubicBezTo>
                      <a:pt x="14298" y="4737"/>
                      <a:pt x="14119" y="4862"/>
                      <a:pt x="13934" y="4975"/>
                    </a:cubicBezTo>
                    <a:cubicBezTo>
                      <a:pt x="13828" y="5034"/>
                      <a:pt x="13729" y="5094"/>
                      <a:pt x="13617" y="5140"/>
                    </a:cubicBezTo>
                    <a:cubicBezTo>
                      <a:pt x="13564" y="5160"/>
                      <a:pt x="13518" y="5180"/>
                      <a:pt x="13465" y="5186"/>
                    </a:cubicBezTo>
                    <a:cubicBezTo>
                      <a:pt x="13444" y="5192"/>
                      <a:pt x="13423" y="5194"/>
                      <a:pt x="13403" y="5194"/>
                    </a:cubicBezTo>
                    <a:cubicBezTo>
                      <a:pt x="13355" y="5194"/>
                      <a:pt x="13311" y="5180"/>
                      <a:pt x="13273" y="5166"/>
                    </a:cubicBezTo>
                    <a:cubicBezTo>
                      <a:pt x="13313" y="5100"/>
                      <a:pt x="13333" y="5034"/>
                      <a:pt x="13333" y="4955"/>
                    </a:cubicBezTo>
                    <a:cubicBezTo>
                      <a:pt x="13333" y="4380"/>
                      <a:pt x="13326" y="4307"/>
                      <a:pt x="13319" y="4201"/>
                    </a:cubicBezTo>
                    <a:cubicBezTo>
                      <a:pt x="13280" y="3487"/>
                      <a:pt x="13154" y="2774"/>
                      <a:pt x="12863" y="2119"/>
                    </a:cubicBezTo>
                    <a:cubicBezTo>
                      <a:pt x="12586" y="1491"/>
                      <a:pt x="12143" y="910"/>
                      <a:pt x="11548" y="559"/>
                    </a:cubicBezTo>
                    <a:cubicBezTo>
                      <a:pt x="11283" y="404"/>
                      <a:pt x="10892" y="268"/>
                      <a:pt x="10609" y="268"/>
                    </a:cubicBezTo>
                    <a:cubicBezTo>
                      <a:pt x="10603" y="268"/>
                      <a:pt x="10596" y="268"/>
                      <a:pt x="10589" y="268"/>
                    </a:cubicBezTo>
                    <a:cubicBezTo>
                      <a:pt x="10299" y="268"/>
                      <a:pt x="10054" y="328"/>
                      <a:pt x="9783" y="473"/>
                    </a:cubicBezTo>
                    <a:cubicBezTo>
                      <a:pt x="9512" y="612"/>
                      <a:pt x="9254" y="771"/>
                      <a:pt x="9003" y="949"/>
                    </a:cubicBezTo>
                    <a:cubicBezTo>
                      <a:pt x="8765" y="1114"/>
                      <a:pt x="8534" y="1306"/>
                      <a:pt x="8342" y="1531"/>
                    </a:cubicBezTo>
                    <a:cubicBezTo>
                      <a:pt x="8302" y="1445"/>
                      <a:pt x="8256" y="1372"/>
                      <a:pt x="8210" y="1293"/>
                    </a:cubicBezTo>
                    <a:cubicBezTo>
                      <a:pt x="8117" y="1141"/>
                      <a:pt x="8011" y="1002"/>
                      <a:pt x="7899" y="870"/>
                    </a:cubicBezTo>
                    <a:cubicBezTo>
                      <a:pt x="7787" y="744"/>
                      <a:pt x="7668" y="632"/>
                      <a:pt x="7549" y="539"/>
                    </a:cubicBezTo>
                    <a:cubicBezTo>
                      <a:pt x="7317" y="348"/>
                      <a:pt x="7086" y="222"/>
                      <a:pt x="6908" y="149"/>
                    </a:cubicBezTo>
                    <a:cubicBezTo>
                      <a:pt x="6822" y="110"/>
                      <a:pt x="6749" y="90"/>
                      <a:pt x="6683" y="70"/>
                    </a:cubicBezTo>
                    <a:cubicBezTo>
                      <a:pt x="6508" y="20"/>
                      <a:pt x="6318" y="1"/>
                      <a:pt x="61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035" name="Google Shape;2035;p73"/>
              <p:cNvSpPr/>
              <p:nvPr/>
            </p:nvSpPr>
            <p:spPr>
              <a:xfrm>
                <a:off x="3727297" y="2041315"/>
                <a:ext cx="60520" cy="60499"/>
              </a:xfrm>
              <a:custGeom>
                <a:avLst/>
                <a:gdLst/>
                <a:ahLst/>
                <a:cxnLst/>
                <a:rect l="l" t="t" r="r" b="b"/>
                <a:pathLst>
                  <a:path w="2903" h="2902" extrusionOk="0">
                    <a:moveTo>
                      <a:pt x="1448" y="0"/>
                    </a:moveTo>
                    <a:cubicBezTo>
                      <a:pt x="648" y="0"/>
                      <a:pt x="1" y="655"/>
                      <a:pt x="1" y="1454"/>
                    </a:cubicBezTo>
                    <a:cubicBezTo>
                      <a:pt x="1" y="2254"/>
                      <a:pt x="648" y="2902"/>
                      <a:pt x="1448" y="2902"/>
                    </a:cubicBezTo>
                    <a:cubicBezTo>
                      <a:pt x="2248" y="2902"/>
                      <a:pt x="2902" y="2254"/>
                      <a:pt x="2902" y="1454"/>
                    </a:cubicBezTo>
                    <a:cubicBezTo>
                      <a:pt x="2902" y="655"/>
                      <a:pt x="2248" y="0"/>
                      <a:pt x="14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036" name="Google Shape;2036;p73"/>
              <p:cNvSpPr/>
              <p:nvPr/>
            </p:nvSpPr>
            <p:spPr>
              <a:xfrm>
                <a:off x="3925860" y="2154428"/>
                <a:ext cx="39298" cy="38339"/>
              </a:xfrm>
              <a:custGeom>
                <a:avLst/>
                <a:gdLst/>
                <a:ahLst/>
                <a:cxnLst/>
                <a:rect l="l" t="t" r="r" b="b"/>
                <a:pathLst>
                  <a:path w="1885" h="1839" extrusionOk="0">
                    <a:moveTo>
                      <a:pt x="926" y="0"/>
                    </a:moveTo>
                    <a:cubicBezTo>
                      <a:pt x="712" y="0"/>
                      <a:pt x="501" y="79"/>
                      <a:pt x="338" y="219"/>
                    </a:cubicBezTo>
                    <a:cubicBezTo>
                      <a:pt x="146" y="378"/>
                      <a:pt x="27" y="616"/>
                      <a:pt x="14" y="867"/>
                    </a:cubicBezTo>
                    <a:cubicBezTo>
                      <a:pt x="1" y="1118"/>
                      <a:pt x="87" y="1369"/>
                      <a:pt x="265" y="1554"/>
                    </a:cubicBezTo>
                    <a:cubicBezTo>
                      <a:pt x="437" y="1733"/>
                      <a:pt x="682" y="1839"/>
                      <a:pt x="933" y="1839"/>
                    </a:cubicBezTo>
                    <a:cubicBezTo>
                      <a:pt x="1369" y="1839"/>
                      <a:pt x="1759" y="1515"/>
                      <a:pt x="1838" y="1078"/>
                    </a:cubicBezTo>
                    <a:cubicBezTo>
                      <a:pt x="1885" y="834"/>
                      <a:pt x="1819" y="570"/>
                      <a:pt x="1667" y="365"/>
                    </a:cubicBezTo>
                    <a:cubicBezTo>
                      <a:pt x="1514" y="166"/>
                      <a:pt x="1290" y="34"/>
                      <a:pt x="1039" y="8"/>
                    </a:cubicBezTo>
                    <a:cubicBezTo>
                      <a:pt x="1001" y="3"/>
                      <a:pt x="963" y="0"/>
                      <a:pt x="9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037" name="Google Shape;2037;p73"/>
              <p:cNvSpPr/>
              <p:nvPr/>
            </p:nvSpPr>
            <p:spPr>
              <a:xfrm>
                <a:off x="3818667" y="2045797"/>
                <a:ext cx="64231" cy="60979"/>
              </a:xfrm>
              <a:custGeom>
                <a:avLst/>
                <a:gdLst/>
                <a:ahLst/>
                <a:cxnLst/>
                <a:rect l="l" t="t" r="r" b="b"/>
                <a:pathLst>
                  <a:path w="3081" h="2925" extrusionOk="0">
                    <a:moveTo>
                      <a:pt x="1547" y="0"/>
                    </a:moveTo>
                    <a:cubicBezTo>
                      <a:pt x="1076" y="0"/>
                      <a:pt x="617" y="234"/>
                      <a:pt x="344" y="625"/>
                    </a:cubicBezTo>
                    <a:cubicBezTo>
                      <a:pt x="53" y="1048"/>
                      <a:pt x="0" y="1603"/>
                      <a:pt x="212" y="2072"/>
                    </a:cubicBezTo>
                    <a:cubicBezTo>
                      <a:pt x="423" y="2528"/>
                      <a:pt x="859" y="2852"/>
                      <a:pt x="1362" y="2918"/>
                    </a:cubicBezTo>
                    <a:cubicBezTo>
                      <a:pt x="1421" y="2925"/>
                      <a:pt x="1487" y="2925"/>
                      <a:pt x="1547" y="2925"/>
                    </a:cubicBezTo>
                    <a:cubicBezTo>
                      <a:pt x="2049" y="2925"/>
                      <a:pt x="2532" y="2661"/>
                      <a:pt x="2796" y="2224"/>
                    </a:cubicBezTo>
                    <a:cubicBezTo>
                      <a:pt x="3067" y="1788"/>
                      <a:pt x="3080" y="1226"/>
                      <a:pt x="2842" y="777"/>
                    </a:cubicBezTo>
                    <a:cubicBezTo>
                      <a:pt x="2604" y="334"/>
                      <a:pt x="2142" y="36"/>
                      <a:pt x="1639" y="3"/>
                    </a:cubicBezTo>
                    <a:cubicBezTo>
                      <a:pt x="1608" y="1"/>
                      <a:pt x="1577" y="0"/>
                      <a:pt x="15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2038" name="Google Shape;2038;p73"/>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sp>
        <p:nvSpPr>
          <p:cNvPr id="2039" name="Google Shape;2039;p73"/>
          <p:cNvSpPr/>
          <p:nvPr/>
        </p:nvSpPr>
        <p:spPr>
          <a:xfrm>
            <a:off x="729817" y="3524347"/>
            <a:ext cx="219" cy="789"/>
          </a:xfrm>
          <a:custGeom>
            <a:avLst/>
            <a:gdLst/>
            <a:ahLst/>
            <a:cxnLst/>
            <a:rect l="l" t="t" r="r" b="b"/>
            <a:pathLst>
              <a:path w="10" h="36" extrusionOk="0">
                <a:moveTo>
                  <a:pt x="1" y="0"/>
                </a:moveTo>
                <a:cubicBezTo>
                  <a:pt x="0" y="0"/>
                  <a:pt x="2" y="9"/>
                  <a:pt x="10" y="36"/>
                </a:cubicBezTo>
                <a:cubicBezTo>
                  <a:pt x="10" y="27"/>
                  <a:pt x="2" y="0"/>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0" name="Google Shape;2040;p73"/>
          <p:cNvGrpSpPr/>
          <p:nvPr/>
        </p:nvGrpSpPr>
        <p:grpSpPr>
          <a:xfrm>
            <a:off x="6664929" y="1899566"/>
            <a:ext cx="1240800" cy="1180200"/>
            <a:chOff x="6664929" y="1899566"/>
            <a:chExt cx="1240800" cy="1180200"/>
          </a:xfrm>
        </p:grpSpPr>
        <p:sp>
          <p:nvSpPr>
            <p:cNvPr id="2041" name="Google Shape;2041;p73"/>
            <p:cNvSpPr/>
            <p:nvPr/>
          </p:nvSpPr>
          <p:spPr>
            <a:xfrm>
              <a:off x="6664929" y="1899566"/>
              <a:ext cx="1240800" cy="1180200"/>
            </a:xfrm>
            <a:prstGeom prst="decagon">
              <a:avLst>
                <a:gd name="vf" fmla="val 105146"/>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3"/>
            <p:cNvSpPr/>
            <p:nvPr/>
          </p:nvSpPr>
          <p:spPr>
            <a:xfrm>
              <a:off x="6729845" y="1961274"/>
              <a:ext cx="1111200" cy="1056900"/>
            </a:xfrm>
            <a:prstGeom prst="decagon">
              <a:avLst>
                <a:gd name="vf" fmla="val 105146"/>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3" name="Google Shape;2043;p73"/>
            <p:cNvGrpSpPr/>
            <p:nvPr/>
          </p:nvGrpSpPr>
          <p:grpSpPr>
            <a:xfrm>
              <a:off x="7011392" y="2265147"/>
              <a:ext cx="548080" cy="449606"/>
              <a:chOff x="2612800" y="4023550"/>
              <a:chExt cx="334175" cy="274150"/>
            </a:xfrm>
          </p:grpSpPr>
          <p:sp>
            <p:nvSpPr>
              <p:cNvPr id="2044" name="Google Shape;2044;p73"/>
              <p:cNvSpPr/>
              <p:nvPr/>
            </p:nvSpPr>
            <p:spPr>
              <a:xfrm>
                <a:off x="2648500" y="4023550"/>
                <a:ext cx="66125" cy="62275"/>
              </a:xfrm>
              <a:custGeom>
                <a:avLst/>
                <a:gdLst/>
                <a:ahLst/>
                <a:cxnLst/>
                <a:rect l="l" t="t" r="r" b="b"/>
                <a:pathLst>
                  <a:path w="2645" h="2491" extrusionOk="0">
                    <a:moveTo>
                      <a:pt x="1294" y="0"/>
                    </a:moveTo>
                    <a:cubicBezTo>
                      <a:pt x="1095" y="0"/>
                      <a:pt x="896" y="47"/>
                      <a:pt x="714" y="144"/>
                    </a:cubicBezTo>
                    <a:cubicBezTo>
                      <a:pt x="265" y="382"/>
                      <a:pt x="1" y="885"/>
                      <a:pt x="60" y="1394"/>
                    </a:cubicBezTo>
                    <a:cubicBezTo>
                      <a:pt x="120" y="1896"/>
                      <a:pt x="490" y="2326"/>
                      <a:pt x="986" y="2451"/>
                    </a:cubicBezTo>
                    <a:cubicBezTo>
                      <a:pt x="1085" y="2478"/>
                      <a:pt x="1190" y="2491"/>
                      <a:pt x="1296" y="2491"/>
                    </a:cubicBezTo>
                    <a:cubicBezTo>
                      <a:pt x="1805" y="2491"/>
                      <a:pt x="2274" y="2167"/>
                      <a:pt x="2460" y="1698"/>
                    </a:cubicBezTo>
                    <a:cubicBezTo>
                      <a:pt x="2645" y="1215"/>
                      <a:pt x="2506" y="660"/>
                      <a:pt x="2129" y="316"/>
                    </a:cubicBezTo>
                    <a:cubicBezTo>
                      <a:pt x="1898" y="109"/>
                      <a:pt x="1597" y="0"/>
                      <a:pt x="12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73"/>
              <p:cNvSpPr/>
              <p:nvPr/>
            </p:nvSpPr>
            <p:spPr>
              <a:xfrm>
                <a:off x="2843825" y="4023550"/>
                <a:ext cx="66125" cy="62275"/>
              </a:xfrm>
              <a:custGeom>
                <a:avLst/>
                <a:gdLst/>
                <a:ahLst/>
                <a:cxnLst/>
                <a:rect l="l" t="t" r="r" b="b"/>
                <a:pathLst>
                  <a:path w="2645" h="2491" extrusionOk="0">
                    <a:moveTo>
                      <a:pt x="1289" y="0"/>
                    </a:moveTo>
                    <a:cubicBezTo>
                      <a:pt x="1091" y="0"/>
                      <a:pt x="893" y="47"/>
                      <a:pt x="715" y="144"/>
                    </a:cubicBezTo>
                    <a:cubicBezTo>
                      <a:pt x="259" y="382"/>
                      <a:pt x="1" y="885"/>
                      <a:pt x="60" y="1394"/>
                    </a:cubicBezTo>
                    <a:cubicBezTo>
                      <a:pt x="120" y="1896"/>
                      <a:pt x="490" y="2326"/>
                      <a:pt x="979" y="2451"/>
                    </a:cubicBezTo>
                    <a:cubicBezTo>
                      <a:pt x="1085" y="2478"/>
                      <a:pt x="1191" y="2491"/>
                      <a:pt x="1296" y="2491"/>
                    </a:cubicBezTo>
                    <a:cubicBezTo>
                      <a:pt x="1805" y="2491"/>
                      <a:pt x="2275" y="2167"/>
                      <a:pt x="2460" y="1698"/>
                    </a:cubicBezTo>
                    <a:cubicBezTo>
                      <a:pt x="2645" y="1215"/>
                      <a:pt x="2506" y="653"/>
                      <a:pt x="2123" y="316"/>
                    </a:cubicBezTo>
                    <a:cubicBezTo>
                      <a:pt x="1891" y="109"/>
                      <a:pt x="1590" y="0"/>
                      <a:pt x="1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73"/>
              <p:cNvSpPr/>
              <p:nvPr/>
            </p:nvSpPr>
            <p:spPr>
              <a:xfrm>
                <a:off x="2612800" y="4077225"/>
                <a:ext cx="334175" cy="220475"/>
              </a:xfrm>
              <a:custGeom>
                <a:avLst/>
                <a:gdLst/>
                <a:ahLst/>
                <a:cxnLst/>
                <a:rect l="l" t="t" r="r" b="b"/>
                <a:pathLst>
                  <a:path w="13367" h="8819" extrusionOk="0">
                    <a:moveTo>
                      <a:pt x="1581" y="1382"/>
                    </a:moveTo>
                    <a:lnTo>
                      <a:pt x="1296" y="3371"/>
                    </a:lnTo>
                    <a:cubicBezTo>
                      <a:pt x="1296" y="3391"/>
                      <a:pt x="1290" y="3404"/>
                      <a:pt x="1290" y="3424"/>
                    </a:cubicBezTo>
                    <a:cubicBezTo>
                      <a:pt x="1263" y="3352"/>
                      <a:pt x="1217" y="3279"/>
                      <a:pt x="1171" y="3219"/>
                    </a:cubicBezTo>
                    <a:cubicBezTo>
                      <a:pt x="1171" y="3206"/>
                      <a:pt x="1171" y="3200"/>
                      <a:pt x="1171" y="3193"/>
                    </a:cubicBezTo>
                    <a:lnTo>
                      <a:pt x="1171" y="3173"/>
                    </a:lnTo>
                    <a:cubicBezTo>
                      <a:pt x="1171" y="3081"/>
                      <a:pt x="1164" y="2995"/>
                      <a:pt x="1171" y="2909"/>
                    </a:cubicBezTo>
                    <a:cubicBezTo>
                      <a:pt x="1171" y="2776"/>
                      <a:pt x="1184" y="2651"/>
                      <a:pt x="1191" y="2519"/>
                    </a:cubicBezTo>
                    <a:cubicBezTo>
                      <a:pt x="1210" y="2386"/>
                      <a:pt x="1224" y="2248"/>
                      <a:pt x="1257" y="2122"/>
                    </a:cubicBezTo>
                    <a:cubicBezTo>
                      <a:pt x="1303" y="1937"/>
                      <a:pt x="1362" y="1758"/>
                      <a:pt x="1448" y="1593"/>
                    </a:cubicBezTo>
                    <a:lnTo>
                      <a:pt x="1481" y="1534"/>
                    </a:lnTo>
                    <a:lnTo>
                      <a:pt x="1515" y="1474"/>
                    </a:lnTo>
                    <a:cubicBezTo>
                      <a:pt x="1534" y="1441"/>
                      <a:pt x="1561" y="1408"/>
                      <a:pt x="1581" y="1382"/>
                    </a:cubicBezTo>
                    <a:close/>
                    <a:moveTo>
                      <a:pt x="11681" y="1382"/>
                    </a:moveTo>
                    <a:lnTo>
                      <a:pt x="11681" y="1382"/>
                    </a:lnTo>
                    <a:cubicBezTo>
                      <a:pt x="11701" y="1408"/>
                      <a:pt x="11727" y="1441"/>
                      <a:pt x="11747" y="1474"/>
                    </a:cubicBezTo>
                    <a:lnTo>
                      <a:pt x="11780" y="1534"/>
                    </a:lnTo>
                    <a:lnTo>
                      <a:pt x="11813" y="1593"/>
                    </a:lnTo>
                    <a:cubicBezTo>
                      <a:pt x="11899" y="1758"/>
                      <a:pt x="11959" y="1937"/>
                      <a:pt x="12005" y="2122"/>
                    </a:cubicBezTo>
                    <a:cubicBezTo>
                      <a:pt x="12038" y="2248"/>
                      <a:pt x="12051" y="2386"/>
                      <a:pt x="12071" y="2519"/>
                    </a:cubicBezTo>
                    <a:cubicBezTo>
                      <a:pt x="12078" y="2651"/>
                      <a:pt x="12091" y="2776"/>
                      <a:pt x="12091" y="2909"/>
                    </a:cubicBezTo>
                    <a:cubicBezTo>
                      <a:pt x="12097" y="2995"/>
                      <a:pt x="12091" y="3081"/>
                      <a:pt x="12091" y="3173"/>
                    </a:cubicBezTo>
                    <a:lnTo>
                      <a:pt x="12091" y="3193"/>
                    </a:lnTo>
                    <a:cubicBezTo>
                      <a:pt x="12091" y="3246"/>
                      <a:pt x="12104" y="3292"/>
                      <a:pt x="12124" y="3345"/>
                    </a:cubicBezTo>
                    <a:cubicBezTo>
                      <a:pt x="12071" y="3437"/>
                      <a:pt x="12038" y="3550"/>
                      <a:pt x="12038" y="3669"/>
                    </a:cubicBezTo>
                    <a:cubicBezTo>
                      <a:pt x="12038" y="3675"/>
                      <a:pt x="12038" y="3689"/>
                      <a:pt x="12038" y="3695"/>
                    </a:cubicBezTo>
                    <a:cubicBezTo>
                      <a:pt x="12018" y="3629"/>
                      <a:pt x="11998" y="3563"/>
                      <a:pt x="11978" y="3497"/>
                    </a:cubicBezTo>
                    <a:cubicBezTo>
                      <a:pt x="11978" y="3457"/>
                      <a:pt x="11972" y="3411"/>
                      <a:pt x="11965" y="3371"/>
                    </a:cubicBezTo>
                    <a:lnTo>
                      <a:pt x="11681" y="1382"/>
                    </a:lnTo>
                    <a:close/>
                    <a:moveTo>
                      <a:pt x="3782" y="0"/>
                    </a:moveTo>
                    <a:cubicBezTo>
                      <a:pt x="3590" y="212"/>
                      <a:pt x="3332" y="370"/>
                      <a:pt x="3048" y="436"/>
                    </a:cubicBezTo>
                    <a:cubicBezTo>
                      <a:pt x="2943" y="460"/>
                      <a:pt x="2835" y="472"/>
                      <a:pt x="2727" y="472"/>
                    </a:cubicBezTo>
                    <a:cubicBezTo>
                      <a:pt x="2537" y="472"/>
                      <a:pt x="2346" y="435"/>
                      <a:pt x="2169" y="364"/>
                    </a:cubicBezTo>
                    <a:cubicBezTo>
                      <a:pt x="1977" y="284"/>
                      <a:pt x="1799" y="159"/>
                      <a:pt x="1660" y="7"/>
                    </a:cubicBezTo>
                    <a:cubicBezTo>
                      <a:pt x="1594" y="40"/>
                      <a:pt x="1528" y="80"/>
                      <a:pt x="1468" y="119"/>
                    </a:cubicBezTo>
                    <a:cubicBezTo>
                      <a:pt x="1415" y="159"/>
                      <a:pt x="1369" y="192"/>
                      <a:pt x="1316" y="232"/>
                    </a:cubicBezTo>
                    <a:cubicBezTo>
                      <a:pt x="1270" y="271"/>
                      <a:pt x="1224" y="317"/>
                      <a:pt x="1171" y="364"/>
                    </a:cubicBezTo>
                    <a:cubicBezTo>
                      <a:pt x="1025" y="509"/>
                      <a:pt x="900" y="668"/>
                      <a:pt x="787" y="846"/>
                    </a:cubicBezTo>
                    <a:cubicBezTo>
                      <a:pt x="741" y="939"/>
                      <a:pt x="688" y="1031"/>
                      <a:pt x="649" y="1124"/>
                    </a:cubicBezTo>
                    <a:lnTo>
                      <a:pt x="609" y="1216"/>
                    </a:lnTo>
                    <a:cubicBezTo>
                      <a:pt x="510" y="1461"/>
                      <a:pt x="450" y="1719"/>
                      <a:pt x="417" y="1977"/>
                    </a:cubicBezTo>
                    <a:cubicBezTo>
                      <a:pt x="391" y="2142"/>
                      <a:pt x="391" y="2307"/>
                      <a:pt x="384" y="2472"/>
                    </a:cubicBezTo>
                    <a:cubicBezTo>
                      <a:pt x="384" y="2664"/>
                      <a:pt x="391" y="2849"/>
                      <a:pt x="411" y="3034"/>
                    </a:cubicBezTo>
                    <a:cubicBezTo>
                      <a:pt x="166" y="3133"/>
                      <a:pt x="1" y="3371"/>
                      <a:pt x="1" y="3649"/>
                    </a:cubicBezTo>
                    <a:lnTo>
                      <a:pt x="1" y="8481"/>
                    </a:lnTo>
                    <a:cubicBezTo>
                      <a:pt x="1" y="8587"/>
                      <a:pt x="87" y="8673"/>
                      <a:pt x="192" y="8673"/>
                    </a:cubicBezTo>
                    <a:cubicBezTo>
                      <a:pt x="292" y="8673"/>
                      <a:pt x="384" y="8587"/>
                      <a:pt x="384" y="8481"/>
                    </a:cubicBezTo>
                    <a:lnTo>
                      <a:pt x="384" y="3649"/>
                    </a:lnTo>
                    <a:cubicBezTo>
                      <a:pt x="384" y="3556"/>
                      <a:pt x="430" y="3471"/>
                      <a:pt x="503" y="3418"/>
                    </a:cubicBezTo>
                    <a:cubicBezTo>
                      <a:pt x="576" y="3510"/>
                      <a:pt x="690" y="3564"/>
                      <a:pt x="802" y="3564"/>
                    </a:cubicBezTo>
                    <a:cubicBezTo>
                      <a:pt x="842" y="3564"/>
                      <a:pt x="882" y="3557"/>
                      <a:pt x="920" y="3543"/>
                    </a:cubicBezTo>
                    <a:cubicBezTo>
                      <a:pt x="933" y="3563"/>
                      <a:pt x="939" y="3596"/>
                      <a:pt x="946" y="3623"/>
                    </a:cubicBezTo>
                    <a:cubicBezTo>
                      <a:pt x="946" y="3649"/>
                      <a:pt x="946" y="3669"/>
                      <a:pt x="953" y="3695"/>
                    </a:cubicBezTo>
                    <a:cubicBezTo>
                      <a:pt x="959" y="3742"/>
                      <a:pt x="986" y="3781"/>
                      <a:pt x="1025" y="3808"/>
                    </a:cubicBezTo>
                    <a:cubicBezTo>
                      <a:pt x="1059" y="3831"/>
                      <a:pt x="1097" y="3842"/>
                      <a:pt x="1135" y="3842"/>
                    </a:cubicBezTo>
                    <a:cubicBezTo>
                      <a:pt x="1196" y="3842"/>
                      <a:pt x="1256" y="3814"/>
                      <a:pt x="1296" y="3761"/>
                    </a:cubicBezTo>
                    <a:cubicBezTo>
                      <a:pt x="1323" y="3993"/>
                      <a:pt x="1409" y="4204"/>
                      <a:pt x="1534" y="4389"/>
                    </a:cubicBezTo>
                    <a:lnTo>
                      <a:pt x="1719" y="8388"/>
                    </a:lnTo>
                    <a:cubicBezTo>
                      <a:pt x="1733" y="8613"/>
                      <a:pt x="1918" y="8798"/>
                      <a:pt x="2149" y="8805"/>
                    </a:cubicBezTo>
                    <a:cubicBezTo>
                      <a:pt x="2374" y="8805"/>
                      <a:pt x="2572" y="8620"/>
                      <a:pt x="2579" y="8388"/>
                    </a:cubicBezTo>
                    <a:lnTo>
                      <a:pt x="2724" y="5335"/>
                    </a:lnTo>
                    <a:lnTo>
                      <a:pt x="2863" y="8388"/>
                    </a:lnTo>
                    <a:cubicBezTo>
                      <a:pt x="2870" y="8613"/>
                      <a:pt x="3061" y="8798"/>
                      <a:pt x="3286" y="8805"/>
                    </a:cubicBezTo>
                    <a:cubicBezTo>
                      <a:pt x="3517" y="8805"/>
                      <a:pt x="3709" y="8620"/>
                      <a:pt x="3722" y="8388"/>
                    </a:cubicBezTo>
                    <a:lnTo>
                      <a:pt x="3914" y="4369"/>
                    </a:lnTo>
                    <a:cubicBezTo>
                      <a:pt x="4112" y="4079"/>
                      <a:pt x="4192" y="3722"/>
                      <a:pt x="4139" y="3371"/>
                    </a:cubicBezTo>
                    <a:lnTo>
                      <a:pt x="3855" y="1362"/>
                    </a:lnTo>
                    <a:lnTo>
                      <a:pt x="3855" y="1362"/>
                    </a:lnTo>
                    <a:cubicBezTo>
                      <a:pt x="3855" y="1362"/>
                      <a:pt x="3855" y="1362"/>
                      <a:pt x="3861" y="1369"/>
                    </a:cubicBezTo>
                    <a:cubicBezTo>
                      <a:pt x="3881" y="1402"/>
                      <a:pt x="3914" y="1435"/>
                      <a:pt x="3934" y="1474"/>
                    </a:cubicBezTo>
                    <a:lnTo>
                      <a:pt x="3967" y="1534"/>
                    </a:lnTo>
                    <a:lnTo>
                      <a:pt x="4000" y="1593"/>
                    </a:lnTo>
                    <a:cubicBezTo>
                      <a:pt x="4086" y="1758"/>
                      <a:pt x="4145" y="1937"/>
                      <a:pt x="4192" y="2122"/>
                    </a:cubicBezTo>
                    <a:cubicBezTo>
                      <a:pt x="4225" y="2248"/>
                      <a:pt x="4238" y="2386"/>
                      <a:pt x="4258" y="2519"/>
                    </a:cubicBezTo>
                    <a:cubicBezTo>
                      <a:pt x="4271" y="2651"/>
                      <a:pt x="4278" y="2776"/>
                      <a:pt x="4278" y="2909"/>
                    </a:cubicBezTo>
                    <a:cubicBezTo>
                      <a:pt x="4284" y="2995"/>
                      <a:pt x="4278" y="3081"/>
                      <a:pt x="4278" y="3173"/>
                    </a:cubicBezTo>
                    <a:lnTo>
                      <a:pt x="4278" y="3186"/>
                    </a:lnTo>
                    <a:cubicBezTo>
                      <a:pt x="4278" y="3358"/>
                      <a:pt x="4397" y="3504"/>
                      <a:pt x="4555" y="3550"/>
                    </a:cubicBezTo>
                    <a:cubicBezTo>
                      <a:pt x="4688" y="3743"/>
                      <a:pt x="4887" y="3809"/>
                      <a:pt x="5099" y="3809"/>
                    </a:cubicBezTo>
                    <a:cubicBezTo>
                      <a:pt x="5329" y="3809"/>
                      <a:pt x="5575" y="3731"/>
                      <a:pt x="5771" y="3656"/>
                    </a:cubicBezTo>
                    <a:lnTo>
                      <a:pt x="5771" y="3656"/>
                    </a:lnTo>
                    <a:lnTo>
                      <a:pt x="5686" y="5176"/>
                    </a:lnTo>
                    <a:cubicBezTo>
                      <a:pt x="5679" y="5361"/>
                      <a:pt x="5725" y="5526"/>
                      <a:pt x="5805" y="5678"/>
                    </a:cubicBezTo>
                    <a:lnTo>
                      <a:pt x="5943" y="8534"/>
                    </a:lnTo>
                    <a:cubicBezTo>
                      <a:pt x="5950" y="8686"/>
                      <a:pt x="6082" y="8811"/>
                      <a:pt x="6234" y="8818"/>
                    </a:cubicBezTo>
                    <a:cubicBezTo>
                      <a:pt x="6393" y="8818"/>
                      <a:pt x="6532" y="8692"/>
                      <a:pt x="6538" y="8534"/>
                    </a:cubicBezTo>
                    <a:lnTo>
                      <a:pt x="6651" y="6300"/>
                    </a:lnTo>
                    <a:lnTo>
                      <a:pt x="6770" y="8534"/>
                    </a:lnTo>
                    <a:cubicBezTo>
                      <a:pt x="6776" y="8686"/>
                      <a:pt x="6908" y="8818"/>
                      <a:pt x="7067" y="8818"/>
                    </a:cubicBezTo>
                    <a:cubicBezTo>
                      <a:pt x="7219" y="8818"/>
                      <a:pt x="7358" y="8686"/>
                      <a:pt x="7365" y="8534"/>
                    </a:cubicBezTo>
                    <a:lnTo>
                      <a:pt x="7503" y="5678"/>
                    </a:lnTo>
                    <a:cubicBezTo>
                      <a:pt x="7583" y="5526"/>
                      <a:pt x="7629" y="5361"/>
                      <a:pt x="7622" y="5176"/>
                    </a:cubicBezTo>
                    <a:lnTo>
                      <a:pt x="7536" y="3656"/>
                    </a:lnTo>
                    <a:lnTo>
                      <a:pt x="7536" y="3656"/>
                    </a:lnTo>
                    <a:cubicBezTo>
                      <a:pt x="7732" y="3733"/>
                      <a:pt x="7978" y="3811"/>
                      <a:pt x="8208" y="3811"/>
                    </a:cubicBezTo>
                    <a:cubicBezTo>
                      <a:pt x="8428" y="3811"/>
                      <a:pt x="8633" y="3740"/>
                      <a:pt x="8766" y="3530"/>
                    </a:cubicBezTo>
                    <a:cubicBezTo>
                      <a:pt x="8898" y="3471"/>
                      <a:pt x="8984" y="3338"/>
                      <a:pt x="8984" y="3186"/>
                    </a:cubicBezTo>
                    <a:lnTo>
                      <a:pt x="8984" y="3173"/>
                    </a:lnTo>
                    <a:cubicBezTo>
                      <a:pt x="8984" y="3081"/>
                      <a:pt x="8977" y="2995"/>
                      <a:pt x="8977" y="2909"/>
                    </a:cubicBezTo>
                    <a:cubicBezTo>
                      <a:pt x="8984" y="2776"/>
                      <a:pt x="8991" y="2651"/>
                      <a:pt x="9004" y="2519"/>
                    </a:cubicBezTo>
                    <a:cubicBezTo>
                      <a:pt x="9024" y="2386"/>
                      <a:pt x="9037" y="2248"/>
                      <a:pt x="9070" y="2122"/>
                    </a:cubicBezTo>
                    <a:cubicBezTo>
                      <a:pt x="9110" y="1937"/>
                      <a:pt x="9176" y="1758"/>
                      <a:pt x="9262" y="1593"/>
                    </a:cubicBezTo>
                    <a:lnTo>
                      <a:pt x="9295" y="1534"/>
                    </a:lnTo>
                    <a:lnTo>
                      <a:pt x="9328" y="1474"/>
                    </a:lnTo>
                    <a:cubicBezTo>
                      <a:pt x="9348" y="1435"/>
                      <a:pt x="9381" y="1402"/>
                      <a:pt x="9400" y="1369"/>
                    </a:cubicBezTo>
                    <a:cubicBezTo>
                      <a:pt x="9407" y="1362"/>
                      <a:pt x="9407" y="1362"/>
                      <a:pt x="9407" y="1362"/>
                    </a:cubicBezTo>
                    <a:lnTo>
                      <a:pt x="9407" y="1362"/>
                    </a:lnTo>
                    <a:lnTo>
                      <a:pt x="9123" y="3371"/>
                    </a:lnTo>
                    <a:cubicBezTo>
                      <a:pt x="9110" y="3424"/>
                      <a:pt x="9110" y="3484"/>
                      <a:pt x="9110" y="3543"/>
                    </a:cubicBezTo>
                    <a:cubicBezTo>
                      <a:pt x="8911" y="4145"/>
                      <a:pt x="8759" y="4759"/>
                      <a:pt x="8660" y="5387"/>
                    </a:cubicBezTo>
                    <a:cubicBezTo>
                      <a:pt x="8607" y="5692"/>
                      <a:pt x="8574" y="5996"/>
                      <a:pt x="8554" y="6300"/>
                    </a:cubicBezTo>
                    <a:cubicBezTo>
                      <a:pt x="8541" y="6452"/>
                      <a:pt x="8541" y="6610"/>
                      <a:pt x="8534" y="6762"/>
                    </a:cubicBezTo>
                    <a:cubicBezTo>
                      <a:pt x="8534" y="6835"/>
                      <a:pt x="8541" y="6895"/>
                      <a:pt x="8587" y="6954"/>
                    </a:cubicBezTo>
                    <a:cubicBezTo>
                      <a:pt x="8627" y="7000"/>
                      <a:pt x="8693" y="7027"/>
                      <a:pt x="8759" y="7027"/>
                    </a:cubicBezTo>
                    <a:lnTo>
                      <a:pt x="9493" y="7027"/>
                    </a:lnTo>
                    <a:lnTo>
                      <a:pt x="9559" y="8388"/>
                    </a:lnTo>
                    <a:cubicBezTo>
                      <a:pt x="9572" y="8620"/>
                      <a:pt x="9764" y="8805"/>
                      <a:pt x="9995" y="8805"/>
                    </a:cubicBezTo>
                    <a:cubicBezTo>
                      <a:pt x="10220" y="8798"/>
                      <a:pt x="10412" y="8613"/>
                      <a:pt x="10418" y="8388"/>
                    </a:cubicBezTo>
                    <a:lnTo>
                      <a:pt x="10478" y="7027"/>
                    </a:lnTo>
                    <a:lnTo>
                      <a:pt x="10637" y="7027"/>
                    </a:lnTo>
                    <a:lnTo>
                      <a:pt x="10696" y="8388"/>
                    </a:lnTo>
                    <a:cubicBezTo>
                      <a:pt x="10709" y="8620"/>
                      <a:pt x="10908" y="8805"/>
                      <a:pt x="11132" y="8805"/>
                    </a:cubicBezTo>
                    <a:cubicBezTo>
                      <a:pt x="11357" y="8798"/>
                      <a:pt x="11549" y="8613"/>
                      <a:pt x="11562" y="8388"/>
                    </a:cubicBezTo>
                    <a:lnTo>
                      <a:pt x="11621" y="7027"/>
                    </a:lnTo>
                    <a:lnTo>
                      <a:pt x="12342" y="7027"/>
                    </a:lnTo>
                    <a:cubicBezTo>
                      <a:pt x="12415" y="7027"/>
                      <a:pt x="12487" y="6994"/>
                      <a:pt x="12527" y="6934"/>
                    </a:cubicBezTo>
                    <a:cubicBezTo>
                      <a:pt x="12573" y="6861"/>
                      <a:pt x="12567" y="6776"/>
                      <a:pt x="12560" y="6696"/>
                    </a:cubicBezTo>
                    <a:cubicBezTo>
                      <a:pt x="12560" y="6518"/>
                      <a:pt x="12547" y="6333"/>
                      <a:pt x="12534" y="6154"/>
                    </a:cubicBezTo>
                    <a:cubicBezTo>
                      <a:pt x="12507" y="5804"/>
                      <a:pt x="12454" y="5454"/>
                      <a:pt x="12388" y="5103"/>
                    </a:cubicBezTo>
                    <a:cubicBezTo>
                      <a:pt x="12302" y="4647"/>
                      <a:pt x="12190" y="4198"/>
                      <a:pt x="12058" y="3755"/>
                    </a:cubicBezTo>
                    <a:lnTo>
                      <a:pt x="12058" y="3755"/>
                    </a:lnTo>
                    <a:cubicBezTo>
                      <a:pt x="12091" y="3821"/>
                      <a:pt x="12161" y="3860"/>
                      <a:pt x="12232" y="3860"/>
                    </a:cubicBezTo>
                    <a:cubicBezTo>
                      <a:pt x="12261" y="3860"/>
                      <a:pt x="12289" y="3854"/>
                      <a:pt x="12316" y="3841"/>
                    </a:cubicBezTo>
                    <a:cubicBezTo>
                      <a:pt x="12362" y="3821"/>
                      <a:pt x="12395" y="3781"/>
                      <a:pt x="12408" y="3735"/>
                    </a:cubicBezTo>
                    <a:cubicBezTo>
                      <a:pt x="12428" y="3675"/>
                      <a:pt x="12421" y="3616"/>
                      <a:pt x="12441" y="3563"/>
                    </a:cubicBezTo>
                    <a:cubicBezTo>
                      <a:pt x="12447" y="3563"/>
                      <a:pt x="12454" y="3564"/>
                      <a:pt x="12460" y="3564"/>
                    </a:cubicBezTo>
                    <a:cubicBezTo>
                      <a:pt x="12591" y="3564"/>
                      <a:pt x="12702" y="3499"/>
                      <a:pt x="12772" y="3398"/>
                    </a:cubicBezTo>
                    <a:cubicBezTo>
                      <a:pt x="12891" y="3424"/>
                      <a:pt x="12983" y="3537"/>
                      <a:pt x="12983" y="3669"/>
                    </a:cubicBezTo>
                    <a:lnTo>
                      <a:pt x="12983" y="8501"/>
                    </a:lnTo>
                    <a:cubicBezTo>
                      <a:pt x="12983" y="8600"/>
                      <a:pt x="13069" y="8692"/>
                      <a:pt x="13175" y="8692"/>
                    </a:cubicBezTo>
                    <a:cubicBezTo>
                      <a:pt x="13281" y="8692"/>
                      <a:pt x="13367" y="8600"/>
                      <a:pt x="13367" y="8501"/>
                    </a:cubicBezTo>
                    <a:lnTo>
                      <a:pt x="13367" y="3669"/>
                    </a:lnTo>
                    <a:cubicBezTo>
                      <a:pt x="13367" y="3352"/>
                      <a:pt x="13148" y="3087"/>
                      <a:pt x="12851" y="3021"/>
                    </a:cubicBezTo>
                    <a:cubicBezTo>
                      <a:pt x="12871" y="2836"/>
                      <a:pt x="12877" y="2657"/>
                      <a:pt x="12877" y="2472"/>
                    </a:cubicBezTo>
                    <a:cubicBezTo>
                      <a:pt x="12871" y="2307"/>
                      <a:pt x="12871" y="2142"/>
                      <a:pt x="12844" y="1977"/>
                    </a:cubicBezTo>
                    <a:cubicBezTo>
                      <a:pt x="12811" y="1719"/>
                      <a:pt x="12752" y="1461"/>
                      <a:pt x="12653" y="1216"/>
                    </a:cubicBezTo>
                    <a:lnTo>
                      <a:pt x="12613" y="1124"/>
                    </a:lnTo>
                    <a:cubicBezTo>
                      <a:pt x="12573" y="1031"/>
                      <a:pt x="12520" y="939"/>
                      <a:pt x="12474" y="846"/>
                    </a:cubicBezTo>
                    <a:cubicBezTo>
                      <a:pt x="12362" y="668"/>
                      <a:pt x="12236" y="509"/>
                      <a:pt x="12091" y="364"/>
                    </a:cubicBezTo>
                    <a:cubicBezTo>
                      <a:pt x="12038" y="317"/>
                      <a:pt x="11992" y="271"/>
                      <a:pt x="11945" y="232"/>
                    </a:cubicBezTo>
                    <a:cubicBezTo>
                      <a:pt x="11892" y="192"/>
                      <a:pt x="11846" y="159"/>
                      <a:pt x="11793" y="119"/>
                    </a:cubicBezTo>
                    <a:cubicBezTo>
                      <a:pt x="11734" y="80"/>
                      <a:pt x="11668" y="40"/>
                      <a:pt x="11602" y="7"/>
                    </a:cubicBezTo>
                    <a:cubicBezTo>
                      <a:pt x="11410" y="218"/>
                      <a:pt x="11152" y="370"/>
                      <a:pt x="10868" y="436"/>
                    </a:cubicBezTo>
                    <a:cubicBezTo>
                      <a:pt x="10763" y="460"/>
                      <a:pt x="10655" y="472"/>
                      <a:pt x="10547" y="472"/>
                    </a:cubicBezTo>
                    <a:cubicBezTo>
                      <a:pt x="10357" y="472"/>
                      <a:pt x="10166" y="435"/>
                      <a:pt x="9989" y="364"/>
                    </a:cubicBezTo>
                    <a:cubicBezTo>
                      <a:pt x="9797" y="278"/>
                      <a:pt x="9619" y="159"/>
                      <a:pt x="9480" y="0"/>
                    </a:cubicBezTo>
                    <a:cubicBezTo>
                      <a:pt x="9460" y="7"/>
                      <a:pt x="9440" y="20"/>
                      <a:pt x="9427" y="33"/>
                    </a:cubicBezTo>
                    <a:cubicBezTo>
                      <a:pt x="9374" y="60"/>
                      <a:pt x="9328" y="93"/>
                      <a:pt x="9281" y="119"/>
                    </a:cubicBezTo>
                    <a:cubicBezTo>
                      <a:pt x="9229" y="159"/>
                      <a:pt x="9182" y="192"/>
                      <a:pt x="9129" y="232"/>
                    </a:cubicBezTo>
                    <a:cubicBezTo>
                      <a:pt x="9083" y="271"/>
                      <a:pt x="9037" y="317"/>
                      <a:pt x="8984" y="364"/>
                    </a:cubicBezTo>
                    <a:cubicBezTo>
                      <a:pt x="8839" y="509"/>
                      <a:pt x="8713" y="668"/>
                      <a:pt x="8601" y="846"/>
                    </a:cubicBezTo>
                    <a:cubicBezTo>
                      <a:pt x="8554" y="939"/>
                      <a:pt x="8501" y="1031"/>
                      <a:pt x="8462" y="1124"/>
                    </a:cubicBezTo>
                    <a:lnTo>
                      <a:pt x="8422" y="1216"/>
                    </a:lnTo>
                    <a:cubicBezTo>
                      <a:pt x="8323" y="1461"/>
                      <a:pt x="8263" y="1719"/>
                      <a:pt x="8230" y="1977"/>
                    </a:cubicBezTo>
                    <a:cubicBezTo>
                      <a:pt x="8204" y="2142"/>
                      <a:pt x="8204" y="2307"/>
                      <a:pt x="8197" y="2472"/>
                    </a:cubicBezTo>
                    <a:cubicBezTo>
                      <a:pt x="8197" y="2624"/>
                      <a:pt x="8204" y="2770"/>
                      <a:pt x="8211" y="2915"/>
                    </a:cubicBezTo>
                    <a:cubicBezTo>
                      <a:pt x="8217" y="3021"/>
                      <a:pt x="8230" y="3127"/>
                      <a:pt x="8244" y="3233"/>
                    </a:cubicBezTo>
                    <a:cubicBezTo>
                      <a:pt x="8244" y="3238"/>
                      <a:pt x="8244" y="3244"/>
                      <a:pt x="8248" y="3245"/>
                    </a:cubicBezTo>
                    <a:lnTo>
                      <a:pt x="8248" y="3245"/>
                    </a:lnTo>
                    <a:cubicBezTo>
                      <a:pt x="8097" y="3225"/>
                      <a:pt x="7952" y="3153"/>
                      <a:pt x="7821" y="3081"/>
                    </a:cubicBezTo>
                    <a:cubicBezTo>
                      <a:pt x="7688" y="3001"/>
                      <a:pt x="7556" y="2915"/>
                      <a:pt x="7431" y="2823"/>
                    </a:cubicBezTo>
                    <a:cubicBezTo>
                      <a:pt x="7305" y="2730"/>
                      <a:pt x="7193" y="2624"/>
                      <a:pt x="7060" y="2558"/>
                    </a:cubicBezTo>
                    <a:cubicBezTo>
                      <a:pt x="6935" y="2492"/>
                      <a:pt x="6796" y="2459"/>
                      <a:pt x="6657" y="2453"/>
                    </a:cubicBezTo>
                    <a:lnTo>
                      <a:pt x="6651" y="2453"/>
                    </a:lnTo>
                    <a:cubicBezTo>
                      <a:pt x="6512" y="2459"/>
                      <a:pt x="6373" y="2492"/>
                      <a:pt x="6247" y="2558"/>
                    </a:cubicBezTo>
                    <a:cubicBezTo>
                      <a:pt x="6109" y="2631"/>
                      <a:pt x="5990" y="2743"/>
                      <a:pt x="5857" y="2836"/>
                    </a:cubicBezTo>
                    <a:cubicBezTo>
                      <a:pt x="5732" y="2928"/>
                      <a:pt x="5600" y="3014"/>
                      <a:pt x="5461" y="3094"/>
                    </a:cubicBezTo>
                    <a:cubicBezTo>
                      <a:pt x="5388" y="3133"/>
                      <a:pt x="5322" y="3166"/>
                      <a:pt x="5243" y="3193"/>
                    </a:cubicBezTo>
                    <a:cubicBezTo>
                      <a:pt x="5170" y="3226"/>
                      <a:pt x="5091" y="3252"/>
                      <a:pt x="5011" y="3252"/>
                    </a:cubicBezTo>
                    <a:cubicBezTo>
                      <a:pt x="5018" y="3246"/>
                      <a:pt x="5018" y="3239"/>
                      <a:pt x="5018" y="3233"/>
                    </a:cubicBezTo>
                    <a:cubicBezTo>
                      <a:pt x="5031" y="3127"/>
                      <a:pt x="5044" y="3028"/>
                      <a:pt x="5051" y="2922"/>
                    </a:cubicBezTo>
                    <a:cubicBezTo>
                      <a:pt x="5058" y="2776"/>
                      <a:pt x="5064" y="2624"/>
                      <a:pt x="5064" y="2472"/>
                    </a:cubicBezTo>
                    <a:cubicBezTo>
                      <a:pt x="5058" y="2307"/>
                      <a:pt x="5058" y="2142"/>
                      <a:pt x="5031" y="1977"/>
                    </a:cubicBezTo>
                    <a:cubicBezTo>
                      <a:pt x="4998" y="1719"/>
                      <a:pt x="4939" y="1461"/>
                      <a:pt x="4839" y="1216"/>
                    </a:cubicBezTo>
                    <a:lnTo>
                      <a:pt x="4800" y="1124"/>
                    </a:lnTo>
                    <a:cubicBezTo>
                      <a:pt x="4760" y="1031"/>
                      <a:pt x="4707" y="939"/>
                      <a:pt x="4661" y="846"/>
                    </a:cubicBezTo>
                    <a:cubicBezTo>
                      <a:pt x="4549" y="668"/>
                      <a:pt x="4423" y="509"/>
                      <a:pt x="4278" y="364"/>
                    </a:cubicBezTo>
                    <a:cubicBezTo>
                      <a:pt x="4225" y="317"/>
                      <a:pt x="4178" y="271"/>
                      <a:pt x="4132" y="232"/>
                    </a:cubicBezTo>
                    <a:cubicBezTo>
                      <a:pt x="4079" y="192"/>
                      <a:pt x="4033" y="159"/>
                      <a:pt x="3980" y="119"/>
                    </a:cubicBezTo>
                    <a:cubicBezTo>
                      <a:pt x="3934" y="93"/>
                      <a:pt x="3888" y="60"/>
                      <a:pt x="3835" y="33"/>
                    </a:cubicBezTo>
                    <a:cubicBezTo>
                      <a:pt x="3821" y="20"/>
                      <a:pt x="3802" y="7"/>
                      <a:pt x="37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73"/>
              <p:cNvSpPr/>
              <p:nvPr/>
            </p:nvSpPr>
            <p:spPr>
              <a:xfrm>
                <a:off x="2756575" y="4094075"/>
                <a:ext cx="45150" cy="43000"/>
              </a:xfrm>
              <a:custGeom>
                <a:avLst/>
                <a:gdLst/>
                <a:ahLst/>
                <a:cxnLst/>
                <a:rect l="l" t="t" r="r" b="b"/>
                <a:pathLst>
                  <a:path w="1806" h="1720" extrusionOk="0">
                    <a:moveTo>
                      <a:pt x="900" y="0"/>
                    </a:moveTo>
                    <a:cubicBezTo>
                      <a:pt x="589" y="0"/>
                      <a:pt x="298" y="166"/>
                      <a:pt x="146" y="437"/>
                    </a:cubicBezTo>
                    <a:cubicBezTo>
                      <a:pt x="1" y="701"/>
                      <a:pt x="7" y="1032"/>
                      <a:pt x="159" y="1296"/>
                    </a:cubicBezTo>
                    <a:cubicBezTo>
                      <a:pt x="311" y="1554"/>
                      <a:pt x="596" y="1719"/>
                      <a:pt x="900" y="1719"/>
                    </a:cubicBezTo>
                    <a:cubicBezTo>
                      <a:pt x="905" y="1719"/>
                      <a:pt x="911" y="1719"/>
                      <a:pt x="917" y="1719"/>
                    </a:cubicBezTo>
                    <a:cubicBezTo>
                      <a:pt x="1214" y="1719"/>
                      <a:pt x="1497" y="1549"/>
                      <a:pt x="1647" y="1296"/>
                    </a:cubicBezTo>
                    <a:cubicBezTo>
                      <a:pt x="1799" y="1032"/>
                      <a:pt x="1805" y="701"/>
                      <a:pt x="1660" y="437"/>
                    </a:cubicBezTo>
                    <a:cubicBezTo>
                      <a:pt x="1508" y="166"/>
                      <a:pt x="1217" y="0"/>
                      <a:pt x="9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48" name="Google Shape;2048;p73"/>
          <p:cNvGrpSpPr/>
          <p:nvPr/>
        </p:nvGrpSpPr>
        <p:grpSpPr>
          <a:xfrm>
            <a:off x="4871844" y="1882288"/>
            <a:ext cx="1278600" cy="1215000"/>
            <a:chOff x="4922408" y="1882288"/>
            <a:chExt cx="1278600" cy="1215000"/>
          </a:xfrm>
        </p:grpSpPr>
        <p:sp>
          <p:nvSpPr>
            <p:cNvPr id="2049" name="Google Shape;2049;p73"/>
            <p:cNvSpPr/>
            <p:nvPr/>
          </p:nvSpPr>
          <p:spPr>
            <a:xfrm>
              <a:off x="4922408" y="1882288"/>
              <a:ext cx="1278600" cy="1215000"/>
            </a:xfrm>
            <a:prstGeom prst="pentagon">
              <a:avLst>
                <a:gd name="hf" fmla="val 105146"/>
                <a:gd name="vf" fmla="val 11055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73"/>
            <p:cNvSpPr/>
            <p:nvPr/>
          </p:nvSpPr>
          <p:spPr>
            <a:xfrm>
              <a:off x="5006084" y="1961767"/>
              <a:ext cx="1111200" cy="1056000"/>
            </a:xfrm>
            <a:prstGeom prst="pentagon">
              <a:avLst>
                <a:gd name="hf" fmla="val 105146"/>
                <a:gd name="vf" fmla="val 110557"/>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51" name="Google Shape;2051;p73"/>
            <p:cNvGrpSpPr/>
            <p:nvPr/>
          </p:nvGrpSpPr>
          <p:grpSpPr>
            <a:xfrm>
              <a:off x="5306809" y="2288086"/>
              <a:ext cx="482003" cy="458051"/>
              <a:chOff x="2227775" y="4021350"/>
              <a:chExt cx="285750" cy="271550"/>
            </a:xfrm>
          </p:grpSpPr>
          <p:sp>
            <p:nvSpPr>
              <p:cNvPr id="2052" name="Google Shape;2052;p73"/>
              <p:cNvSpPr/>
              <p:nvPr/>
            </p:nvSpPr>
            <p:spPr>
              <a:xfrm>
                <a:off x="2413175" y="4021350"/>
                <a:ext cx="65150" cy="61675"/>
              </a:xfrm>
              <a:custGeom>
                <a:avLst/>
                <a:gdLst/>
                <a:ahLst/>
                <a:cxnLst/>
                <a:rect l="l" t="t" r="r" b="b"/>
                <a:pathLst>
                  <a:path w="2606" h="2467" extrusionOk="0">
                    <a:moveTo>
                      <a:pt x="1319" y="0"/>
                    </a:moveTo>
                    <a:cubicBezTo>
                      <a:pt x="943" y="0"/>
                      <a:pt x="580" y="169"/>
                      <a:pt x="344" y="464"/>
                    </a:cubicBezTo>
                    <a:cubicBezTo>
                      <a:pt x="80" y="794"/>
                      <a:pt x="1" y="1250"/>
                      <a:pt x="146" y="1654"/>
                    </a:cubicBezTo>
                    <a:cubicBezTo>
                      <a:pt x="285" y="2044"/>
                      <a:pt x="622" y="2341"/>
                      <a:pt x="1032" y="2440"/>
                    </a:cubicBezTo>
                    <a:cubicBezTo>
                      <a:pt x="1124" y="2460"/>
                      <a:pt x="1217" y="2467"/>
                      <a:pt x="1310" y="2467"/>
                    </a:cubicBezTo>
                    <a:cubicBezTo>
                      <a:pt x="1733" y="2467"/>
                      <a:pt x="2129" y="2248"/>
                      <a:pt x="2354" y="1898"/>
                    </a:cubicBezTo>
                    <a:cubicBezTo>
                      <a:pt x="2579" y="1535"/>
                      <a:pt x="2605" y="1072"/>
                      <a:pt x="2420" y="688"/>
                    </a:cubicBezTo>
                    <a:cubicBezTo>
                      <a:pt x="2235" y="318"/>
                      <a:pt x="1865" y="54"/>
                      <a:pt x="1455" y="8"/>
                    </a:cubicBezTo>
                    <a:cubicBezTo>
                      <a:pt x="1409" y="3"/>
                      <a:pt x="1364" y="0"/>
                      <a:pt x="1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73"/>
              <p:cNvSpPr/>
              <p:nvPr/>
            </p:nvSpPr>
            <p:spPr>
              <a:xfrm>
                <a:off x="2227775" y="4074575"/>
                <a:ext cx="285750" cy="218325"/>
              </a:xfrm>
              <a:custGeom>
                <a:avLst/>
                <a:gdLst/>
                <a:ahLst/>
                <a:cxnLst/>
                <a:rect l="l" t="t" r="r" b="b"/>
                <a:pathLst>
                  <a:path w="11430" h="8733" extrusionOk="0">
                    <a:moveTo>
                      <a:pt x="9862" y="1369"/>
                    </a:moveTo>
                    <a:cubicBezTo>
                      <a:pt x="9882" y="1402"/>
                      <a:pt x="9902" y="1428"/>
                      <a:pt x="9922" y="1461"/>
                    </a:cubicBezTo>
                    <a:lnTo>
                      <a:pt x="9962" y="1521"/>
                    </a:lnTo>
                    <a:lnTo>
                      <a:pt x="9988" y="1580"/>
                    </a:lnTo>
                    <a:cubicBezTo>
                      <a:pt x="10081" y="1746"/>
                      <a:pt x="10140" y="1924"/>
                      <a:pt x="10180" y="2102"/>
                    </a:cubicBezTo>
                    <a:cubicBezTo>
                      <a:pt x="10213" y="2235"/>
                      <a:pt x="10226" y="2367"/>
                      <a:pt x="10246" y="2499"/>
                    </a:cubicBezTo>
                    <a:cubicBezTo>
                      <a:pt x="10259" y="2664"/>
                      <a:pt x="10272" y="2830"/>
                      <a:pt x="10272" y="3001"/>
                    </a:cubicBezTo>
                    <a:cubicBezTo>
                      <a:pt x="10266" y="3094"/>
                      <a:pt x="10266" y="3147"/>
                      <a:pt x="10266" y="3147"/>
                    </a:cubicBezTo>
                    <a:lnTo>
                      <a:pt x="10266" y="3167"/>
                    </a:lnTo>
                    <a:cubicBezTo>
                      <a:pt x="10266" y="3173"/>
                      <a:pt x="10266" y="3180"/>
                      <a:pt x="10272" y="3193"/>
                    </a:cubicBezTo>
                    <a:cubicBezTo>
                      <a:pt x="10219" y="3253"/>
                      <a:pt x="10173" y="3319"/>
                      <a:pt x="10147" y="3398"/>
                    </a:cubicBezTo>
                    <a:cubicBezTo>
                      <a:pt x="10147" y="3378"/>
                      <a:pt x="10147" y="3358"/>
                      <a:pt x="10140" y="3345"/>
                    </a:cubicBezTo>
                    <a:lnTo>
                      <a:pt x="9862" y="1369"/>
                    </a:lnTo>
                    <a:close/>
                    <a:moveTo>
                      <a:pt x="1427" y="7435"/>
                    </a:moveTo>
                    <a:cubicBezTo>
                      <a:pt x="1480" y="7435"/>
                      <a:pt x="1532" y="7439"/>
                      <a:pt x="1580" y="7463"/>
                    </a:cubicBezTo>
                    <a:cubicBezTo>
                      <a:pt x="1613" y="7483"/>
                      <a:pt x="1639" y="7510"/>
                      <a:pt x="1673" y="7536"/>
                    </a:cubicBezTo>
                    <a:cubicBezTo>
                      <a:pt x="1706" y="7569"/>
                      <a:pt x="1739" y="7602"/>
                      <a:pt x="1778" y="7642"/>
                    </a:cubicBezTo>
                    <a:cubicBezTo>
                      <a:pt x="1811" y="7668"/>
                      <a:pt x="1844" y="7701"/>
                      <a:pt x="1877" y="7734"/>
                    </a:cubicBezTo>
                    <a:cubicBezTo>
                      <a:pt x="1891" y="7747"/>
                      <a:pt x="1950" y="7794"/>
                      <a:pt x="1930" y="7814"/>
                    </a:cubicBezTo>
                    <a:cubicBezTo>
                      <a:pt x="1917" y="7827"/>
                      <a:pt x="1897" y="7827"/>
                      <a:pt x="1877" y="7827"/>
                    </a:cubicBezTo>
                    <a:lnTo>
                      <a:pt x="1164" y="7827"/>
                    </a:lnTo>
                    <a:lnTo>
                      <a:pt x="1164" y="7476"/>
                    </a:lnTo>
                    <a:cubicBezTo>
                      <a:pt x="1164" y="7470"/>
                      <a:pt x="1157" y="7457"/>
                      <a:pt x="1157" y="7443"/>
                    </a:cubicBezTo>
                    <a:cubicBezTo>
                      <a:pt x="1160" y="7437"/>
                      <a:pt x="1167" y="7435"/>
                      <a:pt x="1174" y="7435"/>
                    </a:cubicBezTo>
                    <a:cubicBezTo>
                      <a:pt x="1182" y="7435"/>
                      <a:pt x="1190" y="7437"/>
                      <a:pt x="1197" y="7437"/>
                    </a:cubicBezTo>
                    <a:cubicBezTo>
                      <a:pt x="1216" y="7440"/>
                      <a:pt x="1238" y="7442"/>
                      <a:pt x="1259" y="7442"/>
                    </a:cubicBezTo>
                    <a:cubicBezTo>
                      <a:pt x="1281" y="7442"/>
                      <a:pt x="1302" y="7440"/>
                      <a:pt x="1322" y="7437"/>
                    </a:cubicBezTo>
                    <a:cubicBezTo>
                      <a:pt x="1357" y="7437"/>
                      <a:pt x="1392" y="7435"/>
                      <a:pt x="1427" y="7435"/>
                    </a:cubicBezTo>
                    <a:close/>
                    <a:moveTo>
                      <a:pt x="1104" y="7437"/>
                    </a:moveTo>
                    <a:cubicBezTo>
                      <a:pt x="1117" y="7443"/>
                      <a:pt x="1111" y="7457"/>
                      <a:pt x="1111" y="7463"/>
                    </a:cubicBezTo>
                    <a:lnTo>
                      <a:pt x="1111" y="7767"/>
                    </a:lnTo>
                    <a:cubicBezTo>
                      <a:pt x="1111" y="7781"/>
                      <a:pt x="1111" y="7794"/>
                      <a:pt x="1111" y="7807"/>
                    </a:cubicBezTo>
                    <a:cubicBezTo>
                      <a:pt x="1111" y="7814"/>
                      <a:pt x="1117" y="7820"/>
                      <a:pt x="1111" y="7827"/>
                    </a:cubicBezTo>
                    <a:lnTo>
                      <a:pt x="661" y="7827"/>
                    </a:lnTo>
                    <a:cubicBezTo>
                      <a:pt x="648" y="7827"/>
                      <a:pt x="634" y="7828"/>
                      <a:pt x="619" y="7828"/>
                    </a:cubicBezTo>
                    <a:cubicBezTo>
                      <a:pt x="597" y="7828"/>
                      <a:pt x="575" y="7825"/>
                      <a:pt x="555" y="7814"/>
                    </a:cubicBezTo>
                    <a:cubicBezTo>
                      <a:pt x="503" y="7787"/>
                      <a:pt x="575" y="7708"/>
                      <a:pt x="595" y="7681"/>
                    </a:cubicBezTo>
                    <a:cubicBezTo>
                      <a:pt x="641" y="7622"/>
                      <a:pt x="688" y="7556"/>
                      <a:pt x="740" y="7496"/>
                    </a:cubicBezTo>
                    <a:cubicBezTo>
                      <a:pt x="760" y="7463"/>
                      <a:pt x="787" y="7443"/>
                      <a:pt x="826" y="7443"/>
                    </a:cubicBezTo>
                    <a:cubicBezTo>
                      <a:pt x="866" y="7437"/>
                      <a:pt x="912" y="7437"/>
                      <a:pt x="952" y="7437"/>
                    </a:cubicBezTo>
                    <a:close/>
                    <a:moveTo>
                      <a:pt x="7675" y="0"/>
                    </a:moveTo>
                    <a:cubicBezTo>
                      <a:pt x="7661" y="7"/>
                      <a:pt x="7641" y="20"/>
                      <a:pt x="7622" y="33"/>
                    </a:cubicBezTo>
                    <a:cubicBezTo>
                      <a:pt x="7575" y="60"/>
                      <a:pt x="7529" y="86"/>
                      <a:pt x="7476" y="119"/>
                    </a:cubicBezTo>
                    <a:cubicBezTo>
                      <a:pt x="7430" y="159"/>
                      <a:pt x="7377" y="192"/>
                      <a:pt x="7331" y="232"/>
                    </a:cubicBezTo>
                    <a:cubicBezTo>
                      <a:pt x="7285" y="271"/>
                      <a:pt x="7238" y="318"/>
                      <a:pt x="7185" y="357"/>
                    </a:cubicBezTo>
                    <a:cubicBezTo>
                      <a:pt x="7040" y="503"/>
                      <a:pt x="6914" y="661"/>
                      <a:pt x="6809" y="840"/>
                    </a:cubicBezTo>
                    <a:cubicBezTo>
                      <a:pt x="6756" y="926"/>
                      <a:pt x="6709" y="1018"/>
                      <a:pt x="6663" y="1111"/>
                    </a:cubicBezTo>
                    <a:lnTo>
                      <a:pt x="6624" y="1210"/>
                    </a:lnTo>
                    <a:cubicBezTo>
                      <a:pt x="6531" y="1448"/>
                      <a:pt x="6471" y="1706"/>
                      <a:pt x="6438" y="1957"/>
                    </a:cubicBezTo>
                    <a:cubicBezTo>
                      <a:pt x="6412" y="2122"/>
                      <a:pt x="6412" y="2288"/>
                      <a:pt x="6405" y="2453"/>
                    </a:cubicBezTo>
                    <a:cubicBezTo>
                      <a:pt x="6405" y="2605"/>
                      <a:pt x="6412" y="2750"/>
                      <a:pt x="6419" y="2896"/>
                    </a:cubicBezTo>
                    <a:cubicBezTo>
                      <a:pt x="6425" y="3001"/>
                      <a:pt x="6438" y="3101"/>
                      <a:pt x="6452" y="3206"/>
                    </a:cubicBezTo>
                    <a:cubicBezTo>
                      <a:pt x="6465" y="3299"/>
                      <a:pt x="6505" y="3378"/>
                      <a:pt x="6571" y="3438"/>
                    </a:cubicBezTo>
                    <a:cubicBezTo>
                      <a:pt x="6564" y="3444"/>
                      <a:pt x="6557" y="3444"/>
                      <a:pt x="6557" y="3444"/>
                    </a:cubicBezTo>
                    <a:cubicBezTo>
                      <a:pt x="6545" y="3447"/>
                      <a:pt x="6532" y="3448"/>
                      <a:pt x="6520" y="3448"/>
                    </a:cubicBezTo>
                    <a:cubicBezTo>
                      <a:pt x="6465" y="3448"/>
                      <a:pt x="6407" y="3427"/>
                      <a:pt x="6359" y="3411"/>
                    </a:cubicBezTo>
                    <a:cubicBezTo>
                      <a:pt x="6293" y="3391"/>
                      <a:pt x="6227" y="3358"/>
                      <a:pt x="6161" y="3325"/>
                    </a:cubicBezTo>
                    <a:cubicBezTo>
                      <a:pt x="6029" y="3259"/>
                      <a:pt x="5910" y="3187"/>
                      <a:pt x="5791" y="3101"/>
                    </a:cubicBezTo>
                    <a:cubicBezTo>
                      <a:pt x="5731" y="3061"/>
                      <a:pt x="5672" y="3015"/>
                      <a:pt x="5612" y="2975"/>
                    </a:cubicBezTo>
                    <a:cubicBezTo>
                      <a:pt x="5559" y="2929"/>
                      <a:pt x="5506" y="2882"/>
                      <a:pt x="5447" y="2843"/>
                    </a:cubicBezTo>
                    <a:cubicBezTo>
                      <a:pt x="5341" y="2770"/>
                      <a:pt x="5222" y="2724"/>
                      <a:pt x="5097" y="2704"/>
                    </a:cubicBezTo>
                    <a:cubicBezTo>
                      <a:pt x="5049" y="2695"/>
                      <a:pt x="5002" y="2691"/>
                      <a:pt x="4955" y="2691"/>
                    </a:cubicBezTo>
                    <a:cubicBezTo>
                      <a:pt x="4763" y="2691"/>
                      <a:pt x="4581" y="2763"/>
                      <a:pt x="4416" y="2869"/>
                    </a:cubicBezTo>
                    <a:cubicBezTo>
                      <a:pt x="4217" y="2995"/>
                      <a:pt x="4046" y="3160"/>
                      <a:pt x="3913" y="3345"/>
                    </a:cubicBezTo>
                    <a:cubicBezTo>
                      <a:pt x="3616" y="3768"/>
                      <a:pt x="3490" y="4271"/>
                      <a:pt x="3451" y="4780"/>
                    </a:cubicBezTo>
                    <a:cubicBezTo>
                      <a:pt x="3444" y="4905"/>
                      <a:pt x="3437" y="5037"/>
                      <a:pt x="3437" y="5163"/>
                    </a:cubicBezTo>
                    <a:cubicBezTo>
                      <a:pt x="3437" y="5222"/>
                      <a:pt x="3431" y="5282"/>
                      <a:pt x="3451" y="5341"/>
                    </a:cubicBezTo>
                    <a:cubicBezTo>
                      <a:pt x="3470" y="5388"/>
                      <a:pt x="3504" y="5427"/>
                      <a:pt x="3543" y="5460"/>
                    </a:cubicBezTo>
                    <a:cubicBezTo>
                      <a:pt x="3404" y="5718"/>
                      <a:pt x="3411" y="6042"/>
                      <a:pt x="3431" y="6326"/>
                    </a:cubicBezTo>
                    <a:cubicBezTo>
                      <a:pt x="3451" y="6630"/>
                      <a:pt x="3497" y="6934"/>
                      <a:pt x="3523" y="7239"/>
                    </a:cubicBezTo>
                    <a:cubicBezTo>
                      <a:pt x="3537" y="7384"/>
                      <a:pt x="3550" y="7523"/>
                      <a:pt x="3537" y="7668"/>
                    </a:cubicBezTo>
                    <a:cubicBezTo>
                      <a:pt x="3523" y="7787"/>
                      <a:pt x="3497" y="7919"/>
                      <a:pt x="3424" y="8019"/>
                    </a:cubicBezTo>
                    <a:cubicBezTo>
                      <a:pt x="3358" y="8118"/>
                      <a:pt x="3246" y="8164"/>
                      <a:pt x="3127" y="8171"/>
                    </a:cubicBezTo>
                    <a:cubicBezTo>
                      <a:pt x="3107" y="8172"/>
                      <a:pt x="3088" y="8173"/>
                      <a:pt x="3069" y="8173"/>
                    </a:cubicBezTo>
                    <a:cubicBezTo>
                      <a:pt x="3018" y="8173"/>
                      <a:pt x="2968" y="8167"/>
                      <a:pt x="2915" y="8157"/>
                    </a:cubicBezTo>
                    <a:cubicBezTo>
                      <a:pt x="2882" y="8151"/>
                      <a:pt x="2849" y="8144"/>
                      <a:pt x="2816" y="8137"/>
                    </a:cubicBezTo>
                    <a:cubicBezTo>
                      <a:pt x="2783" y="8131"/>
                      <a:pt x="2750" y="8111"/>
                      <a:pt x="2717" y="8111"/>
                    </a:cubicBezTo>
                    <a:cubicBezTo>
                      <a:pt x="2717" y="8058"/>
                      <a:pt x="2737" y="7992"/>
                      <a:pt x="2690" y="7952"/>
                    </a:cubicBezTo>
                    <a:cubicBezTo>
                      <a:pt x="2651" y="7919"/>
                      <a:pt x="2598" y="7900"/>
                      <a:pt x="2545" y="7886"/>
                    </a:cubicBezTo>
                    <a:cubicBezTo>
                      <a:pt x="2419" y="7847"/>
                      <a:pt x="2287" y="7820"/>
                      <a:pt x="2162" y="7794"/>
                    </a:cubicBezTo>
                    <a:cubicBezTo>
                      <a:pt x="2023" y="7668"/>
                      <a:pt x="1891" y="7543"/>
                      <a:pt x="1752" y="7410"/>
                    </a:cubicBezTo>
                    <a:cubicBezTo>
                      <a:pt x="1699" y="7357"/>
                      <a:pt x="1639" y="7298"/>
                      <a:pt x="1567" y="7272"/>
                    </a:cubicBezTo>
                    <a:cubicBezTo>
                      <a:pt x="1527" y="7258"/>
                      <a:pt x="1487" y="7258"/>
                      <a:pt x="1448" y="7258"/>
                    </a:cubicBezTo>
                    <a:lnTo>
                      <a:pt x="853" y="7258"/>
                    </a:lnTo>
                    <a:cubicBezTo>
                      <a:pt x="835" y="7258"/>
                      <a:pt x="818" y="7258"/>
                      <a:pt x="800" y="7258"/>
                    </a:cubicBezTo>
                    <a:cubicBezTo>
                      <a:pt x="765" y="7258"/>
                      <a:pt x="732" y="7261"/>
                      <a:pt x="701" y="7278"/>
                    </a:cubicBezTo>
                    <a:cubicBezTo>
                      <a:pt x="648" y="7305"/>
                      <a:pt x="622" y="7371"/>
                      <a:pt x="588" y="7417"/>
                    </a:cubicBezTo>
                    <a:cubicBezTo>
                      <a:pt x="509" y="7516"/>
                      <a:pt x="417" y="7609"/>
                      <a:pt x="357" y="7721"/>
                    </a:cubicBezTo>
                    <a:cubicBezTo>
                      <a:pt x="265" y="7741"/>
                      <a:pt x="165" y="7761"/>
                      <a:pt x="86" y="7807"/>
                    </a:cubicBezTo>
                    <a:cubicBezTo>
                      <a:pt x="46" y="7827"/>
                      <a:pt x="20" y="7860"/>
                      <a:pt x="7" y="7900"/>
                    </a:cubicBezTo>
                    <a:cubicBezTo>
                      <a:pt x="0" y="7946"/>
                      <a:pt x="7" y="7992"/>
                      <a:pt x="7" y="8038"/>
                    </a:cubicBezTo>
                    <a:lnTo>
                      <a:pt x="7" y="8256"/>
                    </a:lnTo>
                    <a:cubicBezTo>
                      <a:pt x="7" y="8283"/>
                      <a:pt x="0" y="8303"/>
                      <a:pt x="7" y="8329"/>
                    </a:cubicBezTo>
                    <a:cubicBezTo>
                      <a:pt x="13" y="8356"/>
                      <a:pt x="27" y="8382"/>
                      <a:pt x="46" y="8402"/>
                    </a:cubicBezTo>
                    <a:cubicBezTo>
                      <a:pt x="79" y="8442"/>
                      <a:pt x="126" y="8494"/>
                      <a:pt x="179" y="8501"/>
                    </a:cubicBezTo>
                    <a:cubicBezTo>
                      <a:pt x="189" y="8504"/>
                      <a:pt x="202" y="8504"/>
                      <a:pt x="215" y="8504"/>
                    </a:cubicBezTo>
                    <a:cubicBezTo>
                      <a:pt x="228" y="8504"/>
                      <a:pt x="241" y="8504"/>
                      <a:pt x="251" y="8508"/>
                    </a:cubicBezTo>
                    <a:cubicBezTo>
                      <a:pt x="258" y="8508"/>
                      <a:pt x="258" y="8521"/>
                      <a:pt x="258" y="8527"/>
                    </a:cubicBezTo>
                    <a:cubicBezTo>
                      <a:pt x="265" y="8541"/>
                      <a:pt x="271" y="8554"/>
                      <a:pt x="278" y="8567"/>
                    </a:cubicBezTo>
                    <a:cubicBezTo>
                      <a:pt x="311" y="8613"/>
                      <a:pt x="350" y="8653"/>
                      <a:pt x="403" y="8686"/>
                    </a:cubicBezTo>
                    <a:cubicBezTo>
                      <a:pt x="454" y="8715"/>
                      <a:pt x="513" y="8730"/>
                      <a:pt x="572" y="8730"/>
                    </a:cubicBezTo>
                    <a:cubicBezTo>
                      <a:pt x="621" y="8730"/>
                      <a:pt x="669" y="8720"/>
                      <a:pt x="714" y="8699"/>
                    </a:cubicBezTo>
                    <a:cubicBezTo>
                      <a:pt x="760" y="8673"/>
                      <a:pt x="807" y="8640"/>
                      <a:pt x="840" y="8600"/>
                    </a:cubicBezTo>
                    <a:cubicBezTo>
                      <a:pt x="853" y="8574"/>
                      <a:pt x="873" y="8554"/>
                      <a:pt x="879" y="8527"/>
                    </a:cubicBezTo>
                    <a:cubicBezTo>
                      <a:pt x="886" y="8521"/>
                      <a:pt x="886" y="8508"/>
                      <a:pt x="893" y="8501"/>
                    </a:cubicBezTo>
                    <a:lnTo>
                      <a:pt x="1930" y="8501"/>
                    </a:lnTo>
                    <a:cubicBezTo>
                      <a:pt x="1937" y="8501"/>
                      <a:pt x="1944" y="8501"/>
                      <a:pt x="1950" y="8508"/>
                    </a:cubicBezTo>
                    <a:cubicBezTo>
                      <a:pt x="1957" y="8514"/>
                      <a:pt x="1957" y="8527"/>
                      <a:pt x="1963" y="8541"/>
                    </a:cubicBezTo>
                    <a:cubicBezTo>
                      <a:pt x="1977" y="8567"/>
                      <a:pt x="1990" y="8587"/>
                      <a:pt x="2010" y="8607"/>
                    </a:cubicBezTo>
                    <a:cubicBezTo>
                      <a:pt x="2043" y="8646"/>
                      <a:pt x="2082" y="8680"/>
                      <a:pt x="2129" y="8699"/>
                    </a:cubicBezTo>
                    <a:cubicBezTo>
                      <a:pt x="2170" y="8720"/>
                      <a:pt x="2217" y="8730"/>
                      <a:pt x="2265" y="8730"/>
                    </a:cubicBezTo>
                    <a:cubicBezTo>
                      <a:pt x="2323" y="8730"/>
                      <a:pt x="2382" y="8715"/>
                      <a:pt x="2433" y="8686"/>
                    </a:cubicBezTo>
                    <a:cubicBezTo>
                      <a:pt x="2466" y="8666"/>
                      <a:pt x="2499" y="8640"/>
                      <a:pt x="2532" y="8607"/>
                    </a:cubicBezTo>
                    <a:cubicBezTo>
                      <a:pt x="2545" y="8587"/>
                      <a:pt x="2558" y="8567"/>
                      <a:pt x="2565" y="8547"/>
                    </a:cubicBezTo>
                    <a:cubicBezTo>
                      <a:pt x="2578" y="8527"/>
                      <a:pt x="2585" y="8508"/>
                      <a:pt x="2591" y="8488"/>
                    </a:cubicBezTo>
                    <a:cubicBezTo>
                      <a:pt x="2605" y="8468"/>
                      <a:pt x="2624" y="8461"/>
                      <a:pt x="2638" y="8448"/>
                    </a:cubicBezTo>
                    <a:cubicBezTo>
                      <a:pt x="2657" y="8428"/>
                      <a:pt x="2677" y="8409"/>
                      <a:pt x="2690" y="8389"/>
                    </a:cubicBezTo>
                    <a:cubicBezTo>
                      <a:pt x="2704" y="8369"/>
                      <a:pt x="2717" y="8349"/>
                      <a:pt x="2717" y="8323"/>
                    </a:cubicBezTo>
                    <a:cubicBezTo>
                      <a:pt x="2724" y="8296"/>
                      <a:pt x="2717" y="8263"/>
                      <a:pt x="2717" y="8237"/>
                    </a:cubicBezTo>
                    <a:lnTo>
                      <a:pt x="2717" y="8237"/>
                    </a:lnTo>
                    <a:cubicBezTo>
                      <a:pt x="2831" y="8268"/>
                      <a:pt x="2959" y="8295"/>
                      <a:pt x="3083" y="8295"/>
                    </a:cubicBezTo>
                    <a:cubicBezTo>
                      <a:pt x="3217" y="8295"/>
                      <a:pt x="3347" y="8263"/>
                      <a:pt x="3451" y="8171"/>
                    </a:cubicBezTo>
                    <a:cubicBezTo>
                      <a:pt x="3629" y="8012"/>
                      <a:pt x="3656" y="7747"/>
                      <a:pt x="3656" y="7529"/>
                    </a:cubicBezTo>
                    <a:cubicBezTo>
                      <a:pt x="3662" y="7225"/>
                      <a:pt x="3616" y="6921"/>
                      <a:pt x="3583" y="6617"/>
                    </a:cubicBezTo>
                    <a:cubicBezTo>
                      <a:pt x="3563" y="6465"/>
                      <a:pt x="3550" y="6313"/>
                      <a:pt x="3543" y="6161"/>
                    </a:cubicBezTo>
                    <a:cubicBezTo>
                      <a:pt x="3537" y="6029"/>
                      <a:pt x="3537" y="5897"/>
                      <a:pt x="3563" y="5764"/>
                    </a:cubicBezTo>
                    <a:cubicBezTo>
                      <a:pt x="3576" y="5679"/>
                      <a:pt x="3603" y="5593"/>
                      <a:pt x="3649" y="5513"/>
                    </a:cubicBezTo>
                    <a:cubicBezTo>
                      <a:pt x="3649" y="5507"/>
                      <a:pt x="3649" y="5507"/>
                      <a:pt x="3642" y="5500"/>
                    </a:cubicBezTo>
                    <a:lnTo>
                      <a:pt x="3642" y="5500"/>
                    </a:lnTo>
                    <a:cubicBezTo>
                      <a:pt x="3654" y="5502"/>
                      <a:pt x="3665" y="5502"/>
                      <a:pt x="3676" y="5502"/>
                    </a:cubicBezTo>
                    <a:cubicBezTo>
                      <a:pt x="3762" y="5502"/>
                      <a:pt x="3840" y="5458"/>
                      <a:pt x="3887" y="5388"/>
                    </a:cubicBezTo>
                    <a:cubicBezTo>
                      <a:pt x="3913" y="5348"/>
                      <a:pt x="3920" y="5295"/>
                      <a:pt x="3927" y="5249"/>
                    </a:cubicBezTo>
                    <a:cubicBezTo>
                      <a:pt x="3933" y="5183"/>
                      <a:pt x="3940" y="5117"/>
                      <a:pt x="3946" y="5051"/>
                    </a:cubicBezTo>
                    <a:cubicBezTo>
                      <a:pt x="3973" y="4793"/>
                      <a:pt x="4019" y="4535"/>
                      <a:pt x="4112" y="4297"/>
                    </a:cubicBezTo>
                    <a:lnTo>
                      <a:pt x="4112" y="4297"/>
                    </a:lnTo>
                    <a:cubicBezTo>
                      <a:pt x="4098" y="4548"/>
                      <a:pt x="4085" y="4799"/>
                      <a:pt x="4072" y="5051"/>
                    </a:cubicBezTo>
                    <a:cubicBezTo>
                      <a:pt x="4065" y="5170"/>
                      <a:pt x="4052" y="5289"/>
                      <a:pt x="4059" y="5414"/>
                    </a:cubicBezTo>
                    <a:cubicBezTo>
                      <a:pt x="4072" y="5526"/>
                      <a:pt x="4105" y="5645"/>
                      <a:pt x="4158" y="5751"/>
                    </a:cubicBezTo>
                    <a:lnTo>
                      <a:pt x="4297" y="8461"/>
                    </a:lnTo>
                    <a:cubicBezTo>
                      <a:pt x="4303" y="8607"/>
                      <a:pt x="4436" y="8732"/>
                      <a:pt x="4581" y="8732"/>
                    </a:cubicBezTo>
                    <a:cubicBezTo>
                      <a:pt x="4726" y="8732"/>
                      <a:pt x="4852" y="8607"/>
                      <a:pt x="4865" y="8461"/>
                    </a:cubicBezTo>
                    <a:lnTo>
                      <a:pt x="4964" y="6326"/>
                    </a:lnTo>
                    <a:lnTo>
                      <a:pt x="5077" y="8461"/>
                    </a:lnTo>
                    <a:cubicBezTo>
                      <a:pt x="5083" y="8607"/>
                      <a:pt x="5209" y="8732"/>
                      <a:pt x="5361" y="8732"/>
                    </a:cubicBezTo>
                    <a:cubicBezTo>
                      <a:pt x="5506" y="8732"/>
                      <a:pt x="5632" y="8607"/>
                      <a:pt x="5639" y="8461"/>
                    </a:cubicBezTo>
                    <a:lnTo>
                      <a:pt x="5771" y="5751"/>
                    </a:lnTo>
                    <a:cubicBezTo>
                      <a:pt x="5850" y="5606"/>
                      <a:pt x="5890" y="5447"/>
                      <a:pt x="5883" y="5275"/>
                    </a:cubicBezTo>
                    <a:lnTo>
                      <a:pt x="5804" y="3828"/>
                    </a:lnTo>
                    <a:lnTo>
                      <a:pt x="5804" y="3828"/>
                    </a:lnTo>
                    <a:cubicBezTo>
                      <a:pt x="6002" y="3908"/>
                      <a:pt x="6217" y="3979"/>
                      <a:pt x="6431" y="3979"/>
                    </a:cubicBezTo>
                    <a:cubicBezTo>
                      <a:pt x="6482" y="3979"/>
                      <a:pt x="6533" y="3975"/>
                      <a:pt x="6584" y="3967"/>
                    </a:cubicBezTo>
                    <a:cubicBezTo>
                      <a:pt x="6703" y="3947"/>
                      <a:pt x="6815" y="3894"/>
                      <a:pt x="6901" y="3808"/>
                    </a:cubicBezTo>
                    <a:cubicBezTo>
                      <a:pt x="6980" y="3722"/>
                      <a:pt x="7053" y="3603"/>
                      <a:pt x="7007" y="3484"/>
                    </a:cubicBezTo>
                    <a:cubicBezTo>
                      <a:pt x="7113" y="3418"/>
                      <a:pt x="7185" y="3299"/>
                      <a:pt x="7185" y="3160"/>
                    </a:cubicBezTo>
                    <a:lnTo>
                      <a:pt x="7185" y="3147"/>
                    </a:lnTo>
                    <a:cubicBezTo>
                      <a:pt x="7185" y="3061"/>
                      <a:pt x="7179" y="2968"/>
                      <a:pt x="7185" y="2882"/>
                    </a:cubicBezTo>
                    <a:cubicBezTo>
                      <a:pt x="7185" y="2757"/>
                      <a:pt x="7192" y="2625"/>
                      <a:pt x="7205" y="2499"/>
                    </a:cubicBezTo>
                    <a:cubicBezTo>
                      <a:pt x="7225" y="2367"/>
                      <a:pt x="7238" y="2235"/>
                      <a:pt x="7271" y="2102"/>
                    </a:cubicBezTo>
                    <a:cubicBezTo>
                      <a:pt x="7311" y="1924"/>
                      <a:pt x="7370" y="1746"/>
                      <a:pt x="7463" y="1580"/>
                    </a:cubicBezTo>
                    <a:lnTo>
                      <a:pt x="7489" y="1521"/>
                    </a:lnTo>
                    <a:lnTo>
                      <a:pt x="7529" y="1461"/>
                    </a:lnTo>
                    <a:cubicBezTo>
                      <a:pt x="7549" y="1428"/>
                      <a:pt x="7575" y="1389"/>
                      <a:pt x="7602" y="1356"/>
                    </a:cubicBezTo>
                    <a:cubicBezTo>
                      <a:pt x="7602" y="1356"/>
                      <a:pt x="7602" y="1349"/>
                      <a:pt x="7608" y="1349"/>
                    </a:cubicBezTo>
                    <a:lnTo>
                      <a:pt x="7324" y="3345"/>
                    </a:lnTo>
                    <a:cubicBezTo>
                      <a:pt x="7271" y="3689"/>
                      <a:pt x="7351" y="4046"/>
                      <a:pt x="7549" y="4337"/>
                    </a:cubicBezTo>
                    <a:lnTo>
                      <a:pt x="7734" y="8323"/>
                    </a:lnTo>
                    <a:cubicBezTo>
                      <a:pt x="7747" y="8534"/>
                      <a:pt x="7919" y="8713"/>
                      <a:pt x="8137" y="8726"/>
                    </a:cubicBezTo>
                    <a:cubicBezTo>
                      <a:pt x="8146" y="8726"/>
                      <a:pt x="8154" y="8727"/>
                      <a:pt x="8163" y="8727"/>
                    </a:cubicBezTo>
                    <a:cubicBezTo>
                      <a:pt x="8365" y="8727"/>
                      <a:pt x="8549" y="8578"/>
                      <a:pt x="8587" y="8375"/>
                    </a:cubicBezTo>
                    <a:cubicBezTo>
                      <a:pt x="8587" y="8362"/>
                      <a:pt x="8587" y="8342"/>
                      <a:pt x="8593" y="8323"/>
                    </a:cubicBezTo>
                    <a:lnTo>
                      <a:pt x="8726" y="5289"/>
                    </a:lnTo>
                    <a:lnTo>
                      <a:pt x="8864" y="8323"/>
                    </a:lnTo>
                    <a:cubicBezTo>
                      <a:pt x="8878" y="8534"/>
                      <a:pt x="9056" y="8713"/>
                      <a:pt x="9268" y="8726"/>
                    </a:cubicBezTo>
                    <a:cubicBezTo>
                      <a:pt x="9276" y="8726"/>
                      <a:pt x="9285" y="8727"/>
                      <a:pt x="9293" y="8727"/>
                    </a:cubicBezTo>
                    <a:cubicBezTo>
                      <a:pt x="9495" y="8727"/>
                      <a:pt x="9679" y="8579"/>
                      <a:pt x="9717" y="8382"/>
                    </a:cubicBezTo>
                    <a:cubicBezTo>
                      <a:pt x="9717" y="8362"/>
                      <a:pt x="9724" y="8342"/>
                      <a:pt x="9724" y="8323"/>
                    </a:cubicBezTo>
                    <a:lnTo>
                      <a:pt x="9902" y="4357"/>
                    </a:lnTo>
                    <a:cubicBezTo>
                      <a:pt x="10028" y="4171"/>
                      <a:pt x="10114" y="3960"/>
                      <a:pt x="10147" y="3729"/>
                    </a:cubicBezTo>
                    <a:cubicBezTo>
                      <a:pt x="10180" y="3783"/>
                      <a:pt x="10240" y="3811"/>
                      <a:pt x="10301" y="3811"/>
                    </a:cubicBezTo>
                    <a:cubicBezTo>
                      <a:pt x="10336" y="3811"/>
                      <a:pt x="10373" y="3801"/>
                      <a:pt x="10405" y="3781"/>
                    </a:cubicBezTo>
                    <a:cubicBezTo>
                      <a:pt x="10438" y="3755"/>
                      <a:pt x="10471" y="3722"/>
                      <a:pt x="10484" y="3676"/>
                    </a:cubicBezTo>
                    <a:cubicBezTo>
                      <a:pt x="10490" y="3649"/>
                      <a:pt x="10490" y="3629"/>
                      <a:pt x="10490" y="3603"/>
                    </a:cubicBezTo>
                    <a:cubicBezTo>
                      <a:pt x="10490" y="3570"/>
                      <a:pt x="10504" y="3543"/>
                      <a:pt x="10510" y="3510"/>
                    </a:cubicBezTo>
                    <a:cubicBezTo>
                      <a:pt x="10550" y="3524"/>
                      <a:pt x="10591" y="3531"/>
                      <a:pt x="10632" y="3531"/>
                    </a:cubicBezTo>
                    <a:cubicBezTo>
                      <a:pt x="10745" y="3531"/>
                      <a:pt x="10854" y="3479"/>
                      <a:pt x="10927" y="3391"/>
                    </a:cubicBezTo>
                    <a:cubicBezTo>
                      <a:pt x="10999" y="3438"/>
                      <a:pt x="11046" y="3524"/>
                      <a:pt x="11046" y="3623"/>
                    </a:cubicBezTo>
                    <a:lnTo>
                      <a:pt x="11046" y="8514"/>
                    </a:lnTo>
                    <a:cubicBezTo>
                      <a:pt x="11046" y="8620"/>
                      <a:pt x="11138" y="8706"/>
                      <a:pt x="11237" y="8706"/>
                    </a:cubicBezTo>
                    <a:cubicBezTo>
                      <a:pt x="11343" y="8706"/>
                      <a:pt x="11429" y="8620"/>
                      <a:pt x="11429" y="8514"/>
                    </a:cubicBezTo>
                    <a:lnTo>
                      <a:pt x="11429" y="3623"/>
                    </a:lnTo>
                    <a:cubicBezTo>
                      <a:pt x="11429" y="3345"/>
                      <a:pt x="11257" y="3107"/>
                      <a:pt x="11019" y="3008"/>
                    </a:cubicBezTo>
                    <a:cubicBezTo>
                      <a:pt x="11039" y="2823"/>
                      <a:pt x="11046" y="2638"/>
                      <a:pt x="11046" y="2453"/>
                    </a:cubicBezTo>
                    <a:cubicBezTo>
                      <a:pt x="11046" y="2288"/>
                      <a:pt x="11039" y="2122"/>
                      <a:pt x="11013" y="1957"/>
                    </a:cubicBezTo>
                    <a:cubicBezTo>
                      <a:pt x="10980" y="1706"/>
                      <a:pt x="10920" y="1448"/>
                      <a:pt x="10828" y="1210"/>
                    </a:cubicBezTo>
                    <a:lnTo>
                      <a:pt x="10788" y="1111"/>
                    </a:lnTo>
                    <a:cubicBezTo>
                      <a:pt x="10742" y="1018"/>
                      <a:pt x="10695" y="926"/>
                      <a:pt x="10642" y="840"/>
                    </a:cubicBezTo>
                    <a:cubicBezTo>
                      <a:pt x="10537" y="661"/>
                      <a:pt x="10411" y="503"/>
                      <a:pt x="10266" y="357"/>
                    </a:cubicBezTo>
                    <a:cubicBezTo>
                      <a:pt x="10219" y="318"/>
                      <a:pt x="10173" y="271"/>
                      <a:pt x="10120" y="232"/>
                    </a:cubicBezTo>
                    <a:cubicBezTo>
                      <a:pt x="10074" y="192"/>
                      <a:pt x="10021" y="159"/>
                      <a:pt x="9975" y="119"/>
                    </a:cubicBezTo>
                    <a:cubicBezTo>
                      <a:pt x="9909" y="80"/>
                      <a:pt x="9849" y="40"/>
                      <a:pt x="9783" y="7"/>
                    </a:cubicBezTo>
                    <a:cubicBezTo>
                      <a:pt x="9513" y="304"/>
                      <a:pt x="9124" y="469"/>
                      <a:pt x="8724" y="469"/>
                    </a:cubicBezTo>
                    <a:cubicBezTo>
                      <a:pt x="8635" y="469"/>
                      <a:pt x="8544" y="460"/>
                      <a:pt x="8455" y="443"/>
                    </a:cubicBezTo>
                    <a:cubicBezTo>
                      <a:pt x="8157" y="384"/>
                      <a:pt x="7879" y="225"/>
                      <a:pt x="76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73"/>
              <p:cNvSpPr/>
              <p:nvPr/>
            </p:nvSpPr>
            <p:spPr>
              <a:xfrm>
                <a:off x="2331050" y="4099500"/>
                <a:ext cx="42325" cy="40875"/>
              </a:xfrm>
              <a:custGeom>
                <a:avLst/>
                <a:gdLst/>
                <a:ahLst/>
                <a:cxnLst/>
                <a:rect l="l" t="t" r="r" b="b"/>
                <a:pathLst>
                  <a:path w="1693" h="1635" extrusionOk="0">
                    <a:moveTo>
                      <a:pt x="839" y="1"/>
                    </a:moveTo>
                    <a:cubicBezTo>
                      <a:pt x="700" y="1"/>
                      <a:pt x="561" y="36"/>
                      <a:pt x="437" y="107"/>
                    </a:cubicBezTo>
                    <a:cubicBezTo>
                      <a:pt x="219" y="233"/>
                      <a:pt x="67" y="458"/>
                      <a:pt x="34" y="709"/>
                    </a:cubicBezTo>
                    <a:cubicBezTo>
                      <a:pt x="1" y="934"/>
                      <a:pt x="67" y="1172"/>
                      <a:pt x="219" y="1343"/>
                    </a:cubicBezTo>
                    <a:cubicBezTo>
                      <a:pt x="377" y="1522"/>
                      <a:pt x="602" y="1634"/>
                      <a:pt x="840" y="1634"/>
                    </a:cubicBezTo>
                    <a:cubicBezTo>
                      <a:pt x="1091" y="1634"/>
                      <a:pt x="1336" y="1515"/>
                      <a:pt x="1488" y="1317"/>
                    </a:cubicBezTo>
                    <a:cubicBezTo>
                      <a:pt x="1640" y="1112"/>
                      <a:pt x="1693" y="848"/>
                      <a:pt x="1627" y="603"/>
                    </a:cubicBezTo>
                    <a:cubicBezTo>
                      <a:pt x="1560" y="359"/>
                      <a:pt x="1382" y="160"/>
                      <a:pt x="1151" y="61"/>
                    </a:cubicBezTo>
                    <a:cubicBezTo>
                      <a:pt x="1051" y="21"/>
                      <a:pt x="945"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55" name="Google Shape;2055;p73"/>
          <p:cNvGrpSpPr/>
          <p:nvPr/>
        </p:nvGrpSpPr>
        <p:grpSpPr>
          <a:xfrm>
            <a:off x="815272" y="3406473"/>
            <a:ext cx="1362600" cy="1180200"/>
            <a:chOff x="815272" y="3406473"/>
            <a:chExt cx="1362600" cy="1180200"/>
          </a:xfrm>
        </p:grpSpPr>
        <p:sp>
          <p:nvSpPr>
            <p:cNvPr id="2056" name="Google Shape;2056;p73"/>
            <p:cNvSpPr/>
            <p:nvPr/>
          </p:nvSpPr>
          <p:spPr>
            <a:xfrm>
              <a:off x="815272" y="3406473"/>
              <a:ext cx="1362600" cy="1180200"/>
            </a:xfrm>
            <a:prstGeom prst="hexagon">
              <a:avLst>
                <a:gd name="adj" fmla="val 25000"/>
                <a:gd name="vf" fmla="val 11547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73"/>
            <p:cNvSpPr/>
            <p:nvPr/>
          </p:nvSpPr>
          <p:spPr>
            <a:xfrm>
              <a:off x="887100" y="3468675"/>
              <a:ext cx="1218900" cy="1056000"/>
            </a:xfrm>
            <a:prstGeom prst="hexagon">
              <a:avLst>
                <a:gd name="adj" fmla="val 25000"/>
                <a:gd name="vf" fmla="val 115470"/>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58" name="Google Shape;2058;p73"/>
            <p:cNvGrpSpPr/>
            <p:nvPr/>
          </p:nvGrpSpPr>
          <p:grpSpPr>
            <a:xfrm>
              <a:off x="1166773" y="3760546"/>
              <a:ext cx="659613" cy="472242"/>
              <a:chOff x="931025" y="2639100"/>
              <a:chExt cx="554250" cy="396875"/>
            </a:xfrm>
          </p:grpSpPr>
          <p:sp>
            <p:nvSpPr>
              <p:cNvPr id="2059" name="Google Shape;2059;p73"/>
              <p:cNvSpPr/>
              <p:nvPr/>
            </p:nvSpPr>
            <p:spPr>
              <a:xfrm>
                <a:off x="1226825" y="2645800"/>
                <a:ext cx="83475" cy="81500"/>
              </a:xfrm>
              <a:custGeom>
                <a:avLst/>
                <a:gdLst/>
                <a:ahLst/>
                <a:cxnLst/>
                <a:rect l="l" t="t" r="r" b="b"/>
                <a:pathLst>
                  <a:path w="3339" h="3260" extrusionOk="0">
                    <a:moveTo>
                      <a:pt x="1679" y="0"/>
                    </a:moveTo>
                    <a:cubicBezTo>
                      <a:pt x="1352" y="0"/>
                      <a:pt x="1029" y="101"/>
                      <a:pt x="761" y="285"/>
                    </a:cubicBezTo>
                    <a:cubicBezTo>
                      <a:pt x="424" y="516"/>
                      <a:pt x="186" y="866"/>
                      <a:pt x="93" y="1256"/>
                    </a:cubicBezTo>
                    <a:cubicBezTo>
                      <a:pt x="1" y="1660"/>
                      <a:pt x="67" y="2096"/>
                      <a:pt x="272" y="2453"/>
                    </a:cubicBezTo>
                    <a:cubicBezTo>
                      <a:pt x="476" y="2797"/>
                      <a:pt x="807" y="3061"/>
                      <a:pt x="1190" y="3180"/>
                    </a:cubicBezTo>
                    <a:cubicBezTo>
                      <a:pt x="1349" y="3233"/>
                      <a:pt x="1514" y="3259"/>
                      <a:pt x="1679" y="3259"/>
                    </a:cubicBezTo>
                    <a:cubicBezTo>
                      <a:pt x="2089" y="3259"/>
                      <a:pt x="2493" y="3101"/>
                      <a:pt x="2790" y="2823"/>
                    </a:cubicBezTo>
                    <a:cubicBezTo>
                      <a:pt x="3087" y="2545"/>
                      <a:pt x="3273" y="2162"/>
                      <a:pt x="3306" y="1759"/>
                    </a:cubicBezTo>
                    <a:cubicBezTo>
                      <a:pt x="3339" y="1342"/>
                      <a:pt x="3206" y="932"/>
                      <a:pt x="2949" y="609"/>
                    </a:cubicBezTo>
                    <a:cubicBezTo>
                      <a:pt x="2697" y="298"/>
                      <a:pt x="2334" y="80"/>
                      <a:pt x="1931" y="20"/>
                    </a:cubicBezTo>
                    <a:cubicBezTo>
                      <a:pt x="1847" y="7"/>
                      <a:pt x="1763" y="0"/>
                      <a:pt x="16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73"/>
              <p:cNvSpPr/>
              <p:nvPr/>
            </p:nvSpPr>
            <p:spPr>
              <a:xfrm>
                <a:off x="1355050" y="2780675"/>
                <a:ext cx="55400" cy="52550"/>
              </a:xfrm>
              <a:custGeom>
                <a:avLst/>
                <a:gdLst/>
                <a:ahLst/>
                <a:cxnLst/>
                <a:rect l="l" t="t" r="r" b="b"/>
                <a:pathLst>
                  <a:path w="2216" h="2102" extrusionOk="0">
                    <a:moveTo>
                      <a:pt x="1081" y="1"/>
                    </a:moveTo>
                    <a:cubicBezTo>
                      <a:pt x="960" y="1"/>
                      <a:pt x="838" y="22"/>
                      <a:pt x="721" y="65"/>
                    </a:cubicBezTo>
                    <a:cubicBezTo>
                      <a:pt x="338" y="211"/>
                      <a:pt x="67" y="574"/>
                      <a:pt x="41" y="991"/>
                    </a:cubicBezTo>
                    <a:cubicBezTo>
                      <a:pt x="1" y="1586"/>
                      <a:pt x="490" y="2101"/>
                      <a:pt x="1085" y="2101"/>
                    </a:cubicBezTo>
                    <a:cubicBezTo>
                      <a:pt x="1501" y="2101"/>
                      <a:pt x="1885" y="1850"/>
                      <a:pt x="2050" y="1473"/>
                    </a:cubicBezTo>
                    <a:cubicBezTo>
                      <a:pt x="2215" y="1090"/>
                      <a:pt x="2136" y="634"/>
                      <a:pt x="1852" y="330"/>
                    </a:cubicBezTo>
                    <a:cubicBezTo>
                      <a:pt x="1648" y="117"/>
                      <a:pt x="1366" y="1"/>
                      <a:pt x="10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3"/>
              <p:cNvSpPr/>
              <p:nvPr/>
            </p:nvSpPr>
            <p:spPr>
              <a:xfrm>
                <a:off x="998125" y="2779375"/>
                <a:ext cx="55200" cy="52525"/>
              </a:xfrm>
              <a:custGeom>
                <a:avLst/>
                <a:gdLst/>
                <a:ahLst/>
                <a:cxnLst/>
                <a:rect l="l" t="t" r="r" b="b"/>
                <a:pathLst>
                  <a:path w="2208" h="2101" extrusionOk="0">
                    <a:moveTo>
                      <a:pt x="1075" y="0"/>
                    </a:moveTo>
                    <a:cubicBezTo>
                      <a:pt x="953" y="0"/>
                      <a:pt x="831" y="21"/>
                      <a:pt x="714" y="65"/>
                    </a:cubicBezTo>
                    <a:cubicBezTo>
                      <a:pt x="331" y="210"/>
                      <a:pt x="60" y="574"/>
                      <a:pt x="33" y="983"/>
                    </a:cubicBezTo>
                    <a:cubicBezTo>
                      <a:pt x="0" y="1585"/>
                      <a:pt x="483" y="2100"/>
                      <a:pt x="1084" y="2100"/>
                    </a:cubicBezTo>
                    <a:cubicBezTo>
                      <a:pt x="1494" y="2100"/>
                      <a:pt x="1877" y="1849"/>
                      <a:pt x="2043" y="1472"/>
                    </a:cubicBezTo>
                    <a:cubicBezTo>
                      <a:pt x="2208" y="1089"/>
                      <a:pt x="2129" y="633"/>
                      <a:pt x="1844" y="329"/>
                    </a:cubicBezTo>
                    <a:cubicBezTo>
                      <a:pt x="1645" y="116"/>
                      <a:pt x="1361" y="0"/>
                      <a:pt x="10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3"/>
              <p:cNvSpPr/>
              <p:nvPr/>
            </p:nvSpPr>
            <p:spPr>
              <a:xfrm>
                <a:off x="931025" y="2691275"/>
                <a:ext cx="143625" cy="339250"/>
              </a:xfrm>
              <a:custGeom>
                <a:avLst/>
                <a:gdLst/>
                <a:ahLst/>
                <a:cxnLst/>
                <a:rect l="l" t="t" r="r" b="b"/>
                <a:pathLst>
                  <a:path w="5745" h="13570" extrusionOk="0">
                    <a:moveTo>
                      <a:pt x="956" y="1"/>
                    </a:moveTo>
                    <a:cubicBezTo>
                      <a:pt x="515" y="1"/>
                      <a:pt x="171" y="364"/>
                      <a:pt x="60" y="773"/>
                    </a:cubicBezTo>
                    <a:cubicBezTo>
                      <a:pt x="0" y="984"/>
                      <a:pt x="0" y="1202"/>
                      <a:pt x="60" y="1414"/>
                    </a:cubicBezTo>
                    <a:cubicBezTo>
                      <a:pt x="139" y="1665"/>
                      <a:pt x="291" y="1890"/>
                      <a:pt x="463" y="2088"/>
                    </a:cubicBezTo>
                    <a:cubicBezTo>
                      <a:pt x="562" y="2200"/>
                      <a:pt x="668" y="2306"/>
                      <a:pt x="780" y="2405"/>
                    </a:cubicBezTo>
                    <a:lnTo>
                      <a:pt x="727" y="2504"/>
                    </a:lnTo>
                    <a:cubicBezTo>
                      <a:pt x="694" y="2551"/>
                      <a:pt x="734" y="2623"/>
                      <a:pt x="794" y="2623"/>
                    </a:cubicBezTo>
                    <a:lnTo>
                      <a:pt x="860" y="2623"/>
                    </a:lnTo>
                    <a:cubicBezTo>
                      <a:pt x="787" y="3199"/>
                      <a:pt x="959" y="3754"/>
                      <a:pt x="1117" y="4302"/>
                    </a:cubicBezTo>
                    <a:cubicBezTo>
                      <a:pt x="1197" y="4573"/>
                      <a:pt x="1256" y="4844"/>
                      <a:pt x="1269" y="5135"/>
                    </a:cubicBezTo>
                    <a:cubicBezTo>
                      <a:pt x="1283" y="5420"/>
                      <a:pt x="1263" y="5704"/>
                      <a:pt x="1230" y="5988"/>
                    </a:cubicBezTo>
                    <a:cubicBezTo>
                      <a:pt x="1210" y="6173"/>
                      <a:pt x="1184" y="6365"/>
                      <a:pt x="1157" y="6550"/>
                    </a:cubicBezTo>
                    <a:cubicBezTo>
                      <a:pt x="1131" y="6735"/>
                      <a:pt x="1104" y="6913"/>
                      <a:pt x="1104" y="7098"/>
                    </a:cubicBezTo>
                    <a:cubicBezTo>
                      <a:pt x="1104" y="7422"/>
                      <a:pt x="1223" y="7713"/>
                      <a:pt x="1395" y="7984"/>
                    </a:cubicBezTo>
                    <a:lnTo>
                      <a:pt x="1541" y="7885"/>
                    </a:lnTo>
                    <a:cubicBezTo>
                      <a:pt x="1388" y="7647"/>
                      <a:pt x="1309" y="7455"/>
                      <a:pt x="1289" y="7237"/>
                    </a:cubicBezTo>
                    <a:lnTo>
                      <a:pt x="1289" y="7237"/>
                    </a:lnTo>
                    <a:cubicBezTo>
                      <a:pt x="1322" y="7270"/>
                      <a:pt x="1369" y="7310"/>
                      <a:pt x="1428" y="7343"/>
                    </a:cubicBezTo>
                    <a:cubicBezTo>
                      <a:pt x="1461" y="7363"/>
                      <a:pt x="1501" y="7383"/>
                      <a:pt x="1534" y="7396"/>
                    </a:cubicBezTo>
                    <a:cubicBezTo>
                      <a:pt x="1600" y="7416"/>
                      <a:pt x="1659" y="7436"/>
                      <a:pt x="1726" y="7442"/>
                    </a:cubicBezTo>
                    <a:cubicBezTo>
                      <a:pt x="1785" y="7449"/>
                      <a:pt x="1845" y="7449"/>
                      <a:pt x="1911" y="7449"/>
                    </a:cubicBezTo>
                    <a:cubicBezTo>
                      <a:pt x="1950" y="7449"/>
                      <a:pt x="1990" y="7449"/>
                      <a:pt x="2036" y="7442"/>
                    </a:cubicBezTo>
                    <a:cubicBezTo>
                      <a:pt x="2261" y="7409"/>
                      <a:pt x="2479" y="7343"/>
                      <a:pt x="2691" y="7257"/>
                    </a:cubicBezTo>
                    <a:lnTo>
                      <a:pt x="2691" y="7257"/>
                    </a:lnTo>
                    <a:lnTo>
                      <a:pt x="2592" y="9134"/>
                    </a:lnTo>
                    <a:cubicBezTo>
                      <a:pt x="2578" y="9353"/>
                      <a:pt x="2631" y="9577"/>
                      <a:pt x="2737" y="9769"/>
                    </a:cubicBezTo>
                    <a:lnTo>
                      <a:pt x="2902" y="13226"/>
                    </a:lnTo>
                    <a:cubicBezTo>
                      <a:pt x="2915" y="13411"/>
                      <a:pt x="3074" y="13570"/>
                      <a:pt x="3259" y="13570"/>
                    </a:cubicBezTo>
                    <a:cubicBezTo>
                      <a:pt x="3263" y="13570"/>
                      <a:pt x="3267" y="13570"/>
                      <a:pt x="3271" y="13570"/>
                    </a:cubicBezTo>
                    <a:cubicBezTo>
                      <a:pt x="3458" y="13570"/>
                      <a:pt x="3623" y="13414"/>
                      <a:pt x="3629" y="13226"/>
                    </a:cubicBezTo>
                    <a:lnTo>
                      <a:pt x="3775" y="10476"/>
                    </a:lnTo>
                    <a:lnTo>
                      <a:pt x="3907" y="13226"/>
                    </a:lnTo>
                    <a:cubicBezTo>
                      <a:pt x="3914" y="13411"/>
                      <a:pt x="4072" y="13570"/>
                      <a:pt x="4264" y="13570"/>
                    </a:cubicBezTo>
                    <a:cubicBezTo>
                      <a:pt x="4268" y="13570"/>
                      <a:pt x="4272" y="13570"/>
                      <a:pt x="4275" y="13570"/>
                    </a:cubicBezTo>
                    <a:cubicBezTo>
                      <a:pt x="4462" y="13570"/>
                      <a:pt x="4621" y="13414"/>
                      <a:pt x="4634" y="13226"/>
                    </a:cubicBezTo>
                    <a:lnTo>
                      <a:pt x="4813" y="9762"/>
                    </a:lnTo>
                    <a:cubicBezTo>
                      <a:pt x="4905" y="9584"/>
                      <a:pt x="4951" y="9353"/>
                      <a:pt x="4938" y="9134"/>
                    </a:cubicBezTo>
                    <a:lnTo>
                      <a:pt x="4872" y="7872"/>
                    </a:lnTo>
                    <a:lnTo>
                      <a:pt x="4872" y="7872"/>
                    </a:lnTo>
                    <a:cubicBezTo>
                      <a:pt x="4885" y="7918"/>
                      <a:pt x="4905" y="7971"/>
                      <a:pt x="4925" y="8024"/>
                    </a:cubicBezTo>
                    <a:cubicBezTo>
                      <a:pt x="4958" y="8130"/>
                      <a:pt x="4978" y="8235"/>
                      <a:pt x="5011" y="8341"/>
                    </a:cubicBezTo>
                    <a:cubicBezTo>
                      <a:pt x="5037" y="8487"/>
                      <a:pt x="5064" y="8639"/>
                      <a:pt x="5077" y="8784"/>
                    </a:cubicBezTo>
                    <a:cubicBezTo>
                      <a:pt x="5090" y="8896"/>
                      <a:pt x="5103" y="9009"/>
                      <a:pt x="5117" y="9121"/>
                    </a:cubicBezTo>
                    <a:lnTo>
                      <a:pt x="5117" y="9141"/>
                    </a:lnTo>
                    <a:cubicBezTo>
                      <a:pt x="5136" y="9302"/>
                      <a:pt x="5268" y="9425"/>
                      <a:pt x="5428" y="9425"/>
                    </a:cubicBezTo>
                    <a:cubicBezTo>
                      <a:pt x="5432" y="9425"/>
                      <a:pt x="5436" y="9425"/>
                      <a:pt x="5440" y="9425"/>
                    </a:cubicBezTo>
                    <a:cubicBezTo>
                      <a:pt x="5612" y="9412"/>
                      <a:pt x="5725" y="9267"/>
                      <a:pt x="5738" y="9108"/>
                    </a:cubicBezTo>
                    <a:cubicBezTo>
                      <a:pt x="5745" y="8738"/>
                      <a:pt x="5718" y="8368"/>
                      <a:pt x="5665" y="7997"/>
                    </a:cubicBezTo>
                    <a:cubicBezTo>
                      <a:pt x="5652" y="7951"/>
                      <a:pt x="5645" y="7898"/>
                      <a:pt x="5639" y="7839"/>
                    </a:cubicBezTo>
                    <a:cubicBezTo>
                      <a:pt x="5606" y="7733"/>
                      <a:pt x="5579" y="7621"/>
                      <a:pt x="5553" y="7515"/>
                    </a:cubicBezTo>
                    <a:cubicBezTo>
                      <a:pt x="5520" y="7422"/>
                      <a:pt x="5493" y="7323"/>
                      <a:pt x="5454" y="7231"/>
                    </a:cubicBezTo>
                    <a:cubicBezTo>
                      <a:pt x="5414" y="7132"/>
                      <a:pt x="5368" y="7039"/>
                      <a:pt x="5328" y="6946"/>
                    </a:cubicBezTo>
                    <a:cubicBezTo>
                      <a:pt x="5282" y="6874"/>
                      <a:pt x="5236" y="6794"/>
                      <a:pt x="5196" y="6722"/>
                    </a:cubicBezTo>
                    <a:cubicBezTo>
                      <a:pt x="5143" y="6649"/>
                      <a:pt x="5097" y="6583"/>
                      <a:pt x="5044" y="6517"/>
                    </a:cubicBezTo>
                    <a:cubicBezTo>
                      <a:pt x="4912" y="6365"/>
                      <a:pt x="4773" y="6226"/>
                      <a:pt x="4608" y="6100"/>
                    </a:cubicBezTo>
                    <a:cubicBezTo>
                      <a:pt x="4535" y="6054"/>
                      <a:pt x="4456" y="6001"/>
                      <a:pt x="4370" y="5955"/>
                    </a:cubicBezTo>
                    <a:cubicBezTo>
                      <a:pt x="4237" y="5895"/>
                      <a:pt x="4099" y="5829"/>
                      <a:pt x="3947" y="5796"/>
                    </a:cubicBezTo>
                    <a:cubicBezTo>
                      <a:pt x="3891" y="5786"/>
                      <a:pt x="3834" y="5781"/>
                      <a:pt x="3778" y="5781"/>
                    </a:cubicBezTo>
                    <a:cubicBezTo>
                      <a:pt x="3654" y="5781"/>
                      <a:pt x="3531" y="5806"/>
                      <a:pt x="3418" y="5856"/>
                    </a:cubicBezTo>
                    <a:cubicBezTo>
                      <a:pt x="3180" y="5948"/>
                      <a:pt x="2988" y="6120"/>
                      <a:pt x="2783" y="6272"/>
                    </a:cubicBezTo>
                    <a:cubicBezTo>
                      <a:pt x="2558" y="6431"/>
                      <a:pt x="2327" y="6590"/>
                      <a:pt x="2069" y="6689"/>
                    </a:cubicBezTo>
                    <a:cubicBezTo>
                      <a:pt x="2069" y="6695"/>
                      <a:pt x="2063" y="6695"/>
                      <a:pt x="2056" y="6695"/>
                    </a:cubicBezTo>
                    <a:cubicBezTo>
                      <a:pt x="2010" y="6715"/>
                      <a:pt x="1964" y="6728"/>
                      <a:pt x="1917" y="6748"/>
                    </a:cubicBezTo>
                    <a:cubicBezTo>
                      <a:pt x="1855" y="6765"/>
                      <a:pt x="1807" y="6770"/>
                      <a:pt x="1773" y="6770"/>
                    </a:cubicBezTo>
                    <a:cubicBezTo>
                      <a:pt x="1727" y="6770"/>
                      <a:pt x="1706" y="6761"/>
                      <a:pt x="1706" y="6761"/>
                    </a:cubicBezTo>
                    <a:lnTo>
                      <a:pt x="1501" y="6675"/>
                    </a:lnTo>
                    <a:cubicBezTo>
                      <a:pt x="1469" y="6661"/>
                      <a:pt x="1437" y="6655"/>
                      <a:pt x="1404" y="6655"/>
                    </a:cubicBezTo>
                    <a:cubicBezTo>
                      <a:pt x="1376" y="6655"/>
                      <a:pt x="1346" y="6660"/>
                      <a:pt x="1316" y="6669"/>
                    </a:cubicBezTo>
                    <a:cubicBezTo>
                      <a:pt x="1395" y="6100"/>
                      <a:pt x="1488" y="5532"/>
                      <a:pt x="1435" y="4963"/>
                    </a:cubicBezTo>
                    <a:cubicBezTo>
                      <a:pt x="1382" y="4388"/>
                      <a:pt x="1131" y="3853"/>
                      <a:pt x="1045" y="3284"/>
                    </a:cubicBezTo>
                    <a:cubicBezTo>
                      <a:pt x="1012" y="3066"/>
                      <a:pt x="1005" y="2842"/>
                      <a:pt x="1038" y="2623"/>
                    </a:cubicBezTo>
                    <a:lnTo>
                      <a:pt x="1124" y="2623"/>
                    </a:lnTo>
                    <a:cubicBezTo>
                      <a:pt x="1177" y="2623"/>
                      <a:pt x="1217" y="2564"/>
                      <a:pt x="1190" y="2511"/>
                    </a:cubicBezTo>
                    <a:lnTo>
                      <a:pt x="1131" y="2405"/>
                    </a:lnTo>
                    <a:cubicBezTo>
                      <a:pt x="1521" y="2075"/>
                      <a:pt x="1911" y="1605"/>
                      <a:pt x="1897" y="1070"/>
                    </a:cubicBezTo>
                    <a:cubicBezTo>
                      <a:pt x="1891" y="581"/>
                      <a:pt x="1567" y="59"/>
                      <a:pt x="1045" y="6"/>
                    </a:cubicBezTo>
                    <a:cubicBezTo>
                      <a:pt x="1015" y="3"/>
                      <a:pt x="985" y="1"/>
                      <a:pt x="9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3"/>
              <p:cNvSpPr/>
              <p:nvPr/>
            </p:nvSpPr>
            <p:spPr>
              <a:xfrm>
                <a:off x="1099425" y="2639100"/>
                <a:ext cx="82150" cy="80600"/>
              </a:xfrm>
              <a:custGeom>
                <a:avLst/>
                <a:gdLst/>
                <a:ahLst/>
                <a:cxnLst/>
                <a:rect l="l" t="t" r="r" b="b"/>
                <a:pathLst>
                  <a:path w="3286" h="3224" extrusionOk="0">
                    <a:moveTo>
                      <a:pt x="1656" y="1"/>
                    </a:moveTo>
                    <a:cubicBezTo>
                      <a:pt x="1305" y="1"/>
                      <a:pt x="958" y="119"/>
                      <a:pt x="674" y="335"/>
                    </a:cubicBezTo>
                    <a:cubicBezTo>
                      <a:pt x="357" y="579"/>
                      <a:pt x="132" y="949"/>
                      <a:pt x="66" y="1346"/>
                    </a:cubicBezTo>
                    <a:cubicBezTo>
                      <a:pt x="0" y="1756"/>
                      <a:pt x="93" y="2185"/>
                      <a:pt x="331" y="2523"/>
                    </a:cubicBezTo>
                    <a:cubicBezTo>
                      <a:pt x="562" y="2860"/>
                      <a:pt x="912" y="3098"/>
                      <a:pt x="1309" y="3184"/>
                    </a:cubicBezTo>
                    <a:cubicBezTo>
                      <a:pt x="1421" y="3210"/>
                      <a:pt x="1540" y="3223"/>
                      <a:pt x="1659" y="3223"/>
                    </a:cubicBezTo>
                    <a:cubicBezTo>
                      <a:pt x="2069" y="3223"/>
                      <a:pt x="2466" y="3065"/>
                      <a:pt x="2763" y="2780"/>
                    </a:cubicBezTo>
                    <a:cubicBezTo>
                      <a:pt x="3061" y="2496"/>
                      <a:pt x="3239" y="2106"/>
                      <a:pt x="3265" y="1703"/>
                    </a:cubicBezTo>
                    <a:cubicBezTo>
                      <a:pt x="3285" y="1286"/>
                      <a:pt x="3147" y="877"/>
                      <a:pt x="2882" y="566"/>
                    </a:cubicBezTo>
                    <a:cubicBezTo>
                      <a:pt x="2618" y="255"/>
                      <a:pt x="2241" y="57"/>
                      <a:pt x="1831" y="11"/>
                    </a:cubicBezTo>
                    <a:cubicBezTo>
                      <a:pt x="1773" y="4"/>
                      <a:pt x="1715" y="1"/>
                      <a:pt x="16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3"/>
              <p:cNvSpPr/>
              <p:nvPr/>
            </p:nvSpPr>
            <p:spPr>
              <a:xfrm>
                <a:off x="1063875" y="2709950"/>
                <a:ext cx="421400" cy="326025"/>
              </a:xfrm>
              <a:custGeom>
                <a:avLst/>
                <a:gdLst/>
                <a:ahLst/>
                <a:cxnLst/>
                <a:rect l="l" t="t" r="r" b="b"/>
                <a:pathLst>
                  <a:path w="16856" h="13041" extrusionOk="0">
                    <a:moveTo>
                      <a:pt x="15062" y="1"/>
                    </a:moveTo>
                    <a:cubicBezTo>
                      <a:pt x="14621" y="1"/>
                      <a:pt x="14271" y="363"/>
                      <a:pt x="14160" y="773"/>
                    </a:cubicBezTo>
                    <a:cubicBezTo>
                      <a:pt x="14107" y="984"/>
                      <a:pt x="14107" y="1202"/>
                      <a:pt x="14166" y="1414"/>
                    </a:cubicBezTo>
                    <a:cubicBezTo>
                      <a:pt x="14239" y="1665"/>
                      <a:pt x="14391" y="1890"/>
                      <a:pt x="14570" y="2088"/>
                    </a:cubicBezTo>
                    <a:cubicBezTo>
                      <a:pt x="14662" y="2200"/>
                      <a:pt x="14775" y="2306"/>
                      <a:pt x="14887" y="2405"/>
                    </a:cubicBezTo>
                    <a:lnTo>
                      <a:pt x="14834" y="2504"/>
                    </a:lnTo>
                    <a:cubicBezTo>
                      <a:pt x="14801" y="2551"/>
                      <a:pt x="14834" y="2623"/>
                      <a:pt x="14900" y="2623"/>
                    </a:cubicBezTo>
                    <a:lnTo>
                      <a:pt x="14986" y="2623"/>
                    </a:lnTo>
                    <a:cubicBezTo>
                      <a:pt x="15013" y="2875"/>
                      <a:pt x="15032" y="3132"/>
                      <a:pt x="15019" y="3390"/>
                    </a:cubicBezTo>
                    <a:cubicBezTo>
                      <a:pt x="15006" y="3615"/>
                      <a:pt x="14966" y="3846"/>
                      <a:pt x="14913" y="4064"/>
                    </a:cubicBezTo>
                    <a:cubicBezTo>
                      <a:pt x="14887" y="4197"/>
                      <a:pt x="14847" y="4322"/>
                      <a:pt x="14814" y="4448"/>
                    </a:cubicBezTo>
                    <a:cubicBezTo>
                      <a:pt x="14781" y="4587"/>
                      <a:pt x="14761" y="4732"/>
                      <a:pt x="14755" y="4871"/>
                    </a:cubicBezTo>
                    <a:cubicBezTo>
                      <a:pt x="14735" y="5162"/>
                      <a:pt x="14761" y="5453"/>
                      <a:pt x="14794" y="5737"/>
                    </a:cubicBezTo>
                    <a:cubicBezTo>
                      <a:pt x="14801" y="5836"/>
                      <a:pt x="14821" y="5928"/>
                      <a:pt x="14827" y="6028"/>
                    </a:cubicBezTo>
                    <a:cubicBezTo>
                      <a:pt x="14814" y="6029"/>
                      <a:pt x="14801" y="6029"/>
                      <a:pt x="14788" y="6029"/>
                    </a:cubicBezTo>
                    <a:cubicBezTo>
                      <a:pt x="14730" y="6029"/>
                      <a:pt x="14677" y="6019"/>
                      <a:pt x="14623" y="6008"/>
                    </a:cubicBezTo>
                    <a:cubicBezTo>
                      <a:pt x="14576" y="5988"/>
                      <a:pt x="14530" y="5975"/>
                      <a:pt x="14484" y="5955"/>
                    </a:cubicBezTo>
                    <a:cubicBezTo>
                      <a:pt x="14226" y="5849"/>
                      <a:pt x="13988" y="5690"/>
                      <a:pt x="13770" y="5519"/>
                    </a:cubicBezTo>
                    <a:cubicBezTo>
                      <a:pt x="13572" y="5367"/>
                      <a:pt x="13386" y="5195"/>
                      <a:pt x="13155" y="5089"/>
                    </a:cubicBezTo>
                    <a:cubicBezTo>
                      <a:pt x="13035" y="5026"/>
                      <a:pt x="12902" y="4988"/>
                      <a:pt x="12763" y="4988"/>
                    </a:cubicBezTo>
                    <a:cubicBezTo>
                      <a:pt x="12727" y="4988"/>
                      <a:pt x="12690" y="4991"/>
                      <a:pt x="12653" y="4996"/>
                    </a:cubicBezTo>
                    <a:cubicBezTo>
                      <a:pt x="12474" y="5016"/>
                      <a:pt x="12309" y="5089"/>
                      <a:pt x="12150" y="5168"/>
                    </a:cubicBezTo>
                    <a:cubicBezTo>
                      <a:pt x="12025" y="5241"/>
                      <a:pt x="11906" y="5320"/>
                      <a:pt x="11793" y="5413"/>
                    </a:cubicBezTo>
                    <a:cubicBezTo>
                      <a:pt x="11661" y="5519"/>
                      <a:pt x="11555" y="5644"/>
                      <a:pt x="11450" y="5770"/>
                    </a:cubicBezTo>
                    <a:cubicBezTo>
                      <a:pt x="11403" y="5843"/>
                      <a:pt x="11351" y="5909"/>
                      <a:pt x="11304" y="5981"/>
                    </a:cubicBezTo>
                    <a:cubicBezTo>
                      <a:pt x="11291" y="6008"/>
                      <a:pt x="11271" y="6041"/>
                      <a:pt x="11258" y="6067"/>
                    </a:cubicBezTo>
                    <a:cubicBezTo>
                      <a:pt x="11265" y="5730"/>
                      <a:pt x="11251" y="5393"/>
                      <a:pt x="11232" y="5049"/>
                    </a:cubicBezTo>
                    <a:cubicBezTo>
                      <a:pt x="11225" y="4944"/>
                      <a:pt x="11212" y="4838"/>
                      <a:pt x="11198" y="4725"/>
                    </a:cubicBezTo>
                    <a:cubicBezTo>
                      <a:pt x="11165" y="4441"/>
                      <a:pt x="11113" y="4164"/>
                      <a:pt x="11053" y="3879"/>
                    </a:cubicBezTo>
                    <a:cubicBezTo>
                      <a:pt x="11027" y="3793"/>
                      <a:pt x="11007" y="3707"/>
                      <a:pt x="10987" y="3622"/>
                    </a:cubicBezTo>
                    <a:cubicBezTo>
                      <a:pt x="10888" y="3317"/>
                      <a:pt x="10782" y="3027"/>
                      <a:pt x="10643" y="2742"/>
                    </a:cubicBezTo>
                    <a:cubicBezTo>
                      <a:pt x="10577" y="2623"/>
                      <a:pt x="10511" y="2504"/>
                      <a:pt x="10445" y="2385"/>
                    </a:cubicBezTo>
                    <a:cubicBezTo>
                      <a:pt x="10147" y="1916"/>
                      <a:pt x="9764" y="1500"/>
                      <a:pt x="9288" y="1215"/>
                    </a:cubicBezTo>
                    <a:cubicBezTo>
                      <a:pt x="8953" y="1015"/>
                      <a:pt x="8573" y="891"/>
                      <a:pt x="8187" y="891"/>
                    </a:cubicBezTo>
                    <a:cubicBezTo>
                      <a:pt x="8063" y="891"/>
                      <a:pt x="7938" y="904"/>
                      <a:pt x="7814" y="931"/>
                    </a:cubicBezTo>
                    <a:cubicBezTo>
                      <a:pt x="7365" y="1030"/>
                      <a:pt x="6961" y="1275"/>
                      <a:pt x="6624" y="1572"/>
                    </a:cubicBezTo>
                    <a:cubicBezTo>
                      <a:pt x="6254" y="1903"/>
                      <a:pt x="5963" y="2299"/>
                      <a:pt x="5739" y="2736"/>
                    </a:cubicBezTo>
                    <a:cubicBezTo>
                      <a:pt x="5349" y="1771"/>
                      <a:pt x="4562" y="892"/>
                      <a:pt x="3504" y="693"/>
                    </a:cubicBezTo>
                    <a:cubicBezTo>
                      <a:pt x="3359" y="665"/>
                      <a:pt x="3212" y="651"/>
                      <a:pt x="3065" y="651"/>
                    </a:cubicBezTo>
                    <a:cubicBezTo>
                      <a:pt x="2692" y="651"/>
                      <a:pt x="2321" y="741"/>
                      <a:pt x="1984" y="911"/>
                    </a:cubicBezTo>
                    <a:cubicBezTo>
                      <a:pt x="1515" y="1149"/>
                      <a:pt x="1125" y="1520"/>
                      <a:pt x="827" y="1949"/>
                    </a:cubicBezTo>
                    <a:cubicBezTo>
                      <a:pt x="179" y="2881"/>
                      <a:pt x="1" y="4058"/>
                      <a:pt x="27" y="5175"/>
                    </a:cubicBezTo>
                    <a:cubicBezTo>
                      <a:pt x="34" y="5519"/>
                      <a:pt x="60" y="5862"/>
                      <a:pt x="107" y="6206"/>
                    </a:cubicBezTo>
                    <a:lnTo>
                      <a:pt x="107" y="6213"/>
                    </a:lnTo>
                    <a:cubicBezTo>
                      <a:pt x="138" y="6448"/>
                      <a:pt x="348" y="6625"/>
                      <a:pt x="581" y="6625"/>
                    </a:cubicBezTo>
                    <a:cubicBezTo>
                      <a:pt x="597" y="6625"/>
                      <a:pt x="613" y="6624"/>
                      <a:pt x="629" y="6623"/>
                    </a:cubicBezTo>
                    <a:cubicBezTo>
                      <a:pt x="880" y="6603"/>
                      <a:pt x="1072" y="6378"/>
                      <a:pt x="1059" y="6127"/>
                    </a:cubicBezTo>
                    <a:cubicBezTo>
                      <a:pt x="1039" y="5664"/>
                      <a:pt x="1052" y="5201"/>
                      <a:pt x="1105" y="4739"/>
                    </a:cubicBezTo>
                    <a:cubicBezTo>
                      <a:pt x="1178" y="4177"/>
                      <a:pt x="1316" y="3608"/>
                      <a:pt x="1594" y="3113"/>
                    </a:cubicBezTo>
                    <a:lnTo>
                      <a:pt x="1594" y="3113"/>
                    </a:lnTo>
                    <a:lnTo>
                      <a:pt x="1237" y="6021"/>
                    </a:lnTo>
                    <a:cubicBezTo>
                      <a:pt x="1191" y="6464"/>
                      <a:pt x="1296" y="6913"/>
                      <a:pt x="1548" y="7284"/>
                    </a:cubicBezTo>
                    <a:lnTo>
                      <a:pt x="1792" y="12512"/>
                    </a:lnTo>
                    <a:cubicBezTo>
                      <a:pt x="1805" y="12803"/>
                      <a:pt x="2057" y="13041"/>
                      <a:pt x="2354" y="13041"/>
                    </a:cubicBezTo>
                    <a:cubicBezTo>
                      <a:pt x="2645" y="13041"/>
                      <a:pt x="2896" y="12803"/>
                      <a:pt x="2909" y="12512"/>
                    </a:cubicBezTo>
                    <a:lnTo>
                      <a:pt x="3088" y="8559"/>
                    </a:lnTo>
                    <a:lnTo>
                      <a:pt x="3266" y="12512"/>
                    </a:lnTo>
                    <a:cubicBezTo>
                      <a:pt x="3286" y="12803"/>
                      <a:pt x="3531" y="13041"/>
                      <a:pt x="3828" y="13041"/>
                    </a:cubicBezTo>
                    <a:cubicBezTo>
                      <a:pt x="4119" y="13041"/>
                      <a:pt x="4370" y="12803"/>
                      <a:pt x="4383" y="12512"/>
                    </a:cubicBezTo>
                    <a:lnTo>
                      <a:pt x="4621" y="7264"/>
                    </a:lnTo>
                    <a:cubicBezTo>
                      <a:pt x="4859" y="6913"/>
                      <a:pt x="4972" y="6477"/>
                      <a:pt x="4919" y="6021"/>
                    </a:cubicBezTo>
                    <a:lnTo>
                      <a:pt x="4569" y="3146"/>
                    </a:lnTo>
                    <a:lnTo>
                      <a:pt x="4569" y="3146"/>
                    </a:lnTo>
                    <a:cubicBezTo>
                      <a:pt x="4959" y="3866"/>
                      <a:pt x="5071" y="4706"/>
                      <a:pt x="5084" y="5512"/>
                    </a:cubicBezTo>
                    <a:cubicBezTo>
                      <a:pt x="5084" y="5704"/>
                      <a:pt x="5084" y="5889"/>
                      <a:pt x="5084" y="6080"/>
                    </a:cubicBezTo>
                    <a:cubicBezTo>
                      <a:pt x="5084" y="6107"/>
                      <a:pt x="5084" y="6127"/>
                      <a:pt x="5084" y="6127"/>
                    </a:cubicBezTo>
                    <a:cubicBezTo>
                      <a:pt x="5071" y="6378"/>
                      <a:pt x="5263" y="6603"/>
                      <a:pt x="5514" y="6623"/>
                    </a:cubicBezTo>
                    <a:cubicBezTo>
                      <a:pt x="5530" y="6624"/>
                      <a:pt x="5545" y="6625"/>
                      <a:pt x="5561" y="6625"/>
                    </a:cubicBezTo>
                    <a:cubicBezTo>
                      <a:pt x="5807" y="6625"/>
                      <a:pt x="6031" y="6434"/>
                      <a:pt x="6049" y="6180"/>
                    </a:cubicBezTo>
                    <a:lnTo>
                      <a:pt x="6049" y="6160"/>
                    </a:lnTo>
                    <a:cubicBezTo>
                      <a:pt x="6062" y="6054"/>
                      <a:pt x="6069" y="5948"/>
                      <a:pt x="6076" y="5836"/>
                    </a:cubicBezTo>
                    <a:cubicBezTo>
                      <a:pt x="6102" y="5631"/>
                      <a:pt x="6129" y="5426"/>
                      <a:pt x="6162" y="5221"/>
                    </a:cubicBezTo>
                    <a:cubicBezTo>
                      <a:pt x="6241" y="4811"/>
                      <a:pt x="6340" y="4415"/>
                      <a:pt x="6492" y="4025"/>
                    </a:cubicBezTo>
                    <a:cubicBezTo>
                      <a:pt x="6519" y="3959"/>
                      <a:pt x="6545" y="3893"/>
                      <a:pt x="6578" y="3826"/>
                    </a:cubicBezTo>
                    <a:lnTo>
                      <a:pt x="6578" y="4203"/>
                    </a:lnTo>
                    <a:lnTo>
                      <a:pt x="6585" y="4706"/>
                    </a:lnTo>
                    <a:lnTo>
                      <a:pt x="5772" y="8387"/>
                    </a:lnTo>
                    <a:cubicBezTo>
                      <a:pt x="5732" y="8572"/>
                      <a:pt x="5884" y="8751"/>
                      <a:pt x="6069" y="8751"/>
                    </a:cubicBezTo>
                    <a:lnTo>
                      <a:pt x="6671" y="8751"/>
                    </a:lnTo>
                    <a:lnTo>
                      <a:pt x="6849" y="12479"/>
                    </a:lnTo>
                    <a:cubicBezTo>
                      <a:pt x="6869" y="12770"/>
                      <a:pt x="7113" y="13008"/>
                      <a:pt x="7411" y="13014"/>
                    </a:cubicBezTo>
                    <a:cubicBezTo>
                      <a:pt x="7708" y="13014"/>
                      <a:pt x="7960" y="12777"/>
                      <a:pt x="7979" y="12479"/>
                    </a:cubicBezTo>
                    <a:lnTo>
                      <a:pt x="8171" y="8751"/>
                    </a:lnTo>
                    <a:lnTo>
                      <a:pt x="8224" y="8751"/>
                    </a:lnTo>
                    <a:lnTo>
                      <a:pt x="8402" y="12479"/>
                    </a:lnTo>
                    <a:cubicBezTo>
                      <a:pt x="8422" y="12770"/>
                      <a:pt x="8667" y="13008"/>
                      <a:pt x="8964" y="13014"/>
                    </a:cubicBezTo>
                    <a:cubicBezTo>
                      <a:pt x="9262" y="13014"/>
                      <a:pt x="9513" y="12777"/>
                      <a:pt x="9533" y="12479"/>
                    </a:cubicBezTo>
                    <a:lnTo>
                      <a:pt x="9724" y="8751"/>
                    </a:lnTo>
                    <a:lnTo>
                      <a:pt x="10326" y="8751"/>
                    </a:lnTo>
                    <a:cubicBezTo>
                      <a:pt x="10518" y="8751"/>
                      <a:pt x="10663" y="8572"/>
                      <a:pt x="10630" y="8381"/>
                    </a:cubicBezTo>
                    <a:lnTo>
                      <a:pt x="9817" y="4666"/>
                    </a:lnTo>
                    <a:lnTo>
                      <a:pt x="9824" y="4269"/>
                    </a:lnTo>
                    <a:lnTo>
                      <a:pt x="9824" y="3899"/>
                    </a:lnTo>
                    <a:cubicBezTo>
                      <a:pt x="9837" y="3932"/>
                      <a:pt x="9850" y="3965"/>
                      <a:pt x="9863" y="3998"/>
                    </a:cubicBezTo>
                    <a:cubicBezTo>
                      <a:pt x="9890" y="4064"/>
                      <a:pt x="9910" y="4130"/>
                      <a:pt x="9936" y="4203"/>
                    </a:cubicBezTo>
                    <a:cubicBezTo>
                      <a:pt x="10009" y="4428"/>
                      <a:pt x="10075" y="4666"/>
                      <a:pt x="10128" y="4897"/>
                    </a:cubicBezTo>
                    <a:cubicBezTo>
                      <a:pt x="10147" y="4996"/>
                      <a:pt x="10167" y="5089"/>
                      <a:pt x="10181" y="5182"/>
                    </a:cubicBezTo>
                    <a:cubicBezTo>
                      <a:pt x="10214" y="5386"/>
                      <a:pt x="10240" y="5585"/>
                      <a:pt x="10266" y="5790"/>
                    </a:cubicBezTo>
                    <a:cubicBezTo>
                      <a:pt x="10273" y="5902"/>
                      <a:pt x="10280" y="6008"/>
                      <a:pt x="10293" y="6114"/>
                    </a:cubicBezTo>
                    <a:lnTo>
                      <a:pt x="10293" y="6133"/>
                    </a:lnTo>
                    <a:cubicBezTo>
                      <a:pt x="10316" y="6396"/>
                      <a:pt x="10543" y="6572"/>
                      <a:pt x="10778" y="6572"/>
                    </a:cubicBezTo>
                    <a:cubicBezTo>
                      <a:pt x="10875" y="6572"/>
                      <a:pt x="10973" y="6542"/>
                      <a:pt x="11060" y="6477"/>
                    </a:cubicBezTo>
                    <a:lnTo>
                      <a:pt x="11060" y="6477"/>
                    </a:lnTo>
                    <a:cubicBezTo>
                      <a:pt x="11020" y="6576"/>
                      <a:pt x="10994" y="6682"/>
                      <a:pt x="10961" y="6781"/>
                    </a:cubicBezTo>
                    <a:lnTo>
                      <a:pt x="10881" y="7105"/>
                    </a:lnTo>
                    <a:cubicBezTo>
                      <a:pt x="10855" y="7231"/>
                      <a:pt x="10842" y="7363"/>
                      <a:pt x="10815" y="7488"/>
                    </a:cubicBezTo>
                    <a:cubicBezTo>
                      <a:pt x="10802" y="7654"/>
                      <a:pt x="10782" y="7826"/>
                      <a:pt x="10782" y="7991"/>
                    </a:cubicBezTo>
                    <a:cubicBezTo>
                      <a:pt x="10782" y="8116"/>
                      <a:pt x="10782" y="8242"/>
                      <a:pt x="10782" y="8374"/>
                    </a:cubicBezTo>
                    <a:cubicBezTo>
                      <a:pt x="10782" y="8533"/>
                      <a:pt x="10914" y="8672"/>
                      <a:pt x="11073" y="8685"/>
                    </a:cubicBezTo>
                    <a:cubicBezTo>
                      <a:pt x="11077" y="8685"/>
                      <a:pt x="11081" y="8685"/>
                      <a:pt x="11085" y="8685"/>
                    </a:cubicBezTo>
                    <a:cubicBezTo>
                      <a:pt x="11246" y="8685"/>
                      <a:pt x="11391" y="8562"/>
                      <a:pt x="11403" y="8407"/>
                    </a:cubicBezTo>
                    <a:lnTo>
                      <a:pt x="11403" y="8381"/>
                    </a:lnTo>
                    <a:cubicBezTo>
                      <a:pt x="11417" y="8275"/>
                      <a:pt x="11430" y="8169"/>
                      <a:pt x="11436" y="8064"/>
                    </a:cubicBezTo>
                    <a:cubicBezTo>
                      <a:pt x="11450" y="7905"/>
                      <a:pt x="11483" y="7753"/>
                      <a:pt x="11509" y="7601"/>
                    </a:cubicBezTo>
                    <a:cubicBezTo>
                      <a:pt x="11536" y="7495"/>
                      <a:pt x="11562" y="7389"/>
                      <a:pt x="11595" y="7284"/>
                    </a:cubicBezTo>
                    <a:cubicBezTo>
                      <a:pt x="11622" y="7191"/>
                      <a:pt x="11655" y="7105"/>
                      <a:pt x="11681" y="7019"/>
                    </a:cubicBezTo>
                    <a:cubicBezTo>
                      <a:pt x="11688" y="6999"/>
                      <a:pt x="11701" y="6979"/>
                      <a:pt x="11707" y="6960"/>
                    </a:cubicBezTo>
                    <a:lnTo>
                      <a:pt x="11707" y="7191"/>
                    </a:lnTo>
                    <a:lnTo>
                      <a:pt x="11714" y="7429"/>
                    </a:lnTo>
                    <a:lnTo>
                      <a:pt x="11146" y="9980"/>
                    </a:lnTo>
                    <a:cubicBezTo>
                      <a:pt x="11119" y="10106"/>
                      <a:pt x="11218" y="10225"/>
                      <a:pt x="11344" y="10225"/>
                    </a:cubicBezTo>
                    <a:lnTo>
                      <a:pt x="11774" y="10225"/>
                    </a:lnTo>
                    <a:lnTo>
                      <a:pt x="11886" y="12486"/>
                    </a:lnTo>
                    <a:cubicBezTo>
                      <a:pt x="11899" y="12677"/>
                      <a:pt x="12058" y="12829"/>
                      <a:pt x="12243" y="12829"/>
                    </a:cubicBezTo>
                    <a:cubicBezTo>
                      <a:pt x="12247" y="12830"/>
                      <a:pt x="12251" y="12830"/>
                      <a:pt x="12255" y="12830"/>
                    </a:cubicBezTo>
                    <a:cubicBezTo>
                      <a:pt x="12448" y="12830"/>
                      <a:pt x="12607" y="12673"/>
                      <a:pt x="12613" y="12486"/>
                    </a:cubicBezTo>
                    <a:lnTo>
                      <a:pt x="12725" y="10225"/>
                    </a:lnTo>
                    <a:lnTo>
                      <a:pt x="12772" y="10225"/>
                    </a:lnTo>
                    <a:lnTo>
                      <a:pt x="12891" y="12486"/>
                    </a:lnTo>
                    <a:cubicBezTo>
                      <a:pt x="12897" y="12677"/>
                      <a:pt x="13063" y="12829"/>
                      <a:pt x="13248" y="12829"/>
                    </a:cubicBezTo>
                    <a:cubicBezTo>
                      <a:pt x="13251" y="12830"/>
                      <a:pt x="13255" y="12830"/>
                      <a:pt x="13259" y="12830"/>
                    </a:cubicBezTo>
                    <a:cubicBezTo>
                      <a:pt x="13446" y="12830"/>
                      <a:pt x="13605" y="12673"/>
                      <a:pt x="13618" y="12486"/>
                    </a:cubicBezTo>
                    <a:lnTo>
                      <a:pt x="13724" y="10225"/>
                    </a:lnTo>
                    <a:lnTo>
                      <a:pt x="14160" y="10225"/>
                    </a:lnTo>
                    <a:cubicBezTo>
                      <a:pt x="14285" y="10225"/>
                      <a:pt x="14378" y="10106"/>
                      <a:pt x="14358" y="9980"/>
                    </a:cubicBezTo>
                    <a:lnTo>
                      <a:pt x="13796" y="7409"/>
                    </a:lnTo>
                    <a:lnTo>
                      <a:pt x="13803" y="7151"/>
                    </a:lnTo>
                    <a:lnTo>
                      <a:pt x="13803" y="6490"/>
                    </a:lnTo>
                    <a:cubicBezTo>
                      <a:pt x="14021" y="6589"/>
                      <a:pt x="14252" y="6662"/>
                      <a:pt x="14490" y="6702"/>
                    </a:cubicBezTo>
                    <a:cubicBezTo>
                      <a:pt x="14547" y="6707"/>
                      <a:pt x="14599" y="6709"/>
                      <a:pt x="14646" y="6709"/>
                    </a:cubicBezTo>
                    <a:cubicBezTo>
                      <a:pt x="14929" y="6709"/>
                      <a:pt x="15046" y="6636"/>
                      <a:pt x="15046" y="6636"/>
                    </a:cubicBezTo>
                    <a:cubicBezTo>
                      <a:pt x="15125" y="6596"/>
                      <a:pt x="15198" y="6537"/>
                      <a:pt x="15257" y="6470"/>
                    </a:cubicBezTo>
                    <a:cubicBezTo>
                      <a:pt x="15297" y="6431"/>
                      <a:pt x="15317" y="6391"/>
                      <a:pt x="15336" y="6365"/>
                    </a:cubicBezTo>
                    <a:cubicBezTo>
                      <a:pt x="15350" y="6345"/>
                      <a:pt x="15356" y="6332"/>
                      <a:pt x="15356" y="6332"/>
                    </a:cubicBezTo>
                    <a:cubicBezTo>
                      <a:pt x="15468" y="6136"/>
                      <a:pt x="15315" y="5911"/>
                      <a:pt x="15117" y="5911"/>
                    </a:cubicBezTo>
                    <a:cubicBezTo>
                      <a:pt x="15081" y="5911"/>
                      <a:pt x="15043" y="5919"/>
                      <a:pt x="15006" y="5935"/>
                    </a:cubicBezTo>
                    <a:lnTo>
                      <a:pt x="14966" y="5955"/>
                    </a:lnTo>
                    <a:lnTo>
                      <a:pt x="14973" y="5935"/>
                    </a:lnTo>
                    <a:cubicBezTo>
                      <a:pt x="15013" y="5651"/>
                      <a:pt x="15065" y="5360"/>
                      <a:pt x="15151" y="5089"/>
                    </a:cubicBezTo>
                    <a:cubicBezTo>
                      <a:pt x="15224" y="4877"/>
                      <a:pt x="15336" y="4679"/>
                      <a:pt x="15429" y="4481"/>
                    </a:cubicBezTo>
                    <a:cubicBezTo>
                      <a:pt x="15541" y="4230"/>
                      <a:pt x="15647" y="3978"/>
                      <a:pt x="15733" y="3727"/>
                    </a:cubicBezTo>
                    <a:cubicBezTo>
                      <a:pt x="15832" y="3417"/>
                      <a:pt x="15912" y="3099"/>
                      <a:pt x="15931" y="2775"/>
                    </a:cubicBezTo>
                    <a:lnTo>
                      <a:pt x="16024" y="2775"/>
                    </a:lnTo>
                    <a:cubicBezTo>
                      <a:pt x="16083" y="2775"/>
                      <a:pt x="16123" y="2716"/>
                      <a:pt x="16097" y="2663"/>
                    </a:cubicBezTo>
                    <a:lnTo>
                      <a:pt x="16037" y="2557"/>
                    </a:lnTo>
                    <a:cubicBezTo>
                      <a:pt x="16328" y="2313"/>
                      <a:pt x="16599" y="2009"/>
                      <a:pt x="16731" y="1645"/>
                    </a:cubicBezTo>
                    <a:cubicBezTo>
                      <a:pt x="16855" y="1298"/>
                      <a:pt x="16816" y="904"/>
                      <a:pt x="16620" y="594"/>
                    </a:cubicBezTo>
                    <a:lnTo>
                      <a:pt x="16620" y="594"/>
                    </a:lnTo>
                    <a:cubicBezTo>
                      <a:pt x="16619" y="593"/>
                      <a:pt x="16616" y="588"/>
                      <a:pt x="16611" y="580"/>
                    </a:cubicBezTo>
                    <a:lnTo>
                      <a:pt x="16611" y="580"/>
                    </a:lnTo>
                    <a:cubicBezTo>
                      <a:pt x="16601" y="565"/>
                      <a:pt x="16590" y="550"/>
                      <a:pt x="16579" y="535"/>
                    </a:cubicBezTo>
                    <a:cubicBezTo>
                      <a:pt x="16575" y="529"/>
                      <a:pt x="16571" y="523"/>
                      <a:pt x="16566" y="518"/>
                    </a:cubicBezTo>
                    <a:lnTo>
                      <a:pt x="16566" y="518"/>
                    </a:lnTo>
                    <a:cubicBezTo>
                      <a:pt x="16549" y="496"/>
                      <a:pt x="16542" y="488"/>
                      <a:pt x="16542" y="488"/>
                    </a:cubicBezTo>
                    <a:lnTo>
                      <a:pt x="16542" y="488"/>
                    </a:lnTo>
                    <a:cubicBezTo>
                      <a:pt x="16542" y="488"/>
                      <a:pt x="16542" y="488"/>
                      <a:pt x="16542" y="488"/>
                    </a:cubicBezTo>
                    <a:lnTo>
                      <a:pt x="16542" y="488"/>
                    </a:lnTo>
                    <a:cubicBezTo>
                      <a:pt x="16369" y="285"/>
                      <a:pt x="16122" y="156"/>
                      <a:pt x="15856" y="156"/>
                    </a:cubicBezTo>
                    <a:cubicBezTo>
                      <a:pt x="15805" y="156"/>
                      <a:pt x="15753" y="161"/>
                      <a:pt x="15700" y="171"/>
                    </a:cubicBezTo>
                    <a:cubicBezTo>
                      <a:pt x="16064" y="402"/>
                      <a:pt x="16242" y="872"/>
                      <a:pt x="16176" y="1295"/>
                    </a:cubicBezTo>
                    <a:cubicBezTo>
                      <a:pt x="16110" y="1724"/>
                      <a:pt x="15806" y="2095"/>
                      <a:pt x="15495" y="2379"/>
                    </a:cubicBezTo>
                    <a:cubicBezTo>
                      <a:pt x="15555" y="2438"/>
                      <a:pt x="15621" y="2504"/>
                      <a:pt x="15687" y="2557"/>
                    </a:cubicBezTo>
                    <a:lnTo>
                      <a:pt x="15634" y="2656"/>
                    </a:lnTo>
                    <a:cubicBezTo>
                      <a:pt x="15601" y="2709"/>
                      <a:pt x="15641" y="2775"/>
                      <a:pt x="15700" y="2775"/>
                    </a:cubicBezTo>
                    <a:lnTo>
                      <a:pt x="15779" y="2775"/>
                    </a:lnTo>
                    <a:cubicBezTo>
                      <a:pt x="15746" y="3238"/>
                      <a:pt x="15601" y="3681"/>
                      <a:pt x="15429" y="4111"/>
                    </a:cubicBezTo>
                    <a:cubicBezTo>
                      <a:pt x="15343" y="4309"/>
                      <a:pt x="15251" y="4507"/>
                      <a:pt x="15158" y="4706"/>
                    </a:cubicBezTo>
                    <a:cubicBezTo>
                      <a:pt x="15052" y="4924"/>
                      <a:pt x="14966" y="5129"/>
                      <a:pt x="14907" y="5360"/>
                    </a:cubicBezTo>
                    <a:cubicBezTo>
                      <a:pt x="14894" y="5109"/>
                      <a:pt x="14894" y="4858"/>
                      <a:pt x="14940" y="4606"/>
                    </a:cubicBezTo>
                    <a:cubicBezTo>
                      <a:pt x="14979" y="4375"/>
                      <a:pt x="15052" y="4150"/>
                      <a:pt x="15098" y="3926"/>
                    </a:cubicBezTo>
                    <a:cubicBezTo>
                      <a:pt x="15191" y="3496"/>
                      <a:pt x="15184" y="3060"/>
                      <a:pt x="15138" y="2623"/>
                    </a:cubicBezTo>
                    <a:lnTo>
                      <a:pt x="15224" y="2623"/>
                    </a:lnTo>
                    <a:cubicBezTo>
                      <a:pt x="15284" y="2623"/>
                      <a:pt x="15317" y="2564"/>
                      <a:pt x="15290" y="2511"/>
                    </a:cubicBezTo>
                    <a:lnTo>
                      <a:pt x="15237" y="2405"/>
                    </a:lnTo>
                    <a:cubicBezTo>
                      <a:pt x="15621" y="2075"/>
                      <a:pt x="16017" y="1605"/>
                      <a:pt x="16004" y="1070"/>
                    </a:cubicBezTo>
                    <a:cubicBezTo>
                      <a:pt x="15991" y="581"/>
                      <a:pt x="15667" y="59"/>
                      <a:pt x="15151" y="6"/>
                    </a:cubicBezTo>
                    <a:cubicBezTo>
                      <a:pt x="15121" y="2"/>
                      <a:pt x="15092" y="1"/>
                      <a:pt x="150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65" name="Google Shape;2065;p73"/>
          <p:cNvGrpSpPr/>
          <p:nvPr/>
        </p:nvGrpSpPr>
        <p:grpSpPr>
          <a:xfrm>
            <a:off x="7050137" y="3389100"/>
            <a:ext cx="1278600" cy="1215000"/>
            <a:chOff x="7050137" y="3389100"/>
            <a:chExt cx="1278600" cy="1215000"/>
          </a:xfrm>
        </p:grpSpPr>
        <p:sp>
          <p:nvSpPr>
            <p:cNvPr id="2066" name="Google Shape;2066;p73"/>
            <p:cNvSpPr/>
            <p:nvPr/>
          </p:nvSpPr>
          <p:spPr>
            <a:xfrm rot="10800000">
              <a:off x="7050137" y="3389100"/>
              <a:ext cx="1278600" cy="1215000"/>
            </a:xfrm>
            <a:prstGeom prst="pentagon">
              <a:avLst>
                <a:gd name="hf" fmla="val 105146"/>
                <a:gd name="vf" fmla="val 110557"/>
              </a:avLst>
            </a:prstGeom>
            <a:solidFill>
              <a:srgbClr val="FF6B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73"/>
            <p:cNvSpPr/>
            <p:nvPr/>
          </p:nvSpPr>
          <p:spPr>
            <a:xfrm rot="10800000">
              <a:off x="7133862" y="3468621"/>
              <a:ext cx="1111200" cy="1056000"/>
            </a:xfrm>
            <a:prstGeom prst="pentagon">
              <a:avLst>
                <a:gd name="hf" fmla="val 105146"/>
                <a:gd name="vf" fmla="val 110557"/>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68" name="Google Shape;2068;p73"/>
            <p:cNvGrpSpPr/>
            <p:nvPr/>
          </p:nvGrpSpPr>
          <p:grpSpPr>
            <a:xfrm>
              <a:off x="7480944" y="3711256"/>
              <a:ext cx="416731" cy="460533"/>
              <a:chOff x="2186450" y="2591395"/>
              <a:chExt cx="360463" cy="398385"/>
            </a:xfrm>
          </p:grpSpPr>
          <p:sp>
            <p:nvSpPr>
              <p:cNvPr id="2069" name="Google Shape;2069;p73"/>
              <p:cNvSpPr/>
              <p:nvPr/>
            </p:nvSpPr>
            <p:spPr>
              <a:xfrm>
                <a:off x="2220151" y="2591395"/>
                <a:ext cx="87999" cy="83706"/>
              </a:xfrm>
              <a:custGeom>
                <a:avLst/>
                <a:gdLst/>
                <a:ahLst/>
                <a:cxnLst/>
                <a:rect l="l" t="t" r="r" b="b"/>
                <a:pathLst>
                  <a:path w="7318" h="6961" extrusionOk="0">
                    <a:moveTo>
                      <a:pt x="3687" y="1"/>
                    </a:moveTo>
                    <a:cubicBezTo>
                      <a:pt x="2557" y="1"/>
                      <a:pt x="1474" y="559"/>
                      <a:pt x="820" y="1488"/>
                    </a:cubicBezTo>
                    <a:cubicBezTo>
                      <a:pt x="119" y="2486"/>
                      <a:pt x="0" y="3814"/>
                      <a:pt x="509" y="4925"/>
                    </a:cubicBezTo>
                    <a:cubicBezTo>
                      <a:pt x="998" y="6009"/>
                      <a:pt x="2043" y="6782"/>
                      <a:pt x="3226" y="6928"/>
                    </a:cubicBezTo>
                    <a:cubicBezTo>
                      <a:pt x="3372" y="6947"/>
                      <a:pt x="3524" y="6961"/>
                      <a:pt x="3669" y="6961"/>
                    </a:cubicBezTo>
                    <a:cubicBezTo>
                      <a:pt x="4872" y="6961"/>
                      <a:pt x="6009" y="6319"/>
                      <a:pt x="6637" y="5295"/>
                    </a:cubicBezTo>
                    <a:cubicBezTo>
                      <a:pt x="7271" y="4257"/>
                      <a:pt x="7318" y="2922"/>
                      <a:pt x="6743" y="1844"/>
                    </a:cubicBezTo>
                    <a:cubicBezTo>
                      <a:pt x="6181" y="793"/>
                      <a:pt x="5090" y="86"/>
                      <a:pt x="3894" y="7"/>
                    </a:cubicBezTo>
                    <a:cubicBezTo>
                      <a:pt x="3825" y="3"/>
                      <a:pt x="3756" y="1"/>
                      <a:pt x="36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3"/>
              <p:cNvSpPr/>
              <p:nvPr/>
            </p:nvSpPr>
            <p:spPr>
              <a:xfrm>
                <a:off x="2342380" y="2773458"/>
                <a:ext cx="204533" cy="216306"/>
              </a:xfrm>
              <a:custGeom>
                <a:avLst/>
                <a:gdLst/>
                <a:ahLst/>
                <a:cxnLst/>
                <a:rect l="l" t="t" r="r" b="b"/>
                <a:pathLst>
                  <a:path w="17009" h="17988" extrusionOk="0">
                    <a:moveTo>
                      <a:pt x="9281" y="1"/>
                    </a:moveTo>
                    <a:cubicBezTo>
                      <a:pt x="9162" y="1"/>
                      <a:pt x="9043" y="41"/>
                      <a:pt x="8964" y="127"/>
                    </a:cubicBezTo>
                    <a:cubicBezTo>
                      <a:pt x="8878" y="206"/>
                      <a:pt x="8825" y="318"/>
                      <a:pt x="8825" y="437"/>
                    </a:cubicBezTo>
                    <a:lnTo>
                      <a:pt x="8825" y="6856"/>
                    </a:lnTo>
                    <a:lnTo>
                      <a:pt x="2678" y="6856"/>
                    </a:lnTo>
                    <a:lnTo>
                      <a:pt x="2678" y="3729"/>
                    </a:lnTo>
                    <a:cubicBezTo>
                      <a:pt x="2678" y="3531"/>
                      <a:pt x="2546" y="3359"/>
                      <a:pt x="2354" y="3306"/>
                    </a:cubicBezTo>
                    <a:lnTo>
                      <a:pt x="774" y="2903"/>
                    </a:lnTo>
                    <a:cubicBezTo>
                      <a:pt x="738" y="2894"/>
                      <a:pt x="702" y="2889"/>
                      <a:pt x="666" y="2889"/>
                    </a:cubicBezTo>
                    <a:cubicBezTo>
                      <a:pt x="473" y="2889"/>
                      <a:pt x="295" y="3018"/>
                      <a:pt x="245" y="3214"/>
                    </a:cubicBezTo>
                    <a:lnTo>
                      <a:pt x="34" y="4046"/>
                    </a:lnTo>
                    <a:cubicBezTo>
                      <a:pt x="1" y="4159"/>
                      <a:pt x="21" y="4278"/>
                      <a:pt x="80" y="4377"/>
                    </a:cubicBezTo>
                    <a:cubicBezTo>
                      <a:pt x="140" y="4469"/>
                      <a:pt x="232" y="4542"/>
                      <a:pt x="344" y="4575"/>
                    </a:cubicBezTo>
                    <a:lnTo>
                      <a:pt x="953" y="4727"/>
                    </a:lnTo>
                    <a:lnTo>
                      <a:pt x="953" y="6644"/>
                    </a:lnTo>
                    <a:cubicBezTo>
                      <a:pt x="953" y="6816"/>
                      <a:pt x="959" y="7021"/>
                      <a:pt x="966" y="7226"/>
                    </a:cubicBezTo>
                    <a:cubicBezTo>
                      <a:pt x="1085" y="10002"/>
                      <a:pt x="3074" y="12441"/>
                      <a:pt x="6029" y="13446"/>
                    </a:cubicBezTo>
                    <a:cubicBezTo>
                      <a:pt x="6036" y="13453"/>
                      <a:pt x="6042" y="13453"/>
                      <a:pt x="6049" y="13453"/>
                    </a:cubicBezTo>
                    <a:lnTo>
                      <a:pt x="4152" y="15165"/>
                    </a:lnTo>
                    <a:cubicBezTo>
                      <a:pt x="4092" y="15151"/>
                      <a:pt x="4033" y="15151"/>
                      <a:pt x="3973" y="15151"/>
                    </a:cubicBezTo>
                    <a:cubicBezTo>
                      <a:pt x="3187" y="15151"/>
                      <a:pt x="2552" y="15786"/>
                      <a:pt x="2552" y="16573"/>
                    </a:cubicBezTo>
                    <a:cubicBezTo>
                      <a:pt x="2552" y="17353"/>
                      <a:pt x="3187" y="17987"/>
                      <a:pt x="3973" y="17987"/>
                    </a:cubicBezTo>
                    <a:cubicBezTo>
                      <a:pt x="4701" y="17987"/>
                      <a:pt x="5309" y="17438"/>
                      <a:pt x="5381" y="16725"/>
                    </a:cubicBezTo>
                    <a:lnTo>
                      <a:pt x="8310" y="13472"/>
                    </a:lnTo>
                    <a:lnTo>
                      <a:pt x="9936" y="13472"/>
                    </a:lnTo>
                    <a:lnTo>
                      <a:pt x="12831" y="16692"/>
                    </a:lnTo>
                    <a:cubicBezTo>
                      <a:pt x="12891" y="17419"/>
                      <a:pt x="13499" y="17987"/>
                      <a:pt x="14246" y="17987"/>
                    </a:cubicBezTo>
                    <a:cubicBezTo>
                      <a:pt x="15032" y="17987"/>
                      <a:pt x="15667" y="17353"/>
                      <a:pt x="15667" y="16573"/>
                    </a:cubicBezTo>
                    <a:cubicBezTo>
                      <a:pt x="15667" y="15786"/>
                      <a:pt x="15032" y="15151"/>
                      <a:pt x="14246" y="15151"/>
                    </a:cubicBezTo>
                    <a:cubicBezTo>
                      <a:pt x="14193" y="15151"/>
                      <a:pt x="14140" y="15151"/>
                      <a:pt x="14087" y="15158"/>
                    </a:cubicBezTo>
                    <a:lnTo>
                      <a:pt x="12183" y="13446"/>
                    </a:lnTo>
                    <a:cubicBezTo>
                      <a:pt x="12196" y="13446"/>
                      <a:pt x="12203" y="13439"/>
                      <a:pt x="12216" y="13439"/>
                    </a:cubicBezTo>
                    <a:cubicBezTo>
                      <a:pt x="13314" y="13003"/>
                      <a:pt x="14417" y="12183"/>
                      <a:pt x="15316" y="11132"/>
                    </a:cubicBezTo>
                    <a:cubicBezTo>
                      <a:pt x="16156" y="10154"/>
                      <a:pt x="16685" y="9004"/>
                      <a:pt x="16850" y="7794"/>
                    </a:cubicBezTo>
                    <a:cubicBezTo>
                      <a:pt x="17009" y="6624"/>
                      <a:pt x="16830" y="5428"/>
                      <a:pt x="16328" y="4344"/>
                    </a:cubicBezTo>
                    <a:cubicBezTo>
                      <a:pt x="15852" y="3326"/>
                      <a:pt x="15098" y="2407"/>
                      <a:pt x="14140" y="1687"/>
                    </a:cubicBezTo>
                    <a:cubicBezTo>
                      <a:pt x="13175" y="959"/>
                      <a:pt x="12011" y="437"/>
                      <a:pt x="10775" y="186"/>
                    </a:cubicBezTo>
                    <a:cubicBezTo>
                      <a:pt x="10286" y="80"/>
                      <a:pt x="9784" y="21"/>
                      <a:pt x="92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3"/>
              <p:cNvSpPr/>
              <p:nvPr/>
            </p:nvSpPr>
            <p:spPr>
              <a:xfrm>
                <a:off x="2186450" y="2678176"/>
                <a:ext cx="156445" cy="311604"/>
              </a:xfrm>
              <a:custGeom>
                <a:avLst/>
                <a:gdLst/>
                <a:ahLst/>
                <a:cxnLst/>
                <a:rect l="l" t="t" r="r" b="b"/>
                <a:pathLst>
                  <a:path w="13010" h="25913" extrusionOk="0">
                    <a:moveTo>
                      <a:pt x="9620" y="8837"/>
                    </a:moveTo>
                    <a:cubicBezTo>
                      <a:pt x="9615" y="8848"/>
                      <a:pt x="9610" y="8860"/>
                      <a:pt x="9605" y="8871"/>
                    </a:cubicBezTo>
                    <a:cubicBezTo>
                      <a:pt x="9610" y="8860"/>
                      <a:pt x="9615" y="8848"/>
                      <a:pt x="9620" y="8837"/>
                    </a:cubicBezTo>
                    <a:close/>
                    <a:moveTo>
                      <a:pt x="3585" y="4185"/>
                    </a:moveTo>
                    <a:cubicBezTo>
                      <a:pt x="3631" y="4185"/>
                      <a:pt x="3676" y="4187"/>
                      <a:pt x="3722" y="4191"/>
                    </a:cubicBezTo>
                    <a:cubicBezTo>
                      <a:pt x="4363" y="4251"/>
                      <a:pt x="4899" y="4753"/>
                      <a:pt x="5005" y="5388"/>
                    </a:cubicBezTo>
                    <a:cubicBezTo>
                      <a:pt x="5024" y="5513"/>
                      <a:pt x="5024" y="5639"/>
                      <a:pt x="5011" y="5764"/>
                    </a:cubicBezTo>
                    <a:cubicBezTo>
                      <a:pt x="5215" y="5666"/>
                      <a:pt x="5440" y="5613"/>
                      <a:pt x="5670" y="5613"/>
                    </a:cubicBezTo>
                    <a:cubicBezTo>
                      <a:pt x="5872" y="5613"/>
                      <a:pt x="6078" y="5655"/>
                      <a:pt x="6274" y="5745"/>
                    </a:cubicBezTo>
                    <a:lnTo>
                      <a:pt x="8871" y="6928"/>
                    </a:lnTo>
                    <a:cubicBezTo>
                      <a:pt x="9579" y="7250"/>
                      <a:pt x="9906" y="8056"/>
                      <a:pt x="9645" y="8773"/>
                    </a:cubicBezTo>
                    <a:lnTo>
                      <a:pt x="9645" y="8773"/>
                    </a:lnTo>
                    <a:cubicBezTo>
                      <a:pt x="9632" y="8800"/>
                      <a:pt x="9617" y="8833"/>
                      <a:pt x="9599" y="8871"/>
                    </a:cubicBezTo>
                    <a:cubicBezTo>
                      <a:pt x="9586" y="8899"/>
                      <a:pt x="9575" y="8923"/>
                      <a:pt x="9566" y="8945"/>
                    </a:cubicBezTo>
                    <a:lnTo>
                      <a:pt x="9566" y="8945"/>
                    </a:lnTo>
                    <a:cubicBezTo>
                      <a:pt x="9306" y="9443"/>
                      <a:pt x="8795" y="9734"/>
                      <a:pt x="8260" y="9734"/>
                    </a:cubicBezTo>
                    <a:cubicBezTo>
                      <a:pt x="8057" y="9734"/>
                      <a:pt x="7852" y="9693"/>
                      <a:pt x="7655" y="9605"/>
                    </a:cubicBezTo>
                    <a:lnTo>
                      <a:pt x="5487" y="8613"/>
                    </a:lnTo>
                    <a:cubicBezTo>
                      <a:pt x="5804" y="8303"/>
                      <a:pt x="5811" y="7767"/>
                      <a:pt x="5494" y="7450"/>
                    </a:cubicBezTo>
                    <a:cubicBezTo>
                      <a:pt x="5355" y="7311"/>
                      <a:pt x="5170" y="7225"/>
                      <a:pt x="4971" y="7212"/>
                    </a:cubicBezTo>
                    <a:cubicBezTo>
                      <a:pt x="4956" y="7211"/>
                      <a:pt x="4940" y="7211"/>
                      <a:pt x="4924" y="7211"/>
                    </a:cubicBezTo>
                    <a:cubicBezTo>
                      <a:pt x="4826" y="7211"/>
                      <a:pt x="4724" y="7226"/>
                      <a:pt x="4628" y="7232"/>
                    </a:cubicBezTo>
                    <a:cubicBezTo>
                      <a:pt x="4489" y="7245"/>
                      <a:pt x="4350" y="7252"/>
                      <a:pt x="4205" y="7252"/>
                    </a:cubicBezTo>
                    <a:cubicBezTo>
                      <a:pt x="4198" y="7166"/>
                      <a:pt x="4191" y="7073"/>
                      <a:pt x="4198" y="6987"/>
                    </a:cubicBezTo>
                    <a:lnTo>
                      <a:pt x="4198" y="6987"/>
                    </a:lnTo>
                    <a:cubicBezTo>
                      <a:pt x="3994" y="7090"/>
                      <a:pt x="3772" y="7140"/>
                      <a:pt x="3551" y="7140"/>
                    </a:cubicBezTo>
                    <a:cubicBezTo>
                      <a:pt x="3135" y="7140"/>
                      <a:pt x="2723" y="6963"/>
                      <a:pt x="2446" y="6630"/>
                    </a:cubicBezTo>
                    <a:cubicBezTo>
                      <a:pt x="2089" y="6214"/>
                      <a:pt x="2010" y="5612"/>
                      <a:pt x="2235" y="5110"/>
                    </a:cubicBezTo>
                    <a:lnTo>
                      <a:pt x="2275" y="5024"/>
                    </a:lnTo>
                    <a:cubicBezTo>
                      <a:pt x="2507" y="4517"/>
                      <a:pt x="3027" y="4185"/>
                      <a:pt x="3585" y="4185"/>
                    </a:cubicBezTo>
                    <a:close/>
                    <a:moveTo>
                      <a:pt x="6505" y="0"/>
                    </a:moveTo>
                    <a:cubicBezTo>
                      <a:pt x="6499" y="0"/>
                      <a:pt x="6492" y="0"/>
                      <a:pt x="6485" y="0"/>
                    </a:cubicBezTo>
                    <a:cubicBezTo>
                      <a:pt x="5804" y="0"/>
                      <a:pt x="5216" y="153"/>
                      <a:pt x="4575" y="490"/>
                    </a:cubicBezTo>
                    <a:cubicBezTo>
                      <a:pt x="3934" y="820"/>
                      <a:pt x="3312" y="1197"/>
                      <a:pt x="2724" y="1613"/>
                    </a:cubicBezTo>
                    <a:cubicBezTo>
                      <a:pt x="2056" y="2089"/>
                      <a:pt x="1409" y="2631"/>
                      <a:pt x="913" y="3286"/>
                    </a:cubicBezTo>
                    <a:cubicBezTo>
                      <a:pt x="529" y="3781"/>
                      <a:pt x="225" y="4363"/>
                      <a:pt x="120" y="4984"/>
                    </a:cubicBezTo>
                    <a:cubicBezTo>
                      <a:pt x="1" y="5619"/>
                      <a:pt x="100" y="6313"/>
                      <a:pt x="424" y="6875"/>
                    </a:cubicBezTo>
                    <a:cubicBezTo>
                      <a:pt x="900" y="7781"/>
                      <a:pt x="1792" y="8415"/>
                      <a:pt x="2678" y="8878"/>
                    </a:cubicBezTo>
                    <a:lnTo>
                      <a:pt x="906" y="16942"/>
                    </a:lnTo>
                    <a:cubicBezTo>
                      <a:pt x="873" y="17101"/>
                      <a:pt x="919" y="17273"/>
                      <a:pt x="1025" y="17398"/>
                    </a:cubicBezTo>
                    <a:cubicBezTo>
                      <a:pt x="1131" y="17530"/>
                      <a:pt x="1290" y="17603"/>
                      <a:pt x="1455" y="17603"/>
                    </a:cubicBezTo>
                    <a:lnTo>
                      <a:pt x="3259" y="17603"/>
                    </a:lnTo>
                    <a:lnTo>
                      <a:pt x="3603" y="24769"/>
                    </a:lnTo>
                    <a:cubicBezTo>
                      <a:pt x="3636" y="25390"/>
                      <a:pt x="4158" y="25899"/>
                      <a:pt x="4786" y="25912"/>
                    </a:cubicBezTo>
                    <a:cubicBezTo>
                      <a:pt x="4795" y="25912"/>
                      <a:pt x="4803" y="25912"/>
                      <a:pt x="4812" y="25912"/>
                    </a:cubicBezTo>
                    <a:cubicBezTo>
                      <a:pt x="5416" y="25912"/>
                      <a:pt x="5938" y="25448"/>
                      <a:pt x="6009" y="24848"/>
                    </a:cubicBezTo>
                    <a:cubicBezTo>
                      <a:pt x="6009" y="24821"/>
                      <a:pt x="6009" y="24795"/>
                      <a:pt x="6016" y="24775"/>
                    </a:cubicBezTo>
                    <a:lnTo>
                      <a:pt x="6386" y="17603"/>
                    </a:lnTo>
                    <a:lnTo>
                      <a:pt x="6578" y="17603"/>
                    </a:lnTo>
                    <a:lnTo>
                      <a:pt x="6921" y="24769"/>
                    </a:lnTo>
                    <a:cubicBezTo>
                      <a:pt x="6954" y="25390"/>
                      <a:pt x="7477" y="25899"/>
                      <a:pt x="8105" y="25912"/>
                    </a:cubicBezTo>
                    <a:cubicBezTo>
                      <a:pt x="8113" y="25912"/>
                      <a:pt x="8122" y="25912"/>
                      <a:pt x="8130" y="25912"/>
                    </a:cubicBezTo>
                    <a:cubicBezTo>
                      <a:pt x="8734" y="25912"/>
                      <a:pt x="9256" y="25448"/>
                      <a:pt x="9328" y="24848"/>
                    </a:cubicBezTo>
                    <a:cubicBezTo>
                      <a:pt x="9328" y="24821"/>
                      <a:pt x="9328" y="24795"/>
                      <a:pt x="9334" y="24775"/>
                    </a:cubicBezTo>
                    <a:lnTo>
                      <a:pt x="9704" y="17603"/>
                    </a:lnTo>
                    <a:lnTo>
                      <a:pt x="11449" y="17603"/>
                    </a:lnTo>
                    <a:cubicBezTo>
                      <a:pt x="11615" y="17603"/>
                      <a:pt x="11773" y="17530"/>
                      <a:pt x="11879" y="17405"/>
                    </a:cubicBezTo>
                    <a:cubicBezTo>
                      <a:pt x="11985" y="17273"/>
                      <a:pt x="12031" y="17107"/>
                      <a:pt x="11998" y="16936"/>
                    </a:cubicBezTo>
                    <a:lnTo>
                      <a:pt x="9942" y="7232"/>
                    </a:lnTo>
                    <a:lnTo>
                      <a:pt x="9942" y="6452"/>
                    </a:lnTo>
                    <a:cubicBezTo>
                      <a:pt x="10564" y="7933"/>
                      <a:pt x="10802" y="9519"/>
                      <a:pt x="10934" y="11112"/>
                    </a:cubicBezTo>
                    <a:cubicBezTo>
                      <a:pt x="10940" y="11145"/>
                      <a:pt x="10940" y="11185"/>
                      <a:pt x="10947" y="11218"/>
                    </a:cubicBezTo>
                    <a:cubicBezTo>
                      <a:pt x="10992" y="11748"/>
                      <a:pt x="11454" y="12164"/>
                      <a:pt x="11981" y="12164"/>
                    </a:cubicBezTo>
                    <a:cubicBezTo>
                      <a:pt x="11993" y="12164"/>
                      <a:pt x="12006" y="12164"/>
                      <a:pt x="12018" y="12163"/>
                    </a:cubicBezTo>
                    <a:cubicBezTo>
                      <a:pt x="12560" y="12137"/>
                      <a:pt x="13003" y="11681"/>
                      <a:pt x="13009" y="11139"/>
                    </a:cubicBezTo>
                    <a:cubicBezTo>
                      <a:pt x="13009" y="9757"/>
                      <a:pt x="12996" y="9598"/>
                      <a:pt x="12983" y="9334"/>
                    </a:cubicBezTo>
                    <a:cubicBezTo>
                      <a:pt x="12884" y="7648"/>
                      <a:pt x="12580" y="5956"/>
                      <a:pt x="11892" y="4396"/>
                    </a:cubicBezTo>
                    <a:cubicBezTo>
                      <a:pt x="11238" y="2902"/>
                      <a:pt x="10180" y="1527"/>
                      <a:pt x="8759" y="695"/>
                    </a:cubicBezTo>
                    <a:cubicBezTo>
                      <a:pt x="8124" y="328"/>
                      <a:pt x="7185" y="0"/>
                      <a:pt x="65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3"/>
              <p:cNvSpPr/>
              <p:nvPr/>
            </p:nvSpPr>
            <p:spPr>
              <a:xfrm>
                <a:off x="2301849" y="2784831"/>
                <a:ext cx="96" cy="84"/>
              </a:xfrm>
              <a:custGeom>
                <a:avLst/>
                <a:gdLst/>
                <a:ahLst/>
                <a:cxnLst/>
                <a:rect l="l" t="t" r="r" b="b"/>
                <a:pathLst>
                  <a:path w="8" h="7" extrusionOk="0">
                    <a:moveTo>
                      <a:pt x="1" y="0"/>
                    </a:moveTo>
                    <a:cubicBezTo>
                      <a:pt x="1" y="0"/>
                      <a:pt x="1" y="7"/>
                      <a:pt x="1" y="7"/>
                    </a:cubicBezTo>
                    <a:cubicBezTo>
                      <a:pt x="1" y="0"/>
                      <a:pt x="1" y="0"/>
                      <a:pt x="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73" name="Google Shape;2073;p73"/>
          <p:cNvGrpSpPr/>
          <p:nvPr/>
        </p:nvGrpSpPr>
        <p:grpSpPr>
          <a:xfrm>
            <a:off x="3005060" y="3406473"/>
            <a:ext cx="1210500" cy="1180200"/>
            <a:chOff x="3054733" y="3406473"/>
            <a:chExt cx="1210500" cy="1180200"/>
          </a:xfrm>
        </p:grpSpPr>
        <p:sp>
          <p:nvSpPr>
            <p:cNvPr id="2074" name="Google Shape;2074;p73"/>
            <p:cNvSpPr/>
            <p:nvPr/>
          </p:nvSpPr>
          <p:spPr>
            <a:xfrm>
              <a:off x="3054733" y="3406473"/>
              <a:ext cx="1210500" cy="1180200"/>
            </a:xfrm>
            <a:prstGeom prst="heptagon">
              <a:avLst>
                <a:gd name="hf" fmla="val 102572"/>
                <a:gd name="vf" fmla="val 10521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3"/>
            <p:cNvSpPr/>
            <p:nvPr/>
          </p:nvSpPr>
          <p:spPr>
            <a:xfrm>
              <a:off x="3118416" y="3468675"/>
              <a:ext cx="1083000" cy="1056000"/>
            </a:xfrm>
            <a:prstGeom prst="heptagon">
              <a:avLst>
                <a:gd name="hf" fmla="val 102572"/>
                <a:gd name="vf" fmla="val 105210"/>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6" name="Google Shape;2076;p73"/>
            <p:cNvGrpSpPr/>
            <p:nvPr/>
          </p:nvGrpSpPr>
          <p:grpSpPr>
            <a:xfrm>
              <a:off x="3445983" y="3767647"/>
              <a:ext cx="427916" cy="458044"/>
              <a:chOff x="-676376" y="3014706"/>
              <a:chExt cx="359563" cy="384943"/>
            </a:xfrm>
          </p:grpSpPr>
          <p:grpSp>
            <p:nvGrpSpPr>
              <p:cNvPr id="2077" name="Google Shape;2077;p73"/>
              <p:cNvGrpSpPr/>
              <p:nvPr/>
            </p:nvGrpSpPr>
            <p:grpSpPr>
              <a:xfrm>
                <a:off x="-588918" y="3014706"/>
                <a:ext cx="272106" cy="384943"/>
                <a:chOff x="1655175" y="3051000"/>
                <a:chExt cx="296250" cy="419100"/>
              </a:xfrm>
            </p:grpSpPr>
            <p:sp>
              <p:nvSpPr>
                <p:cNvPr id="2078" name="Google Shape;2078;p73"/>
                <p:cNvSpPr/>
                <p:nvPr/>
              </p:nvSpPr>
              <p:spPr>
                <a:xfrm>
                  <a:off x="1692175" y="3051000"/>
                  <a:ext cx="89925" cy="86125"/>
                </a:xfrm>
                <a:custGeom>
                  <a:avLst/>
                  <a:gdLst/>
                  <a:ahLst/>
                  <a:cxnLst/>
                  <a:rect l="l" t="t" r="r" b="b"/>
                  <a:pathLst>
                    <a:path w="3597" h="3445" extrusionOk="0">
                      <a:moveTo>
                        <a:pt x="1800" y="0"/>
                      </a:moveTo>
                      <a:cubicBezTo>
                        <a:pt x="1205" y="0"/>
                        <a:pt x="632" y="323"/>
                        <a:pt x="325" y="833"/>
                      </a:cubicBezTo>
                      <a:cubicBezTo>
                        <a:pt x="7" y="1356"/>
                        <a:pt x="1" y="2030"/>
                        <a:pt x="298" y="2565"/>
                      </a:cubicBezTo>
                      <a:cubicBezTo>
                        <a:pt x="596" y="3087"/>
                        <a:pt x="1157" y="3431"/>
                        <a:pt x="1759" y="3444"/>
                      </a:cubicBezTo>
                      <a:lnTo>
                        <a:pt x="1799" y="3444"/>
                      </a:lnTo>
                      <a:cubicBezTo>
                        <a:pt x="2400" y="3444"/>
                        <a:pt x="2975" y="3114"/>
                        <a:pt x="3279" y="2598"/>
                      </a:cubicBezTo>
                      <a:cubicBezTo>
                        <a:pt x="3590" y="2069"/>
                        <a:pt x="3597" y="1395"/>
                        <a:pt x="3293" y="866"/>
                      </a:cubicBezTo>
                      <a:cubicBezTo>
                        <a:pt x="2988" y="344"/>
                        <a:pt x="2420" y="7"/>
                        <a:pt x="1818" y="0"/>
                      </a:cubicBezTo>
                      <a:cubicBezTo>
                        <a:pt x="1812" y="0"/>
                        <a:pt x="1806" y="0"/>
                        <a:pt x="18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73"/>
                <p:cNvSpPr/>
                <p:nvPr/>
              </p:nvSpPr>
              <p:spPr>
                <a:xfrm>
                  <a:off x="1824725" y="3051000"/>
                  <a:ext cx="89900" cy="86125"/>
                </a:xfrm>
                <a:custGeom>
                  <a:avLst/>
                  <a:gdLst/>
                  <a:ahLst/>
                  <a:cxnLst/>
                  <a:rect l="l" t="t" r="r" b="b"/>
                  <a:pathLst>
                    <a:path w="3596" h="3445" extrusionOk="0">
                      <a:moveTo>
                        <a:pt x="1800" y="0"/>
                      </a:moveTo>
                      <a:cubicBezTo>
                        <a:pt x="1205" y="0"/>
                        <a:pt x="638" y="323"/>
                        <a:pt x="324" y="833"/>
                      </a:cubicBezTo>
                      <a:cubicBezTo>
                        <a:pt x="7" y="1356"/>
                        <a:pt x="0" y="2030"/>
                        <a:pt x="297" y="2565"/>
                      </a:cubicBezTo>
                      <a:cubicBezTo>
                        <a:pt x="595" y="3087"/>
                        <a:pt x="1157" y="3431"/>
                        <a:pt x="1765" y="3444"/>
                      </a:cubicBezTo>
                      <a:lnTo>
                        <a:pt x="1798" y="3444"/>
                      </a:lnTo>
                      <a:cubicBezTo>
                        <a:pt x="2406" y="3444"/>
                        <a:pt x="2975" y="3114"/>
                        <a:pt x="3285" y="2598"/>
                      </a:cubicBezTo>
                      <a:cubicBezTo>
                        <a:pt x="3596" y="2069"/>
                        <a:pt x="3596" y="1395"/>
                        <a:pt x="3292" y="866"/>
                      </a:cubicBezTo>
                      <a:cubicBezTo>
                        <a:pt x="2988" y="344"/>
                        <a:pt x="2419" y="7"/>
                        <a:pt x="1818" y="0"/>
                      </a:cubicBezTo>
                      <a:cubicBezTo>
                        <a:pt x="1812" y="0"/>
                        <a:pt x="1806" y="0"/>
                        <a:pt x="18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3"/>
                <p:cNvSpPr/>
                <p:nvPr/>
              </p:nvSpPr>
              <p:spPr>
                <a:xfrm>
                  <a:off x="1655175" y="3138475"/>
                  <a:ext cx="296250" cy="331625"/>
                </a:xfrm>
                <a:custGeom>
                  <a:avLst/>
                  <a:gdLst/>
                  <a:ahLst/>
                  <a:cxnLst/>
                  <a:rect l="l" t="t" r="r" b="b"/>
                  <a:pathLst>
                    <a:path w="11850" h="13265" extrusionOk="0">
                      <a:moveTo>
                        <a:pt x="3241" y="1"/>
                      </a:moveTo>
                      <a:cubicBezTo>
                        <a:pt x="2962" y="1"/>
                        <a:pt x="2677" y="63"/>
                        <a:pt x="2327" y="203"/>
                      </a:cubicBezTo>
                      <a:cubicBezTo>
                        <a:pt x="2168" y="269"/>
                        <a:pt x="2023" y="349"/>
                        <a:pt x="1877" y="434"/>
                      </a:cubicBezTo>
                      <a:cubicBezTo>
                        <a:pt x="1527" y="653"/>
                        <a:pt x="1223" y="943"/>
                        <a:pt x="972" y="1267"/>
                      </a:cubicBezTo>
                      <a:cubicBezTo>
                        <a:pt x="469" y="1935"/>
                        <a:pt x="198" y="2748"/>
                        <a:pt x="86" y="3574"/>
                      </a:cubicBezTo>
                      <a:cubicBezTo>
                        <a:pt x="7" y="4182"/>
                        <a:pt x="0" y="4797"/>
                        <a:pt x="46" y="5405"/>
                      </a:cubicBezTo>
                      <a:cubicBezTo>
                        <a:pt x="46" y="5412"/>
                        <a:pt x="46" y="5412"/>
                        <a:pt x="46" y="5418"/>
                      </a:cubicBezTo>
                      <a:cubicBezTo>
                        <a:pt x="126" y="6106"/>
                        <a:pt x="132" y="6390"/>
                        <a:pt x="628" y="6410"/>
                      </a:cubicBezTo>
                      <a:cubicBezTo>
                        <a:pt x="661" y="6410"/>
                        <a:pt x="687" y="6403"/>
                        <a:pt x="714" y="6397"/>
                      </a:cubicBezTo>
                      <a:cubicBezTo>
                        <a:pt x="952" y="6351"/>
                        <a:pt x="1137" y="6126"/>
                        <a:pt x="1124" y="5875"/>
                      </a:cubicBezTo>
                      <a:cubicBezTo>
                        <a:pt x="1091" y="5154"/>
                        <a:pt x="1124" y="4420"/>
                        <a:pt x="1296" y="3713"/>
                      </a:cubicBezTo>
                      <a:cubicBezTo>
                        <a:pt x="1382" y="3343"/>
                        <a:pt x="1507" y="2986"/>
                        <a:pt x="1692" y="2649"/>
                      </a:cubicBezTo>
                      <a:lnTo>
                        <a:pt x="1692" y="2649"/>
                      </a:lnTo>
                      <a:cubicBezTo>
                        <a:pt x="1666" y="2854"/>
                        <a:pt x="1639" y="3059"/>
                        <a:pt x="1619" y="3264"/>
                      </a:cubicBezTo>
                      <a:cubicBezTo>
                        <a:pt x="1567" y="3687"/>
                        <a:pt x="1514" y="4110"/>
                        <a:pt x="1461" y="4526"/>
                      </a:cubicBezTo>
                      <a:cubicBezTo>
                        <a:pt x="1421" y="4883"/>
                        <a:pt x="1382" y="5233"/>
                        <a:pt x="1335" y="5584"/>
                      </a:cubicBezTo>
                      <a:cubicBezTo>
                        <a:pt x="1329" y="5643"/>
                        <a:pt x="1322" y="5703"/>
                        <a:pt x="1315" y="5762"/>
                      </a:cubicBezTo>
                      <a:cubicBezTo>
                        <a:pt x="1269" y="6146"/>
                        <a:pt x="1335" y="6542"/>
                        <a:pt x="1514" y="6893"/>
                      </a:cubicBezTo>
                      <a:cubicBezTo>
                        <a:pt x="1553" y="6965"/>
                        <a:pt x="1593" y="7038"/>
                        <a:pt x="1639" y="7111"/>
                      </a:cubicBezTo>
                      <a:lnTo>
                        <a:pt x="1904" y="12696"/>
                      </a:lnTo>
                      <a:cubicBezTo>
                        <a:pt x="1924" y="13007"/>
                        <a:pt x="2181" y="13258"/>
                        <a:pt x="2492" y="13265"/>
                      </a:cubicBezTo>
                      <a:cubicBezTo>
                        <a:pt x="2803" y="13265"/>
                        <a:pt x="3067" y="13027"/>
                        <a:pt x="3094" y="12723"/>
                      </a:cubicBezTo>
                      <a:cubicBezTo>
                        <a:pt x="3094" y="12709"/>
                        <a:pt x="3100" y="12703"/>
                        <a:pt x="3100" y="12696"/>
                      </a:cubicBezTo>
                      <a:lnTo>
                        <a:pt x="3285" y="8472"/>
                      </a:lnTo>
                      <a:lnTo>
                        <a:pt x="3484" y="12696"/>
                      </a:lnTo>
                      <a:cubicBezTo>
                        <a:pt x="3497" y="13000"/>
                        <a:pt x="3761" y="13258"/>
                        <a:pt x="4072" y="13265"/>
                      </a:cubicBezTo>
                      <a:cubicBezTo>
                        <a:pt x="4376" y="13265"/>
                        <a:pt x="4640" y="13027"/>
                        <a:pt x="4673" y="12723"/>
                      </a:cubicBezTo>
                      <a:cubicBezTo>
                        <a:pt x="4673" y="12709"/>
                        <a:pt x="4673" y="12703"/>
                        <a:pt x="4673" y="12696"/>
                      </a:cubicBezTo>
                      <a:lnTo>
                        <a:pt x="4931" y="7091"/>
                      </a:lnTo>
                      <a:cubicBezTo>
                        <a:pt x="5182" y="6707"/>
                        <a:pt x="5301" y="6245"/>
                        <a:pt x="5242" y="5762"/>
                      </a:cubicBezTo>
                      <a:lnTo>
                        <a:pt x="4872" y="2655"/>
                      </a:lnTo>
                      <a:lnTo>
                        <a:pt x="4872" y="2655"/>
                      </a:lnTo>
                      <a:cubicBezTo>
                        <a:pt x="5116" y="3105"/>
                        <a:pt x="5255" y="3621"/>
                        <a:pt x="5334" y="4143"/>
                      </a:cubicBezTo>
                      <a:cubicBezTo>
                        <a:pt x="5315" y="4559"/>
                        <a:pt x="5321" y="4989"/>
                        <a:pt x="5354" y="5405"/>
                      </a:cubicBezTo>
                      <a:cubicBezTo>
                        <a:pt x="5354" y="5412"/>
                        <a:pt x="5354" y="5412"/>
                        <a:pt x="5354" y="5418"/>
                      </a:cubicBezTo>
                      <a:cubicBezTo>
                        <a:pt x="5381" y="5637"/>
                        <a:pt x="5394" y="5822"/>
                        <a:pt x="5427" y="5961"/>
                      </a:cubicBezTo>
                      <a:cubicBezTo>
                        <a:pt x="5427" y="5980"/>
                        <a:pt x="5434" y="5994"/>
                        <a:pt x="5434" y="6013"/>
                      </a:cubicBezTo>
                      <a:cubicBezTo>
                        <a:pt x="5440" y="6027"/>
                        <a:pt x="5440" y="6040"/>
                        <a:pt x="5447" y="6053"/>
                      </a:cubicBezTo>
                      <a:cubicBezTo>
                        <a:pt x="5447" y="6060"/>
                        <a:pt x="5447" y="6066"/>
                        <a:pt x="5447" y="6066"/>
                      </a:cubicBezTo>
                      <a:cubicBezTo>
                        <a:pt x="5513" y="6278"/>
                        <a:pt x="5619" y="6384"/>
                        <a:pt x="5870" y="6403"/>
                      </a:cubicBezTo>
                      <a:lnTo>
                        <a:pt x="5903" y="6403"/>
                      </a:lnTo>
                      <a:cubicBezTo>
                        <a:pt x="5909" y="6403"/>
                        <a:pt x="5916" y="6410"/>
                        <a:pt x="5929" y="6410"/>
                      </a:cubicBezTo>
                      <a:cubicBezTo>
                        <a:pt x="5949" y="6410"/>
                        <a:pt x="5962" y="6410"/>
                        <a:pt x="5976" y="6403"/>
                      </a:cubicBezTo>
                      <a:cubicBezTo>
                        <a:pt x="6207" y="6384"/>
                        <a:pt x="6405" y="6198"/>
                        <a:pt x="6438" y="5961"/>
                      </a:cubicBezTo>
                      <a:cubicBezTo>
                        <a:pt x="6518" y="5372"/>
                        <a:pt x="6544" y="4764"/>
                        <a:pt x="6511" y="4169"/>
                      </a:cubicBezTo>
                      <a:cubicBezTo>
                        <a:pt x="6531" y="4017"/>
                        <a:pt x="6557" y="3865"/>
                        <a:pt x="6597" y="3713"/>
                      </a:cubicBezTo>
                      <a:cubicBezTo>
                        <a:pt x="6683" y="3343"/>
                        <a:pt x="6808" y="2986"/>
                        <a:pt x="6994" y="2649"/>
                      </a:cubicBezTo>
                      <a:lnTo>
                        <a:pt x="6994" y="2649"/>
                      </a:lnTo>
                      <a:cubicBezTo>
                        <a:pt x="6967" y="2854"/>
                        <a:pt x="6947" y="3059"/>
                        <a:pt x="6921" y="3264"/>
                      </a:cubicBezTo>
                      <a:cubicBezTo>
                        <a:pt x="6868" y="3687"/>
                        <a:pt x="6815" y="4110"/>
                        <a:pt x="6769" y="4526"/>
                      </a:cubicBezTo>
                      <a:cubicBezTo>
                        <a:pt x="6723" y="4883"/>
                        <a:pt x="6683" y="5233"/>
                        <a:pt x="6637" y="5584"/>
                      </a:cubicBezTo>
                      <a:cubicBezTo>
                        <a:pt x="6630" y="5643"/>
                        <a:pt x="6623" y="5703"/>
                        <a:pt x="6617" y="5762"/>
                      </a:cubicBezTo>
                      <a:cubicBezTo>
                        <a:pt x="6570" y="6146"/>
                        <a:pt x="6643" y="6542"/>
                        <a:pt x="6815" y="6893"/>
                      </a:cubicBezTo>
                      <a:cubicBezTo>
                        <a:pt x="6855" y="6965"/>
                        <a:pt x="6894" y="7038"/>
                        <a:pt x="6947" y="7111"/>
                      </a:cubicBezTo>
                      <a:lnTo>
                        <a:pt x="7212" y="12696"/>
                      </a:lnTo>
                      <a:cubicBezTo>
                        <a:pt x="7225" y="13007"/>
                        <a:pt x="7489" y="13258"/>
                        <a:pt x="7800" y="13265"/>
                      </a:cubicBezTo>
                      <a:cubicBezTo>
                        <a:pt x="8104" y="13265"/>
                        <a:pt x="8368" y="13027"/>
                        <a:pt x="8402" y="12723"/>
                      </a:cubicBezTo>
                      <a:cubicBezTo>
                        <a:pt x="8402" y="12709"/>
                        <a:pt x="8402" y="12703"/>
                        <a:pt x="8402" y="12696"/>
                      </a:cubicBezTo>
                      <a:lnTo>
                        <a:pt x="8587" y="8472"/>
                      </a:lnTo>
                      <a:lnTo>
                        <a:pt x="8785" y="12696"/>
                      </a:lnTo>
                      <a:cubicBezTo>
                        <a:pt x="8798" y="13000"/>
                        <a:pt x="9063" y="13258"/>
                        <a:pt x="9373" y="13265"/>
                      </a:cubicBezTo>
                      <a:cubicBezTo>
                        <a:pt x="9677" y="13265"/>
                        <a:pt x="9948" y="13027"/>
                        <a:pt x="9975" y="12723"/>
                      </a:cubicBezTo>
                      <a:cubicBezTo>
                        <a:pt x="9975" y="12709"/>
                        <a:pt x="9975" y="12703"/>
                        <a:pt x="9975" y="12696"/>
                      </a:cubicBezTo>
                      <a:lnTo>
                        <a:pt x="10233" y="7091"/>
                      </a:lnTo>
                      <a:cubicBezTo>
                        <a:pt x="10484" y="6707"/>
                        <a:pt x="10603" y="6245"/>
                        <a:pt x="10543" y="5762"/>
                      </a:cubicBezTo>
                      <a:lnTo>
                        <a:pt x="10173" y="2655"/>
                      </a:lnTo>
                      <a:lnTo>
                        <a:pt x="10173" y="2655"/>
                      </a:lnTo>
                      <a:cubicBezTo>
                        <a:pt x="10570" y="3383"/>
                        <a:pt x="10695" y="4268"/>
                        <a:pt x="10722" y="5088"/>
                      </a:cubicBezTo>
                      <a:cubicBezTo>
                        <a:pt x="10735" y="5346"/>
                        <a:pt x="10735" y="5610"/>
                        <a:pt x="10722" y="5875"/>
                      </a:cubicBezTo>
                      <a:cubicBezTo>
                        <a:pt x="10708" y="6139"/>
                        <a:pt x="10920" y="6384"/>
                        <a:pt x="11184" y="6403"/>
                      </a:cubicBezTo>
                      <a:cubicBezTo>
                        <a:pt x="11201" y="6405"/>
                        <a:pt x="11217" y="6406"/>
                        <a:pt x="11233" y="6406"/>
                      </a:cubicBezTo>
                      <a:cubicBezTo>
                        <a:pt x="11485" y="6406"/>
                        <a:pt x="11709" y="6215"/>
                        <a:pt x="11740" y="5961"/>
                      </a:cubicBezTo>
                      <a:cubicBezTo>
                        <a:pt x="11822" y="5329"/>
                        <a:pt x="11850" y="4679"/>
                        <a:pt x="11806" y="4040"/>
                      </a:cubicBezTo>
                      <a:lnTo>
                        <a:pt x="11806" y="4040"/>
                      </a:lnTo>
                      <a:cubicBezTo>
                        <a:pt x="11805" y="4024"/>
                        <a:pt x="11804" y="3998"/>
                        <a:pt x="11799" y="3951"/>
                      </a:cubicBezTo>
                      <a:lnTo>
                        <a:pt x="11799" y="3951"/>
                      </a:lnTo>
                      <a:cubicBezTo>
                        <a:pt x="11799" y="3951"/>
                        <a:pt x="11799" y="3951"/>
                        <a:pt x="11799" y="3951"/>
                      </a:cubicBezTo>
                      <a:cubicBezTo>
                        <a:pt x="11798" y="3932"/>
                        <a:pt x="11796" y="3914"/>
                        <a:pt x="11794" y="3895"/>
                      </a:cubicBezTo>
                      <a:lnTo>
                        <a:pt x="11794" y="3895"/>
                      </a:lnTo>
                      <a:cubicBezTo>
                        <a:pt x="11793" y="3866"/>
                        <a:pt x="11793" y="3850"/>
                        <a:pt x="11793" y="3845"/>
                      </a:cubicBezTo>
                      <a:lnTo>
                        <a:pt x="11793" y="3845"/>
                      </a:lnTo>
                      <a:cubicBezTo>
                        <a:pt x="11793" y="3852"/>
                        <a:pt x="11793" y="3864"/>
                        <a:pt x="11793" y="3880"/>
                      </a:cubicBezTo>
                      <a:lnTo>
                        <a:pt x="11793" y="3880"/>
                      </a:lnTo>
                      <a:cubicBezTo>
                        <a:pt x="11721" y="3077"/>
                        <a:pt x="11515" y="2272"/>
                        <a:pt x="11085" y="1585"/>
                      </a:cubicBezTo>
                      <a:cubicBezTo>
                        <a:pt x="10682" y="930"/>
                        <a:pt x="10067" y="362"/>
                        <a:pt x="9320" y="137"/>
                      </a:cubicBezTo>
                      <a:cubicBezTo>
                        <a:pt x="9037" y="50"/>
                        <a:pt x="8794" y="1"/>
                        <a:pt x="8546" y="1"/>
                      </a:cubicBezTo>
                      <a:cubicBezTo>
                        <a:pt x="8267" y="1"/>
                        <a:pt x="7982" y="63"/>
                        <a:pt x="7628" y="203"/>
                      </a:cubicBezTo>
                      <a:cubicBezTo>
                        <a:pt x="7476" y="269"/>
                        <a:pt x="7324" y="349"/>
                        <a:pt x="7179" y="434"/>
                      </a:cubicBezTo>
                      <a:cubicBezTo>
                        <a:pt x="6828" y="653"/>
                        <a:pt x="6524" y="943"/>
                        <a:pt x="6273" y="1267"/>
                      </a:cubicBezTo>
                      <a:cubicBezTo>
                        <a:pt x="6141" y="1446"/>
                        <a:pt x="6028" y="1631"/>
                        <a:pt x="5923" y="1829"/>
                      </a:cubicBezTo>
                      <a:cubicBezTo>
                        <a:pt x="5876" y="1743"/>
                        <a:pt x="5837" y="1664"/>
                        <a:pt x="5784" y="1585"/>
                      </a:cubicBezTo>
                      <a:cubicBezTo>
                        <a:pt x="5381" y="930"/>
                        <a:pt x="4759" y="362"/>
                        <a:pt x="4012" y="137"/>
                      </a:cubicBezTo>
                      <a:cubicBezTo>
                        <a:pt x="3733" y="50"/>
                        <a:pt x="3489" y="1"/>
                        <a:pt x="3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1" name="Google Shape;2081;p73"/>
              <p:cNvGrpSpPr/>
              <p:nvPr/>
            </p:nvGrpSpPr>
            <p:grpSpPr>
              <a:xfrm>
                <a:off x="-676376" y="3166600"/>
                <a:ext cx="105875" cy="226775"/>
                <a:chOff x="1123525" y="3351250"/>
                <a:chExt cx="105875" cy="226775"/>
              </a:xfrm>
            </p:grpSpPr>
            <p:sp>
              <p:nvSpPr>
                <p:cNvPr id="2082" name="Google Shape;2082;p73"/>
                <p:cNvSpPr/>
                <p:nvPr/>
              </p:nvSpPr>
              <p:spPr>
                <a:xfrm>
                  <a:off x="1144175" y="3351250"/>
                  <a:ext cx="49100" cy="47975"/>
                </a:xfrm>
                <a:custGeom>
                  <a:avLst/>
                  <a:gdLst/>
                  <a:ahLst/>
                  <a:cxnLst/>
                  <a:rect l="l" t="t" r="r" b="b"/>
                  <a:pathLst>
                    <a:path w="1964" h="1919" extrusionOk="0">
                      <a:moveTo>
                        <a:pt x="992" y="1"/>
                      </a:moveTo>
                      <a:cubicBezTo>
                        <a:pt x="952" y="1"/>
                        <a:pt x="913" y="3"/>
                        <a:pt x="873" y="8"/>
                      </a:cubicBezTo>
                      <a:cubicBezTo>
                        <a:pt x="616" y="34"/>
                        <a:pt x="378" y="173"/>
                        <a:pt x="226" y="378"/>
                      </a:cubicBezTo>
                      <a:cubicBezTo>
                        <a:pt x="67" y="590"/>
                        <a:pt x="1" y="867"/>
                        <a:pt x="47" y="1125"/>
                      </a:cubicBezTo>
                      <a:cubicBezTo>
                        <a:pt x="126" y="1581"/>
                        <a:pt x="530" y="1918"/>
                        <a:pt x="992" y="1918"/>
                      </a:cubicBezTo>
                      <a:cubicBezTo>
                        <a:pt x="1250" y="1918"/>
                        <a:pt x="1508" y="1806"/>
                        <a:pt x="1686" y="1614"/>
                      </a:cubicBezTo>
                      <a:cubicBezTo>
                        <a:pt x="1865" y="1422"/>
                        <a:pt x="1964" y="1165"/>
                        <a:pt x="1944" y="900"/>
                      </a:cubicBezTo>
                      <a:cubicBezTo>
                        <a:pt x="1931" y="642"/>
                        <a:pt x="1805" y="391"/>
                        <a:pt x="1607" y="226"/>
                      </a:cubicBezTo>
                      <a:cubicBezTo>
                        <a:pt x="1438" y="80"/>
                        <a:pt x="1217" y="1"/>
                        <a:pt x="9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73"/>
                <p:cNvSpPr/>
                <p:nvPr/>
              </p:nvSpPr>
              <p:spPr>
                <a:xfrm>
                  <a:off x="1123525" y="3400550"/>
                  <a:ext cx="105875" cy="177475"/>
                </a:xfrm>
                <a:custGeom>
                  <a:avLst/>
                  <a:gdLst/>
                  <a:ahLst/>
                  <a:cxnLst/>
                  <a:rect l="l" t="t" r="r" b="b"/>
                  <a:pathLst>
                    <a:path w="4235" h="7099" extrusionOk="0">
                      <a:moveTo>
                        <a:pt x="1796" y="1"/>
                      </a:moveTo>
                      <a:cubicBezTo>
                        <a:pt x="1642" y="1"/>
                        <a:pt x="1489" y="37"/>
                        <a:pt x="1342" y="105"/>
                      </a:cubicBezTo>
                      <a:cubicBezTo>
                        <a:pt x="681" y="422"/>
                        <a:pt x="272" y="1096"/>
                        <a:pt x="120" y="1784"/>
                      </a:cubicBezTo>
                      <a:cubicBezTo>
                        <a:pt x="27" y="2194"/>
                        <a:pt x="1" y="2610"/>
                        <a:pt x="7" y="3027"/>
                      </a:cubicBezTo>
                      <a:cubicBezTo>
                        <a:pt x="7" y="3172"/>
                        <a:pt x="126" y="3298"/>
                        <a:pt x="278" y="3311"/>
                      </a:cubicBezTo>
                      <a:cubicBezTo>
                        <a:pt x="282" y="3311"/>
                        <a:pt x="286" y="3311"/>
                        <a:pt x="290" y="3311"/>
                      </a:cubicBezTo>
                      <a:cubicBezTo>
                        <a:pt x="437" y="3311"/>
                        <a:pt x="563" y="3194"/>
                        <a:pt x="576" y="3046"/>
                      </a:cubicBezTo>
                      <a:cubicBezTo>
                        <a:pt x="609" y="2656"/>
                        <a:pt x="655" y="2260"/>
                        <a:pt x="800" y="1890"/>
                      </a:cubicBezTo>
                      <a:lnTo>
                        <a:pt x="807" y="2220"/>
                      </a:lnTo>
                      <a:lnTo>
                        <a:pt x="318" y="4415"/>
                      </a:lnTo>
                      <a:cubicBezTo>
                        <a:pt x="311" y="4468"/>
                        <a:pt x="324" y="4520"/>
                        <a:pt x="357" y="4560"/>
                      </a:cubicBezTo>
                      <a:cubicBezTo>
                        <a:pt x="391" y="4600"/>
                        <a:pt x="437" y="4620"/>
                        <a:pt x="490" y="4620"/>
                      </a:cubicBezTo>
                      <a:lnTo>
                        <a:pt x="886" y="4620"/>
                      </a:lnTo>
                      <a:lnTo>
                        <a:pt x="999" y="6788"/>
                      </a:lnTo>
                      <a:cubicBezTo>
                        <a:pt x="1012" y="6960"/>
                        <a:pt x="1157" y="7098"/>
                        <a:pt x="1329" y="7098"/>
                      </a:cubicBezTo>
                      <a:cubicBezTo>
                        <a:pt x="1508" y="7098"/>
                        <a:pt x="1653" y="6960"/>
                        <a:pt x="1666" y="6788"/>
                      </a:cubicBezTo>
                      <a:lnTo>
                        <a:pt x="1765" y="4620"/>
                      </a:lnTo>
                      <a:lnTo>
                        <a:pt x="1805" y="4620"/>
                      </a:lnTo>
                      <a:lnTo>
                        <a:pt x="1917" y="6788"/>
                      </a:lnTo>
                      <a:cubicBezTo>
                        <a:pt x="1924" y="6960"/>
                        <a:pt x="2070" y="7098"/>
                        <a:pt x="2248" y="7098"/>
                      </a:cubicBezTo>
                      <a:cubicBezTo>
                        <a:pt x="2420" y="7098"/>
                        <a:pt x="2572" y="6960"/>
                        <a:pt x="2578" y="6788"/>
                      </a:cubicBezTo>
                      <a:lnTo>
                        <a:pt x="2684" y="4620"/>
                      </a:lnTo>
                      <a:lnTo>
                        <a:pt x="3087" y="4620"/>
                      </a:lnTo>
                      <a:cubicBezTo>
                        <a:pt x="3140" y="4620"/>
                        <a:pt x="3187" y="4600"/>
                        <a:pt x="3220" y="4560"/>
                      </a:cubicBezTo>
                      <a:cubicBezTo>
                        <a:pt x="3253" y="4520"/>
                        <a:pt x="3266" y="4468"/>
                        <a:pt x="3253" y="4415"/>
                      </a:cubicBezTo>
                      <a:lnTo>
                        <a:pt x="2770" y="2220"/>
                      </a:lnTo>
                      <a:lnTo>
                        <a:pt x="2790" y="1341"/>
                      </a:lnTo>
                      <a:cubicBezTo>
                        <a:pt x="3024" y="1433"/>
                        <a:pt x="3275" y="1514"/>
                        <a:pt x="3533" y="1514"/>
                      </a:cubicBezTo>
                      <a:cubicBezTo>
                        <a:pt x="3552" y="1514"/>
                        <a:pt x="3571" y="1514"/>
                        <a:pt x="3590" y="1513"/>
                      </a:cubicBezTo>
                      <a:cubicBezTo>
                        <a:pt x="3722" y="1506"/>
                        <a:pt x="3861" y="1473"/>
                        <a:pt x="3973" y="1394"/>
                      </a:cubicBezTo>
                      <a:cubicBezTo>
                        <a:pt x="4026" y="1361"/>
                        <a:pt x="4072" y="1315"/>
                        <a:pt x="4105" y="1268"/>
                      </a:cubicBezTo>
                      <a:cubicBezTo>
                        <a:pt x="4112" y="1262"/>
                        <a:pt x="4119" y="1255"/>
                        <a:pt x="4125" y="1248"/>
                      </a:cubicBezTo>
                      <a:cubicBezTo>
                        <a:pt x="4132" y="1242"/>
                        <a:pt x="4132" y="1235"/>
                        <a:pt x="4138" y="1235"/>
                      </a:cubicBezTo>
                      <a:cubicBezTo>
                        <a:pt x="4138" y="1229"/>
                        <a:pt x="4138" y="1229"/>
                        <a:pt x="4145" y="1222"/>
                      </a:cubicBezTo>
                      <a:cubicBezTo>
                        <a:pt x="4234" y="1077"/>
                        <a:pt x="4121" y="824"/>
                        <a:pt x="3873" y="824"/>
                      </a:cubicBezTo>
                      <a:cubicBezTo>
                        <a:pt x="3827" y="824"/>
                        <a:pt x="3777" y="832"/>
                        <a:pt x="3722" y="852"/>
                      </a:cubicBezTo>
                      <a:lnTo>
                        <a:pt x="3715" y="852"/>
                      </a:lnTo>
                      <a:cubicBezTo>
                        <a:pt x="3674" y="867"/>
                        <a:pt x="3626" y="883"/>
                        <a:pt x="3572" y="883"/>
                      </a:cubicBezTo>
                      <a:cubicBezTo>
                        <a:pt x="3556" y="883"/>
                        <a:pt x="3540" y="881"/>
                        <a:pt x="3524" y="878"/>
                      </a:cubicBezTo>
                      <a:cubicBezTo>
                        <a:pt x="3471" y="865"/>
                        <a:pt x="3418" y="845"/>
                        <a:pt x="3365" y="825"/>
                      </a:cubicBezTo>
                      <a:cubicBezTo>
                        <a:pt x="3253" y="779"/>
                        <a:pt x="3140" y="720"/>
                        <a:pt x="3035" y="654"/>
                      </a:cubicBezTo>
                      <a:cubicBezTo>
                        <a:pt x="2843" y="541"/>
                        <a:pt x="2651" y="409"/>
                        <a:pt x="2479" y="264"/>
                      </a:cubicBezTo>
                      <a:cubicBezTo>
                        <a:pt x="2264" y="84"/>
                        <a:pt x="2029" y="1"/>
                        <a:pt x="17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084" name="Google Shape;2084;p73"/>
          <p:cNvGrpSpPr/>
          <p:nvPr/>
        </p:nvGrpSpPr>
        <p:grpSpPr>
          <a:xfrm>
            <a:off x="5042749" y="3406473"/>
            <a:ext cx="1180200" cy="1180200"/>
            <a:chOff x="5142079" y="3406473"/>
            <a:chExt cx="1180200" cy="1180200"/>
          </a:xfrm>
        </p:grpSpPr>
        <p:sp>
          <p:nvSpPr>
            <p:cNvPr id="2085" name="Google Shape;2085;p73"/>
            <p:cNvSpPr/>
            <p:nvPr/>
          </p:nvSpPr>
          <p:spPr>
            <a:xfrm>
              <a:off x="5142079" y="3406473"/>
              <a:ext cx="1180200" cy="1180200"/>
            </a:xfrm>
            <a:prstGeom prst="octagon">
              <a:avLst>
                <a:gd name="adj" fmla="val 29289"/>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73"/>
            <p:cNvSpPr/>
            <p:nvPr/>
          </p:nvSpPr>
          <p:spPr>
            <a:xfrm>
              <a:off x="5204280" y="3468675"/>
              <a:ext cx="1056000" cy="1056000"/>
            </a:xfrm>
            <a:prstGeom prst="octagon">
              <a:avLst>
                <a:gd name="adj" fmla="val 29289"/>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87" name="Google Shape;2087;p73"/>
            <p:cNvGrpSpPr/>
            <p:nvPr/>
          </p:nvGrpSpPr>
          <p:grpSpPr>
            <a:xfrm>
              <a:off x="5513219" y="3771872"/>
              <a:ext cx="438001" cy="449601"/>
              <a:chOff x="-912012" y="3419396"/>
              <a:chExt cx="368037" cy="377848"/>
            </a:xfrm>
          </p:grpSpPr>
          <p:sp>
            <p:nvSpPr>
              <p:cNvPr id="2088" name="Google Shape;2088;p73"/>
              <p:cNvSpPr/>
              <p:nvPr/>
            </p:nvSpPr>
            <p:spPr>
              <a:xfrm>
                <a:off x="-613250" y="3569251"/>
                <a:ext cx="49100" cy="47950"/>
              </a:xfrm>
              <a:custGeom>
                <a:avLst/>
                <a:gdLst/>
                <a:ahLst/>
                <a:cxnLst/>
                <a:rect l="l" t="t" r="r" b="b"/>
                <a:pathLst>
                  <a:path w="1964" h="1918" extrusionOk="0">
                    <a:moveTo>
                      <a:pt x="967" y="0"/>
                    </a:moveTo>
                    <a:cubicBezTo>
                      <a:pt x="743" y="0"/>
                      <a:pt x="525" y="79"/>
                      <a:pt x="351" y="226"/>
                    </a:cubicBezTo>
                    <a:cubicBezTo>
                      <a:pt x="153" y="398"/>
                      <a:pt x="27" y="642"/>
                      <a:pt x="14" y="900"/>
                    </a:cubicBezTo>
                    <a:cubicBezTo>
                      <a:pt x="0" y="1164"/>
                      <a:pt x="93" y="1429"/>
                      <a:pt x="271" y="1620"/>
                    </a:cubicBezTo>
                    <a:cubicBezTo>
                      <a:pt x="457" y="1812"/>
                      <a:pt x="708" y="1918"/>
                      <a:pt x="972" y="1918"/>
                    </a:cubicBezTo>
                    <a:cubicBezTo>
                      <a:pt x="1428" y="1918"/>
                      <a:pt x="1838" y="1581"/>
                      <a:pt x="1917" y="1131"/>
                    </a:cubicBezTo>
                    <a:cubicBezTo>
                      <a:pt x="1964" y="867"/>
                      <a:pt x="1898" y="596"/>
                      <a:pt x="1739" y="384"/>
                    </a:cubicBezTo>
                    <a:cubicBezTo>
                      <a:pt x="1580" y="173"/>
                      <a:pt x="1342" y="41"/>
                      <a:pt x="1085" y="8"/>
                    </a:cubicBezTo>
                    <a:cubicBezTo>
                      <a:pt x="1045" y="3"/>
                      <a:pt x="1006" y="0"/>
                      <a:pt x="9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73"/>
              <p:cNvSpPr/>
              <p:nvPr/>
            </p:nvSpPr>
            <p:spPr>
              <a:xfrm>
                <a:off x="-650775" y="3618626"/>
                <a:ext cx="106800" cy="177550"/>
              </a:xfrm>
              <a:custGeom>
                <a:avLst/>
                <a:gdLst/>
                <a:ahLst/>
                <a:cxnLst/>
                <a:rect l="l" t="t" r="r" b="b"/>
                <a:pathLst>
                  <a:path w="4272" h="7102" extrusionOk="0">
                    <a:moveTo>
                      <a:pt x="2475" y="1"/>
                    </a:moveTo>
                    <a:cubicBezTo>
                      <a:pt x="2242" y="1"/>
                      <a:pt x="2008" y="85"/>
                      <a:pt x="1792" y="260"/>
                    </a:cubicBezTo>
                    <a:cubicBezTo>
                      <a:pt x="1620" y="406"/>
                      <a:pt x="1429" y="538"/>
                      <a:pt x="1237" y="657"/>
                    </a:cubicBezTo>
                    <a:cubicBezTo>
                      <a:pt x="1131" y="716"/>
                      <a:pt x="1019" y="776"/>
                      <a:pt x="907" y="822"/>
                    </a:cubicBezTo>
                    <a:cubicBezTo>
                      <a:pt x="854" y="842"/>
                      <a:pt x="801" y="862"/>
                      <a:pt x="748" y="875"/>
                    </a:cubicBezTo>
                    <a:cubicBezTo>
                      <a:pt x="714" y="885"/>
                      <a:pt x="673" y="891"/>
                      <a:pt x="635" y="891"/>
                    </a:cubicBezTo>
                    <a:cubicBezTo>
                      <a:pt x="622" y="891"/>
                      <a:pt x="608" y="890"/>
                      <a:pt x="596" y="888"/>
                    </a:cubicBezTo>
                    <a:cubicBezTo>
                      <a:pt x="596" y="888"/>
                      <a:pt x="563" y="868"/>
                      <a:pt x="536" y="848"/>
                    </a:cubicBezTo>
                    <a:cubicBezTo>
                      <a:pt x="536" y="848"/>
                      <a:pt x="437" y="716"/>
                      <a:pt x="259" y="716"/>
                    </a:cubicBezTo>
                    <a:cubicBezTo>
                      <a:pt x="80" y="716"/>
                      <a:pt x="1" y="1014"/>
                      <a:pt x="127" y="1225"/>
                    </a:cubicBezTo>
                    <a:cubicBezTo>
                      <a:pt x="140" y="1245"/>
                      <a:pt x="153" y="1252"/>
                      <a:pt x="166" y="1265"/>
                    </a:cubicBezTo>
                    <a:cubicBezTo>
                      <a:pt x="206" y="1311"/>
                      <a:pt x="246" y="1357"/>
                      <a:pt x="298" y="1397"/>
                    </a:cubicBezTo>
                    <a:cubicBezTo>
                      <a:pt x="411" y="1470"/>
                      <a:pt x="550" y="1503"/>
                      <a:pt x="682" y="1509"/>
                    </a:cubicBezTo>
                    <a:cubicBezTo>
                      <a:pt x="701" y="1510"/>
                      <a:pt x="720" y="1511"/>
                      <a:pt x="739" y="1511"/>
                    </a:cubicBezTo>
                    <a:cubicBezTo>
                      <a:pt x="997" y="1511"/>
                      <a:pt x="1248" y="1430"/>
                      <a:pt x="1482" y="1338"/>
                    </a:cubicBezTo>
                    <a:lnTo>
                      <a:pt x="1482" y="1338"/>
                    </a:lnTo>
                    <a:lnTo>
                      <a:pt x="1389" y="3036"/>
                    </a:lnTo>
                    <a:cubicBezTo>
                      <a:pt x="1382" y="3241"/>
                      <a:pt x="1429" y="3426"/>
                      <a:pt x="1521" y="3598"/>
                    </a:cubicBezTo>
                    <a:lnTo>
                      <a:pt x="1680" y="6784"/>
                    </a:lnTo>
                    <a:cubicBezTo>
                      <a:pt x="1687" y="6956"/>
                      <a:pt x="1832" y="7102"/>
                      <a:pt x="2010" y="7102"/>
                    </a:cubicBezTo>
                    <a:cubicBezTo>
                      <a:pt x="2182" y="7102"/>
                      <a:pt x="2334" y="6956"/>
                      <a:pt x="2341" y="6784"/>
                    </a:cubicBezTo>
                    <a:lnTo>
                      <a:pt x="2473" y="4272"/>
                    </a:lnTo>
                    <a:lnTo>
                      <a:pt x="2592" y="6784"/>
                    </a:lnTo>
                    <a:cubicBezTo>
                      <a:pt x="2599" y="6956"/>
                      <a:pt x="2751" y="7102"/>
                      <a:pt x="2923" y="7102"/>
                    </a:cubicBezTo>
                    <a:cubicBezTo>
                      <a:pt x="3101" y="7102"/>
                      <a:pt x="3247" y="6956"/>
                      <a:pt x="3253" y="6784"/>
                    </a:cubicBezTo>
                    <a:lnTo>
                      <a:pt x="3418" y="3598"/>
                    </a:lnTo>
                    <a:cubicBezTo>
                      <a:pt x="3511" y="3420"/>
                      <a:pt x="3544" y="3228"/>
                      <a:pt x="3537" y="3030"/>
                    </a:cubicBezTo>
                    <a:cubicBezTo>
                      <a:pt x="3531" y="2937"/>
                      <a:pt x="3524" y="2845"/>
                      <a:pt x="3518" y="2752"/>
                    </a:cubicBezTo>
                    <a:cubicBezTo>
                      <a:pt x="3504" y="2461"/>
                      <a:pt x="3491" y="2177"/>
                      <a:pt x="3471" y="1886"/>
                    </a:cubicBezTo>
                    <a:lnTo>
                      <a:pt x="3471" y="1886"/>
                    </a:lnTo>
                    <a:cubicBezTo>
                      <a:pt x="3617" y="2256"/>
                      <a:pt x="3663" y="2653"/>
                      <a:pt x="3696" y="3050"/>
                    </a:cubicBezTo>
                    <a:cubicBezTo>
                      <a:pt x="3709" y="3197"/>
                      <a:pt x="3834" y="3308"/>
                      <a:pt x="3981" y="3308"/>
                    </a:cubicBezTo>
                    <a:cubicBezTo>
                      <a:pt x="3985" y="3308"/>
                      <a:pt x="3989" y="3308"/>
                      <a:pt x="3994" y="3307"/>
                    </a:cubicBezTo>
                    <a:cubicBezTo>
                      <a:pt x="4146" y="3301"/>
                      <a:pt x="4265" y="3175"/>
                      <a:pt x="4265" y="3023"/>
                    </a:cubicBezTo>
                    <a:cubicBezTo>
                      <a:pt x="4271" y="2607"/>
                      <a:pt x="4245" y="2197"/>
                      <a:pt x="4152" y="1787"/>
                    </a:cubicBezTo>
                    <a:cubicBezTo>
                      <a:pt x="4000" y="1100"/>
                      <a:pt x="3590" y="425"/>
                      <a:pt x="2929" y="108"/>
                    </a:cubicBezTo>
                    <a:cubicBezTo>
                      <a:pt x="2782" y="37"/>
                      <a:pt x="2629" y="1"/>
                      <a:pt x="24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90" name="Google Shape;2090;p73"/>
              <p:cNvGrpSpPr/>
              <p:nvPr/>
            </p:nvGrpSpPr>
            <p:grpSpPr>
              <a:xfrm>
                <a:off x="-912012" y="3419396"/>
                <a:ext cx="278260" cy="377848"/>
                <a:chOff x="2477950" y="3058075"/>
                <a:chExt cx="302950" cy="411375"/>
              </a:xfrm>
            </p:grpSpPr>
            <p:sp>
              <p:nvSpPr>
                <p:cNvPr id="2091" name="Google Shape;2091;p73"/>
                <p:cNvSpPr/>
                <p:nvPr/>
              </p:nvSpPr>
              <p:spPr>
                <a:xfrm>
                  <a:off x="2654125" y="3058075"/>
                  <a:ext cx="91575" cy="85975"/>
                </a:xfrm>
                <a:custGeom>
                  <a:avLst/>
                  <a:gdLst/>
                  <a:ahLst/>
                  <a:cxnLst/>
                  <a:rect l="l" t="t" r="r" b="b"/>
                  <a:pathLst>
                    <a:path w="3663" h="3439" extrusionOk="0">
                      <a:moveTo>
                        <a:pt x="1826" y="1"/>
                      </a:moveTo>
                      <a:cubicBezTo>
                        <a:pt x="1737" y="1"/>
                        <a:pt x="1649" y="8"/>
                        <a:pt x="1560" y="22"/>
                      </a:cubicBezTo>
                      <a:cubicBezTo>
                        <a:pt x="939" y="121"/>
                        <a:pt x="410" y="570"/>
                        <a:pt x="205" y="1172"/>
                      </a:cubicBezTo>
                      <a:cubicBezTo>
                        <a:pt x="0" y="1780"/>
                        <a:pt x="159" y="2474"/>
                        <a:pt x="615" y="2930"/>
                      </a:cubicBezTo>
                      <a:cubicBezTo>
                        <a:pt x="932" y="3254"/>
                        <a:pt x="1382" y="3439"/>
                        <a:pt x="1838" y="3439"/>
                      </a:cubicBezTo>
                      <a:cubicBezTo>
                        <a:pt x="2473" y="3439"/>
                        <a:pt x="3067" y="3075"/>
                        <a:pt x="3365" y="2514"/>
                      </a:cubicBezTo>
                      <a:cubicBezTo>
                        <a:pt x="3662" y="1938"/>
                        <a:pt x="3609" y="1231"/>
                        <a:pt x="3226" y="709"/>
                      </a:cubicBezTo>
                      <a:cubicBezTo>
                        <a:pt x="2902" y="259"/>
                        <a:pt x="2372" y="1"/>
                        <a:pt x="18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73"/>
                <p:cNvSpPr/>
                <p:nvPr/>
              </p:nvSpPr>
              <p:spPr>
                <a:xfrm>
                  <a:off x="2515650" y="3058075"/>
                  <a:ext cx="91400" cy="85975"/>
                </a:xfrm>
                <a:custGeom>
                  <a:avLst/>
                  <a:gdLst/>
                  <a:ahLst/>
                  <a:cxnLst/>
                  <a:rect l="l" t="t" r="r" b="b"/>
                  <a:pathLst>
                    <a:path w="3656" h="3439" extrusionOk="0">
                      <a:moveTo>
                        <a:pt x="1825" y="1"/>
                      </a:moveTo>
                      <a:cubicBezTo>
                        <a:pt x="1737" y="1"/>
                        <a:pt x="1648" y="8"/>
                        <a:pt x="1560" y="22"/>
                      </a:cubicBezTo>
                      <a:cubicBezTo>
                        <a:pt x="939" y="121"/>
                        <a:pt x="403" y="570"/>
                        <a:pt x="205" y="1172"/>
                      </a:cubicBezTo>
                      <a:cubicBezTo>
                        <a:pt x="0" y="1780"/>
                        <a:pt x="159" y="2474"/>
                        <a:pt x="608" y="2930"/>
                      </a:cubicBezTo>
                      <a:cubicBezTo>
                        <a:pt x="932" y="3254"/>
                        <a:pt x="1375" y="3439"/>
                        <a:pt x="1831" y="3439"/>
                      </a:cubicBezTo>
                      <a:cubicBezTo>
                        <a:pt x="2472" y="3439"/>
                        <a:pt x="3067" y="3075"/>
                        <a:pt x="3358" y="2514"/>
                      </a:cubicBezTo>
                      <a:cubicBezTo>
                        <a:pt x="3655" y="1938"/>
                        <a:pt x="3603" y="1231"/>
                        <a:pt x="3226" y="709"/>
                      </a:cubicBezTo>
                      <a:cubicBezTo>
                        <a:pt x="2896" y="259"/>
                        <a:pt x="2370" y="1"/>
                        <a:pt x="1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3"/>
                <p:cNvSpPr/>
                <p:nvPr/>
              </p:nvSpPr>
              <p:spPr>
                <a:xfrm>
                  <a:off x="2780700" y="3271125"/>
                  <a:ext cx="25" cy="1000"/>
                </a:xfrm>
                <a:custGeom>
                  <a:avLst/>
                  <a:gdLst/>
                  <a:ahLst/>
                  <a:cxnLst/>
                  <a:rect l="l" t="t" r="r" b="b"/>
                  <a:pathLst>
                    <a:path w="1" h="40" extrusionOk="0">
                      <a:moveTo>
                        <a:pt x="1" y="33"/>
                      </a:moveTo>
                      <a:lnTo>
                        <a:pt x="1" y="40"/>
                      </a:lnTo>
                      <a:cubicBezTo>
                        <a:pt x="1" y="13"/>
                        <a:pt x="1" y="0"/>
                        <a:pt x="1" y="3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3"/>
                <p:cNvSpPr/>
                <p:nvPr/>
              </p:nvSpPr>
              <p:spPr>
                <a:xfrm>
                  <a:off x="2477950" y="3149425"/>
                  <a:ext cx="302950" cy="320025"/>
                </a:xfrm>
                <a:custGeom>
                  <a:avLst/>
                  <a:gdLst/>
                  <a:ahLst/>
                  <a:cxnLst/>
                  <a:rect l="l" t="t" r="r" b="b"/>
                  <a:pathLst>
                    <a:path w="12118" h="12801" extrusionOk="0">
                      <a:moveTo>
                        <a:pt x="3309" y="1"/>
                      </a:moveTo>
                      <a:cubicBezTo>
                        <a:pt x="3025" y="1"/>
                        <a:pt x="2723" y="60"/>
                        <a:pt x="2433" y="215"/>
                      </a:cubicBezTo>
                      <a:cubicBezTo>
                        <a:pt x="2110" y="386"/>
                        <a:pt x="1812" y="611"/>
                        <a:pt x="1548" y="869"/>
                      </a:cubicBezTo>
                      <a:lnTo>
                        <a:pt x="1548" y="862"/>
                      </a:lnTo>
                      <a:cubicBezTo>
                        <a:pt x="1534" y="876"/>
                        <a:pt x="1521" y="895"/>
                        <a:pt x="1501" y="909"/>
                      </a:cubicBezTo>
                      <a:cubicBezTo>
                        <a:pt x="1468" y="948"/>
                        <a:pt x="1429" y="981"/>
                        <a:pt x="1396" y="1021"/>
                      </a:cubicBezTo>
                      <a:cubicBezTo>
                        <a:pt x="1363" y="1061"/>
                        <a:pt x="1330" y="1094"/>
                        <a:pt x="1297" y="1133"/>
                      </a:cubicBezTo>
                      <a:cubicBezTo>
                        <a:pt x="1263" y="1166"/>
                        <a:pt x="1237" y="1206"/>
                        <a:pt x="1204" y="1239"/>
                      </a:cubicBezTo>
                      <a:cubicBezTo>
                        <a:pt x="1164" y="1292"/>
                        <a:pt x="1118" y="1345"/>
                        <a:pt x="1078" y="1398"/>
                      </a:cubicBezTo>
                      <a:cubicBezTo>
                        <a:pt x="1072" y="1418"/>
                        <a:pt x="1059" y="1431"/>
                        <a:pt x="1045" y="1444"/>
                      </a:cubicBezTo>
                      <a:cubicBezTo>
                        <a:pt x="933" y="1603"/>
                        <a:pt x="834" y="1761"/>
                        <a:pt x="735" y="1933"/>
                      </a:cubicBezTo>
                      <a:cubicBezTo>
                        <a:pt x="338" y="2640"/>
                        <a:pt x="93" y="3467"/>
                        <a:pt x="27" y="4333"/>
                      </a:cubicBezTo>
                      <a:cubicBezTo>
                        <a:pt x="1" y="4703"/>
                        <a:pt x="8" y="5086"/>
                        <a:pt x="47" y="5463"/>
                      </a:cubicBezTo>
                      <a:cubicBezTo>
                        <a:pt x="47" y="5503"/>
                        <a:pt x="47" y="5529"/>
                        <a:pt x="47" y="5529"/>
                      </a:cubicBezTo>
                      <a:cubicBezTo>
                        <a:pt x="54" y="5582"/>
                        <a:pt x="60" y="5635"/>
                        <a:pt x="74" y="5688"/>
                      </a:cubicBezTo>
                      <a:lnTo>
                        <a:pt x="80" y="5688"/>
                      </a:lnTo>
                      <a:cubicBezTo>
                        <a:pt x="140" y="5886"/>
                        <a:pt x="292" y="6031"/>
                        <a:pt x="503" y="6051"/>
                      </a:cubicBezTo>
                      <a:cubicBezTo>
                        <a:pt x="522" y="6054"/>
                        <a:pt x="542" y="6055"/>
                        <a:pt x="560" y="6055"/>
                      </a:cubicBezTo>
                      <a:cubicBezTo>
                        <a:pt x="821" y="6055"/>
                        <a:pt x="1047" y="5847"/>
                        <a:pt x="1072" y="5582"/>
                      </a:cubicBezTo>
                      <a:lnTo>
                        <a:pt x="1072" y="5569"/>
                      </a:lnTo>
                      <a:cubicBezTo>
                        <a:pt x="1085" y="5450"/>
                        <a:pt x="1092" y="5337"/>
                        <a:pt x="1098" y="5225"/>
                      </a:cubicBezTo>
                      <a:cubicBezTo>
                        <a:pt x="1125" y="5007"/>
                        <a:pt x="1158" y="4789"/>
                        <a:pt x="1191" y="4571"/>
                      </a:cubicBezTo>
                      <a:cubicBezTo>
                        <a:pt x="1277" y="4141"/>
                        <a:pt x="1376" y="3718"/>
                        <a:pt x="1541" y="3308"/>
                      </a:cubicBezTo>
                      <a:cubicBezTo>
                        <a:pt x="1568" y="3242"/>
                        <a:pt x="1594" y="3169"/>
                        <a:pt x="1627" y="3103"/>
                      </a:cubicBezTo>
                      <a:lnTo>
                        <a:pt x="1627" y="3579"/>
                      </a:lnTo>
                      <a:lnTo>
                        <a:pt x="721" y="8114"/>
                      </a:lnTo>
                      <a:cubicBezTo>
                        <a:pt x="702" y="8206"/>
                        <a:pt x="728" y="8299"/>
                        <a:pt x="788" y="8371"/>
                      </a:cubicBezTo>
                      <a:cubicBezTo>
                        <a:pt x="847" y="8444"/>
                        <a:pt x="933" y="8484"/>
                        <a:pt x="1025" y="8484"/>
                      </a:cubicBezTo>
                      <a:lnTo>
                        <a:pt x="1739" y="8484"/>
                      </a:lnTo>
                      <a:lnTo>
                        <a:pt x="1924" y="12232"/>
                      </a:lnTo>
                      <a:cubicBezTo>
                        <a:pt x="1938" y="12549"/>
                        <a:pt x="2202" y="12800"/>
                        <a:pt x="2519" y="12800"/>
                      </a:cubicBezTo>
                      <a:cubicBezTo>
                        <a:pt x="2830" y="12800"/>
                        <a:pt x="3094" y="12549"/>
                        <a:pt x="3114" y="12238"/>
                      </a:cubicBezTo>
                      <a:lnTo>
                        <a:pt x="3306" y="8484"/>
                      </a:lnTo>
                      <a:lnTo>
                        <a:pt x="3385" y="8484"/>
                      </a:lnTo>
                      <a:lnTo>
                        <a:pt x="3564" y="12232"/>
                      </a:lnTo>
                      <a:cubicBezTo>
                        <a:pt x="3577" y="12549"/>
                        <a:pt x="3848" y="12800"/>
                        <a:pt x="4159" y="12800"/>
                      </a:cubicBezTo>
                      <a:cubicBezTo>
                        <a:pt x="4469" y="12800"/>
                        <a:pt x="4740" y="12549"/>
                        <a:pt x="4754" y="12238"/>
                      </a:cubicBezTo>
                      <a:lnTo>
                        <a:pt x="4945" y="8484"/>
                      </a:lnTo>
                      <a:lnTo>
                        <a:pt x="5653" y="8484"/>
                      </a:lnTo>
                      <a:cubicBezTo>
                        <a:pt x="5745" y="8484"/>
                        <a:pt x="5838" y="8444"/>
                        <a:pt x="5897" y="8371"/>
                      </a:cubicBezTo>
                      <a:cubicBezTo>
                        <a:pt x="5957" y="8299"/>
                        <a:pt x="5976" y="8206"/>
                        <a:pt x="5963" y="8114"/>
                      </a:cubicBezTo>
                      <a:lnTo>
                        <a:pt x="5058" y="3513"/>
                      </a:lnTo>
                      <a:lnTo>
                        <a:pt x="5058" y="3123"/>
                      </a:lnTo>
                      <a:lnTo>
                        <a:pt x="5097" y="3229"/>
                      </a:lnTo>
                      <a:cubicBezTo>
                        <a:pt x="5124" y="3302"/>
                        <a:pt x="5150" y="3374"/>
                        <a:pt x="5177" y="3440"/>
                      </a:cubicBezTo>
                      <a:cubicBezTo>
                        <a:pt x="5256" y="3685"/>
                        <a:pt x="5322" y="3929"/>
                        <a:pt x="5382" y="4181"/>
                      </a:cubicBezTo>
                      <a:cubicBezTo>
                        <a:pt x="5401" y="4280"/>
                        <a:pt x="5415" y="4379"/>
                        <a:pt x="5434" y="4478"/>
                      </a:cubicBezTo>
                      <a:cubicBezTo>
                        <a:pt x="5487" y="4802"/>
                        <a:pt x="5520" y="5133"/>
                        <a:pt x="5553" y="5463"/>
                      </a:cubicBezTo>
                      <a:lnTo>
                        <a:pt x="5553" y="5483"/>
                      </a:lnTo>
                      <a:cubicBezTo>
                        <a:pt x="5560" y="5556"/>
                        <a:pt x="5580" y="5628"/>
                        <a:pt x="5620" y="5688"/>
                      </a:cubicBezTo>
                      <a:cubicBezTo>
                        <a:pt x="5679" y="5886"/>
                        <a:pt x="5838" y="6031"/>
                        <a:pt x="6043" y="6051"/>
                      </a:cubicBezTo>
                      <a:cubicBezTo>
                        <a:pt x="6062" y="6054"/>
                        <a:pt x="6081" y="6055"/>
                        <a:pt x="6100" y="6055"/>
                      </a:cubicBezTo>
                      <a:cubicBezTo>
                        <a:pt x="6361" y="6055"/>
                        <a:pt x="6593" y="5847"/>
                        <a:pt x="6611" y="5582"/>
                      </a:cubicBezTo>
                      <a:lnTo>
                        <a:pt x="6618" y="5569"/>
                      </a:lnTo>
                      <a:cubicBezTo>
                        <a:pt x="6624" y="5450"/>
                        <a:pt x="6631" y="5337"/>
                        <a:pt x="6644" y="5225"/>
                      </a:cubicBezTo>
                      <a:cubicBezTo>
                        <a:pt x="6671" y="5007"/>
                        <a:pt x="6697" y="4789"/>
                        <a:pt x="6730" y="4571"/>
                      </a:cubicBezTo>
                      <a:cubicBezTo>
                        <a:pt x="6816" y="4141"/>
                        <a:pt x="6915" y="3718"/>
                        <a:pt x="7080" y="3308"/>
                      </a:cubicBezTo>
                      <a:cubicBezTo>
                        <a:pt x="7107" y="3242"/>
                        <a:pt x="7140" y="3169"/>
                        <a:pt x="7166" y="3103"/>
                      </a:cubicBezTo>
                      <a:lnTo>
                        <a:pt x="7166" y="3579"/>
                      </a:lnTo>
                      <a:lnTo>
                        <a:pt x="6261" y="8114"/>
                      </a:lnTo>
                      <a:cubicBezTo>
                        <a:pt x="6248" y="8206"/>
                        <a:pt x="6267" y="8299"/>
                        <a:pt x="6327" y="8371"/>
                      </a:cubicBezTo>
                      <a:cubicBezTo>
                        <a:pt x="6386" y="8444"/>
                        <a:pt x="6472" y="8484"/>
                        <a:pt x="6571" y="8484"/>
                      </a:cubicBezTo>
                      <a:lnTo>
                        <a:pt x="7285" y="8484"/>
                      </a:lnTo>
                      <a:lnTo>
                        <a:pt x="7464" y="12232"/>
                      </a:lnTo>
                      <a:cubicBezTo>
                        <a:pt x="7484" y="12549"/>
                        <a:pt x="7748" y="12800"/>
                        <a:pt x="8059" y="12800"/>
                      </a:cubicBezTo>
                      <a:cubicBezTo>
                        <a:pt x="8369" y="12800"/>
                        <a:pt x="8640" y="12549"/>
                        <a:pt x="8654" y="12238"/>
                      </a:cubicBezTo>
                      <a:lnTo>
                        <a:pt x="8852" y="8484"/>
                      </a:lnTo>
                      <a:lnTo>
                        <a:pt x="8925" y="8484"/>
                      </a:lnTo>
                      <a:lnTo>
                        <a:pt x="9103" y="12232"/>
                      </a:lnTo>
                      <a:cubicBezTo>
                        <a:pt x="9123" y="12549"/>
                        <a:pt x="9387" y="12800"/>
                        <a:pt x="9698" y="12800"/>
                      </a:cubicBezTo>
                      <a:cubicBezTo>
                        <a:pt x="10015" y="12800"/>
                        <a:pt x="10280" y="12549"/>
                        <a:pt x="10293" y="12238"/>
                      </a:cubicBezTo>
                      <a:lnTo>
                        <a:pt x="10491" y="8484"/>
                      </a:lnTo>
                      <a:lnTo>
                        <a:pt x="11199" y="8484"/>
                      </a:lnTo>
                      <a:cubicBezTo>
                        <a:pt x="11291" y="8484"/>
                        <a:pt x="11377" y="8444"/>
                        <a:pt x="11436" y="8371"/>
                      </a:cubicBezTo>
                      <a:cubicBezTo>
                        <a:pt x="11496" y="8299"/>
                        <a:pt x="11522" y="8206"/>
                        <a:pt x="11503" y="8114"/>
                      </a:cubicBezTo>
                      <a:lnTo>
                        <a:pt x="10597" y="3513"/>
                      </a:lnTo>
                      <a:lnTo>
                        <a:pt x="10597" y="3123"/>
                      </a:lnTo>
                      <a:cubicBezTo>
                        <a:pt x="10610" y="3163"/>
                        <a:pt x="10623" y="3196"/>
                        <a:pt x="10643" y="3229"/>
                      </a:cubicBezTo>
                      <a:cubicBezTo>
                        <a:pt x="10670" y="3302"/>
                        <a:pt x="10696" y="3374"/>
                        <a:pt x="10716" y="3440"/>
                      </a:cubicBezTo>
                      <a:cubicBezTo>
                        <a:pt x="10795" y="3685"/>
                        <a:pt x="10861" y="3929"/>
                        <a:pt x="10921" y="4181"/>
                      </a:cubicBezTo>
                      <a:cubicBezTo>
                        <a:pt x="10941" y="4280"/>
                        <a:pt x="10961" y="4379"/>
                        <a:pt x="10980" y="4478"/>
                      </a:cubicBezTo>
                      <a:cubicBezTo>
                        <a:pt x="11027" y="4802"/>
                        <a:pt x="11066" y="5133"/>
                        <a:pt x="11093" y="5463"/>
                      </a:cubicBezTo>
                      <a:lnTo>
                        <a:pt x="11093" y="5483"/>
                      </a:lnTo>
                      <a:cubicBezTo>
                        <a:pt x="11119" y="5750"/>
                        <a:pt x="11350" y="5952"/>
                        <a:pt x="11615" y="5952"/>
                      </a:cubicBezTo>
                      <a:cubicBezTo>
                        <a:pt x="11620" y="5952"/>
                        <a:pt x="11624" y="5952"/>
                        <a:pt x="11628" y="5952"/>
                      </a:cubicBezTo>
                      <a:cubicBezTo>
                        <a:pt x="11893" y="5939"/>
                        <a:pt x="12111" y="5714"/>
                        <a:pt x="12111" y="5443"/>
                      </a:cubicBezTo>
                      <a:cubicBezTo>
                        <a:pt x="12117" y="5271"/>
                        <a:pt x="12117" y="5099"/>
                        <a:pt x="12117" y="4928"/>
                      </a:cubicBezTo>
                      <a:cubicBezTo>
                        <a:pt x="12117" y="4926"/>
                        <a:pt x="12117" y="4923"/>
                        <a:pt x="12117" y="4921"/>
                      </a:cubicBezTo>
                      <a:cubicBezTo>
                        <a:pt x="12111" y="4914"/>
                        <a:pt x="12111" y="4908"/>
                        <a:pt x="12111" y="4901"/>
                      </a:cubicBezTo>
                      <a:cubicBezTo>
                        <a:pt x="12111" y="4716"/>
                        <a:pt x="12097" y="4531"/>
                        <a:pt x="12091" y="4339"/>
                      </a:cubicBezTo>
                      <a:cubicBezTo>
                        <a:pt x="12078" y="4227"/>
                        <a:pt x="12064" y="4115"/>
                        <a:pt x="12051" y="4002"/>
                      </a:cubicBezTo>
                      <a:cubicBezTo>
                        <a:pt x="12012" y="3698"/>
                        <a:pt x="11965" y="3401"/>
                        <a:pt x="11899" y="3103"/>
                      </a:cubicBezTo>
                      <a:cubicBezTo>
                        <a:pt x="11873" y="3017"/>
                        <a:pt x="11846" y="2925"/>
                        <a:pt x="11826" y="2832"/>
                      </a:cubicBezTo>
                      <a:cubicBezTo>
                        <a:pt x="11800" y="2746"/>
                        <a:pt x="11767" y="2654"/>
                        <a:pt x="11741" y="2561"/>
                      </a:cubicBezTo>
                      <a:cubicBezTo>
                        <a:pt x="11655" y="2336"/>
                        <a:pt x="11569" y="2171"/>
                        <a:pt x="11463" y="1953"/>
                      </a:cubicBezTo>
                      <a:cubicBezTo>
                        <a:pt x="11397" y="1827"/>
                        <a:pt x="11331" y="1702"/>
                        <a:pt x="11258" y="1576"/>
                      </a:cubicBezTo>
                      <a:cubicBezTo>
                        <a:pt x="10894" y="1014"/>
                        <a:pt x="10412" y="519"/>
                        <a:pt x="9804" y="221"/>
                      </a:cubicBezTo>
                      <a:cubicBezTo>
                        <a:pt x="9560" y="101"/>
                        <a:pt x="9220" y="1"/>
                        <a:pt x="8849" y="1"/>
                      </a:cubicBezTo>
                      <a:cubicBezTo>
                        <a:pt x="8564" y="1"/>
                        <a:pt x="8262" y="60"/>
                        <a:pt x="7973" y="215"/>
                      </a:cubicBezTo>
                      <a:cubicBezTo>
                        <a:pt x="7649" y="386"/>
                        <a:pt x="7351" y="611"/>
                        <a:pt x="7087" y="869"/>
                      </a:cubicBezTo>
                      <a:lnTo>
                        <a:pt x="7087" y="862"/>
                      </a:lnTo>
                      <a:cubicBezTo>
                        <a:pt x="7074" y="876"/>
                        <a:pt x="7061" y="895"/>
                        <a:pt x="7047" y="909"/>
                      </a:cubicBezTo>
                      <a:cubicBezTo>
                        <a:pt x="7008" y="948"/>
                        <a:pt x="6975" y="981"/>
                        <a:pt x="6935" y="1021"/>
                      </a:cubicBezTo>
                      <a:cubicBezTo>
                        <a:pt x="6902" y="1061"/>
                        <a:pt x="6869" y="1094"/>
                        <a:pt x="6836" y="1133"/>
                      </a:cubicBezTo>
                      <a:cubicBezTo>
                        <a:pt x="6803" y="1166"/>
                        <a:pt x="6776" y="1206"/>
                        <a:pt x="6743" y="1239"/>
                      </a:cubicBezTo>
                      <a:cubicBezTo>
                        <a:pt x="6704" y="1292"/>
                        <a:pt x="6664" y="1345"/>
                        <a:pt x="6624" y="1398"/>
                      </a:cubicBezTo>
                      <a:cubicBezTo>
                        <a:pt x="6611" y="1418"/>
                        <a:pt x="6598" y="1431"/>
                        <a:pt x="6591" y="1444"/>
                      </a:cubicBezTo>
                      <a:cubicBezTo>
                        <a:pt x="6479" y="1603"/>
                        <a:pt x="6373" y="1761"/>
                        <a:pt x="6274" y="1933"/>
                      </a:cubicBezTo>
                      <a:cubicBezTo>
                        <a:pt x="6208" y="2052"/>
                        <a:pt x="6148" y="2178"/>
                        <a:pt x="6089" y="2303"/>
                      </a:cubicBezTo>
                      <a:cubicBezTo>
                        <a:pt x="6036" y="2191"/>
                        <a:pt x="5983" y="2079"/>
                        <a:pt x="5924" y="1953"/>
                      </a:cubicBezTo>
                      <a:cubicBezTo>
                        <a:pt x="5858" y="1827"/>
                        <a:pt x="5785" y="1702"/>
                        <a:pt x="5712" y="1576"/>
                      </a:cubicBezTo>
                      <a:cubicBezTo>
                        <a:pt x="5355" y="1014"/>
                        <a:pt x="4873" y="519"/>
                        <a:pt x="4264" y="221"/>
                      </a:cubicBezTo>
                      <a:cubicBezTo>
                        <a:pt x="4021" y="101"/>
                        <a:pt x="3680" y="1"/>
                        <a:pt x="33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095" name="Google Shape;2095;p73"/>
          <p:cNvGrpSpPr/>
          <p:nvPr/>
        </p:nvGrpSpPr>
        <p:grpSpPr>
          <a:xfrm>
            <a:off x="1238262" y="1961293"/>
            <a:ext cx="1278612" cy="1056888"/>
            <a:chOff x="1238262" y="1961293"/>
            <a:chExt cx="1278612" cy="1056888"/>
          </a:xfrm>
        </p:grpSpPr>
        <p:sp>
          <p:nvSpPr>
            <p:cNvPr id="2096" name="Google Shape;2096;p73"/>
            <p:cNvSpPr/>
            <p:nvPr/>
          </p:nvSpPr>
          <p:spPr>
            <a:xfrm>
              <a:off x="1238262" y="1961293"/>
              <a:ext cx="1278612" cy="1056888"/>
            </a:xfrm>
            <a:prstGeom prst="cloud">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73"/>
            <p:cNvSpPr/>
            <p:nvPr/>
          </p:nvSpPr>
          <p:spPr>
            <a:xfrm>
              <a:off x="1318637" y="2027671"/>
              <a:ext cx="1118016" cy="924156"/>
            </a:xfrm>
            <a:prstGeom prst="cloud">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98" name="Google Shape;2098;p73"/>
            <p:cNvGrpSpPr/>
            <p:nvPr/>
          </p:nvGrpSpPr>
          <p:grpSpPr>
            <a:xfrm>
              <a:off x="1704621" y="2245698"/>
              <a:ext cx="346131" cy="460576"/>
              <a:chOff x="2781220" y="2172630"/>
              <a:chExt cx="255146" cy="339508"/>
            </a:xfrm>
          </p:grpSpPr>
          <p:grpSp>
            <p:nvGrpSpPr>
              <p:cNvPr id="2099" name="Google Shape;2099;p73"/>
              <p:cNvGrpSpPr/>
              <p:nvPr/>
            </p:nvGrpSpPr>
            <p:grpSpPr>
              <a:xfrm>
                <a:off x="2876000" y="2172630"/>
                <a:ext cx="160366" cy="339508"/>
                <a:chOff x="-458275" y="3860338"/>
                <a:chExt cx="131750" cy="278925"/>
              </a:xfrm>
            </p:grpSpPr>
            <p:sp>
              <p:nvSpPr>
                <p:cNvPr id="2100" name="Google Shape;2100;p73"/>
                <p:cNvSpPr/>
                <p:nvPr/>
              </p:nvSpPr>
              <p:spPr>
                <a:xfrm>
                  <a:off x="-431825" y="3860338"/>
                  <a:ext cx="66625" cy="63400"/>
                </a:xfrm>
                <a:custGeom>
                  <a:avLst/>
                  <a:gdLst/>
                  <a:ahLst/>
                  <a:cxnLst/>
                  <a:rect l="l" t="t" r="r" b="b"/>
                  <a:pathLst>
                    <a:path w="2665" h="2536" extrusionOk="0">
                      <a:moveTo>
                        <a:pt x="1334" y="1"/>
                      </a:moveTo>
                      <a:cubicBezTo>
                        <a:pt x="996" y="1"/>
                        <a:pt x="664" y="134"/>
                        <a:pt x="424" y="380"/>
                      </a:cubicBezTo>
                      <a:cubicBezTo>
                        <a:pt x="126" y="684"/>
                        <a:pt x="0" y="1127"/>
                        <a:pt x="93" y="1544"/>
                      </a:cubicBezTo>
                      <a:cubicBezTo>
                        <a:pt x="179" y="1947"/>
                        <a:pt x="470" y="2291"/>
                        <a:pt x="860" y="2449"/>
                      </a:cubicBezTo>
                      <a:cubicBezTo>
                        <a:pt x="1005" y="2509"/>
                        <a:pt x="1170" y="2535"/>
                        <a:pt x="1329" y="2535"/>
                      </a:cubicBezTo>
                      <a:cubicBezTo>
                        <a:pt x="1752" y="2535"/>
                        <a:pt x="2149" y="2324"/>
                        <a:pt x="2387" y="1973"/>
                      </a:cubicBezTo>
                      <a:cubicBezTo>
                        <a:pt x="2618" y="1623"/>
                        <a:pt x="2664" y="1160"/>
                        <a:pt x="2492" y="770"/>
                      </a:cubicBezTo>
                      <a:cubicBezTo>
                        <a:pt x="2334" y="387"/>
                        <a:pt x="1984" y="103"/>
                        <a:pt x="1574" y="23"/>
                      </a:cubicBezTo>
                      <a:cubicBezTo>
                        <a:pt x="1494" y="8"/>
                        <a:pt x="1414" y="1"/>
                        <a:pt x="1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3"/>
                <p:cNvSpPr/>
                <p:nvPr/>
              </p:nvSpPr>
              <p:spPr>
                <a:xfrm>
                  <a:off x="-458275" y="3915113"/>
                  <a:ext cx="131750" cy="224150"/>
                </a:xfrm>
                <a:custGeom>
                  <a:avLst/>
                  <a:gdLst/>
                  <a:ahLst/>
                  <a:cxnLst/>
                  <a:rect l="l" t="t" r="r" b="b"/>
                  <a:pathLst>
                    <a:path w="5270" h="8966" extrusionOk="0">
                      <a:moveTo>
                        <a:pt x="3550" y="1402"/>
                      </a:moveTo>
                      <a:lnTo>
                        <a:pt x="3550" y="1402"/>
                      </a:lnTo>
                      <a:cubicBezTo>
                        <a:pt x="3577" y="1435"/>
                        <a:pt x="3597" y="1468"/>
                        <a:pt x="3617" y="1501"/>
                      </a:cubicBezTo>
                      <a:lnTo>
                        <a:pt x="3656" y="1561"/>
                      </a:lnTo>
                      <a:lnTo>
                        <a:pt x="3689" y="1620"/>
                      </a:lnTo>
                      <a:cubicBezTo>
                        <a:pt x="3775" y="1785"/>
                        <a:pt x="3841" y="1970"/>
                        <a:pt x="3881" y="2155"/>
                      </a:cubicBezTo>
                      <a:cubicBezTo>
                        <a:pt x="3914" y="2288"/>
                        <a:pt x="3934" y="2426"/>
                        <a:pt x="3947" y="2565"/>
                      </a:cubicBezTo>
                      <a:cubicBezTo>
                        <a:pt x="3960" y="2691"/>
                        <a:pt x="3967" y="2823"/>
                        <a:pt x="3974" y="2955"/>
                      </a:cubicBezTo>
                      <a:cubicBezTo>
                        <a:pt x="3974" y="3048"/>
                        <a:pt x="3974" y="3140"/>
                        <a:pt x="3974" y="3226"/>
                      </a:cubicBezTo>
                      <a:lnTo>
                        <a:pt x="3974" y="3246"/>
                      </a:lnTo>
                      <a:cubicBezTo>
                        <a:pt x="3974" y="3299"/>
                        <a:pt x="3980" y="3352"/>
                        <a:pt x="4007" y="3398"/>
                      </a:cubicBezTo>
                      <a:cubicBezTo>
                        <a:pt x="3974" y="3451"/>
                        <a:pt x="3954" y="3510"/>
                        <a:pt x="3934" y="3570"/>
                      </a:cubicBezTo>
                      <a:cubicBezTo>
                        <a:pt x="3921" y="3629"/>
                        <a:pt x="3907" y="3696"/>
                        <a:pt x="3921" y="3762"/>
                      </a:cubicBezTo>
                      <a:cubicBezTo>
                        <a:pt x="3901" y="3689"/>
                        <a:pt x="3874" y="3623"/>
                        <a:pt x="3855" y="3557"/>
                      </a:cubicBezTo>
                      <a:cubicBezTo>
                        <a:pt x="3855" y="3517"/>
                        <a:pt x="3848" y="3471"/>
                        <a:pt x="3841" y="3431"/>
                      </a:cubicBezTo>
                      <a:lnTo>
                        <a:pt x="3550" y="1402"/>
                      </a:lnTo>
                      <a:close/>
                      <a:moveTo>
                        <a:pt x="1310" y="1"/>
                      </a:moveTo>
                      <a:cubicBezTo>
                        <a:pt x="1290" y="7"/>
                        <a:pt x="1270" y="14"/>
                        <a:pt x="1257" y="27"/>
                      </a:cubicBezTo>
                      <a:cubicBezTo>
                        <a:pt x="1204" y="53"/>
                        <a:pt x="1158" y="86"/>
                        <a:pt x="1105" y="119"/>
                      </a:cubicBezTo>
                      <a:cubicBezTo>
                        <a:pt x="1058" y="159"/>
                        <a:pt x="1006" y="192"/>
                        <a:pt x="953" y="232"/>
                      </a:cubicBezTo>
                      <a:cubicBezTo>
                        <a:pt x="906" y="272"/>
                        <a:pt x="854" y="318"/>
                        <a:pt x="807" y="364"/>
                      </a:cubicBezTo>
                      <a:cubicBezTo>
                        <a:pt x="655" y="509"/>
                        <a:pt x="530" y="675"/>
                        <a:pt x="417" y="860"/>
                      </a:cubicBezTo>
                      <a:cubicBezTo>
                        <a:pt x="364" y="952"/>
                        <a:pt x="318" y="1045"/>
                        <a:pt x="272" y="1137"/>
                      </a:cubicBezTo>
                      <a:lnTo>
                        <a:pt x="232" y="1237"/>
                      </a:lnTo>
                      <a:cubicBezTo>
                        <a:pt x="133" y="1481"/>
                        <a:pt x="67" y="1746"/>
                        <a:pt x="34" y="2010"/>
                      </a:cubicBezTo>
                      <a:cubicBezTo>
                        <a:pt x="7" y="2175"/>
                        <a:pt x="7" y="2347"/>
                        <a:pt x="1" y="2519"/>
                      </a:cubicBezTo>
                      <a:cubicBezTo>
                        <a:pt x="7" y="2671"/>
                        <a:pt x="7" y="2816"/>
                        <a:pt x="21" y="2968"/>
                      </a:cubicBezTo>
                      <a:cubicBezTo>
                        <a:pt x="27" y="3074"/>
                        <a:pt x="41" y="3180"/>
                        <a:pt x="54" y="3292"/>
                      </a:cubicBezTo>
                      <a:cubicBezTo>
                        <a:pt x="73" y="3476"/>
                        <a:pt x="238" y="3624"/>
                        <a:pt x="426" y="3624"/>
                      </a:cubicBezTo>
                      <a:cubicBezTo>
                        <a:pt x="434" y="3624"/>
                        <a:pt x="442" y="3623"/>
                        <a:pt x="450" y="3623"/>
                      </a:cubicBezTo>
                      <a:cubicBezTo>
                        <a:pt x="649" y="3610"/>
                        <a:pt x="807" y="3444"/>
                        <a:pt x="801" y="3246"/>
                      </a:cubicBezTo>
                      <a:lnTo>
                        <a:pt x="801" y="3226"/>
                      </a:lnTo>
                      <a:cubicBezTo>
                        <a:pt x="801" y="3140"/>
                        <a:pt x="801" y="3048"/>
                        <a:pt x="801" y="2955"/>
                      </a:cubicBezTo>
                      <a:cubicBezTo>
                        <a:pt x="807" y="2823"/>
                        <a:pt x="814" y="2691"/>
                        <a:pt x="827" y="2565"/>
                      </a:cubicBezTo>
                      <a:cubicBezTo>
                        <a:pt x="847" y="2426"/>
                        <a:pt x="860" y="2288"/>
                        <a:pt x="893" y="2155"/>
                      </a:cubicBezTo>
                      <a:cubicBezTo>
                        <a:pt x="939" y="1970"/>
                        <a:pt x="999" y="1785"/>
                        <a:pt x="1092" y="1620"/>
                      </a:cubicBezTo>
                      <a:lnTo>
                        <a:pt x="1118" y="1561"/>
                      </a:lnTo>
                      <a:lnTo>
                        <a:pt x="1158" y="1501"/>
                      </a:lnTo>
                      <a:cubicBezTo>
                        <a:pt x="1177" y="1461"/>
                        <a:pt x="1204" y="1428"/>
                        <a:pt x="1230" y="1389"/>
                      </a:cubicBezTo>
                      <a:cubicBezTo>
                        <a:pt x="1230" y="1389"/>
                        <a:pt x="1237" y="1382"/>
                        <a:pt x="1237" y="1382"/>
                      </a:cubicBezTo>
                      <a:lnTo>
                        <a:pt x="1237" y="1382"/>
                      </a:lnTo>
                      <a:lnTo>
                        <a:pt x="946" y="3431"/>
                      </a:lnTo>
                      <a:cubicBezTo>
                        <a:pt x="939" y="3484"/>
                        <a:pt x="933" y="3544"/>
                        <a:pt x="933" y="3603"/>
                      </a:cubicBezTo>
                      <a:cubicBezTo>
                        <a:pt x="774" y="4099"/>
                        <a:pt x="642" y="4595"/>
                        <a:pt x="543" y="5104"/>
                      </a:cubicBezTo>
                      <a:cubicBezTo>
                        <a:pt x="431" y="5685"/>
                        <a:pt x="358" y="6267"/>
                        <a:pt x="351" y="6862"/>
                      </a:cubicBezTo>
                      <a:cubicBezTo>
                        <a:pt x="351" y="6935"/>
                        <a:pt x="345" y="7007"/>
                        <a:pt x="397" y="7067"/>
                      </a:cubicBezTo>
                      <a:cubicBezTo>
                        <a:pt x="437" y="7126"/>
                        <a:pt x="503" y="7159"/>
                        <a:pt x="576" y="7159"/>
                      </a:cubicBezTo>
                      <a:lnTo>
                        <a:pt x="1323" y="7159"/>
                      </a:lnTo>
                      <a:lnTo>
                        <a:pt x="1382" y="8547"/>
                      </a:lnTo>
                      <a:cubicBezTo>
                        <a:pt x="1396" y="8759"/>
                        <a:pt x="1567" y="8944"/>
                        <a:pt x="1786" y="8964"/>
                      </a:cubicBezTo>
                      <a:cubicBezTo>
                        <a:pt x="1799" y="8965"/>
                        <a:pt x="1811" y="8966"/>
                        <a:pt x="1824" y="8966"/>
                      </a:cubicBezTo>
                      <a:cubicBezTo>
                        <a:pt x="2021" y="8966"/>
                        <a:pt x="2199" y="8826"/>
                        <a:pt x="2248" y="8633"/>
                      </a:cubicBezTo>
                      <a:cubicBezTo>
                        <a:pt x="2255" y="8600"/>
                        <a:pt x="2262" y="8574"/>
                        <a:pt x="2262" y="8541"/>
                      </a:cubicBezTo>
                      <a:lnTo>
                        <a:pt x="2328" y="7159"/>
                      </a:lnTo>
                      <a:lnTo>
                        <a:pt x="2486" y="7159"/>
                      </a:lnTo>
                      <a:lnTo>
                        <a:pt x="2546" y="8547"/>
                      </a:lnTo>
                      <a:cubicBezTo>
                        <a:pt x="2559" y="8759"/>
                        <a:pt x="2731" y="8944"/>
                        <a:pt x="2949" y="8964"/>
                      </a:cubicBezTo>
                      <a:cubicBezTo>
                        <a:pt x="2962" y="8965"/>
                        <a:pt x="2975" y="8966"/>
                        <a:pt x="2988" y="8966"/>
                      </a:cubicBezTo>
                      <a:cubicBezTo>
                        <a:pt x="3184" y="8966"/>
                        <a:pt x="3362" y="8826"/>
                        <a:pt x="3412" y="8633"/>
                      </a:cubicBezTo>
                      <a:cubicBezTo>
                        <a:pt x="3418" y="8607"/>
                        <a:pt x="3425" y="8574"/>
                        <a:pt x="3425" y="8541"/>
                      </a:cubicBezTo>
                      <a:lnTo>
                        <a:pt x="3491" y="7159"/>
                      </a:lnTo>
                      <a:lnTo>
                        <a:pt x="4225" y="7159"/>
                      </a:lnTo>
                      <a:cubicBezTo>
                        <a:pt x="4291" y="7159"/>
                        <a:pt x="4350" y="7133"/>
                        <a:pt x="4390" y="7087"/>
                      </a:cubicBezTo>
                      <a:cubicBezTo>
                        <a:pt x="4436" y="7040"/>
                        <a:pt x="4449" y="6981"/>
                        <a:pt x="4449" y="6915"/>
                      </a:cubicBezTo>
                      <a:cubicBezTo>
                        <a:pt x="4449" y="6763"/>
                        <a:pt x="4443" y="6611"/>
                        <a:pt x="4436" y="6465"/>
                      </a:cubicBezTo>
                      <a:cubicBezTo>
                        <a:pt x="4416" y="6168"/>
                        <a:pt x="4383" y="5870"/>
                        <a:pt x="4344" y="5579"/>
                      </a:cubicBezTo>
                      <a:cubicBezTo>
                        <a:pt x="4258" y="5037"/>
                        <a:pt x="4139" y="4502"/>
                        <a:pt x="3987" y="3980"/>
                      </a:cubicBezTo>
                      <a:cubicBezTo>
                        <a:pt x="3967" y="3927"/>
                        <a:pt x="3954" y="3874"/>
                        <a:pt x="3934" y="3821"/>
                      </a:cubicBezTo>
                      <a:lnTo>
                        <a:pt x="3934" y="3821"/>
                      </a:lnTo>
                      <a:cubicBezTo>
                        <a:pt x="3971" y="3890"/>
                        <a:pt x="4040" y="3931"/>
                        <a:pt x="4112" y="3931"/>
                      </a:cubicBezTo>
                      <a:cubicBezTo>
                        <a:pt x="4143" y="3931"/>
                        <a:pt x="4175" y="3923"/>
                        <a:pt x="4205" y="3907"/>
                      </a:cubicBezTo>
                      <a:cubicBezTo>
                        <a:pt x="4245" y="3887"/>
                        <a:pt x="4278" y="3848"/>
                        <a:pt x="4297" y="3801"/>
                      </a:cubicBezTo>
                      <a:cubicBezTo>
                        <a:pt x="4304" y="3775"/>
                        <a:pt x="4304" y="3755"/>
                        <a:pt x="4311" y="3729"/>
                      </a:cubicBezTo>
                      <a:cubicBezTo>
                        <a:pt x="4311" y="3689"/>
                        <a:pt x="4317" y="3656"/>
                        <a:pt x="4330" y="3623"/>
                      </a:cubicBezTo>
                      <a:cubicBezTo>
                        <a:pt x="4337" y="3623"/>
                        <a:pt x="4343" y="3623"/>
                        <a:pt x="4349" y="3623"/>
                      </a:cubicBezTo>
                      <a:cubicBezTo>
                        <a:pt x="4480" y="3623"/>
                        <a:pt x="4592" y="3559"/>
                        <a:pt x="4661" y="3458"/>
                      </a:cubicBezTo>
                      <a:cubicBezTo>
                        <a:pt x="4787" y="3484"/>
                        <a:pt x="4879" y="3596"/>
                        <a:pt x="4879" y="3735"/>
                      </a:cubicBezTo>
                      <a:lnTo>
                        <a:pt x="4879" y="8653"/>
                      </a:lnTo>
                      <a:cubicBezTo>
                        <a:pt x="4879" y="8759"/>
                        <a:pt x="4972" y="8851"/>
                        <a:pt x="5077" y="8851"/>
                      </a:cubicBezTo>
                      <a:cubicBezTo>
                        <a:pt x="5183" y="8851"/>
                        <a:pt x="5269" y="8759"/>
                        <a:pt x="5269" y="8653"/>
                      </a:cubicBezTo>
                      <a:lnTo>
                        <a:pt x="5269" y="3735"/>
                      </a:lnTo>
                      <a:cubicBezTo>
                        <a:pt x="5269" y="3411"/>
                        <a:pt x="5044" y="3140"/>
                        <a:pt x="4747" y="3074"/>
                      </a:cubicBezTo>
                      <a:cubicBezTo>
                        <a:pt x="4767" y="2889"/>
                        <a:pt x="4767" y="2704"/>
                        <a:pt x="4773" y="2519"/>
                      </a:cubicBezTo>
                      <a:cubicBezTo>
                        <a:pt x="4767" y="2347"/>
                        <a:pt x="4767" y="2175"/>
                        <a:pt x="4740" y="2010"/>
                      </a:cubicBezTo>
                      <a:cubicBezTo>
                        <a:pt x="4707" y="1746"/>
                        <a:pt x="4641" y="1481"/>
                        <a:pt x="4542" y="1237"/>
                      </a:cubicBezTo>
                      <a:lnTo>
                        <a:pt x="4502" y="1137"/>
                      </a:lnTo>
                      <a:cubicBezTo>
                        <a:pt x="4456" y="1045"/>
                        <a:pt x="4410" y="952"/>
                        <a:pt x="4357" y="860"/>
                      </a:cubicBezTo>
                      <a:cubicBezTo>
                        <a:pt x="4245" y="675"/>
                        <a:pt x="4119" y="509"/>
                        <a:pt x="3967" y="364"/>
                      </a:cubicBezTo>
                      <a:cubicBezTo>
                        <a:pt x="3921" y="318"/>
                        <a:pt x="3868" y="272"/>
                        <a:pt x="3822" y="232"/>
                      </a:cubicBezTo>
                      <a:cubicBezTo>
                        <a:pt x="3769" y="192"/>
                        <a:pt x="3722" y="159"/>
                        <a:pt x="3669" y="119"/>
                      </a:cubicBezTo>
                      <a:cubicBezTo>
                        <a:pt x="3603" y="80"/>
                        <a:pt x="3544" y="40"/>
                        <a:pt x="3471" y="1"/>
                      </a:cubicBezTo>
                      <a:cubicBezTo>
                        <a:pt x="3196" y="303"/>
                        <a:pt x="2796" y="478"/>
                        <a:pt x="2392" y="478"/>
                      </a:cubicBezTo>
                      <a:cubicBezTo>
                        <a:pt x="2311" y="478"/>
                        <a:pt x="2230" y="471"/>
                        <a:pt x="2149" y="457"/>
                      </a:cubicBezTo>
                      <a:cubicBezTo>
                        <a:pt x="1825" y="404"/>
                        <a:pt x="1528" y="238"/>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2" name="Google Shape;2102;p73"/>
              <p:cNvGrpSpPr/>
              <p:nvPr/>
            </p:nvGrpSpPr>
            <p:grpSpPr>
              <a:xfrm>
                <a:off x="2781220" y="2273120"/>
                <a:ext cx="111497" cy="238839"/>
                <a:chOff x="1123525" y="3351250"/>
                <a:chExt cx="105875" cy="226775"/>
              </a:xfrm>
            </p:grpSpPr>
            <p:sp>
              <p:nvSpPr>
                <p:cNvPr id="2103" name="Google Shape;2103;p73"/>
                <p:cNvSpPr/>
                <p:nvPr/>
              </p:nvSpPr>
              <p:spPr>
                <a:xfrm>
                  <a:off x="1144175" y="3351250"/>
                  <a:ext cx="49100" cy="47975"/>
                </a:xfrm>
                <a:custGeom>
                  <a:avLst/>
                  <a:gdLst/>
                  <a:ahLst/>
                  <a:cxnLst/>
                  <a:rect l="l" t="t" r="r" b="b"/>
                  <a:pathLst>
                    <a:path w="1964" h="1919" extrusionOk="0">
                      <a:moveTo>
                        <a:pt x="992" y="1"/>
                      </a:moveTo>
                      <a:cubicBezTo>
                        <a:pt x="952" y="1"/>
                        <a:pt x="913" y="3"/>
                        <a:pt x="873" y="8"/>
                      </a:cubicBezTo>
                      <a:cubicBezTo>
                        <a:pt x="616" y="34"/>
                        <a:pt x="378" y="173"/>
                        <a:pt x="226" y="378"/>
                      </a:cubicBezTo>
                      <a:cubicBezTo>
                        <a:pt x="67" y="590"/>
                        <a:pt x="1" y="867"/>
                        <a:pt x="47" y="1125"/>
                      </a:cubicBezTo>
                      <a:cubicBezTo>
                        <a:pt x="126" y="1581"/>
                        <a:pt x="530" y="1918"/>
                        <a:pt x="992" y="1918"/>
                      </a:cubicBezTo>
                      <a:cubicBezTo>
                        <a:pt x="1250" y="1918"/>
                        <a:pt x="1508" y="1806"/>
                        <a:pt x="1686" y="1614"/>
                      </a:cubicBezTo>
                      <a:cubicBezTo>
                        <a:pt x="1865" y="1422"/>
                        <a:pt x="1964" y="1165"/>
                        <a:pt x="1944" y="900"/>
                      </a:cubicBezTo>
                      <a:cubicBezTo>
                        <a:pt x="1931" y="642"/>
                        <a:pt x="1805" y="391"/>
                        <a:pt x="1607" y="226"/>
                      </a:cubicBezTo>
                      <a:cubicBezTo>
                        <a:pt x="1438" y="80"/>
                        <a:pt x="1217" y="1"/>
                        <a:pt x="9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3"/>
                <p:cNvSpPr/>
                <p:nvPr/>
              </p:nvSpPr>
              <p:spPr>
                <a:xfrm>
                  <a:off x="1123525" y="3400550"/>
                  <a:ext cx="105875" cy="177475"/>
                </a:xfrm>
                <a:custGeom>
                  <a:avLst/>
                  <a:gdLst/>
                  <a:ahLst/>
                  <a:cxnLst/>
                  <a:rect l="l" t="t" r="r" b="b"/>
                  <a:pathLst>
                    <a:path w="4235" h="7099" extrusionOk="0">
                      <a:moveTo>
                        <a:pt x="1796" y="1"/>
                      </a:moveTo>
                      <a:cubicBezTo>
                        <a:pt x="1642" y="1"/>
                        <a:pt x="1489" y="37"/>
                        <a:pt x="1342" y="105"/>
                      </a:cubicBezTo>
                      <a:cubicBezTo>
                        <a:pt x="681" y="422"/>
                        <a:pt x="272" y="1096"/>
                        <a:pt x="120" y="1784"/>
                      </a:cubicBezTo>
                      <a:cubicBezTo>
                        <a:pt x="27" y="2194"/>
                        <a:pt x="1" y="2610"/>
                        <a:pt x="7" y="3027"/>
                      </a:cubicBezTo>
                      <a:cubicBezTo>
                        <a:pt x="7" y="3172"/>
                        <a:pt x="126" y="3298"/>
                        <a:pt x="278" y="3311"/>
                      </a:cubicBezTo>
                      <a:cubicBezTo>
                        <a:pt x="282" y="3311"/>
                        <a:pt x="286" y="3311"/>
                        <a:pt x="290" y="3311"/>
                      </a:cubicBezTo>
                      <a:cubicBezTo>
                        <a:pt x="437" y="3311"/>
                        <a:pt x="563" y="3194"/>
                        <a:pt x="576" y="3046"/>
                      </a:cubicBezTo>
                      <a:cubicBezTo>
                        <a:pt x="609" y="2656"/>
                        <a:pt x="655" y="2260"/>
                        <a:pt x="800" y="1890"/>
                      </a:cubicBezTo>
                      <a:lnTo>
                        <a:pt x="807" y="2220"/>
                      </a:lnTo>
                      <a:lnTo>
                        <a:pt x="318" y="4415"/>
                      </a:lnTo>
                      <a:cubicBezTo>
                        <a:pt x="311" y="4468"/>
                        <a:pt x="324" y="4520"/>
                        <a:pt x="357" y="4560"/>
                      </a:cubicBezTo>
                      <a:cubicBezTo>
                        <a:pt x="391" y="4600"/>
                        <a:pt x="437" y="4620"/>
                        <a:pt x="490" y="4620"/>
                      </a:cubicBezTo>
                      <a:lnTo>
                        <a:pt x="886" y="4620"/>
                      </a:lnTo>
                      <a:lnTo>
                        <a:pt x="999" y="6788"/>
                      </a:lnTo>
                      <a:cubicBezTo>
                        <a:pt x="1012" y="6960"/>
                        <a:pt x="1157" y="7098"/>
                        <a:pt x="1329" y="7098"/>
                      </a:cubicBezTo>
                      <a:cubicBezTo>
                        <a:pt x="1508" y="7098"/>
                        <a:pt x="1653" y="6960"/>
                        <a:pt x="1666" y="6788"/>
                      </a:cubicBezTo>
                      <a:lnTo>
                        <a:pt x="1765" y="4620"/>
                      </a:lnTo>
                      <a:lnTo>
                        <a:pt x="1805" y="4620"/>
                      </a:lnTo>
                      <a:lnTo>
                        <a:pt x="1917" y="6788"/>
                      </a:lnTo>
                      <a:cubicBezTo>
                        <a:pt x="1924" y="6960"/>
                        <a:pt x="2070" y="7098"/>
                        <a:pt x="2248" y="7098"/>
                      </a:cubicBezTo>
                      <a:cubicBezTo>
                        <a:pt x="2420" y="7098"/>
                        <a:pt x="2572" y="6960"/>
                        <a:pt x="2578" y="6788"/>
                      </a:cubicBezTo>
                      <a:lnTo>
                        <a:pt x="2684" y="4620"/>
                      </a:lnTo>
                      <a:lnTo>
                        <a:pt x="3087" y="4620"/>
                      </a:lnTo>
                      <a:cubicBezTo>
                        <a:pt x="3140" y="4620"/>
                        <a:pt x="3187" y="4600"/>
                        <a:pt x="3220" y="4560"/>
                      </a:cubicBezTo>
                      <a:cubicBezTo>
                        <a:pt x="3253" y="4520"/>
                        <a:pt x="3266" y="4468"/>
                        <a:pt x="3253" y="4415"/>
                      </a:cubicBezTo>
                      <a:lnTo>
                        <a:pt x="2770" y="2220"/>
                      </a:lnTo>
                      <a:lnTo>
                        <a:pt x="2790" y="1341"/>
                      </a:lnTo>
                      <a:cubicBezTo>
                        <a:pt x="3024" y="1433"/>
                        <a:pt x="3275" y="1514"/>
                        <a:pt x="3533" y="1514"/>
                      </a:cubicBezTo>
                      <a:cubicBezTo>
                        <a:pt x="3552" y="1514"/>
                        <a:pt x="3571" y="1514"/>
                        <a:pt x="3590" y="1513"/>
                      </a:cubicBezTo>
                      <a:cubicBezTo>
                        <a:pt x="3722" y="1506"/>
                        <a:pt x="3861" y="1473"/>
                        <a:pt x="3973" y="1394"/>
                      </a:cubicBezTo>
                      <a:cubicBezTo>
                        <a:pt x="4026" y="1361"/>
                        <a:pt x="4072" y="1315"/>
                        <a:pt x="4105" y="1268"/>
                      </a:cubicBezTo>
                      <a:cubicBezTo>
                        <a:pt x="4112" y="1262"/>
                        <a:pt x="4119" y="1255"/>
                        <a:pt x="4125" y="1248"/>
                      </a:cubicBezTo>
                      <a:cubicBezTo>
                        <a:pt x="4132" y="1242"/>
                        <a:pt x="4132" y="1235"/>
                        <a:pt x="4138" y="1235"/>
                      </a:cubicBezTo>
                      <a:cubicBezTo>
                        <a:pt x="4138" y="1229"/>
                        <a:pt x="4138" y="1229"/>
                        <a:pt x="4145" y="1222"/>
                      </a:cubicBezTo>
                      <a:cubicBezTo>
                        <a:pt x="4234" y="1077"/>
                        <a:pt x="4121" y="824"/>
                        <a:pt x="3873" y="824"/>
                      </a:cubicBezTo>
                      <a:cubicBezTo>
                        <a:pt x="3827" y="824"/>
                        <a:pt x="3777" y="832"/>
                        <a:pt x="3722" y="852"/>
                      </a:cubicBezTo>
                      <a:lnTo>
                        <a:pt x="3715" y="852"/>
                      </a:lnTo>
                      <a:cubicBezTo>
                        <a:pt x="3674" y="867"/>
                        <a:pt x="3626" y="883"/>
                        <a:pt x="3572" y="883"/>
                      </a:cubicBezTo>
                      <a:cubicBezTo>
                        <a:pt x="3556" y="883"/>
                        <a:pt x="3540" y="881"/>
                        <a:pt x="3524" y="878"/>
                      </a:cubicBezTo>
                      <a:cubicBezTo>
                        <a:pt x="3471" y="865"/>
                        <a:pt x="3418" y="845"/>
                        <a:pt x="3365" y="825"/>
                      </a:cubicBezTo>
                      <a:cubicBezTo>
                        <a:pt x="3253" y="779"/>
                        <a:pt x="3140" y="720"/>
                        <a:pt x="3035" y="654"/>
                      </a:cubicBezTo>
                      <a:cubicBezTo>
                        <a:pt x="2843" y="541"/>
                        <a:pt x="2651" y="409"/>
                        <a:pt x="2479" y="264"/>
                      </a:cubicBezTo>
                      <a:cubicBezTo>
                        <a:pt x="2264" y="84"/>
                        <a:pt x="2029" y="1"/>
                        <a:pt x="17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105" name="Google Shape;2105;p73"/>
          <p:cNvGrpSpPr/>
          <p:nvPr/>
        </p:nvGrpSpPr>
        <p:grpSpPr>
          <a:xfrm>
            <a:off x="3031359" y="1826750"/>
            <a:ext cx="1326000" cy="1326000"/>
            <a:chOff x="3132487" y="1826750"/>
            <a:chExt cx="1326000" cy="1326000"/>
          </a:xfrm>
        </p:grpSpPr>
        <p:sp>
          <p:nvSpPr>
            <p:cNvPr id="2106" name="Google Shape;2106;p73"/>
            <p:cNvSpPr/>
            <p:nvPr/>
          </p:nvSpPr>
          <p:spPr>
            <a:xfrm>
              <a:off x="3132487" y="1826750"/>
              <a:ext cx="1326000" cy="1326000"/>
            </a:xfrm>
            <a:prstGeom prst="diamond">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3"/>
            <p:cNvSpPr/>
            <p:nvPr/>
          </p:nvSpPr>
          <p:spPr>
            <a:xfrm>
              <a:off x="3244111" y="1938318"/>
              <a:ext cx="1102800" cy="1102800"/>
            </a:xfrm>
            <a:prstGeom prst="diamond">
              <a:avLst/>
            </a:pr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08" name="Google Shape;2108;p73"/>
            <p:cNvGrpSpPr/>
            <p:nvPr/>
          </p:nvGrpSpPr>
          <p:grpSpPr>
            <a:xfrm>
              <a:off x="3499307" y="2264959"/>
              <a:ext cx="502035" cy="449638"/>
              <a:chOff x="291132" y="2677338"/>
              <a:chExt cx="370068" cy="331445"/>
            </a:xfrm>
          </p:grpSpPr>
          <p:grpSp>
            <p:nvGrpSpPr>
              <p:cNvPr id="2109" name="Google Shape;2109;p73"/>
              <p:cNvGrpSpPr/>
              <p:nvPr/>
            </p:nvGrpSpPr>
            <p:grpSpPr>
              <a:xfrm>
                <a:off x="417113" y="2677338"/>
                <a:ext cx="244087" cy="331445"/>
                <a:chOff x="2477950" y="3058075"/>
                <a:chExt cx="302950" cy="411375"/>
              </a:xfrm>
            </p:grpSpPr>
            <p:sp>
              <p:nvSpPr>
                <p:cNvPr id="2110" name="Google Shape;2110;p73"/>
                <p:cNvSpPr/>
                <p:nvPr/>
              </p:nvSpPr>
              <p:spPr>
                <a:xfrm>
                  <a:off x="2654125" y="3058075"/>
                  <a:ext cx="91575" cy="85975"/>
                </a:xfrm>
                <a:custGeom>
                  <a:avLst/>
                  <a:gdLst/>
                  <a:ahLst/>
                  <a:cxnLst/>
                  <a:rect l="l" t="t" r="r" b="b"/>
                  <a:pathLst>
                    <a:path w="3663" h="3439" extrusionOk="0">
                      <a:moveTo>
                        <a:pt x="1826" y="1"/>
                      </a:moveTo>
                      <a:cubicBezTo>
                        <a:pt x="1737" y="1"/>
                        <a:pt x="1649" y="8"/>
                        <a:pt x="1560" y="22"/>
                      </a:cubicBezTo>
                      <a:cubicBezTo>
                        <a:pt x="939" y="121"/>
                        <a:pt x="410" y="570"/>
                        <a:pt x="205" y="1172"/>
                      </a:cubicBezTo>
                      <a:cubicBezTo>
                        <a:pt x="0" y="1780"/>
                        <a:pt x="159" y="2474"/>
                        <a:pt x="615" y="2930"/>
                      </a:cubicBezTo>
                      <a:cubicBezTo>
                        <a:pt x="932" y="3254"/>
                        <a:pt x="1382" y="3439"/>
                        <a:pt x="1838" y="3439"/>
                      </a:cubicBezTo>
                      <a:cubicBezTo>
                        <a:pt x="2473" y="3439"/>
                        <a:pt x="3067" y="3075"/>
                        <a:pt x="3365" y="2514"/>
                      </a:cubicBezTo>
                      <a:cubicBezTo>
                        <a:pt x="3662" y="1938"/>
                        <a:pt x="3609" y="1231"/>
                        <a:pt x="3226" y="709"/>
                      </a:cubicBezTo>
                      <a:cubicBezTo>
                        <a:pt x="2902" y="259"/>
                        <a:pt x="2372" y="1"/>
                        <a:pt x="18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3"/>
                <p:cNvSpPr/>
                <p:nvPr/>
              </p:nvSpPr>
              <p:spPr>
                <a:xfrm>
                  <a:off x="2515650" y="3058075"/>
                  <a:ext cx="91400" cy="85975"/>
                </a:xfrm>
                <a:custGeom>
                  <a:avLst/>
                  <a:gdLst/>
                  <a:ahLst/>
                  <a:cxnLst/>
                  <a:rect l="l" t="t" r="r" b="b"/>
                  <a:pathLst>
                    <a:path w="3656" h="3439" extrusionOk="0">
                      <a:moveTo>
                        <a:pt x="1825" y="1"/>
                      </a:moveTo>
                      <a:cubicBezTo>
                        <a:pt x="1737" y="1"/>
                        <a:pt x="1648" y="8"/>
                        <a:pt x="1560" y="22"/>
                      </a:cubicBezTo>
                      <a:cubicBezTo>
                        <a:pt x="939" y="121"/>
                        <a:pt x="403" y="570"/>
                        <a:pt x="205" y="1172"/>
                      </a:cubicBezTo>
                      <a:cubicBezTo>
                        <a:pt x="0" y="1780"/>
                        <a:pt x="159" y="2474"/>
                        <a:pt x="608" y="2930"/>
                      </a:cubicBezTo>
                      <a:cubicBezTo>
                        <a:pt x="932" y="3254"/>
                        <a:pt x="1375" y="3439"/>
                        <a:pt x="1831" y="3439"/>
                      </a:cubicBezTo>
                      <a:cubicBezTo>
                        <a:pt x="2472" y="3439"/>
                        <a:pt x="3067" y="3075"/>
                        <a:pt x="3358" y="2514"/>
                      </a:cubicBezTo>
                      <a:cubicBezTo>
                        <a:pt x="3655" y="1938"/>
                        <a:pt x="3603" y="1231"/>
                        <a:pt x="3226" y="709"/>
                      </a:cubicBezTo>
                      <a:cubicBezTo>
                        <a:pt x="2896" y="259"/>
                        <a:pt x="2370" y="1"/>
                        <a:pt x="1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3"/>
                <p:cNvSpPr/>
                <p:nvPr/>
              </p:nvSpPr>
              <p:spPr>
                <a:xfrm>
                  <a:off x="2780700" y="3271125"/>
                  <a:ext cx="25" cy="1000"/>
                </a:xfrm>
                <a:custGeom>
                  <a:avLst/>
                  <a:gdLst/>
                  <a:ahLst/>
                  <a:cxnLst/>
                  <a:rect l="l" t="t" r="r" b="b"/>
                  <a:pathLst>
                    <a:path w="1" h="40" extrusionOk="0">
                      <a:moveTo>
                        <a:pt x="1" y="33"/>
                      </a:moveTo>
                      <a:lnTo>
                        <a:pt x="1" y="40"/>
                      </a:lnTo>
                      <a:cubicBezTo>
                        <a:pt x="1" y="13"/>
                        <a:pt x="1" y="0"/>
                        <a:pt x="1" y="3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3"/>
                <p:cNvSpPr/>
                <p:nvPr/>
              </p:nvSpPr>
              <p:spPr>
                <a:xfrm>
                  <a:off x="2477950" y="3149425"/>
                  <a:ext cx="302950" cy="320025"/>
                </a:xfrm>
                <a:custGeom>
                  <a:avLst/>
                  <a:gdLst/>
                  <a:ahLst/>
                  <a:cxnLst/>
                  <a:rect l="l" t="t" r="r" b="b"/>
                  <a:pathLst>
                    <a:path w="12118" h="12801" extrusionOk="0">
                      <a:moveTo>
                        <a:pt x="3309" y="1"/>
                      </a:moveTo>
                      <a:cubicBezTo>
                        <a:pt x="3025" y="1"/>
                        <a:pt x="2723" y="60"/>
                        <a:pt x="2433" y="215"/>
                      </a:cubicBezTo>
                      <a:cubicBezTo>
                        <a:pt x="2110" y="386"/>
                        <a:pt x="1812" y="611"/>
                        <a:pt x="1548" y="869"/>
                      </a:cubicBezTo>
                      <a:lnTo>
                        <a:pt x="1548" y="862"/>
                      </a:lnTo>
                      <a:cubicBezTo>
                        <a:pt x="1534" y="876"/>
                        <a:pt x="1521" y="895"/>
                        <a:pt x="1501" y="909"/>
                      </a:cubicBezTo>
                      <a:cubicBezTo>
                        <a:pt x="1468" y="948"/>
                        <a:pt x="1429" y="981"/>
                        <a:pt x="1396" y="1021"/>
                      </a:cubicBezTo>
                      <a:cubicBezTo>
                        <a:pt x="1363" y="1061"/>
                        <a:pt x="1330" y="1094"/>
                        <a:pt x="1297" y="1133"/>
                      </a:cubicBezTo>
                      <a:cubicBezTo>
                        <a:pt x="1263" y="1166"/>
                        <a:pt x="1237" y="1206"/>
                        <a:pt x="1204" y="1239"/>
                      </a:cubicBezTo>
                      <a:cubicBezTo>
                        <a:pt x="1164" y="1292"/>
                        <a:pt x="1118" y="1345"/>
                        <a:pt x="1078" y="1398"/>
                      </a:cubicBezTo>
                      <a:cubicBezTo>
                        <a:pt x="1072" y="1418"/>
                        <a:pt x="1059" y="1431"/>
                        <a:pt x="1045" y="1444"/>
                      </a:cubicBezTo>
                      <a:cubicBezTo>
                        <a:pt x="933" y="1603"/>
                        <a:pt x="834" y="1761"/>
                        <a:pt x="735" y="1933"/>
                      </a:cubicBezTo>
                      <a:cubicBezTo>
                        <a:pt x="338" y="2640"/>
                        <a:pt x="93" y="3467"/>
                        <a:pt x="27" y="4333"/>
                      </a:cubicBezTo>
                      <a:cubicBezTo>
                        <a:pt x="1" y="4703"/>
                        <a:pt x="8" y="5086"/>
                        <a:pt x="47" y="5463"/>
                      </a:cubicBezTo>
                      <a:cubicBezTo>
                        <a:pt x="47" y="5503"/>
                        <a:pt x="47" y="5529"/>
                        <a:pt x="47" y="5529"/>
                      </a:cubicBezTo>
                      <a:cubicBezTo>
                        <a:pt x="54" y="5582"/>
                        <a:pt x="60" y="5635"/>
                        <a:pt x="74" y="5688"/>
                      </a:cubicBezTo>
                      <a:lnTo>
                        <a:pt x="80" y="5688"/>
                      </a:lnTo>
                      <a:cubicBezTo>
                        <a:pt x="140" y="5886"/>
                        <a:pt x="292" y="6031"/>
                        <a:pt x="503" y="6051"/>
                      </a:cubicBezTo>
                      <a:cubicBezTo>
                        <a:pt x="522" y="6054"/>
                        <a:pt x="542" y="6055"/>
                        <a:pt x="560" y="6055"/>
                      </a:cubicBezTo>
                      <a:cubicBezTo>
                        <a:pt x="821" y="6055"/>
                        <a:pt x="1047" y="5847"/>
                        <a:pt x="1072" y="5582"/>
                      </a:cubicBezTo>
                      <a:lnTo>
                        <a:pt x="1072" y="5569"/>
                      </a:lnTo>
                      <a:cubicBezTo>
                        <a:pt x="1085" y="5450"/>
                        <a:pt x="1092" y="5337"/>
                        <a:pt x="1098" y="5225"/>
                      </a:cubicBezTo>
                      <a:cubicBezTo>
                        <a:pt x="1125" y="5007"/>
                        <a:pt x="1158" y="4789"/>
                        <a:pt x="1191" y="4571"/>
                      </a:cubicBezTo>
                      <a:cubicBezTo>
                        <a:pt x="1277" y="4141"/>
                        <a:pt x="1376" y="3718"/>
                        <a:pt x="1541" y="3308"/>
                      </a:cubicBezTo>
                      <a:cubicBezTo>
                        <a:pt x="1568" y="3242"/>
                        <a:pt x="1594" y="3169"/>
                        <a:pt x="1627" y="3103"/>
                      </a:cubicBezTo>
                      <a:lnTo>
                        <a:pt x="1627" y="3579"/>
                      </a:lnTo>
                      <a:lnTo>
                        <a:pt x="721" y="8114"/>
                      </a:lnTo>
                      <a:cubicBezTo>
                        <a:pt x="702" y="8206"/>
                        <a:pt x="728" y="8299"/>
                        <a:pt x="788" y="8371"/>
                      </a:cubicBezTo>
                      <a:cubicBezTo>
                        <a:pt x="847" y="8444"/>
                        <a:pt x="933" y="8484"/>
                        <a:pt x="1025" y="8484"/>
                      </a:cubicBezTo>
                      <a:lnTo>
                        <a:pt x="1739" y="8484"/>
                      </a:lnTo>
                      <a:lnTo>
                        <a:pt x="1924" y="12232"/>
                      </a:lnTo>
                      <a:cubicBezTo>
                        <a:pt x="1938" y="12549"/>
                        <a:pt x="2202" y="12800"/>
                        <a:pt x="2519" y="12800"/>
                      </a:cubicBezTo>
                      <a:cubicBezTo>
                        <a:pt x="2830" y="12800"/>
                        <a:pt x="3094" y="12549"/>
                        <a:pt x="3114" y="12238"/>
                      </a:cubicBezTo>
                      <a:lnTo>
                        <a:pt x="3306" y="8484"/>
                      </a:lnTo>
                      <a:lnTo>
                        <a:pt x="3385" y="8484"/>
                      </a:lnTo>
                      <a:lnTo>
                        <a:pt x="3564" y="12232"/>
                      </a:lnTo>
                      <a:cubicBezTo>
                        <a:pt x="3577" y="12549"/>
                        <a:pt x="3848" y="12800"/>
                        <a:pt x="4159" y="12800"/>
                      </a:cubicBezTo>
                      <a:cubicBezTo>
                        <a:pt x="4469" y="12800"/>
                        <a:pt x="4740" y="12549"/>
                        <a:pt x="4754" y="12238"/>
                      </a:cubicBezTo>
                      <a:lnTo>
                        <a:pt x="4945" y="8484"/>
                      </a:lnTo>
                      <a:lnTo>
                        <a:pt x="5653" y="8484"/>
                      </a:lnTo>
                      <a:cubicBezTo>
                        <a:pt x="5745" y="8484"/>
                        <a:pt x="5838" y="8444"/>
                        <a:pt x="5897" y="8371"/>
                      </a:cubicBezTo>
                      <a:cubicBezTo>
                        <a:pt x="5957" y="8299"/>
                        <a:pt x="5976" y="8206"/>
                        <a:pt x="5963" y="8114"/>
                      </a:cubicBezTo>
                      <a:lnTo>
                        <a:pt x="5058" y="3513"/>
                      </a:lnTo>
                      <a:lnTo>
                        <a:pt x="5058" y="3123"/>
                      </a:lnTo>
                      <a:lnTo>
                        <a:pt x="5097" y="3229"/>
                      </a:lnTo>
                      <a:cubicBezTo>
                        <a:pt x="5124" y="3302"/>
                        <a:pt x="5150" y="3374"/>
                        <a:pt x="5177" y="3440"/>
                      </a:cubicBezTo>
                      <a:cubicBezTo>
                        <a:pt x="5256" y="3685"/>
                        <a:pt x="5322" y="3929"/>
                        <a:pt x="5382" y="4181"/>
                      </a:cubicBezTo>
                      <a:cubicBezTo>
                        <a:pt x="5401" y="4280"/>
                        <a:pt x="5415" y="4379"/>
                        <a:pt x="5434" y="4478"/>
                      </a:cubicBezTo>
                      <a:cubicBezTo>
                        <a:pt x="5487" y="4802"/>
                        <a:pt x="5520" y="5133"/>
                        <a:pt x="5553" y="5463"/>
                      </a:cubicBezTo>
                      <a:lnTo>
                        <a:pt x="5553" y="5483"/>
                      </a:lnTo>
                      <a:cubicBezTo>
                        <a:pt x="5560" y="5556"/>
                        <a:pt x="5580" y="5628"/>
                        <a:pt x="5620" y="5688"/>
                      </a:cubicBezTo>
                      <a:cubicBezTo>
                        <a:pt x="5679" y="5886"/>
                        <a:pt x="5838" y="6031"/>
                        <a:pt x="6043" y="6051"/>
                      </a:cubicBezTo>
                      <a:cubicBezTo>
                        <a:pt x="6062" y="6054"/>
                        <a:pt x="6081" y="6055"/>
                        <a:pt x="6100" y="6055"/>
                      </a:cubicBezTo>
                      <a:cubicBezTo>
                        <a:pt x="6361" y="6055"/>
                        <a:pt x="6593" y="5847"/>
                        <a:pt x="6611" y="5582"/>
                      </a:cubicBezTo>
                      <a:lnTo>
                        <a:pt x="6618" y="5569"/>
                      </a:lnTo>
                      <a:cubicBezTo>
                        <a:pt x="6624" y="5450"/>
                        <a:pt x="6631" y="5337"/>
                        <a:pt x="6644" y="5225"/>
                      </a:cubicBezTo>
                      <a:cubicBezTo>
                        <a:pt x="6671" y="5007"/>
                        <a:pt x="6697" y="4789"/>
                        <a:pt x="6730" y="4571"/>
                      </a:cubicBezTo>
                      <a:cubicBezTo>
                        <a:pt x="6816" y="4141"/>
                        <a:pt x="6915" y="3718"/>
                        <a:pt x="7080" y="3308"/>
                      </a:cubicBezTo>
                      <a:cubicBezTo>
                        <a:pt x="7107" y="3242"/>
                        <a:pt x="7140" y="3169"/>
                        <a:pt x="7166" y="3103"/>
                      </a:cubicBezTo>
                      <a:lnTo>
                        <a:pt x="7166" y="3579"/>
                      </a:lnTo>
                      <a:lnTo>
                        <a:pt x="6261" y="8114"/>
                      </a:lnTo>
                      <a:cubicBezTo>
                        <a:pt x="6248" y="8206"/>
                        <a:pt x="6267" y="8299"/>
                        <a:pt x="6327" y="8371"/>
                      </a:cubicBezTo>
                      <a:cubicBezTo>
                        <a:pt x="6386" y="8444"/>
                        <a:pt x="6472" y="8484"/>
                        <a:pt x="6571" y="8484"/>
                      </a:cubicBezTo>
                      <a:lnTo>
                        <a:pt x="7285" y="8484"/>
                      </a:lnTo>
                      <a:lnTo>
                        <a:pt x="7464" y="12232"/>
                      </a:lnTo>
                      <a:cubicBezTo>
                        <a:pt x="7484" y="12549"/>
                        <a:pt x="7748" y="12800"/>
                        <a:pt x="8059" y="12800"/>
                      </a:cubicBezTo>
                      <a:cubicBezTo>
                        <a:pt x="8369" y="12800"/>
                        <a:pt x="8640" y="12549"/>
                        <a:pt x="8654" y="12238"/>
                      </a:cubicBezTo>
                      <a:lnTo>
                        <a:pt x="8852" y="8484"/>
                      </a:lnTo>
                      <a:lnTo>
                        <a:pt x="8925" y="8484"/>
                      </a:lnTo>
                      <a:lnTo>
                        <a:pt x="9103" y="12232"/>
                      </a:lnTo>
                      <a:cubicBezTo>
                        <a:pt x="9123" y="12549"/>
                        <a:pt x="9387" y="12800"/>
                        <a:pt x="9698" y="12800"/>
                      </a:cubicBezTo>
                      <a:cubicBezTo>
                        <a:pt x="10015" y="12800"/>
                        <a:pt x="10280" y="12549"/>
                        <a:pt x="10293" y="12238"/>
                      </a:cubicBezTo>
                      <a:lnTo>
                        <a:pt x="10491" y="8484"/>
                      </a:lnTo>
                      <a:lnTo>
                        <a:pt x="11199" y="8484"/>
                      </a:lnTo>
                      <a:cubicBezTo>
                        <a:pt x="11291" y="8484"/>
                        <a:pt x="11377" y="8444"/>
                        <a:pt x="11436" y="8371"/>
                      </a:cubicBezTo>
                      <a:cubicBezTo>
                        <a:pt x="11496" y="8299"/>
                        <a:pt x="11522" y="8206"/>
                        <a:pt x="11503" y="8114"/>
                      </a:cubicBezTo>
                      <a:lnTo>
                        <a:pt x="10597" y="3513"/>
                      </a:lnTo>
                      <a:lnTo>
                        <a:pt x="10597" y="3123"/>
                      </a:lnTo>
                      <a:cubicBezTo>
                        <a:pt x="10610" y="3163"/>
                        <a:pt x="10623" y="3196"/>
                        <a:pt x="10643" y="3229"/>
                      </a:cubicBezTo>
                      <a:cubicBezTo>
                        <a:pt x="10670" y="3302"/>
                        <a:pt x="10696" y="3374"/>
                        <a:pt x="10716" y="3440"/>
                      </a:cubicBezTo>
                      <a:cubicBezTo>
                        <a:pt x="10795" y="3685"/>
                        <a:pt x="10861" y="3929"/>
                        <a:pt x="10921" y="4181"/>
                      </a:cubicBezTo>
                      <a:cubicBezTo>
                        <a:pt x="10941" y="4280"/>
                        <a:pt x="10961" y="4379"/>
                        <a:pt x="10980" y="4478"/>
                      </a:cubicBezTo>
                      <a:cubicBezTo>
                        <a:pt x="11027" y="4802"/>
                        <a:pt x="11066" y="5133"/>
                        <a:pt x="11093" y="5463"/>
                      </a:cubicBezTo>
                      <a:lnTo>
                        <a:pt x="11093" y="5483"/>
                      </a:lnTo>
                      <a:cubicBezTo>
                        <a:pt x="11119" y="5750"/>
                        <a:pt x="11350" y="5952"/>
                        <a:pt x="11615" y="5952"/>
                      </a:cubicBezTo>
                      <a:cubicBezTo>
                        <a:pt x="11620" y="5952"/>
                        <a:pt x="11624" y="5952"/>
                        <a:pt x="11628" y="5952"/>
                      </a:cubicBezTo>
                      <a:cubicBezTo>
                        <a:pt x="11893" y="5939"/>
                        <a:pt x="12111" y="5714"/>
                        <a:pt x="12111" y="5443"/>
                      </a:cubicBezTo>
                      <a:cubicBezTo>
                        <a:pt x="12117" y="5271"/>
                        <a:pt x="12117" y="5099"/>
                        <a:pt x="12117" y="4928"/>
                      </a:cubicBezTo>
                      <a:cubicBezTo>
                        <a:pt x="12117" y="4926"/>
                        <a:pt x="12117" y="4923"/>
                        <a:pt x="12117" y="4921"/>
                      </a:cubicBezTo>
                      <a:cubicBezTo>
                        <a:pt x="12111" y="4914"/>
                        <a:pt x="12111" y="4908"/>
                        <a:pt x="12111" y="4901"/>
                      </a:cubicBezTo>
                      <a:cubicBezTo>
                        <a:pt x="12111" y="4716"/>
                        <a:pt x="12097" y="4531"/>
                        <a:pt x="12091" y="4339"/>
                      </a:cubicBezTo>
                      <a:cubicBezTo>
                        <a:pt x="12078" y="4227"/>
                        <a:pt x="12064" y="4115"/>
                        <a:pt x="12051" y="4002"/>
                      </a:cubicBezTo>
                      <a:cubicBezTo>
                        <a:pt x="12012" y="3698"/>
                        <a:pt x="11965" y="3401"/>
                        <a:pt x="11899" y="3103"/>
                      </a:cubicBezTo>
                      <a:cubicBezTo>
                        <a:pt x="11873" y="3017"/>
                        <a:pt x="11846" y="2925"/>
                        <a:pt x="11826" y="2832"/>
                      </a:cubicBezTo>
                      <a:cubicBezTo>
                        <a:pt x="11800" y="2746"/>
                        <a:pt x="11767" y="2654"/>
                        <a:pt x="11741" y="2561"/>
                      </a:cubicBezTo>
                      <a:cubicBezTo>
                        <a:pt x="11655" y="2336"/>
                        <a:pt x="11569" y="2171"/>
                        <a:pt x="11463" y="1953"/>
                      </a:cubicBezTo>
                      <a:cubicBezTo>
                        <a:pt x="11397" y="1827"/>
                        <a:pt x="11331" y="1702"/>
                        <a:pt x="11258" y="1576"/>
                      </a:cubicBezTo>
                      <a:cubicBezTo>
                        <a:pt x="10894" y="1014"/>
                        <a:pt x="10412" y="519"/>
                        <a:pt x="9804" y="221"/>
                      </a:cubicBezTo>
                      <a:cubicBezTo>
                        <a:pt x="9560" y="101"/>
                        <a:pt x="9220" y="1"/>
                        <a:pt x="8849" y="1"/>
                      </a:cubicBezTo>
                      <a:cubicBezTo>
                        <a:pt x="8564" y="1"/>
                        <a:pt x="8262" y="60"/>
                        <a:pt x="7973" y="215"/>
                      </a:cubicBezTo>
                      <a:cubicBezTo>
                        <a:pt x="7649" y="386"/>
                        <a:pt x="7351" y="611"/>
                        <a:pt x="7087" y="869"/>
                      </a:cubicBezTo>
                      <a:lnTo>
                        <a:pt x="7087" y="862"/>
                      </a:lnTo>
                      <a:cubicBezTo>
                        <a:pt x="7074" y="876"/>
                        <a:pt x="7061" y="895"/>
                        <a:pt x="7047" y="909"/>
                      </a:cubicBezTo>
                      <a:cubicBezTo>
                        <a:pt x="7008" y="948"/>
                        <a:pt x="6975" y="981"/>
                        <a:pt x="6935" y="1021"/>
                      </a:cubicBezTo>
                      <a:cubicBezTo>
                        <a:pt x="6902" y="1061"/>
                        <a:pt x="6869" y="1094"/>
                        <a:pt x="6836" y="1133"/>
                      </a:cubicBezTo>
                      <a:cubicBezTo>
                        <a:pt x="6803" y="1166"/>
                        <a:pt x="6776" y="1206"/>
                        <a:pt x="6743" y="1239"/>
                      </a:cubicBezTo>
                      <a:cubicBezTo>
                        <a:pt x="6704" y="1292"/>
                        <a:pt x="6664" y="1345"/>
                        <a:pt x="6624" y="1398"/>
                      </a:cubicBezTo>
                      <a:cubicBezTo>
                        <a:pt x="6611" y="1418"/>
                        <a:pt x="6598" y="1431"/>
                        <a:pt x="6591" y="1444"/>
                      </a:cubicBezTo>
                      <a:cubicBezTo>
                        <a:pt x="6479" y="1603"/>
                        <a:pt x="6373" y="1761"/>
                        <a:pt x="6274" y="1933"/>
                      </a:cubicBezTo>
                      <a:cubicBezTo>
                        <a:pt x="6208" y="2052"/>
                        <a:pt x="6148" y="2178"/>
                        <a:pt x="6089" y="2303"/>
                      </a:cubicBezTo>
                      <a:cubicBezTo>
                        <a:pt x="6036" y="2191"/>
                        <a:pt x="5983" y="2079"/>
                        <a:pt x="5924" y="1953"/>
                      </a:cubicBezTo>
                      <a:cubicBezTo>
                        <a:pt x="5858" y="1827"/>
                        <a:pt x="5785" y="1702"/>
                        <a:pt x="5712" y="1576"/>
                      </a:cubicBezTo>
                      <a:cubicBezTo>
                        <a:pt x="5355" y="1014"/>
                        <a:pt x="4873" y="519"/>
                        <a:pt x="4264" y="221"/>
                      </a:cubicBezTo>
                      <a:cubicBezTo>
                        <a:pt x="4021" y="101"/>
                        <a:pt x="3680" y="1"/>
                        <a:pt x="33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4" name="Google Shape;2114;p73"/>
              <p:cNvGrpSpPr/>
              <p:nvPr/>
            </p:nvGrpSpPr>
            <p:grpSpPr>
              <a:xfrm>
                <a:off x="291132" y="2711177"/>
                <a:ext cx="125988" cy="297590"/>
                <a:chOff x="931025" y="2691275"/>
                <a:chExt cx="143625" cy="339250"/>
              </a:xfrm>
            </p:grpSpPr>
            <p:sp>
              <p:nvSpPr>
                <p:cNvPr id="2115" name="Google Shape;2115;p73"/>
                <p:cNvSpPr/>
                <p:nvPr/>
              </p:nvSpPr>
              <p:spPr>
                <a:xfrm>
                  <a:off x="998125" y="2779375"/>
                  <a:ext cx="55200" cy="52525"/>
                </a:xfrm>
                <a:custGeom>
                  <a:avLst/>
                  <a:gdLst/>
                  <a:ahLst/>
                  <a:cxnLst/>
                  <a:rect l="l" t="t" r="r" b="b"/>
                  <a:pathLst>
                    <a:path w="2208" h="2101" extrusionOk="0">
                      <a:moveTo>
                        <a:pt x="1075" y="0"/>
                      </a:moveTo>
                      <a:cubicBezTo>
                        <a:pt x="953" y="0"/>
                        <a:pt x="831" y="21"/>
                        <a:pt x="714" y="65"/>
                      </a:cubicBezTo>
                      <a:cubicBezTo>
                        <a:pt x="331" y="210"/>
                        <a:pt x="60" y="574"/>
                        <a:pt x="33" y="983"/>
                      </a:cubicBezTo>
                      <a:cubicBezTo>
                        <a:pt x="0" y="1585"/>
                        <a:pt x="483" y="2100"/>
                        <a:pt x="1084" y="2100"/>
                      </a:cubicBezTo>
                      <a:cubicBezTo>
                        <a:pt x="1494" y="2100"/>
                        <a:pt x="1877" y="1849"/>
                        <a:pt x="2043" y="1472"/>
                      </a:cubicBezTo>
                      <a:cubicBezTo>
                        <a:pt x="2208" y="1089"/>
                        <a:pt x="2129" y="633"/>
                        <a:pt x="1844" y="329"/>
                      </a:cubicBezTo>
                      <a:cubicBezTo>
                        <a:pt x="1645" y="116"/>
                        <a:pt x="1361" y="0"/>
                        <a:pt x="10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3"/>
                <p:cNvSpPr/>
                <p:nvPr/>
              </p:nvSpPr>
              <p:spPr>
                <a:xfrm>
                  <a:off x="931025" y="2691275"/>
                  <a:ext cx="143625" cy="339250"/>
                </a:xfrm>
                <a:custGeom>
                  <a:avLst/>
                  <a:gdLst/>
                  <a:ahLst/>
                  <a:cxnLst/>
                  <a:rect l="l" t="t" r="r" b="b"/>
                  <a:pathLst>
                    <a:path w="5745" h="13570" extrusionOk="0">
                      <a:moveTo>
                        <a:pt x="956" y="1"/>
                      </a:moveTo>
                      <a:cubicBezTo>
                        <a:pt x="515" y="1"/>
                        <a:pt x="171" y="364"/>
                        <a:pt x="60" y="773"/>
                      </a:cubicBezTo>
                      <a:cubicBezTo>
                        <a:pt x="0" y="984"/>
                        <a:pt x="0" y="1202"/>
                        <a:pt x="60" y="1414"/>
                      </a:cubicBezTo>
                      <a:cubicBezTo>
                        <a:pt x="139" y="1665"/>
                        <a:pt x="291" y="1890"/>
                        <a:pt x="463" y="2088"/>
                      </a:cubicBezTo>
                      <a:cubicBezTo>
                        <a:pt x="562" y="2200"/>
                        <a:pt x="668" y="2306"/>
                        <a:pt x="780" y="2405"/>
                      </a:cubicBezTo>
                      <a:lnTo>
                        <a:pt x="727" y="2504"/>
                      </a:lnTo>
                      <a:cubicBezTo>
                        <a:pt x="694" y="2551"/>
                        <a:pt x="734" y="2623"/>
                        <a:pt x="794" y="2623"/>
                      </a:cubicBezTo>
                      <a:lnTo>
                        <a:pt x="860" y="2623"/>
                      </a:lnTo>
                      <a:cubicBezTo>
                        <a:pt x="787" y="3199"/>
                        <a:pt x="959" y="3754"/>
                        <a:pt x="1117" y="4302"/>
                      </a:cubicBezTo>
                      <a:cubicBezTo>
                        <a:pt x="1197" y="4573"/>
                        <a:pt x="1256" y="4844"/>
                        <a:pt x="1269" y="5135"/>
                      </a:cubicBezTo>
                      <a:cubicBezTo>
                        <a:pt x="1283" y="5420"/>
                        <a:pt x="1263" y="5704"/>
                        <a:pt x="1230" y="5988"/>
                      </a:cubicBezTo>
                      <a:cubicBezTo>
                        <a:pt x="1210" y="6173"/>
                        <a:pt x="1184" y="6365"/>
                        <a:pt x="1157" y="6550"/>
                      </a:cubicBezTo>
                      <a:cubicBezTo>
                        <a:pt x="1131" y="6735"/>
                        <a:pt x="1104" y="6913"/>
                        <a:pt x="1104" y="7098"/>
                      </a:cubicBezTo>
                      <a:cubicBezTo>
                        <a:pt x="1104" y="7422"/>
                        <a:pt x="1223" y="7713"/>
                        <a:pt x="1395" y="7984"/>
                      </a:cubicBezTo>
                      <a:lnTo>
                        <a:pt x="1541" y="7885"/>
                      </a:lnTo>
                      <a:cubicBezTo>
                        <a:pt x="1388" y="7647"/>
                        <a:pt x="1309" y="7455"/>
                        <a:pt x="1289" y="7237"/>
                      </a:cubicBezTo>
                      <a:lnTo>
                        <a:pt x="1289" y="7237"/>
                      </a:lnTo>
                      <a:cubicBezTo>
                        <a:pt x="1322" y="7270"/>
                        <a:pt x="1369" y="7310"/>
                        <a:pt x="1428" y="7343"/>
                      </a:cubicBezTo>
                      <a:cubicBezTo>
                        <a:pt x="1461" y="7363"/>
                        <a:pt x="1501" y="7383"/>
                        <a:pt x="1534" y="7396"/>
                      </a:cubicBezTo>
                      <a:cubicBezTo>
                        <a:pt x="1600" y="7416"/>
                        <a:pt x="1659" y="7436"/>
                        <a:pt x="1726" y="7442"/>
                      </a:cubicBezTo>
                      <a:cubicBezTo>
                        <a:pt x="1785" y="7449"/>
                        <a:pt x="1845" y="7449"/>
                        <a:pt x="1911" y="7449"/>
                      </a:cubicBezTo>
                      <a:cubicBezTo>
                        <a:pt x="1950" y="7449"/>
                        <a:pt x="1990" y="7449"/>
                        <a:pt x="2036" y="7442"/>
                      </a:cubicBezTo>
                      <a:cubicBezTo>
                        <a:pt x="2261" y="7409"/>
                        <a:pt x="2479" y="7343"/>
                        <a:pt x="2691" y="7257"/>
                      </a:cubicBezTo>
                      <a:lnTo>
                        <a:pt x="2691" y="7257"/>
                      </a:lnTo>
                      <a:lnTo>
                        <a:pt x="2592" y="9134"/>
                      </a:lnTo>
                      <a:cubicBezTo>
                        <a:pt x="2578" y="9353"/>
                        <a:pt x="2631" y="9577"/>
                        <a:pt x="2737" y="9769"/>
                      </a:cubicBezTo>
                      <a:lnTo>
                        <a:pt x="2902" y="13226"/>
                      </a:lnTo>
                      <a:cubicBezTo>
                        <a:pt x="2915" y="13411"/>
                        <a:pt x="3074" y="13570"/>
                        <a:pt x="3259" y="13570"/>
                      </a:cubicBezTo>
                      <a:cubicBezTo>
                        <a:pt x="3263" y="13570"/>
                        <a:pt x="3267" y="13570"/>
                        <a:pt x="3271" y="13570"/>
                      </a:cubicBezTo>
                      <a:cubicBezTo>
                        <a:pt x="3458" y="13570"/>
                        <a:pt x="3623" y="13414"/>
                        <a:pt x="3629" y="13226"/>
                      </a:cubicBezTo>
                      <a:lnTo>
                        <a:pt x="3775" y="10476"/>
                      </a:lnTo>
                      <a:lnTo>
                        <a:pt x="3907" y="13226"/>
                      </a:lnTo>
                      <a:cubicBezTo>
                        <a:pt x="3914" y="13411"/>
                        <a:pt x="4072" y="13570"/>
                        <a:pt x="4264" y="13570"/>
                      </a:cubicBezTo>
                      <a:cubicBezTo>
                        <a:pt x="4268" y="13570"/>
                        <a:pt x="4272" y="13570"/>
                        <a:pt x="4275" y="13570"/>
                      </a:cubicBezTo>
                      <a:cubicBezTo>
                        <a:pt x="4462" y="13570"/>
                        <a:pt x="4621" y="13414"/>
                        <a:pt x="4634" y="13226"/>
                      </a:cubicBezTo>
                      <a:lnTo>
                        <a:pt x="4813" y="9762"/>
                      </a:lnTo>
                      <a:cubicBezTo>
                        <a:pt x="4905" y="9584"/>
                        <a:pt x="4951" y="9353"/>
                        <a:pt x="4938" y="9134"/>
                      </a:cubicBezTo>
                      <a:lnTo>
                        <a:pt x="4872" y="7872"/>
                      </a:lnTo>
                      <a:lnTo>
                        <a:pt x="4872" y="7872"/>
                      </a:lnTo>
                      <a:cubicBezTo>
                        <a:pt x="4885" y="7918"/>
                        <a:pt x="4905" y="7971"/>
                        <a:pt x="4925" y="8024"/>
                      </a:cubicBezTo>
                      <a:cubicBezTo>
                        <a:pt x="4958" y="8130"/>
                        <a:pt x="4978" y="8235"/>
                        <a:pt x="5011" y="8341"/>
                      </a:cubicBezTo>
                      <a:cubicBezTo>
                        <a:pt x="5037" y="8487"/>
                        <a:pt x="5064" y="8639"/>
                        <a:pt x="5077" y="8784"/>
                      </a:cubicBezTo>
                      <a:cubicBezTo>
                        <a:pt x="5090" y="8896"/>
                        <a:pt x="5103" y="9009"/>
                        <a:pt x="5117" y="9121"/>
                      </a:cubicBezTo>
                      <a:lnTo>
                        <a:pt x="5117" y="9141"/>
                      </a:lnTo>
                      <a:cubicBezTo>
                        <a:pt x="5136" y="9302"/>
                        <a:pt x="5268" y="9425"/>
                        <a:pt x="5428" y="9425"/>
                      </a:cubicBezTo>
                      <a:cubicBezTo>
                        <a:pt x="5432" y="9425"/>
                        <a:pt x="5436" y="9425"/>
                        <a:pt x="5440" y="9425"/>
                      </a:cubicBezTo>
                      <a:cubicBezTo>
                        <a:pt x="5612" y="9412"/>
                        <a:pt x="5725" y="9267"/>
                        <a:pt x="5738" y="9108"/>
                      </a:cubicBezTo>
                      <a:cubicBezTo>
                        <a:pt x="5745" y="8738"/>
                        <a:pt x="5718" y="8368"/>
                        <a:pt x="5665" y="7997"/>
                      </a:cubicBezTo>
                      <a:cubicBezTo>
                        <a:pt x="5652" y="7951"/>
                        <a:pt x="5645" y="7898"/>
                        <a:pt x="5639" y="7839"/>
                      </a:cubicBezTo>
                      <a:cubicBezTo>
                        <a:pt x="5606" y="7733"/>
                        <a:pt x="5579" y="7621"/>
                        <a:pt x="5553" y="7515"/>
                      </a:cubicBezTo>
                      <a:cubicBezTo>
                        <a:pt x="5520" y="7422"/>
                        <a:pt x="5493" y="7323"/>
                        <a:pt x="5454" y="7231"/>
                      </a:cubicBezTo>
                      <a:cubicBezTo>
                        <a:pt x="5414" y="7132"/>
                        <a:pt x="5368" y="7039"/>
                        <a:pt x="5328" y="6946"/>
                      </a:cubicBezTo>
                      <a:cubicBezTo>
                        <a:pt x="5282" y="6874"/>
                        <a:pt x="5236" y="6794"/>
                        <a:pt x="5196" y="6722"/>
                      </a:cubicBezTo>
                      <a:cubicBezTo>
                        <a:pt x="5143" y="6649"/>
                        <a:pt x="5097" y="6583"/>
                        <a:pt x="5044" y="6517"/>
                      </a:cubicBezTo>
                      <a:cubicBezTo>
                        <a:pt x="4912" y="6365"/>
                        <a:pt x="4773" y="6226"/>
                        <a:pt x="4608" y="6100"/>
                      </a:cubicBezTo>
                      <a:cubicBezTo>
                        <a:pt x="4535" y="6054"/>
                        <a:pt x="4456" y="6001"/>
                        <a:pt x="4370" y="5955"/>
                      </a:cubicBezTo>
                      <a:cubicBezTo>
                        <a:pt x="4237" y="5895"/>
                        <a:pt x="4099" y="5829"/>
                        <a:pt x="3947" y="5796"/>
                      </a:cubicBezTo>
                      <a:cubicBezTo>
                        <a:pt x="3891" y="5786"/>
                        <a:pt x="3834" y="5781"/>
                        <a:pt x="3778" y="5781"/>
                      </a:cubicBezTo>
                      <a:cubicBezTo>
                        <a:pt x="3654" y="5781"/>
                        <a:pt x="3531" y="5806"/>
                        <a:pt x="3418" y="5856"/>
                      </a:cubicBezTo>
                      <a:cubicBezTo>
                        <a:pt x="3180" y="5948"/>
                        <a:pt x="2988" y="6120"/>
                        <a:pt x="2783" y="6272"/>
                      </a:cubicBezTo>
                      <a:cubicBezTo>
                        <a:pt x="2558" y="6431"/>
                        <a:pt x="2327" y="6590"/>
                        <a:pt x="2069" y="6689"/>
                      </a:cubicBezTo>
                      <a:cubicBezTo>
                        <a:pt x="2069" y="6695"/>
                        <a:pt x="2063" y="6695"/>
                        <a:pt x="2056" y="6695"/>
                      </a:cubicBezTo>
                      <a:cubicBezTo>
                        <a:pt x="2010" y="6715"/>
                        <a:pt x="1964" y="6728"/>
                        <a:pt x="1917" y="6748"/>
                      </a:cubicBezTo>
                      <a:cubicBezTo>
                        <a:pt x="1855" y="6765"/>
                        <a:pt x="1807" y="6770"/>
                        <a:pt x="1773" y="6770"/>
                      </a:cubicBezTo>
                      <a:cubicBezTo>
                        <a:pt x="1727" y="6770"/>
                        <a:pt x="1706" y="6761"/>
                        <a:pt x="1706" y="6761"/>
                      </a:cubicBezTo>
                      <a:lnTo>
                        <a:pt x="1501" y="6675"/>
                      </a:lnTo>
                      <a:cubicBezTo>
                        <a:pt x="1469" y="6661"/>
                        <a:pt x="1437" y="6655"/>
                        <a:pt x="1404" y="6655"/>
                      </a:cubicBezTo>
                      <a:cubicBezTo>
                        <a:pt x="1376" y="6655"/>
                        <a:pt x="1346" y="6660"/>
                        <a:pt x="1316" y="6669"/>
                      </a:cubicBezTo>
                      <a:cubicBezTo>
                        <a:pt x="1395" y="6100"/>
                        <a:pt x="1488" y="5532"/>
                        <a:pt x="1435" y="4963"/>
                      </a:cubicBezTo>
                      <a:cubicBezTo>
                        <a:pt x="1382" y="4388"/>
                        <a:pt x="1131" y="3853"/>
                        <a:pt x="1045" y="3284"/>
                      </a:cubicBezTo>
                      <a:cubicBezTo>
                        <a:pt x="1012" y="3066"/>
                        <a:pt x="1005" y="2842"/>
                        <a:pt x="1038" y="2623"/>
                      </a:cubicBezTo>
                      <a:lnTo>
                        <a:pt x="1124" y="2623"/>
                      </a:lnTo>
                      <a:cubicBezTo>
                        <a:pt x="1177" y="2623"/>
                        <a:pt x="1217" y="2564"/>
                        <a:pt x="1190" y="2511"/>
                      </a:cubicBezTo>
                      <a:lnTo>
                        <a:pt x="1131" y="2405"/>
                      </a:lnTo>
                      <a:cubicBezTo>
                        <a:pt x="1521" y="2075"/>
                        <a:pt x="1911" y="1605"/>
                        <a:pt x="1897" y="1070"/>
                      </a:cubicBezTo>
                      <a:cubicBezTo>
                        <a:pt x="1891" y="581"/>
                        <a:pt x="1567" y="59"/>
                        <a:pt x="1045" y="6"/>
                      </a:cubicBezTo>
                      <a:cubicBezTo>
                        <a:pt x="1015" y="3"/>
                        <a:pt x="985" y="1"/>
                        <a:pt x="9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120"/>
        <p:cNvGrpSpPr/>
        <p:nvPr/>
      </p:nvGrpSpPr>
      <p:grpSpPr>
        <a:xfrm>
          <a:off x="0" y="0"/>
          <a:ext cx="0" cy="0"/>
          <a:chOff x="0" y="0"/>
          <a:chExt cx="0" cy="0"/>
        </a:xfrm>
      </p:grpSpPr>
      <p:cxnSp>
        <p:nvCxnSpPr>
          <p:cNvPr id="2121" name="Google Shape;2121;p74"/>
          <p:cNvCxnSpPr/>
          <p:nvPr/>
        </p:nvCxnSpPr>
        <p:spPr>
          <a:xfrm>
            <a:off x="3579150" y="1123950"/>
            <a:ext cx="1985700" cy="0"/>
          </a:xfrm>
          <a:prstGeom prst="straightConnector1">
            <a:avLst/>
          </a:prstGeom>
          <a:noFill/>
          <a:ln w="9525" cap="flat" cmpd="sng">
            <a:solidFill>
              <a:schemeClr val="dk1"/>
            </a:solidFill>
            <a:prstDash val="solid"/>
            <a:round/>
            <a:headEnd type="none" w="med" len="med"/>
            <a:tailEnd type="none" w="med" len="med"/>
          </a:ln>
        </p:spPr>
      </p:cxnSp>
      <p:sp>
        <p:nvSpPr>
          <p:cNvPr id="2122" name="Google Shape;2122;p74"/>
          <p:cNvSpPr txBox="1">
            <a:spLocks noGrp="1"/>
          </p:cNvSpPr>
          <p:nvPr>
            <p:ph type="body" idx="4294967295"/>
          </p:nvPr>
        </p:nvSpPr>
        <p:spPr>
          <a:xfrm>
            <a:off x="720000" y="1719275"/>
            <a:ext cx="3769500" cy="287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600" b="1">
                <a:solidFill>
                  <a:schemeClr val="dk2"/>
                </a:solidFill>
                <a:latin typeface="M PLUS 1p"/>
                <a:ea typeface="M PLUS 1p"/>
                <a:cs typeface="M PLUS 1p"/>
                <a:sym typeface="M PLUS 1p"/>
              </a:rPr>
              <a:t>Photos</a:t>
            </a:r>
            <a:endParaRPr sz="1600" b="1">
              <a:solidFill>
                <a:schemeClr val="dk2"/>
              </a:solidFill>
              <a:latin typeface="M PLUS 1p"/>
              <a:ea typeface="M PLUS 1p"/>
              <a:cs typeface="M PLUS 1p"/>
              <a:sym typeface="M PLUS 1p"/>
            </a:endParaRPr>
          </a:p>
          <a:p>
            <a:pPr marL="457200" lvl="0" indent="-304800" algn="l" rtl="0">
              <a:lnSpc>
                <a:spcPct val="100000"/>
              </a:lnSpc>
              <a:spcBef>
                <a:spcPts val="0"/>
              </a:spcBef>
              <a:spcAft>
                <a:spcPts val="0"/>
              </a:spcAft>
              <a:buClr>
                <a:schemeClr val="dk2"/>
              </a:buClr>
              <a:buSzPts val="1200"/>
              <a:buChar char="●"/>
            </a:pPr>
            <a:r>
              <a:rPr lang="en" sz="1200">
                <a:solidFill>
                  <a:schemeClr val="dk1"/>
                </a:solidFill>
                <a:uFill>
                  <a:noFill/>
                </a:uFill>
                <a:hlinkClick r:id="rId3">
                  <a:extLst>
                    <a:ext uri="{A12FA001-AC4F-418D-AE19-62706E023703}">
                      <ahyp:hlinkClr xmlns:ahyp="http://schemas.microsoft.com/office/drawing/2018/hyperlinkcolor" val="tx"/>
                    </a:ext>
                  </a:extLst>
                </a:hlinkClick>
              </a:rPr>
              <a:t>Happy family outdoors full shot</a:t>
            </a:r>
            <a:endParaRPr sz="1200">
              <a:solidFill>
                <a:schemeClr val="dk1"/>
              </a:solidFill>
            </a:endParaRPr>
          </a:p>
          <a:p>
            <a:pPr marL="457200" lvl="0" indent="-304800" algn="l" rtl="0">
              <a:lnSpc>
                <a:spcPct val="100000"/>
              </a:lnSpc>
              <a:spcBef>
                <a:spcPts val="0"/>
              </a:spcBef>
              <a:spcAft>
                <a:spcPts val="0"/>
              </a:spcAft>
              <a:buClr>
                <a:schemeClr val="dk2"/>
              </a:buClr>
              <a:buSzPts val="1200"/>
              <a:buChar char="●"/>
            </a:pPr>
            <a:r>
              <a:rPr lang="en" sz="1200">
                <a:solidFill>
                  <a:schemeClr val="dk1"/>
                </a:solidFill>
                <a:uFill>
                  <a:noFill/>
                </a:uFill>
                <a:hlinkClick r:id="rId4">
                  <a:extLst>
                    <a:ext uri="{A12FA001-AC4F-418D-AE19-62706E023703}">
                      <ahyp:hlinkClr xmlns:ahyp="http://schemas.microsoft.com/office/drawing/2018/hyperlinkcolor" val="tx"/>
                    </a:ext>
                  </a:extLst>
                </a:hlinkClick>
              </a:rPr>
              <a:t>Full shot happy family and dog outdoors</a:t>
            </a:r>
            <a:endParaRPr sz="1200">
              <a:solidFill>
                <a:schemeClr val="dk1"/>
              </a:solidFill>
            </a:endParaRPr>
          </a:p>
          <a:p>
            <a:pPr marL="457200" lvl="0" indent="-304800" algn="l" rtl="0">
              <a:lnSpc>
                <a:spcPct val="100000"/>
              </a:lnSpc>
              <a:spcBef>
                <a:spcPts val="0"/>
              </a:spcBef>
              <a:spcAft>
                <a:spcPts val="0"/>
              </a:spcAft>
              <a:buClr>
                <a:schemeClr val="dk2"/>
              </a:buClr>
              <a:buSzPts val="1200"/>
              <a:buChar char="●"/>
            </a:pPr>
            <a:r>
              <a:rPr lang="en" sz="1200">
                <a:solidFill>
                  <a:schemeClr val="dk1"/>
                </a:solidFill>
                <a:uFill>
                  <a:noFill/>
                </a:uFill>
                <a:hlinkClick r:id="rId5">
                  <a:extLst>
                    <a:ext uri="{A12FA001-AC4F-418D-AE19-62706E023703}">
                      <ahyp:hlinkClr xmlns:ahyp="http://schemas.microsoft.com/office/drawing/2018/hyperlinkcolor" val="tx"/>
                    </a:ext>
                  </a:extLst>
                </a:hlinkClick>
              </a:rPr>
              <a:t>Full shot happy family flying kite</a:t>
            </a:r>
            <a:endParaRPr sz="1200">
              <a:solidFill>
                <a:schemeClr val="dk1"/>
              </a:solidFill>
            </a:endParaRPr>
          </a:p>
          <a:p>
            <a:pPr marL="457200" lvl="0" indent="-304800" algn="l" rtl="0">
              <a:lnSpc>
                <a:spcPct val="100000"/>
              </a:lnSpc>
              <a:spcBef>
                <a:spcPts val="0"/>
              </a:spcBef>
              <a:spcAft>
                <a:spcPts val="0"/>
              </a:spcAft>
              <a:buClr>
                <a:schemeClr val="dk2"/>
              </a:buClr>
              <a:buSzPts val="1200"/>
              <a:buChar char="●"/>
            </a:pPr>
            <a:r>
              <a:rPr lang="en" sz="1200">
                <a:solidFill>
                  <a:schemeClr val="dk1"/>
                </a:solidFill>
                <a:uFill>
                  <a:noFill/>
                </a:uFill>
                <a:hlinkClick r:id="rId6">
                  <a:extLst>
                    <a:ext uri="{A12FA001-AC4F-418D-AE19-62706E023703}">
                      <ahyp:hlinkClr xmlns:ahyp="http://schemas.microsoft.com/office/drawing/2018/hyperlinkcolor" val="tx"/>
                    </a:ext>
                  </a:extLst>
                </a:hlinkClick>
              </a:rPr>
              <a:t>Cheerful girl on the shoulders of her father</a:t>
            </a:r>
            <a:endParaRPr sz="1200">
              <a:solidFill>
                <a:schemeClr val="dk1"/>
              </a:solidFill>
            </a:endParaRPr>
          </a:p>
          <a:p>
            <a:pPr marL="457200" lvl="0" indent="-304800" algn="l" rtl="0">
              <a:lnSpc>
                <a:spcPct val="100000"/>
              </a:lnSpc>
              <a:spcBef>
                <a:spcPts val="0"/>
              </a:spcBef>
              <a:spcAft>
                <a:spcPts val="0"/>
              </a:spcAft>
              <a:buClr>
                <a:schemeClr val="dk2"/>
              </a:buClr>
              <a:buSzPts val="1200"/>
              <a:buChar char="●"/>
            </a:pPr>
            <a:r>
              <a:rPr lang="en" sz="1200">
                <a:solidFill>
                  <a:schemeClr val="dk1"/>
                </a:solidFill>
                <a:uFill>
                  <a:noFill/>
                </a:uFill>
                <a:hlinkClick r:id="rId7">
                  <a:extLst>
                    <a:ext uri="{A12FA001-AC4F-418D-AE19-62706E023703}">
                      <ahyp:hlinkClr xmlns:ahyp="http://schemas.microsoft.com/office/drawing/2018/hyperlinkcolor" val="tx"/>
                    </a:ext>
                  </a:extLst>
                </a:hlinkClick>
              </a:rPr>
              <a:t>Beautiful lgbt family in the park</a:t>
            </a:r>
            <a:endParaRPr sz="1200">
              <a:solidFill>
                <a:schemeClr val="dk1"/>
              </a:solidFill>
            </a:endParaRPr>
          </a:p>
          <a:p>
            <a:pPr marL="457200" lvl="0" indent="-304800" algn="l" rtl="0">
              <a:lnSpc>
                <a:spcPct val="100000"/>
              </a:lnSpc>
              <a:spcBef>
                <a:spcPts val="0"/>
              </a:spcBef>
              <a:spcAft>
                <a:spcPts val="0"/>
              </a:spcAft>
              <a:buClr>
                <a:schemeClr val="dk2"/>
              </a:buClr>
              <a:buSzPts val="1200"/>
              <a:buChar char="●"/>
            </a:pPr>
            <a:r>
              <a:rPr lang="en" sz="1200">
                <a:solidFill>
                  <a:schemeClr val="dk1"/>
                </a:solidFill>
                <a:uFill>
                  <a:noFill/>
                </a:uFill>
                <a:hlinkClick r:id="rId8">
                  <a:extLst>
                    <a:ext uri="{A12FA001-AC4F-418D-AE19-62706E023703}">
                      <ahyp:hlinkClr xmlns:ahyp="http://schemas.microsoft.com/office/drawing/2018/hyperlinkcolor" val="tx"/>
                    </a:ext>
                  </a:extLst>
                </a:hlinkClick>
              </a:rPr>
              <a:t>Full shot happy lgbt family</a:t>
            </a:r>
            <a:endParaRPr sz="1200">
              <a:solidFill>
                <a:schemeClr val="dk1"/>
              </a:solidFill>
            </a:endParaRPr>
          </a:p>
          <a:p>
            <a:pPr marL="457200" lvl="0" indent="-304800" algn="l" rtl="0">
              <a:lnSpc>
                <a:spcPct val="100000"/>
              </a:lnSpc>
              <a:spcBef>
                <a:spcPts val="0"/>
              </a:spcBef>
              <a:spcAft>
                <a:spcPts val="0"/>
              </a:spcAft>
              <a:buClr>
                <a:schemeClr val="dk2"/>
              </a:buClr>
              <a:buSzPts val="1200"/>
              <a:buChar char="●"/>
            </a:pPr>
            <a:r>
              <a:rPr lang="en" sz="1200">
                <a:solidFill>
                  <a:schemeClr val="dk1"/>
                </a:solidFill>
                <a:uFill>
                  <a:noFill/>
                </a:uFill>
                <a:hlinkClick r:id="rId9">
                  <a:extLst>
                    <a:ext uri="{A12FA001-AC4F-418D-AE19-62706E023703}">
                      <ahyp:hlinkClr xmlns:ahyp="http://schemas.microsoft.com/office/drawing/2018/hyperlinkcolor" val="tx"/>
                    </a:ext>
                  </a:extLst>
                </a:hlinkClick>
              </a:rPr>
              <a:t>Mothers day concept with daughter kissing mother</a:t>
            </a:r>
            <a:endParaRPr sz="1200">
              <a:solidFill>
                <a:schemeClr val="dk1"/>
              </a:solidFill>
            </a:endParaRPr>
          </a:p>
          <a:p>
            <a:pPr marL="457200" lvl="0" indent="-304800" algn="l" rtl="0">
              <a:lnSpc>
                <a:spcPct val="100000"/>
              </a:lnSpc>
              <a:spcBef>
                <a:spcPts val="0"/>
              </a:spcBef>
              <a:spcAft>
                <a:spcPts val="0"/>
              </a:spcAft>
              <a:buClr>
                <a:schemeClr val="dk2"/>
              </a:buClr>
              <a:buSzPts val="1200"/>
              <a:buChar char="●"/>
            </a:pPr>
            <a:r>
              <a:rPr lang="en" sz="1200">
                <a:solidFill>
                  <a:schemeClr val="dk1"/>
                </a:solidFill>
                <a:uFill>
                  <a:noFill/>
                </a:uFill>
                <a:hlinkClick r:id="rId10">
                  <a:extLst>
                    <a:ext uri="{A12FA001-AC4F-418D-AE19-62706E023703}">
                      <ahyp:hlinkClr xmlns:ahyp="http://schemas.microsoft.com/office/drawing/2018/hyperlinkcolor" val="tx"/>
                    </a:ext>
                  </a:extLst>
                </a:hlinkClick>
              </a:rPr>
              <a:t>African mother and little girl close up</a:t>
            </a:r>
            <a:endParaRPr sz="1200">
              <a:solidFill>
                <a:schemeClr val="dk1"/>
              </a:solidFill>
            </a:endParaRPr>
          </a:p>
          <a:p>
            <a:pPr marL="457200" lvl="0" indent="-304800" algn="l" rtl="0">
              <a:lnSpc>
                <a:spcPct val="100000"/>
              </a:lnSpc>
              <a:spcBef>
                <a:spcPts val="0"/>
              </a:spcBef>
              <a:spcAft>
                <a:spcPts val="0"/>
              </a:spcAft>
              <a:buClr>
                <a:schemeClr val="dk2"/>
              </a:buClr>
              <a:buSzPts val="1200"/>
              <a:buChar char="●"/>
            </a:pPr>
            <a:r>
              <a:rPr lang="en" sz="1200">
                <a:solidFill>
                  <a:schemeClr val="dk1"/>
                </a:solidFill>
                <a:uFill>
                  <a:noFill/>
                </a:uFill>
                <a:hlinkClick r:id="rId11">
                  <a:extLst>
                    <a:ext uri="{A12FA001-AC4F-418D-AE19-62706E023703}">
                      <ahyp:hlinkClr xmlns:ahyp="http://schemas.microsoft.com/office/drawing/2018/hyperlinkcolor" val="tx"/>
                    </a:ext>
                  </a:extLst>
                </a:hlinkClick>
              </a:rPr>
              <a:t>Full shot happy family in nature</a:t>
            </a:r>
            <a:endParaRPr sz="1200">
              <a:solidFill>
                <a:schemeClr val="dk1"/>
              </a:solidFill>
            </a:endParaRPr>
          </a:p>
          <a:p>
            <a:pPr marL="457200" lvl="0" indent="-304800" algn="l" rtl="0">
              <a:lnSpc>
                <a:spcPct val="100000"/>
              </a:lnSpc>
              <a:spcBef>
                <a:spcPts val="0"/>
              </a:spcBef>
              <a:spcAft>
                <a:spcPts val="0"/>
              </a:spcAft>
              <a:buClr>
                <a:schemeClr val="dk2"/>
              </a:buClr>
              <a:buSzPts val="1200"/>
              <a:buChar char="●"/>
            </a:pPr>
            <a:r>
              <a:rPr lang="en" sz="1200">
                <a:uFill>
                  <a:noFill/>
                </a:uFill>
                <a:hlinkClick r:id="rId12"/>
              </a:rPr>
              <a:t>Front view of happy family with copy space</a:t>
            </a:r>
            <a:endParaRPr sz="1200"/>
          </a:p>
          <a:p>
            <a:pPr marL="457200" lvl="0" indent="-304800" algn="l" rtl="0">
              <a:lnSpc>
                <a:spcPct val="100000"/>
              </a:lnSpc>
              <a:spcBef>
                <a:spcPts val="0"/>
              </a:spcBef>
              <a:spcAft>
                <a:spcPts val="0"/>
              </a:spcAft>
              <a:buClr>
                <a:schemeClr val="dk2"/>
              </a:buClr>
              <a:buSzPts val="1200"/>
              <a:buChar char="●"/>
            </a:pPr>
            <a:r>
              <a:rPr lang="en" sz="1200">
                <a:uFill>
                  <a:noFill/>
                </a:uFill>
                <a:hlinkClick r:id="rId13"/>
              </a:rPr>
              <a:t>Full shot happy family at home</a:t>
            </a:r>
            <a:endParaRPr sz="1200"/>
          </a:p>
        </p:txBody>
      </p:sp>
      <p:grpSp>
        <p:nvGrpSpPr>
          <p:cNvPr id="2123" name="Google Shape;2123;p74"/>
          <p:cNvGrpSpPr/>
          <p:nvPr/>
        </p:nvGrpSpPr>
        <p:grpSpPr>
          <a:xfrm>
            <a:off x="8297588" y="364212"/>
            <a:ext cx="805800" cy="805800"/>
            <a:chOff x="331013" y="983137"/>
            <a:chExt cx="805800" cy="805800"/>
          </a:xfrm>
        </p:grpSpPr>
        <p:sp>
          <p:nvSpPr>
            <p:cNvPr id="2124" name="Google Shape;2124;p74"/>
            <p:cNvSpPr/>
            <p:nvPr/>
          </p:nvSpPr>
          <p:spPr>
            <a:xfrm>
              <a:off x="331013" y="983137"/>
              <a:ext cx="805800" cy="805800"/>
            </a:xfrm>
            <a:prstGeom prst="diamond">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4"/>
            <p:cNvSpPr/>
            <p:nvPr/>
          </p:nvSpPr>
          <p:spPr>
            <a:xfrm>
              <a:off x="398847" y="1050987"/>
              <a:ext cx="670200" cy="670200"/>
            </a:xfrm>
            <a:prstGeom prst="diamond">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26" name="Google Shape;2126;p74"/>
            <p:cNvGrpSpPr/>
            <p:nvPr/>
          </p:nvGrpSpPr>
          <p:grpSpPr>
            <a:xfrm>
              <a:off x="601511" y="1243801"/>
              <a:ext cx="264849" cy="284129"/>
              <a:chOff x="5960550" y="2519275"/>
              <a:chExt cx="332850" cy="357125"/>
            </a:xfrm>
          </p:grpSpPr>
          <p:sp>
            <p:nvSpPr>
              <p:cNvPr id="2127" name="Google Shape;2127;p74"/>
              <p:cNvSpPr/>
              <p:nvPr/>
            </p:nvSpPr>
            <p:spPr>
              <a:xfrm>
                <a:off x="6088300" y="2519275"/>
                <a:ext cx="78525" cy="75050"/>
              </a:xfrm>
              <a:custGeom>
                <a:avLst/>
                <a:gdLst/>
                <a:ahLst/>
                <a:cxnLst/>
                <a:rect l="l" t="t" r="r" b="b"/>
                <a:pathLst>
                  <a:path w="3141" h="3002" extrusionOk="0">
                    <a:moveTo>
                      <a:pt x="1569" y="0"/>
                    </a:moveTo>
                    <a:cubicBezTo>
                      <a:pt x="1047" y="0"/>
                      <a:pt x="553" y="283"/>
                      <a:pt x="285" y="727"/>
                    </a:cubicBezTo>
                    <a:cubicBezTo>
                      <a:pt x="7" y="1183"/>
                      <a:pt x="1" y="1772"/>
                      <a:pt x="265" y="2234"/>
                    </a:cubicBezTo>
                    <a:cubicBezTo>
                      <a:pt x="523" y="2697"/>
                      <a:pt x="1012" y="2995"/>
                      <a:pt x="1541" y="3001"/>
                    </a:cubicBezTo>
                    <a:lnTo>
                      <a:pt x="1574" y="3001"/>
                    </a:lnTo>
                    <a:cubicBezTo>
                      <a:pt x="2096" y="3001"/>
                      <a:pt x="2598" y="2717"/>
                      <a:pt x="2863" y="2268"/>
                    </a:cubicBezTo>
                    <a:cubicBezTo>
                      <a:pt x="3134" y="1805"/>
                      <a:pt x="3140" y="1217"/>
                      <a:pt x="2869" y="754"/>
                    </a:cubicBezTo>
                    <a:cubicBezTo>
                      <a:pt x="2612" y="298"/>
                      <a:pt x="2116" y="7"/>
                      <a:pt x="1587" y="0"/>
                    </a:cubicBezTo>
                    <a:cubicBezTo>
                      <a:pt x="1581" y="0"/>
                      <a:pt x="1575" y="0"/>
                      <a:pt x="1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128" name="Google Shape;2128;p74"/>
              <p:cNvSpPr/>
              <p:nvPr/>
            </p:nvSpPr>
            <p:spPr>
              <a:xfrm>
                <a:off x="6223800" y="2648525"/>
                <a:ext cx="49125" cy="48075"/>
              </a:xfrm>
              <a:custGeom>
                <a:avLst/>
                <a:gdLst/>
                <a:ahLst/>
                <a:cxnLst/>
                <a:rect l="l" t="t" r="r" b="b"/>
                <a:pathLst>
                  <a:path w="1965" h="1923" extrusionOk="0">
                    <a:moveTo>
                      <a:pt x="991" y="1"/>
                    </a:moveTo>
                    <a:cubicBezTo>
                      <a:pt x="760" y="1"/>
                      <a:pt x="531" y="81"/>
                      <a:pt x="358" y="231"/>
                    </a:cubicBezTo>
                    <a:cubicBezTo>
                      <a:pt x="160" y="396"/>
                      <a:pt x="34" y="641"/>
                      <a:pt x="21" y="905"/>
                    </a:cubicBezTo>
                    <a:cubicBezTo>
                      <a:pt x="1" y="1169"/>
                      <a:pt x="100" y="1427"/>
                      <a:pt x="279" y="1619"/>
                    </a:cubicBezTo>
                    <a:cubicBezTo>
                      <a:pt x="457" y="1811"/>
                      <a:pt x="715" y="1923"/>
                      <a:pt x="979" y="1923"/>
                    </a:cubicBezTo>
                    <a:cubicBezTo>
                      <a:pt x="1435" y="1923"/>
                      <a:pt x="1839" y="1579"/>
                      <a:pt x="1918" y="1130"/>
                    </a:cubicBezTo>
                    <a:cubicBezTo>
                      <a:pt x="1964" y="872"/>
                      <a:pt x="1905" y="594"/>
                      <a:pt x="1739" y="383"/>
                    </a:cubicBezTo>
                    <a:cubicBezTo>
                      <a:pt x="1587" y="178"/>
                      <a:pt x="1349" y="39"/>
                      <a:pt x="1092" y="6"/>
                    </a:cubicBezTo>
                    <a:cubicBezTo>
                      <a:pt x="1058" y="3"/>
                      <a:pt x="1025" y="1"/>
                      <a:pt x="9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129" name="Google Shape;2129;p74"/>
              <p:cNvSpPr/>
              <p:nvPr/>
            </p:nvSpPr>
            <p:spPr>
              <a:xfrm>
                <a:off x="5960550" y="2596675"/>
                <a:ext cx="332850" cy="279725"/>
              </a:xfrm>
              <a:custGeom>
                <a:avLst/>
                <a:gdLst/>
                <a:ahLst/>
                <a:cxnLst/>
                <a:rect l="l" t="t" r="r" b="b"/>
                <a:pathLst>
                  <a:path w="13314" h="11189" extrusionOk="0">
                    <a:moveTo>
                      <a:pt x="6685" y="0"/>
                    </a:moveTo>
                    <a:cubicBezTo>
                      <a:pt x="6414" y="0"/>
                      <a:pt x="6144" y="68"/>
                      <a:pt x="5891" y="203"/>
                    </a:cubicBezTo>
                    <a:cubicBezTo>
                      <a:pt x="5256" y="540"/>
                      <a:pt x="4747" y="1075"/>
                      <a:pt x="4423" y="1697"/>
                    </a:cubicBezTo>
                    <a:cubicBezTo>
                      <a:pt x="4245" y="2034"/>
                      <a:pt x="4119" y="2384"/>
                      <a:pt x="4027" y="2748"/>
                    </a:cubicBezTo>
                    <a:cubicBezTo>
                      <a:pt x="3927" y="3111"/>
                      <a:pt x="3874" y="3481"/>
                      <a:pt x="3841" y="3851"/>
                    </a:cubicBezTo>
                    <a:cubicBezTo>
                      <a:pt x="3808" y="4189"/>
                      <a:pt x="3808" y="4526"/>
                      <a:pt x="3808" y="4863"/>
                    </a:cubicBezTo>
                    <a:cubicBezTo>
                      <a:pt x="3808" y="4863"/>
                      <a:pt x="3802" y="4869"/>
                      <a:pt x="3802" y="4869"/>
                    </a:cubicBezTo>
                    <a:cubicBezTo>
                      <a:pt x="3802" y="4869"/>
                      <a:pt x="3694" y="4947"/>
                      <a:pt x="3573" y="4947"/>
                    </a:cubicBezTo>
                    <a:cubicBezTo>
                      <a:pt x="3557" y="4947"/>
                      <a:pt x="3540" y="4945"/>
                      <a:pt x="3524" y="4942"/>
                    </a:cubicBezTo>
                    <a:cubicBezTo>
                      <a:pt x="3465" y="4929"/>
                      <a:pt x="3412" y="4909"/>
                      <a:pt x="3359" y="4889"/>
                    </a:cubicBezTo>
                    <a:cubicBezTo>
                      <a:pt x="3247" y="4843"/>
                      <a:pt x="3141" y="4784"/>
                      <a:pt x="3035" y="4717"/>
                    </a:cubicBezTo>
                    <a:cubicBezTo>
                      <a:pt x="2837" y="4605"/>
                      <a:pt x="2652" y="4473"/>
                      <a:pt x="2473" y="4327"/>
                    </a:cubicBezTo>
                    <a:cubicBezTo>
                      <a:pt x="2262" y="4148"/>
                      <a:pt x="2029" y="4065"/>
                      <a:pt x="1796" y="4065"/>
                    </a:cubicBezTo>
                    <a:cubicBezTo>
                      <a:pt x="1643" y="4065"/>
                      <a:pt x="1490" y="4101"/>
                      <a:pt x="1343" y="4169"/>
                    </a:cubicBezTo>
                    <a:cubicBezTo>
                      <a:pt x="675" y="4486"/>
                      <a:pt x="272" y="5160"/>
                      <a:pt x="113" y="5848"/>
                    </a:cubicBezTo>
                    <a:cubicBezTo>
                      <a:pt x="21" y="6258"/>
                      <a:pt x="1" y="6674"/>
                      <a:pt x="1" y="7090"/>
                    </a:cubicBezTo>
                    <a:cubicBezTo>
                      <a:pt x="8" y="7236"/>
                      <a:pt x="127" y="7361"/>
                      <a:pt x="272" y="7375"/>
                    </a:cubicBezTo>
                    <a:cubicBezTo>
                      <a:pt x="276" y="7375"/>
                      <a:pt x="280" y="7375"/>
                      <a:pt x="284" y="7375"/>
                    </a:cubicBezTo>
                    <a:cubicBezTo>
                      <a:pt x="431" y="7375"/>
                      <a:pt x="563" y="7258"/>
                      <a:pt x="569" y="7110"/>
                    </a:cubicBezTo>
                    <a:cubicBezTo>
                      <a:pt x="602" y="6720"/>
                      <a:pt x="655" y="6324"/>
                      <a:pt x="794" y="5953"/>
                    </a:cubicBezTo>
                    <a:lnTo>
                      <a:pt x="807" y="6284"/>
                    </a:lnTo>
                    <a:lnTo>
                      <a:pt x="318" y="8479"/>
                    </a:lnTo>
                    <a:cubicBezTo>
                      <a:pt x="305" y="8531"/>
                      <a:pt x="318" y="8584"/>
                      <a:pt x="351" y="8624"/>
                    </a:cubicBezTo>
                    <a:cubicBezTo>
                      <a:pt x="384" y="8664"/>
                      <a:pt x="437" y="8683"/>
                      <a:pt x="483" y="8683"/>
                    </a:cubicBezTo>
                    <a:lnTo>
                      <a:pt x="887" y="8683"/>
                    </a:lnTo>
                    <a:lnTo>
                      <a:pt x="999" y="10852"/>
                    </a:lnTo>
                    <a:cubicBezTo>
                      <a:pt x="1006" y="11023"/>
                      <a:pt x="1158" y="11162"/>
                      <a:pt x="1330" y="11162"/>
                    </a:cubicBezTo>
                    <a:cubicBezTo>
                      <a:pt x="1501" y="11162"/>
                      <a:pt x="1653" y="11023"/>
                      <a:pt x="1660" y="10852"/>
                    </a:cubicBezTo>
                    <a:lnTo>
                      <a:pt x="1766" y="8683"/>
                    </a:lnTo>
                    <a:lnTo>
                      <a:pt x="1799" y="8683"/>
                    </a:lnTo>
                    <a:lnTo>
                      <a:pt x="1911" y="10852"/>
                    </a:lnTo>
                    <a:cubicBezTo>
                      <a:pt x="1924" y="11023"/>
                      <a:pt x="2070" y="11162"/>
                      <a:pt x="2242" y="11162"/>
                    </a:cubicBezTo>
                    <a:cubicBezTo>
                      <a:pt x="2420" y="11162"/>
                      <a:pt x="2566" y="11023"/>
                      <a:pt x="2579" y="10852"/>
                    </a:cubicBezTo>
                    <a:lnTo>
                      <a:pt x="2678" y="8683"/>
                    </a:lnTo>
                    <a:lnTo>
                      <a:pt x="3088" y="8683"/>
                    </a:lnTo>
                    <a:cubicBezTo>
                      <a:pt x="3134" y="8683"/>
                      <a:pt x="3187" y="8664"/>
                      <a:pt x="3220" y="8624"/>
                    </a:cubicBezTo>
                    <a:cubicBezTo>
                      <a:pt x="3253" y="8584"/>
                      <a:pt x="3266" y="8531"/>
                      <a:pt x="3253" y="8479"/>
                    </a:cubicBezTo>
                    <a:lnTo>
                      <a:pt x="2771" y="6284"/>
                    </a:lnTo>
                    <a:lnTo>
                      <a:pt x="2784" y="5405"/>
                    </a:lnTo>
                    <a:cubicBezTo>
                      <a:pt x="3018" y="5497"/>
                      <a:pt x="3275" y="5578"/>
                      <a:pt x="3528" y="5578"/>
                    </a:cubicBezTo>
                    <a:cubicBezTo>
                      <a:pt x="3546" y="5578"/>
                      <a:pt x="3565" y="5578"/>
                      <a:pt x="3584" y="5577"/>
                    </a:cubicBezTo>
                    <a:cubicBezTo>
                      <a:pt x="3722" y="5570"/>
                      <a:pt x="3855" y="5537"/>
                      <a:pt x="3967" y="5458"/>
                    </a:cubicBezTo>
                    <a:cubicBezTo>
                      <a:pt x="4040" y="5411"/>
                      <a:pt x="4093" y="5352"/>
                      <a:pt x="4145" y="5286"/>
                    </a:cubicBezTo>
                    <a:cubicBezTo>
                      <a:pt x="4172" y="5292"/>
                      <a:pt x="4205" y="5299"/>
                      <a:pt x="4238" y="5299"/>
                    </a:cubicBezTo>
                    <a:cubicBezTo>
                      <a:pt x="4246" y="5300"/>
                      <a:pt x="4254" y="5300"/>
                      <a:pt x="4261" y="5300"/>
                    </a:cubicBezTo>
                    <a:cubicBezTo>
                      <a:pt x="4483" y="5300"/>
                      <a:pt x="4682" y="5119"/>
                      <a:pt x="4701" y="4896"/>
                    </a:cubicBezTo>
                    <a:cubicBezTo>
                      <a:pt x="4707" y="4784"/>
                      <a:pt x="4714" y="4671"/>
                      <a:pt x="4727" y="4559"/>
                    </a:cubicBezTo>
                    <a:cubicBezTo>
                      <a:pt x="4747" y="4387"/>
                      <a:pt x="4773" y="4215"/>
                      <a:pt x="4800" y="4043"/>
                    </a:cubicBezTo>
                    <a:cubicBezTo>
                      <a:pt x="4853" y="3680"/>
                      <a:pt x="4952" y="3323"/>
                      <a:pt x="5078" y="2979"/>
                    </a:cubicBezTo>
                    <a:cubicBezTo>
                      <a:pt x="5111" y="2893"/>
                      <a:pt x="5144" y="2807"/>
                      <a:pt x="5183" y="2728"/>
                    </a:cubicBezTo>
                    <a:lnTo>
                      <a:pt x="5203" y="3785"/>
                    </a:lnTo>
                    <a:lnTo>
                      <a:pt x="4344" y="7632"/>
                    </a:lnTo>
                    <a:cubicBezTo>
                      <a:pt x="4331" y="7718"/>
                      <a:pt x="4350" y="7811"/>
                      <a:pt x="4410" y="7877"/>
                    </a:cubicBezTo>
                    <a:cubicBezTo>
                      <a:pt x="4469" y="7950"/>
                      <a:pt x="4549" y="7989"/>
                      <a:pt x="4641" y="7989"/>
                    </a:cubicBezTo>
                    <a:lnTo>
                      <a:pt x="5315" y="7989"/>
                    </a:lnTo>
                    <a:lnTo>
                      <a:pt x="5448" y="10700"/>
                    </a:lnTo>
                    <a:cubicBezTo>
                      <a:pt x="5461" y="10971"/>
                      <a:pt x="5692" y="11189"/>
                      <a:pt x="5970" y="11189"/>
                    </a:cubicBezTo>
                    <a:cubicBezTo>
                      <a:pt x="5974" y="11189"/>
                      <a:pt x="5978" y="11189"/>
                      <a:pt x="5982" y="11189"/>
                    </a:cubicBezTo>
                    <a:cubicBezTo>
                      <a:pt x="6241" y="11189"/>
                      <a:pt x="6472" y="10973"/>
                      <a:pt x="6485" y="10706"/>
                    </a:cubicBezTo>
                    <a:cubicBezTo>
                      <a:pt x="6485" y="10706"/>
                      <a:pt x="6485" y="10700"/>
                      <a:pt x="6485" y="10700"/>
                    </a:cubicBezTo>
                    <a:lnTo>
                      <a:pt x="6631" y="7989"/>
                    </a:lnTo>
                    <a:lnTo>
                      <a:pt x="6750" y="7989"/>
                    </a:lnTo>
                    <a:lnTo>
                      <a:pt x="6882" y="10700"/>
                    </a:lnTo>
                    <a:cubicBezTo>
                      <a:pt x="6895" y="10971"/>
                      <a:pt x="7127" y="11189"/>
                      <a:pt x="7398" y="11189"/>
                    </a:cubicBezTo>
                    <a:cubicBezTo>
                      <a:pt x="7402" y="11189"/>
                      <a:pt x="7406" y="11189"/>
                      <a:pt x="7410" y="11189"/>
                    </a:cubicBezTo>
                    <a:cubicBezTo>
                      <a:pt x="7675" y="11189"/>
                      <a:pt x="7900" y="10973"/>
                      <a:pt x="7920" y="10706"/>
                    </a:cubicBezTo>
                    <a:cubicBezTo>
                      <a:pt x="7920" y="10706"/>
                      <a:pt x="7920" y="10700"/>
                      <a:pt x="7920" y="10700"/>
                    </a:cubicBezTo>
                    <a:lnTo>
                      <a:pt x="8059" y="7989"/>
                    </a:lnTo>
                    <a:lnTo>
                      <a:pt x="8713" y="7989"/>
                    </a:lnTo>
                    <a:cubicBezTo>
                      <a:pt x="8806" y="7989"/>
                      <a:pt x="8892" y="7950"/>
                      <a:pt x="8944" y="7877"/>
                    </a:cubicBezTo>
                    <a:cubicBezTo>
                      <a:pt x="9004" y="7811"/>
                      <a:pt x="9024" y="7718"/>
                      <a:pt x="9011" y="7626"/>
                    </a:cubicBezTo>
                    <a:lnTo>
                      <a:pt x="8164" y="3766"/>
                    </a:lnTo>
                    <a:lnTo>
                      <a:pt x="8178" y="2728"/>
                    </a:lnTo>
                    <a:cubicBezTo>
                      <a:pt x="8323" y="3071"/>
                      <a:pt x="8422" y="3501"/>
                      <a:pt x="8488" y="3865"/>
                    </a:cubicBezTo>
                    <a:cubicBezTo>
                      <a:pt x="8548" y="4182"/>
                      <a:pt x="8581" y="4506"/>
                      <a:pt x="8607" y="4823"/>
                    </a:cubicBezTo>
                    <a:cubicBezTo>
                      <a:pt x="8607" y="4836"/>
                      <a:pt x="8607" y="4843"/>
                      <a:pt x="8614" y="4850"/>
                    </a:cubicBezTo>
                    <a:cubicBezTo>
                      <a:pt x="8633" y="5073"/>
                      <a:pt x="8825" y="5253"/>
                      <a:pt x="9053" y="5253"/>
                    </a:cubicBezTo>
                    <a:cubicBezTo>
                      <a:pt x="9061" y="5253"/>
                      <a:pt x="9069" y="5253"/>
                      <a:pt x="9077" y="5253"/>
                    </a:cubicBezTo>
                    <a:cubicBezTo>
                      <a:pt x="9096" y="5253"/>
                      <a:pt x="9123" y="5253"/>
                      <a:pt x="9143" y="5246"/>
                    </a:cubicBezTo>
                    <a:cubicBezTo>
                      <a:pt x="9196" y="5332"/>
                      <a:pt x="9255" y="5405"/>
                      <a:pt x="9341" y="5458"/>
                    </a:cubicBezTo>
                    <a:cubicBezTo>
                      <a:pt x="9453" y="5537"/>
                      <a:pt x="9592" y="5570"/>
                      <a:pt x="9724" y="5577"/>
                    </a:cubicBezTo>
                    <a:cubicBezTo>
                      <a:pt x="9744" y="5578"/>
                      <a:pt x="9763" y="5578"/>
                      <a:pt x="9782" y="5578"/>
                    </a:cubicBezTo>
                    <a:cubicBezTo>
                      <a:pt x="10039" y="5578"/>
                      <a:pt x="10290" y="5497"/>
                      <a:pt x="10524" y="5405"/>
                    </a:cubicBezTo>
                    <a:lnTo>
                      <a:pt x="10524" y="5405"/>
                    </a:lnTo>
                    <a:lnTo>
                      <a:pt x="10432" y="7097"/>
                    </a:lnTo>
                    <a:cubicBezTo>
                      <a:pt x="10425" y="7309"/>
                      <a:pt x="10471" y="7494"/>
                      <a:pt x="10564" y="7666"/>
                    </a:cubicBezTo>
                    <a:lnTo>
                      <a:pt x="10716" y="10852"/>
                    </a:lnTo>
                    <a:cubicBezTo>
                      <a:pt x="10729" y="11023"/>
                      <a:pt x="10875" y="11162"/>
                      <a:pt x="11053" y="11162"/>
                    </a:cubicBezTo>
                    <a:cubicBezTo>
                      <a:pt x="11225" y="11162"/>
                      <a:pt x="11370" y="11023"/>
                      <a:pt x="11384" y="10852"/>
                    </a:cubicBezTo>
                    <a:lnTo>
                      <a:pt x="11516" y="8340"/>
                    </a:lnTo>
                    <a:lnTo>
                      <a:pt x="11635" y="10852"/>
                    </a:lnTo>
                    <a:cubicBezTo>
                      <a:pt x="11641" y="11023"/>
                      <a:pt x="11793" y="11162"/>
                      <a:pt x="11965" y="11162"/>
                    </a:cubicBezTo>
                    <a:cubicBezTo>
                      <a:pt x="12137" y="11162"/>
                      <a:pt x="12289" y="11023"/>
                      <a:pt x="12296" y="10852"/>
                    </a:cubicBezTo>
                    <a:lnTo>
                      <a:pt x="12461" y="7659"/>
                    </a:lnTo>
                    <a:cubicBezTo>
                      <a:pt x="12554" y="7487"/>
                      <a:pt x="12587" y="7295"/>
                      <a:pt x="12580" y="7097"/>
                    </a:cubicBezTo>
                    <a:cubicBezTo>
                      <a:pt x="12573" y="7005"/>
                      <a:pt x="12567" y="6912"/>
                      <a:pt x="12560" y="6819"/>
                    </a:cubicBezTo>
                    <a:cubicBezTo>
                      <a:pt x="12547" y="6529"/>
                      <a:pt x="12534" y="6238"/>
                      <a:pt x="12514" y="5953"/>
                    </a:cubicBezTo>
                    <a:lnTo>
                      <a:pt x="12514" y="5953"/>
                    </a:lnTo>
                    <a:cubicBezTo>
                      <a:pt x="12653" y="6324"/>
                      <a:pt x="12706" y="6720"/>
                      <a:pt x="12739" y="7110"/>
                    </a:cubicBezTo>
                    <a:cubicBezTo>
                      <a:pt x="12752" y="7258"/>
                      <a:pt x="12877" y="7375"/>
                      <a:pt x="13024" y="7375"/>
                    </a:cubicBezTo>
                    <a:cubicBezTo>
                      <a:pt x="13028" y="7375"/>
                      <a:pt x="13032" y="7375"/>
                      <a:pt x="13036" y="7375"/>
                    </a:cubicBezTo>
                    <a:cubicBezTo>
                      <a:pt x="13188" y="7361"/>
                      <a:pt x="13307" y="7236"/>
                      <a:pt x="13307" y="7090"/>
                    </a:cubicBezTo>
                    <a:cubicBezTo>
                      <a:pt x="13314" y="6674"/>
                      <a:pt x="13287" y="6258"/>
                      <a:pt x="13195" y="5848"/>
                    </a:cubicBezTo>
                    <a:cubicBezTo>
                      <a:pt x="13036" y="5160"/>
                      <a:pt x="12633" y="4486"/>
                      <a:pt x="11972" y="4169"/>
                    </a:cubicBezTo>
                    <a:cubicBezTo>
                      <a:pt x="11825" y="4101"/>
                      <a:pt x="11672" y="4065"/>
                      <a:pt x="11519" y="4065"/>
                    </a:cubicBezTo>
                    <a:cubicBezTo>
                      <a:pt x="11285" y="4065"/>
                      <a:pt x="11050" y="4148"/>
                      <a:pt x="10835" y="4327"/>
                    </a:cubicBezTo>
                    <a:cubicBezTo>
                      <a:pt x="10663" y="4473"/>
                      <a:pt x="10471" y="4605"/>
                      <a:pt x="10280" y="4717"/>
                    </a:cubicBezTo>
                    <a:cubicBezTo>
                      <a:pt x="10174" y="4784"/>
                      <a:pt x="10062" y="4843"/>
                      <a:pt x="9949" y="4889"/>
                    </a:cubicBezTo>
                    <a:cubicBezTo>
                      <a:pt x="9896" y="4909"/>
                      <a:pt x="9843" y="4929"/>
                      <a:pt x="9791" y="4942"/>
                    </a:cubicBezTo>
                    <a:cubicBezTo>
                      <a:pt x="9753" y="4947"/>
                      <a:pt x="9707" y="4957"/>
                      <a:pt x="9666" y="4957"/>
                    </a:cubicBezTo>
                    <a:cubicBezTo>
                      <a:pt x="9657" y="4957"/>
                      <a:pt x="9647" y="4957"/>
                      <a:pt x="9639" y="4955"/>
                    </a:cubicBezTo>
                    <a:cubicBezTo>
                      <a:pt x="9632" y="4949"/>
                      <a:pt x="9513" y="4869"/>
                      <a:pt x="9513" y="4869"/>
                    </a:cubicBezTo>
                    <a:cubicBezTo>
                      <a:pt x="9506" y="4869"/>
                      <a:pt x="9500" y="4863"/>
                      <a:pt x="9500" y="4863"/>
                    </a:cubicBezTo>
                    <a:cubicBezTo>
                      <a:pt x="9500" y="4850"/>
                      <a:pt x="9500" y="4830"/>
                      <a:pt x="9500" y="4817"/>
                    </a:cubicBezTo>
                    <a:cubicBezTo>
                      <a:pt x="9500" y="4665"/>
                      <a:pt x="9506" y="4512"/>
                      <a:pt x="9500" y="4367"/>
                    </a:cubicBezTo>
                    <a:cubicBezTo>
                      <a:pt x="9500" y="4367"/>
                      <a:pt x="9500" y="4367"/>
                      <a:pt x="9500" y="4354"/>
                    </a:cubicBezTo>
                    <a:cubicBezTo>
                      <a:pt x="9500" y="4345"/>
                      <a:pt x="9500" y="4339"/>
                      <a:pt x="9500" y="4334"/>
                    </a:cubicBezTo>
                    <a:cubicBezTo>
                      <a:pt x="9493" y="3984"/>
                      <a:pt x="9467" y="3633"/>
                      <a:pt x="9414" y="3283"/>
                    </a:cubicBezTo>
                    <a:cubicBezTo>
                      <a:pt x="9354" y="2913"/>
                      <a:pt x="9262" y="2543"/>
                      <a:pt x="9130" y="2186"/>
                    </a:cubicBezTo>
                    <a:cubicBezTo>
                      <a:pt x="8885" y="1505"/>
                      <a:pt x="8469" y="857"/>
                      <a:pt x="7874" y="441"/>
                    </a:cubicBezTo>
                    <a:cubicBezTo>
                      <a:pt x="7748" y="355"/>
                      <a:pt x="7616" y="282"/>
                      <a:pt x="7484" y="209"/>
                    </a:cubicBezTo>
                    <a:cubicBezTo>
                      <a:pt x="7231" y="70"/>
                      <a:pt x="6958" y="0"/>
                      <a:pt x="6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130" name="Google Shape;2130;p74"/>
              <p:cNvSpPr/>
              <p:nvPr/>
            </p:nvSpPr>
            <p:spPr>
              <a:xfrm>
                <a:off x="5980875" y="2648525"/>
                <a:ext cx="49125" cy="48075"/>
              </a:xfrm>
              <a:custGeom>
                <a:avLst/>
                <a:gdLst/>
                <a:ahLst/>
                <a:cxnLst/>
                <a:rect l="l" t="t" r="r" b="b"/>
                <a:pathLst>
                  <a:path w="1965" h="1923" extrusionOk="0">
                    <a:moveTo>
                      <a:pt x="980" y="1"/>
                    </a:moveTo>
                    <a:cubicBezTo>
                      <a:pt x="947" y="1"/>
                      <a:pt x="913" y="3"/>
                      <a:pt x="880" y="6"/>
                    </a:cubicBezTo>
                    <a:cubicBezTo>
                      <a:pt x="622" y="39"/>
                      <a:pt x="384" y="178"/>
                      <a:pt x="226" y="383"/>
                    </a:cubicBezTo>
                    <a:cubicBezTo>
                      <a:pt x="67" y="594"/>
                      <a:pt x="1" y="872"/>
                      <a:pt x="47" y="1130"/>
                    </a:cubicBezTo>
                    <a:cubicBezTo>
                      <a:pt x="127" y="1579"/>
                      <a:pt x="536" y="1923"/>
                      <a:pt x="992" y="1923"/>
                    </a:cubicBezTo>
                    <a:cubicBezTo>
                      <a:pt x="1257" y="1923"/>
                      <a:pt x="1508" y="1811"/>
                      <a:pt x="1687" y="1619"/>
                    </a:cubicBezTo>
                    <a:cubicBezTo>
                      <a:pt x="1872" y="1427"/>
                      <a:pt x="1964" y="1169"/>
                      <a:pt x="1951" y="905"/>
                    </a:cubicBezTo>
                    <a:cubicBezTo>
                      <a:pt x="1931" y="641"/>
                      <a:pt x="1812" y="396"/>
                      <a:pt x="1614" y="231"/>
                    </a:cubicBezTo>
                    <a:cubicBezTo>
                      <a:pt x="1435" y="81"/>
                      <a:pt x="1210"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grpSp>
        <p:nvGrpSpPr>
          <p:cNvPr id="2131" name="Google Shape;2131;p74"/>
          <p:cNvGrpSpPr/>
          <p:nvPr/>
        </p:nvGrpSpPr>
        <p:grpSpPr>
          <a:xfrm>
            <a:off x="1289001" y="257787"/>
            <a:ext cx="754200" cy="717300"/>
            <a:chOff x="8286826" y="265837"/>
            <a:chExt cx="754200" cy="717300"/>
          </a:xfrm>
        </p:grpSpPr>
        <p:sp>
          <p:nvSpPr>
            <p:cNvPr id="2132" name="Google Shape;2132;p74"/>
            <p:cNvSpPr/>
            <p:nvPr/>
          </p:nvSpPr>
          <p:spPr>
            <a:xfrm>
              <a:off x="8286826" y="265837"/>
              <a:ext cx="754200" cy="717300"/>
            </a:xfrm>
            <a:prstGeom prst="decagon">
              <a:avLst>
                <a:gd name="vf" fmla="val 105146"/>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74"/>
            <p:cNvSpPr/>
            <p:nvPr/>
          </p:nvSpPr>
          <p:spPr>
            <a:xfrm>
              <a:off x="8326188" y="303288"/>
              <a:ext cx="675300" cy="642300"/>
            </a:xfrm>
            <a:prstGeom prst="decagon">
              <a:avLst>
                <a:gd name="vf" fmla="val 105146"/>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34" name="Google Shape;2134;p74"/>
            <p:cNvGrpSpPr/>
            <p:nvPr/>
          </p:nvGrpSpPr>
          <p:grpSpPr>
            <a:xfrm>
              <a:off x="8488825" y="484882"/>
              <a:ext cx="350188" cy="279116"/>
              <a:chOff x="5469425" y="2526250"/>
              <a:chExt cx="440100" cy="350825"/>
            </a:xfrm>
          </p:grpSpPr>
          <p:sp>
            <p:nvSpPr>
              <p:cNvPr id="2135" name="Google Shape;2135;p74"/>
              <p:cNvSpPr/>
              <p:nvPr/>
            </p:nvSpPr>
            <p:spPr>
              <a:xfrm>
                <a:off x="5489925" y="2650200"/>
                <a:ext cx="49100" cy="48050"/>
              </a:xfrm>
              <a:custGeom>
                <a:avLst/>
                <a:gdLst/>
                <a:ahLst/>
                <a:cxnLst/>
                <a:rect l="l" t="t" r="r" b="b"/>
                <a:pathLst>
                  <a:path w="1964" h="1922" extrusionOk="0">
                    <a:moveTo>
                      <a:pt x="979" y="0"/>
                    </a:moveTo>
                    <a:cubicBezTo>
                      <a:pt x="946" y="0"/>
                      <a:pt x="913" y="2"/>
                      <a:pt x="879" y="5"/>
                    </a:cubicBezTo>
                    <a:cubicBezTo>
                      <a:pt x="622" y="38"/>
                      <a:pt x="384" y="177"/>
                      <a:pt x="225" y="382"/>
                    </a:cubicBezTo>
                    <a:cubicBezTo>
                      <a:pt x="66" y="593"/>
                      <a:pt x="0" y="871"/>
                      <a:pt x="46" y="1129"/>
                    </a:cubicBezTo>
                    <a:cubicBezTo>
                      <a:pt x="126" y="1578"/>
                      <a:pt x="536" y="1922"/>
                      <a:pt x="992" y="1922"/>
                    </a:cubicBezTo>
                    <a:cubicBezTo>
                      <a:pt x="1256" y="1922"/>
                      <a:pt x="1507" y="1810"/>
                      <a:pt x="1692" y="1618"/>
                    </a:cubicBezTo>
                    <a:cubicBezTo>
                      <a:pt x="1871" y="1426"/>
                      <a:pt x="1963" y="1168"/>
                      <a:pt x="1950" y="904"/>
                    </a:cubicBezTo>
                    <a:cubicBezTo>
                      <a:pt x="1937" y="640"/>
                      <a:pt x="1811" y="395"/>
                      <a:pt x="1613" y="230"/>
                    </a:cubicBezTo>
                    <a:cubicBezTo>
                      <a:pt x="1434" y="80"/>
                      <a:pt x="1209" y="0"/>
                      <a:pt x="9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136" name="Google Shape;2136;p74"/>
              <p:cNvSpPr/>
              <p:nvPr/>
            </p:nvSpPr>
            <p:spPr>
              <a:xfrm>
                <a:off x="5589725" y="2526250"/>
                <a:ext cx="78025" cy="73200"/>
              </a:xfrm>
              <a:custGeom>
                <a:avLst/>
                <a:gdLst/>
                <a:ahLst/>
                <a:cxnLst/>
                <a:rect l="l" t="t" r="r" b="b"/>
                <a:pathLst>
                  <a:path w="3121" h="2928" extrusionOk="0">
                    <a:moveTo>
                      <a:pt x="1559" y="1"/>
                    </a:moveTo>
                    <a:cubicBezTo>
                      <a:pt x="1485" y="1"/>
                      <a:pt x="1410" y="7"/>
                      <a:pt x="1336" y="19"/>
                    </a:cubicBezTo>
                    <a:cubicBezTo>
                      <a:pt x="801" y="105"/>
                      <a:pt x="351" y="488"/>
                      <a:pt x="179" y="997"/>
                    </a:cubicBezTo>
                    <a:cubicBezTo>
                      <a:pt x="1" y="1513"/>
                      <a:pt x="140" y="2108"/>
                      <a:pt x="530" y="2491"/>
                    </a:cubicBezTo>
                    <a:cubicBezTo>
                      <a:pt x="801" y="2769"/>
                      <a:pt x="1177" y="2927"/>
                      <a:pt x="1567" y="2927"/>
                    </a:cubicBezTo>
                    <a:cubicBezTo>
                      <a:pt x="2109" y="2927"/>
                      <a:pt x="2618" y="2616"/>
                      <a:pt x="2870" y="2141"/>
                    </a:cubicBezTo>
                    <a:cubicBezTo>
                      <a:pt x="3121" y="1651"/>
                      <a:pt x="3074" y="1043"/>
                      <a:pt x="2751" y="600"/>
                    </a:cubicBezTo>
                    <a:cubicBezTo>
                      <a:pt x="2472" y="225"/>
                      <a:pt x="2021" y="1"/>
                      <a:pt x="15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137" name="Google Shape;2137;p74"/>
              <p:cNvSpPr/>
              <p:nvPr/>
            </p:nvSpPr>
            <p:spPr>
              <a:xfrm>
                <a:off x="5708875" y="2526250"/>
                <a:ext cx="77875" cy="73200"/>
              </a:xfrm>
              <a:custGeom>
                <a:avLst/>
                <a:gdLst/>
                <a:ahLst/>
                <a:cxnLst/>
                <a:rect l="l" t="t" r="r" b="b"/>
                <a:pathLst>
                  <a:path w="3115" h="2928" extrusionOk="0">
                    <a:moveTo>
                      <a:pt x="1553" y="1"/>
                    </a:moveTo>
                    <a:cubicBezTo>
                      <a:pt x="1478" y="1"/>
                      <a:pt x="1404" y="7"/>
                      <a:pt x="1329" y="19"/>
                    </a:cubicBezTo>
                    <a:cubicBezTo>
                      <a:pt x="800" y="105"/>
                      <a:pt x="344" y="488"/>
                      <a:pt x="173" y="997"/>
                    </a:cubicBezTo>
                    <a:cubicBezTo>
                      <a:pt x="1" y="1513"/>
                      <a:pt x="133" y="2108"/>
                      <a:pt x="523" y="2491"/>
                    </a:cubicBezTo>
                    <a:cubicBezTo>
                      <a:pt x="794" y="2769"/>
                      <a:pt x="1171" y="2927"/>
                      <a:pt x="1561" y="2927"/>
                    </a:cubicBezTo>
                    <a:cubicBezTo>
                      <a:pt x="2103" y="2927"/>
                      <a:pt x="2612" y="2616"/>
                      <a:pt x="2863" y="2141"/>
                    </a:cubicBezTo>
                    <a:cubicBezTo>
                      <a:pt x="3114" y="1651"/>
                      <a:pt x="3068" y="1043"/>
                      <a:pt x="2744" y="600"/>
                    </a:cubicBezTo>
                    <a:cubicBezTo>
                      <a:pt x="2465" y="225"/>
                      <a:pt x="2014" y="1"/>
                      <a:pt x="15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138" name="Google Shape;2138;p74"/>
              <p:cNvSpPr/>
              <p:nvPr/>
            </p:nvSpPr>
            <p:spPr>
              <a:xfrm>
                <a:off x="5816625" y="2707500"/>
                <a:ext cx="25" cy="850"/>
              </a:xfrm>
              <a:custGeom>
                <a:avLst/>
                <a:gdLst/>
                <a:ahLst/>
                <a:cxnLst/>
                <a:rect l="l" t="t" r="r" b="b"/>
                <a:pathLst>
                  <a:path w="1" h="34" extrusionOk="0">
                    <a:moveTo>
                      <a:pt x="0" y="33"/>
                    </a:moveTo>
                    <a:cubicBezTo>
                      <a:pt x="0" y="33"/>
                      <a:pt x="0" y="33"/>
                      <a:pt x="0" y="33"/>
                    </a:cubicBezTo>
                    <a:cubicBezTo>
                      <a:pt x="0" y="20"/>
                      <a:pt x="0" y="0"/>
                      <a:pt x="0" y="3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139" name="Google Shape;2139;p74"/>
              <p:cNvSpPr/>
              <p:nvPr/>
            </p:nvSpPr>
            <p:spPr>
              <a:xfrm>
                <a:off x="5840250" y="2650200"/>
                <a:ext cx="49100" cy="48050"/>
              </a:xfrm>
              <a:custGeom>
                <a:avLst/>
                <a:gdLst/>
                <a:ahLst/>
                <a:cxnLst/>
                <a:rect l="l" t="t" r="r" b="b"/>
                <a:pathLst>
                  <a:path w="1964" h="1922" extrusionOk="0">
                    <a:moveTo>
                      <a:pt x="991" y="0"/>
                    </a:moveTo>
                    <a:cubicBezTo>
                      <a:pt x="760" y="0"/>
                      <a:pt x="531" y="80"/>
                      <a:pt x="358" y="230"/>
                    </a:cubicBezTo>
                    <a:cubicBezTo>
                      <a:pt x="159" y="395"/>
                      <a:pt x="34" y="640"/>
                      <a:pt x="14" y="904"/>
                    </a:cubicBezTo>
                    <a:cubicBezTo>
                      <a:pt x="1" y="1168"/>
                      <a:pt x="100" y="1426"/>
                      <a:pt x="278" y="1618"/>
                    </a:cubicBezTo>
                    <a:cubicBezTo>
                      <a:pt x="457" y="1810"/>
                      <a:pt x="715" y="1922"/>
                      <a:pt x="972" y="1922"/>
                    </a:cubicBezTo>
                    <a:cubicBezTo>
                      <a:pt x="1435" y="1922"/>
                      <a:pt x="1838" y="1578"/>
                      <a:pt x="1918" y="1129"/>
                    </a:cubicBezTo>
                    <a:cubicBezTo>
                      <a:pt x="1964" y="871"/>
                      <a:pt x="1898" y="593"/>
                      <a:pt x="1739" y="382"/>
                    </a:cubicBezTo>
                    <a:cubicBezTo>
                      <a:pt x="1587" y="177"/>
                      <a:pt x="1343" y="38"/>
                      <a:pt x="1091" y="5"/>
                    </a:cubicBezTo>
                    <a:cubicBezTo>
                      <a:pt x="1058" y="2"/>
                      <a:pt x="1025" y="0"/>
                      <a:pt x="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2140" name="Google Shape;2140;p74"/>
              <p:cNvSpPr/>
              <p:nvPr/>
            </p:nvSpPr>
            <p:spPr>
              <a:xfrm>
                <a:off x="5469425" y="2603975"/>
                <a:ext cx="440100" cy="273100"/>
              </a:xfrm>
              <a:custGeom>
                <a:avLst/>
                <a:gdLst/>
                <a:ahLst/>
                <a:cxnLst/>
                <a:rect l="l" t="t" r="r" b="b"/>
                <a:pathLst>
                  <a:path w="17604" h="10924" extrusionOk="0">
                    <a:moveTo>
                      <a:pt x="6349" y="0"/>
                    </a:moveTo>
                    <a:cubicBezTo>
                      <a:pt x="6108" y="0"/>
                      <a:pt x="5851" y="50"/>
                      <a:pt x="5606" y="182"/>
                    </a:cubicBezTo>
                    <a:cubicBezTo>
                      <a:pt x="5328" y="334"/>
                      <a:pt x="5077" y="519"/>
                      <a:pt x="4852" y="737"/>
                    </a:cubicBezTo>
                    <a:cubicBezTo>
                      <a:pt x="4839" y="750"/>
                      <a:pt x="4826" y="763"/>
                      <a:pt x="4813" y="777"/>
                    </a:cubicBezTo>
                    <a:cubicBezTo>
                      <a:pt x="4780" y="803"/>
                      <a:pt x="4753" y="836"/>
                      <a:pt x="4720" y="869"/>
                    </a:cubicBezTo>
                    <a:cubicBezTo>
                      <a:pt x="4694" y="902"/>
                      <a:pt x="4667" y="929"/>
                      <a:pt x="4641" y="962"/>
                    </a:cubicBezTo>
                    <a:cubicBezTo>
                      <a:pt x="4608" y="995"/>
                      <a:pt x="4588" y="1028"/>
                      <a:pt x="4562" y="1054"/>
                    </a:cubicBezTo>
                    <a:cubicBezTo>
                      <a:pt x="4522" y="1101"/>
                      <a:pt x="4489" y="1147"/>
                      <a:pt x="4456" y="1193"/>
                    </a:cubicBezTo>
                    <a:cubicBezTo>
                      <a:pt x="4443" y="1206"/>
                      <a:pt x="4436" y="1220"/>
                      <a:pt x="4429" y="1233"/>
                    </a:cubicBezTo>
                    <a:cubicBezTo>
                      <a:pt x="4330" y="1365"/>
                      <a:pt x="4244" y="1504"/>
                      <a:pt x="4158" y="1649"/>
                    </a:cubicBezTo>
                    <a:cubicBezTo>
                      <a:pt x="3828" y="2244"/>
                      <a:pt x="3610" y="2951"/>
                      <a:pt x="3557" y="3692"/>
                    </a:cubicBezTo>
                    <a:cubicBezTo>
                      <a:pt x="3537" y="4002"/>
                      <a:pt x="3544" y="4326"/>
                      <a:pt x="3577" y="4650"/>
                    </a:cubicBezTo>
                    <a:cubicBezTo>
                      <a:pt x="3577" y="4683"/>
                      <a:pt x="3577" y="4703"/>
                      <a:pt x="3577" y="4703"/>
                    </a:cubicBezTo>
                    <a:lnTo>
                      <a:pt x="3524" y="4703"/>
                    </a:lnTo>
                    <a:cubicBezTo>
                      <a:pt x="3464" y="4690"/>
                      <a:pt x="3411" y="4670"/>
                      <a:pt x="3359" y="4644"/>
                    </a:cubicBezTo>
                    <a:cubicBezTo>
                      <a:pt x="3246" y="4597"/>
                      <a:pt x="3140" y="4544"/>
                      <a:pt x="3035" y="4478"/>
                    </a:cubicBezTo>
                    <a:cubicBezTo>
                      <a:pt x="2836" y="4359"/>
                      <a:pt x="2651" y="4234"/>
                      <a:pt x="2473" y="4088"/>
                    </a:cubicBezTo>
                    <a:cubicBezTo>
                      <a:pt x="2261" y="3908"/>
                      <a:pt x="2027" y="3823"/>
                      <a:pt x="1793" y="3823"/>
                    </a:cubicBezTo>
                    <a:cubicBezTo>
                      <a:pt x="1641" y="3823"/>
                      <a:pt x="1489" y="3859"/>
                      <a:pt x="1342" y="3930"/>
                    </a:cubicBezTo>
                    <a:cubicBezTo>
                      <a:pt x="675" y="4247"/>
                      <a:pt x="272" y="4921"/>
                      <a:pt x="113" y="5609"/>
                    </a:cubicBezTo>
                    <a:cubicBezTo>
                      <a:pt x="20" y="6018"/>
                      <a:pt x="1" y="6435"/>
                      <a:pt x="1" y="6851"/>
                    </a:cubicBezTo>
                    <a:cubicBezTo>
                      <a:pt x="7" y="6997"/>
                      <a:pt x="126" y="7122"/>
                      <a:pt x="272" y="7136"/>
                    </a:cubicBezTo>
                    <a:cubicBezTo>
                      <a:pt x="276" y="7136"/>
                      <a:pt x="280" y="7136"/>
                      <a:pt x="284" y="7136"/>
                    </a:cubicBezTo>
                    <a:cubicBezTo>
                      <a:pt x="431" y="7136"/>
                      <a:pt x="563" y="7019"/>
                      <a:pt x="569" y="6871"/>
                    </a:cubicBezTo>
                    <a:cubicBezTo>
                      <a:pt x="602" y="6481"/>
                      <a:pt x="655" y="6085"/>
                      <a:pt x="794" y="5714"/>
                    </a:cubicBezTo>
                    <a:lnTo>
                      <a:pt x="807" y="6045"/>
                    </a:lnTo>
                    <a:lnTo>
                      <a:pt x="318" y="8239"/>
                    </a:lnTo>
                    <a:cubicBezTo>
                      <a:pt x="305" y="8292"/>
                      <a:pt x="318" y="8345"/>
                      <a:pt x="351" y="8385"/>
                    </a:cubicBezTo>
                    <a:cubicBezTo>
                      <a:pt x="384" y="8425"/>
                      <a:pt x="437" y="8444"/>
                      <a:pt x="483" y="8444"/>
                    </a:cubicBezTo>
                    <a:lnTo>
                      <a:pt x="886" y="8444"/>
                    </a:lnTo>
                    <a:lnTo>
                      <a:pt x="999" y="10612"/>
                    </a:lnTo>
                    <a:cubicBezTo>
                      <a:pt x="1005" y="10784"/>
                      <a:pt x="1157" y="10923"/>
                      <a:pt x="1329" y="10923"/>
                    </a:cubicBezTo>
                    <a:cubicBezTo>
                      <a:pt x="1501" y="10923"/>
                      <a:pt x="1653" y="10784"/>
                      <a:pt x="1660" y="10612"/>
                    </a:cubicBezTo>
                    <a:lnTo>
                      <a:pt x="1765" y="8444"/>
                    </a:lnTo>
                    <a:lnTo>
                      <a:pt x="1799" y="8444"/>
                    </a:lnTo>
                    <a:lnTo>
                      <a:pt x="1911" y="10612"/>
                    </a:lnTo>
                    <a:cubicBezTo>
                      <a:pt x="1924" y="10784"/>
                      <a:pt x="2070" y="10923"/>
                      <a:pt x="2241" y="10923"/>
                    </a:cubicBezTo>
                    <a:cubicBezTo>
                      <a:pt x="2420" y="10923"/>
                      <a:pt x="2565" y="10784"/>
                      <a:pt x="2579" y="10612"/>
                    </a:cubicBezTo>
                    <a:lnTo>
                      <a:pt x="2678" y="8444"/>
                    </a:lnTo>
                    <a:lnTo>
                      <a:pt x="3088" y="8444"/>
                    </a:lnTo>
                    <a:cubicBezTo>
                      <a:pt x="3134" y="8444"/>
                      <a:pt x="3187" y="8425"/>
                      <a:pt x="3220" y="8385"/>
                    </a:cubicBezTo>
                    <a:cubicBezTo>
                      <a:pt x="3253" y="8345"/>
                      <a:pt x="3266" y="8292"/>
                      <a:pt x="3253" y="8239"/>
                    </a:cubicBezTo>
                    <a:lnTo>
                      <a:pt x="2770" y="6045"/>
                    </a:lnTo>
                    <a:lnTo>
                      <a:pt x="2783" y="5166"/>
                    </a:lnTo>
                    <a:cubicBezTo>
                      <a:pt x="3017" y="5258"/>
                      <a:pt x="3274" y="5339"/>
                      <a:pt x="3527" y="5339"/>
                    </a:cubicBezTo>
                    <a:cubicBezTo>
                      <a:pt x="3546" y="5339"/>
                      <a:pt x="3565" y="5339"/>
                      <a:pt x="3583" y="5338"/>
                    </a:cubicBezTo>
                    <a:cubicBezTo>
                      <a:pt x="3722" y="5331"/>
                      <a:pt x="3854" y="5298"/>
                      <a:pt x="3967" y="5219"/>
                    </a:cubicBezTo>
                    <a:cubicBezTo>
                      <a:pt x="4000" y="5199"/>
                      <a:pt x="4026" y="5179"/>
                      <a:pt x="4053" y="5153"/>
                    </a:cubicBezTo>
                    <a:cubicBezTo>
                      <a:pt x="4258" y="5133"/>
                      <a:pt x="4429" y="4967"/>
                      <a:pt x="4449" y="4756"/>
                    </a:cubicBezTo>
                    <a:lnTo>
                      <a:pt x="4449" y="4736"/>
                    </a:lnTo>
                    <a:cubicBezTo>
                      <a:pt x="4456" y="4644"/>
                      <a:pt x="4462" y="4544"/>
                      <a:pt x="4469" y="4445"/>
                    </a:cubicBezTo>
                    <a:cubicBezTo>
                      <a:pt x="4495" y="4260"/>
                      <a:pt x="4522" y="4075"/>
                      <a:pt x="4548" y="3890"/>
                    </a:cubicBezTo>
                    <a:cubicBezTo>
                      <a:pt x="4621" y="3526"/>
                      <a:pt x="4707" y="3163"/>
                      <a:pt x="4846" y="2819"/>
                    </a:cubicBezTo>
                    <a:cubicBezTo>
                      <a:pt x="4872" y="2760"/>
                      <a:pt x="4892" y="2700"/>
                      <a:pt x="4919" y="2641"/>
                    </a:cubicBezTo>
                    <a:lnTo>
                      <a:pt x="4919" y="3051"/>
                    </a:lnTo>
                    <a:lnTo>
                      <a:pt x="4152" y="6904"/>
                    </a:lnTo>
                    <a:cubicBezTo>
                      <a:pt x="4132" y="6984"/>
                      <a:pt x="4152" y="7063"/>
                      <a:pt x="4205" y="7122"/>
                    </a:cubicBezTo>
                    <a:cubicBezTo>
                      <a:pt x="4258" y="7188"/>
                      <a:pt x="4330" y="7221"/>
                      <a:pt x="4410" y="7221"/>
                    </a:cubicBezTo>
                    <a:lnTo>
                      <a:pt x="5018" y="7221"/>
                    </a:lnTo>
                    <a:lnTo>
                      <a:pt x="5170" y="10414"/>
                    </a:lnTo>
                    <a:cubicBezTo>
                      <a:pt x="5183" y="10679"/>
                      <a:pt x="5408" y="10897"/>
                      <a:pt x="5679" y="10897"/>
                    </a:cubicBezTo>
                    <a:cubicBezTo>
                      <a:pt x="5943" y="10897"/>
                      <a:pt x="6168" y="10679"/>
                      <a:pt x="6188" y="10414"/>
                    </a:cubicBezTo>
                    <a:lnTo>
                      <a:pt x="6353" y="7221"/>
                    </a:lnTo>
                    <a:lnTo>
                      <a:pt x="6412" y="7221"/>
                    </a:lnTo>
                    <a:lnTo>
                      <a:pt x="6571" y="10414"/>
                    </a:lnTo>
                    <a:cubicBezTo>
                      <a:pt x="6584" y="10679"/>
                      <a:pt x="6809" y="10897"/>
                      <a:pt x="7073" y="10897"/>
                    </a:cubicBezTo>
                    <a:cubicBezTo>
                      <a:pt x="7338" y="10897"/>
                      <a:pt x="7569" y="10685"/>
                      <a:pt x="7582" y="10414"/>
                    </a:cubicBezTo>
                    <a:lnTo>
                      <a:pt x="7748" y="7221"/>
                    </a:lnTo>
                    <a:lnTo>
                      <a:pt x="8349" y="7221"/>
                    </a:lnTo>
                    <a:cubicBezTo>
                      <a:pt x="8429" y="7221"/>
                      <a:pt x="8501" y="7188"/>
                      <a:pt x="8554" y="7122"/>
                    </a:cubicBezTo>
                    <a:cubicBezTo>
                      <a:pt x="8600" y="7063"/>
                      <a:pt x="8620" y="6984"/>
                      <a:pt x="8607" y="6904"/>
                    </a:cubicBezTo>
                    <a:lnTo>
                      <a:pt x="7840" y="2991"/>
                    </a:lnTo>
                    <a:lnTo>
                      <a:pt x="7840" y="2661"/>
                    </a:lnTo>
                    <a:cubicBezTo>
                      <a:pt x="7847" y="2687"/>
                      <a:pt x="7860" y="2720"/>
                      <a:pt x="7873" y="2746"/>
                    </a:cubicBezTo>
                    <a:cubicBezTo>
                      <a:pt x="7900" y="2813"/>
                      <a:pt x="7920" y="2872"/>
                      <a:pt x="7939" y="2932"/>
                    </a:cubicBezTo>
                    <a:cubicBezTo>
                      <a:pt x="8005" y="3136"/>
                      <a:pt x="8065" y="3348"/>
                      <a:pt x="8111" y="3559"/>
                    </a:cubicBezTo>
                    <a:cubicBezTo>
                      <a:pt x="8131" y="3645"/>
                      <a:pt x="8144" y="3725"/>
                      <a:pt x="8164" y="3811"/>
                    </a:cubicBezTo>
                    <a:cubicBezTo>
                      <a:pt x="8204" y="4088"/>
                      <a:pt x="8237" y="4366"/>
                      <a:pt x="8257" y="4650"/>
                    </a:cubicBezTo>
                    <a:lnTo>
                      <a:pt x="8263" y="4670"/>
                    </a:lnTo>
                    <a:cubicBezTo>
                      <a:pt x="8270" y="4782"/>
                      <a:pt x="8329" y="4888"/>
                      <a:pt x="8415" y="4961"/>
                    </a:cubicBezTo>
                    <a:cubicBezTo>
                      <a:pt x="8481" y="5067"/>
                      <a:pt x="8587" y="5139"/>
                      <a:pt x="8719" y="5153"/>
                    </a:cubicBezTo>
                    <a:cubicBezTo>
                      <a:pt x="8735" y="5154"/>
                      <a:pt x="8751" y="5155"/>
                      <a:pt x="8766" y="5155"/>
                    </a:cubicBezTo>
                    <a:cubicBezTo>
                      <a:pt x="8992" y="5155"/>
                      <a:pt x="9190" y="4979"/>
                      <a:pt x="9209" y="4756"/>
                    </a:cubicBezTo>
                    <a:lnTo>
                      <a:pt x="9209" y="4736"/>
                    </a:lnTo>
                    <a:cubicBezTo>
                      <a:pt x="9215" y="4644"/>
                      <a:pt x="9222" y="4544"/>
                      <a:pt x="9228" y="4445"/>
                    </a:cubicBezTo>
                    <a:cubicBezTo>
                      <a:pt x="9255" y="4260"/>
                      <a:pt x="9281" y="4075"/>
                      <a:pt x="9308" y="3890"/>
                    </a:cubicBezTo>
                    <a:cubicBezTo>
                      <a:pt x="9380" y="3526"/>
                      <a:pt x="9466" y="3163"/>
                      <a:pt x="9605" y="2819"/>
                    </a:cubicBezTo>
                    <a:cubicBezTo>
                      <a:pt x="9632" y="2760"/>
                      <a:pt x="9651" y="2700"/>
                      <a:pt x="9678" y="2641"/>
                    </a:cubicBezTo>
                    <a:lnTo>
                      <a:pt x="9678" y="3051"/>
                    </a:lnTo>
                    <a:lnTo>
                      <a:pt x="8911" y="6904"/>
                    </a:lnTo>
                    <a:cubicBezTo>
                      <a:pt x="8891" y="6984"/>
                      <a:pt x="8911" y="7063"/>
                      <a:pt x="8964" y="7122"/>
                    </a:cubicBezTo>
                    <a:cubicBezTo>
                      <a:pt x="9017" y="7188"/>
                      <a:pt x="9090" y="7221"/>
                      <a:pt x="9169" y="7221"/>
                    </a:cubicBezTo>
                    <a:lnTo>
                      <a:pt x="9777" y="7221"/>
                    </a:lnTo>
                    <a:lnTo>
                      <a:pt x="9929" y="10414"/>
                    </a:lnTo>
                    <a:cubicBezTo>
                      <a:pt x="9942" y="10679"/>
                      <a:pt x="10174" y="10897"/>
                      <a:pt x="10438" y="10897"/>
                    </a:cubicBezTo>
                    <a:cubicBezTo>
                      <a:pt x="10702" y="10897"/>
                      <a:pt x="10927" y="10679"/>
                      <a:pt x="10947" y="10414"/>
                    </a:cubicBezTo>
                    <a:lnTo>
                      <a:pt x="11112" y="7221"/>
                    </a:lnTo>
                    <a:lnTo>
                      <a:pt x="11172" y="7221"/>
                    </a:lnTo>
                    <a:lnTo>
                      <a:pt x="11330" y="10414"/>
                    </a:lnTo>
                    <a:cubicBezTo>
                      <a:pt x="11344" y="10679"/>
                      <a:pt x="11568" y="10897"/>
                      <a:pt x="11833" y="10897"/>
                    </a:cubicBezTo>
                    <a:cubicBezTo>
                      <a:pt x="12097" y="10897"/>
                      <a:pt x="12328" y="10685"/>
                      <a:pt x="12342" y="10414"/>
                    </a:cubicBezTo>
                    <a:lnTo>
                      <a:pt x="12507" y="7221"/>
                    </a:lnTo>
                    <a:lnTo>
                      <a:pt x="13108" y="7221"/>
                    </a:lnTo>
                    <a:cubicBezTo>
                      <a:pt x="13188" y="7221"/>
                      <a:pt x="13261" y="7188"/>
                      <a:pt x="13313" y="7122"/>
                    </a:cubicBezTo>
                    <a:cubicBezTo>
                      <a:pt x="13360" y="7063"/>
                      <a:pt x="13380" y="6984"/>
                      <a:pt x="13366" y="6904"/>
                    </a:cubicBezTo>
                    <a:lnTo>
                      <a:pt x="12600" y="2991"/>
                    </a:lnTo>
                    <a:lnTo>
                      <a:pt x="12600" y="2661"/>
                    </a:lnTo>
                    <a:cubicBezTo>
                      <a:pt x="12613" y="2687"/>
                      <a:pt x="12619" y="2720"/>
                      <a:pt x="12633" y="2746"/>
                    </a:cubicBezTo>
                    <a:cubicBezTo>
                      <a:pt x="12659" y="2813"/>
                      <a:pt x="12679" y="2872"/>
                      <a:pt x="12699" y="2932"/>
                    </a:cubicBezTo>
                    <a:cubicBezTo>
                      <a:pt x="12765" y="3136"/>
                      <a:pt x="12824" y="3348"/>
                      <a:pt x="12871" y="3559"/>
                    </a:cubicBezTo>
                    <a:cubicBezTo>
                      <a:pt x="12890" y="3645"/>
                      <a:pt x="12904" y="3725"/>
                      <a:pt x="12923" y="3811"/>
                    </a:cubicBezTo>
                    <a:cubicBezTo>
                      <a:pt x="12963" y="4088"/>
                      <a:pt x="12996" y="4366"/>
                      <a:pt x="13016" y="4650"/>
                    </a:cubicBezTo>
                    <a:lnTo>
                      <a:pt x="13023" y="4670"/>
                    </a:lnTo>
                    <a:cubicBezTo>
                      <a:pt x="13042" y="4891"/>
                      <a:pt x="13240" y="5067"/>
                      <a:pt x="13460" y="5067"/>
                    </a:cubicBezTo>
                    <a:cubicBezTo>
                      <a:pt x="13464" y="5067"/>
                      <a:pt x="13468" y="5067"/>
                      <a:pt x="13472" y="5067"/>
                    </a:cubicBezTo>
                    <a:cubicBezTo>
                      <a:pt x="13485" y="5073"/>
                      <a:pt x="13492" y="5080"/>
                      <a:pt x="13498" y="5086"/>
                    </a:cubicBezTo>
                    <a:cubicBezTo>
                      <a:pt x="13538" y="5139"/>
                      <a:pt x="13578" y="5186"/>
                      <a:pt x="13637" y="5219"/>
                    </a:cubicBezTo>
                    <a:cubicBezTo>
                      <a:pt x="13750" y="5298"/>
                      <a:pt x="13882" y="5331"/>
                      <a:pt x="14021" y="5338"/>
                    </a:cubicBezTo>
                    <a:cubicBezTo>
                      <a:pt x="14039" y="5339"/>
                      <a:pt x="14058" y="5339"/>
                      <a:pt x="14077" y="5339"/>
                    </a:cubicBezTo>
                    <a:cubicBezTo>
                      <a:pt x="14330" y="5339"/>
                      <a:pt x="14587" y="5258"/>
                      <a:pt x="14821" y="5166"/>
                    </a:cubicBezTo>
                    <a:lnTo>
                      <a:pt x="14821" y="5166"/>
                    </a:lnTo>
                    <a:lnTo>
                      <a:pt x="14728" y="6858"/>
                    </a:lnTo>
                    <a:cubicBezTo>
                      <a:pt x="14715" y="7069"/>
                      <a:pt x="14768" y="7255"/>
                      <a:pt x="14860" y="7426"/>
                    </a:cubicBezTo>
                    <a:lnTo>
                      <a:pt x="15012" y="10612"/>
                    </a:lnTo>
                    <a:cubicBezTo>
                      <a:pt x="15019" y="10784"/>
                      <a:pt x="15171" y="10923"/>
                      <a:pt x="15343" y="10923"/>
                    </a:cubicBezTo>
                    <a:cubicBezTo>
                      <a:pt x="15521" y="10923"/>
                      <a:pt x="15667" y="10784"/>
                      <a:pt x="15673" y="10612"/>
                    </a:cubicBezTo>
                    <a:lnTo>
                      <a:pt x="15805" y="8101"/>
                    </a:lnTo>
                    <a:lnTo>
                      <a:pt x="15924" y="10612"/>
                    </a:lnTo>
                    <a:cubicBezTo>
                      <a:pt x="15938" y="10784"/>
                      <a:pt x="16083" y="10923"/>
                      <a:pt x="16262" y="10923"/>
                    </a:cubicBezTo>
                    <a:cubicBezTo>
                      <a:pt x="16433" y="10923"/>
                      <a:pt x="16579" y="10784"/>
                      <a:pt x="16592" y="10612"/>
                    </a:cubicBezTo>
                    <a:lnTo>
                      <a:pt x="16757" y="7420"/>
                    </a:lnTo>
                    <a:cubicBezTo>
                      <a:pt x="16843" y="7248"/>
                      <a:pt x="16883" y="7050"/>
                      <a:pt x="16870" y="6858"/>
                    </a:cubicBezTo>
                    <a:cubicBezTo>
                      <a:pt x="16863" y="6765"/>
                      <a:pt x="16863" y="6673"/>
                      <a:pt x="16856" y="6574"/>
                    </a:cubicBezTo>
                    <a:cubicBezTo>
                      <a:pt x="16843" y="6289"/>
                      <a:pt x="16823" y="5999"/>
                      <a:pt x="16810" y="5714"/>
                    </a:cubicBezTo>
                    <a:lnTo>
                      <a:pt x="16810" y="5714"/>
                    </a:lnTo>
                    <a:cubicBezTo>
                      <a:pt x="16949" y="6085"/>
                      <a:pt x="17002" y="6481"/>
                      <a:pt x="17035" y="6871"/>
                    </a:cubicBezTo>
                    <a:cubicBezTo>
                      <a:pt x="17048" y="7019"/>
                      <a:pt x="17173" y="7136"/>
                      <a:pt x="17320" y="7136"/>
                    </a:cubicBezTo>
                    <a:cubicBezTo>
                      <a:pt x="17324" y="7136"/>
                      <a:pt x="17328" y="7136"/>
                      <a:pt x="17332" y="7136"/>
                    </a:cubicBezTo>
                    <a:cubicBezTo>
                      <a:pt x="17478" y="7122"/>
                      <a:pt x="17597" y="6997"/>
                      <a:pt x="17603" y="6851"/>
                    </a:cubicBezTo>
                    <a:cubicBezTo>
                      <a:pt x="17603" y="6435"/>
                      <a:pt x="17584" y="6018"/>
                      <a:pt x="17491" y="5609"/>
                    </a:cubicBezTo>
                    <a:cubicBezTo>
                      <a:pt x="17332" y="4921"/>
                      <a:pt x="16929" y="4247"/>
                      <a:pt x="16262" y="3930"/>
                    </a:cubicBezTo>
                    <a:cubicBezTo>
                      <a:pt x="16115" y="3859"/>
                      <a:pt x="15963" y="3823"/>
                      <a:pt x="15811" y="3823"/>
                    </a:cubicBezTo>
                    <a:cubicBezTo>
                      <a:pt x="15577" y="3823"/>
                      <a:pt x="15343" y="3908"/>
                      <a:pt x="15131" y="4088"/>
                    </a:cubicBezTo>
                    <a:cubicBezTo>
                      <a:pt x="14953" y="4234"/>
                      <a:pt x="14768" y="4359"/>
                      <a:pt x="14569" y="4478"/>
                    </a:cubicBezTo>
                    <a:cubicBezTo>
                      <a:pt x="14464" y="4544"/>
                      <a:pt x="14358" y="4597"/>
                      <a:pt x="14245" y="4644"/>
                    </a:cubicBezTo>
                    <a:cubicBezTo>
                      <a:pt x="14193" y="4670"/>
                      <a:pt x="14140" y="4690"/>
                      <a:pt x="14080" y="4703"/>
                    </a:cubicBezTo>
                    <a:cubicBezTo>
                      <a:pt x="14043" y="4708"/>
                      <a:pt x="14001" y="4718"/>
                      <a:pt x="13962" y="4718"/>
                    </a:cubicBezTo>
                    <a:cubicBezTo>
                      <a:pt x="13953" y="4718"/>
                      <a:pt x="13944" y="4718"/>
                      <a:pt x="13935" y="4716"/>
                    </a:cubicBezTo>
                    <a:cubicBezTo>
                      <a:pt x="13935" y="4716"/>
                      <a:pt x="13908" y="4696"/>
                      <a:pt x="13882" y="4683"/>
                    </a:cubicBezTo>
                    <a:cubicBezTo>
                      <a:pt x="13888" y="4670"/>
                      <a:pt x="13888" y="4650"/>
                      <a:pt x="13888" y="4637"/>
                    </a:cubicBezTo>
                    <a:cubicBezTo>
                      <a:pt x="13888" y="4486"/>
                      <a:pt x="13888" y="4341"/>
                      <a:pt x="13888" y="4197"/>
                    </a:cubicBezTo>
                    <a:cubicBezTo>
                      <a:pt x="13888" y="4197"/>
                      <a:pt x="13888" y="4192"/>
                      <a:pt x="13888" y="4187"/>
                    </a:cubicBezTo>
                    <a:cubicBezTo>
                      <a:pt x="13888" y="4181"/>
                      <a:pt x="13888" y="4181"/>
                      <a:pt x="13888" y="4174"/>
                    </a:cubicBezTo>
                    <a:cubicBezTo>
                      <a:pt x="13882" y="4016"/>
                      <a:pt x="13875" y="3857"/>
                      <a:pt x="13869" y="3698"/>
                    </a:cubicBezTo>
                    <a:cubicBezTo>
                      <a:pt x="13855" y="3599"/>
                      <a:pt x="13849" y="3500"/>
                      <a:pt x="13836" y="3401"/>
                    </a:cubicBezTo>
                    <a:cubicBezTo>
                      <a:pt x="13803" y="3150"/>
                      <a:pt x="13756" y="2892"/>
                      <a:pt x="13703" y="2641"/>
                    </a:cubicBezTo>
                    <a:cubicBezTo>
                      <a:pt x="13684" y="2568"/>
                      <a:pt x="13664" y="2489"/>
                      <a:pt x="13644" y="2409"/>
                    </a:cubicBezTo>
                    <a:cubicBezTo>
                      <a:pt x="13617" y="2337"/>
                      <a:pt x="13598" y="2257"/>
                      <a:pt x="13571" y="2185"/>
                    </a:cubicBezTo>
                    <a:cubicBezTo>
                      <a:pt x="13498" y="1993"/>
                      <a:pt x="13426" y="1847"/>
                      <a:pt x="13333" y="1662"/>
                    </a:cubicBezTo>
                    <a:cubicBezTo>
                      <a:pt x="13280" y="1557"/>
                      <a:pt x="13221" y="1451"/>
                      <a:pt x="13161" y="1345"/>
                    </a:cubicBezTo>
                    <a:cubicBezTo>
                      <a:pt x="12851" y="863"/>
                      <a:pt x="12441" y="446"/>
                      <a:pt x="11925" y="188"/>
                    </a:cubicBezTo>
                    <a:cubicBezTo>
                      <a:pt x="11719" y="87"/>
                      <a:pt x="11427" y="0"/>
                      <a:pt x="11109" y="0"/>
                    </a:cubicBezTo>
                    <a:cubicBezTo>
                      <a:pt x="10867" y="0"/>
                      <a:pt x="10611" y="50"/>
                      <a:pt x="10365" y="182"/>
                    </a:cubicBezTo>
                    <a:cubicBezTo>
                      <a:pt x="10088" y="334"/>
                      <a:pt x="9836" y="519"/>
                      <a:pt x="9612" y="737"/>
                    </a:cubicBezTo>
                    <a:cubicBezTo>
                      <a:pt x="9598" y="750"/>
                      <a:pt x="9585" y="763"/>
                      <a:pt x="9572" y="777"/>
                    </a:cubicBezTo>
                    <a:cubicBezTo>
                      <a:pt x="9539" y="803"/>
                      <a:pt x="9513" y="836"/>
                      <a:pt x="9480" y="869"/>
                    </a:cubicBezTo>
                    <a:cubicBezTo>
                      <a:pt x="9453" y="902"/>
                      <a:pt x="9427" y="929"/>
                      <a:pt x="9400" y="962"/>
                    </a:cubicBezTo>
                    <a:cubicBezTo>
                      <a:pt x="9374" y="995"/>
                      <a:pt x="9347" y="1028"/>
                      <a:pt x="9321" y="1054"/>
                    </a:cubicBezTo>
                    <a:cubicBezTo>
                      <a:pt x="9281" y="1101"/>
                      <a:pt x="9248" y="1147"/>
                      <a:pt x="9215" y="1193"/>
                    </a:cubicBezTo>
                    <a:cubicBezTo>
                      <a:pt x="9202" y="1206"/>
                      <a:pt x="9195" y="1220"/>
                      <a:pt x="9189" y="1233"/>
                    </a:cubicBezTo>
                    <a:cubicBezTo>
                      <a:pt x="9090" y="1365"/>
                      <a:pt x="9004" y="1504"/>
                      <a:pt x="8918" y="1649"/>
                    </a:cubicBezTo>
                    <a:cubicBezTo>
                      <a:pt x="8852" y="1762"/>
                      <a:pt x="8792" y="1881"/>
                      <a:pt x="8739" y="2006"/>
                    </a:cubicBezTo>
                    <a:cubicBezTo>
                      <a:pt x="8686" y="1894"/>
                      <a:pt x="8633" y="1788"/>
                      <a:pt x="8574" y="1662"/>
                    </a:cubicBezTo>
                    <a:cubicBezTo>
                      <a:pt x="8521" y="1557"/>
                      <a:pt x="8462" y="1451"/>
                      <a:pt x="8402" y="1345"/>
                    </a:cubicBezTo>
                    <a:cubicBezTo>
                      <a:pt x="8091" y="863"/>
                      <a:pt x="7682" y="446"/>
                      <a:pt x="7159" y="188"/>
                    </a:cubicBezTo>
                    <a:cubicBezTo>
                      <a:pt x="6957" y="87"/>
                      <a:pt x="6666" y="0"/>
                      <a:pt x="6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sp>
        <p:nvSpPr>
          <p:cNvPr id="2141" name="Google Shape;2141;p74"/>
          <p:cNvSpPr txBox="1">
            <a:spLocks noGrp="1"/>
          </p:cNvSpPr>
          <p:nvPr>
            <p:ph type="title"/>
          </p:nvPr>
        </p:nvSpPr>
        <p:spPr>
          <a:xfrm>
            <a:off x="720000" y="5394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RESOURCES</a:t>
            </a:r>
            <a:endParaRPr/>
          </a:p>
        </p:txBody>
      </p:sp>
      <p:sp>
        <p:nvSpPr>
          <p:cNvPr id="2142" name="Google Shape;2142;p74"/>
          <p:cNvSpPr txBox="1">
            <a:spLocks noGrp="1"/>
          </p:cNvSpPr>
          <p:nvPr>
            <p:ph type="body" idx="4294967295"/>
          </p:nvPr>
        </p:nvSpPr>
        <p:spPr>
          <a:xfrm>
            <a:off x="720000" y="1215750"/>
            <a:ext cx="7704000" cy="5034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200"/>
              <a:t>Did you like the resources on this template? Get them for free at our other websites:</a:t>
            </a:r>
            <a:endParaRPr sz="1200"/>
          </a:p>
          <a:p>
            <a:pPr marL="0" marR="0" lvl="0" indent="0" algn="l" rtl="0">
              <a:lnSpc>
                <a:spcPct val="100000"/>
              </a:lnSpc>
              <a:spcBef>
                <a:spcPts val="0"/>
              </a:spcBef>
              <a:spcAft>
                <a:spcPts val="0"/>
              </a:spcAft>
              <a:buNone/>
            </a:pPr>
            <a:endParaRPr sz="1200"/>
          </a:p>
        </p:txBody>
      </p:sp>
      <p:sp>
        <p:nvSpPr>
          <p:cNvPr id="2143" name="Google Shape;2143;p74"/>
          <p:cNvSpPr txBox="1">
            <a:spLocks noGrp="1"/>
          </p:cNvSpPr>
          <p:nvPr>
            <p:ph type="body" idx="4294967295"/>
          </p:nvPr>
        </p:nvSpPr>
        <p:spPr>
          <a:xfrm>
            <a:off x="4654500" y="1719275"/>
            <a:ext cx="3769500" cy="2878800"/>
          </a:xfrm>
          <a:prstGeom prst="rect">
            <a:avLst/>
          </a:prstGeom>
        </p:spPr>
        <p:txBody>
          <a:bodyPr spcFirstLastPara="1" wrap="square" lIns="91425" tIns="91425" rIns="91425" bIns="91425" anchor="t" anchorCtr="0">
            <a:noAutofit/>
          </a:bodyPr>
          <a:lstStyle/>
          <a:p>
            <a:pPr marL="457200" lvl="0" indent="-304800" algn="l" rtl="0">
              <a:lnSpc>
                <a:spcPct val="100000"/>
              </a:lnSpc>
              <a:spcBef>
                <a:spcPts val="0"/>
              </a:spcBef>
              <a:spcAft>
                <a:spcPts val="0"/>
              </a:spcAft>
              <a:buClr>
                <a:schemeClr val="dk2"/>
              </a:buClr>
              <a:buSzPts val="1200"/>
              <a:buChar char="●"/>
            </a:pPr>
            <a:r>
              <a:rPr lang="en" sz="1200">
                <a:uFill>
                  <a:noFill/>
                </a:uFill>
                <a:hlinkClick r:id="rId14"/>
              </a:rPr>
              <a:t>Full shot family with camper van</a:t>
            </a:r>
            <a:endParaRPr sz="1200"/>
          </a:p>
          <a:p>
            <a:pPr marL="457200" lvl="0" indent="-304800" algn="l" rtl="0">
              <a:lnSpc>
                <a:spcPct val="100000"/>
              </a:lnSpc>
              <a:spcBef>
                <a:spcPts val="0"/>
              </a:spcBef>
              <a:spcAft>
                <a:spcPts val="0"/>
              </a:spcAft>
              <a:buClr>
                <a:schemeClr val="dk2"/>
              </a:buClr>
              <a:buSzPts val="1200"/>
              <a:buChar char="●"/>
            </a:pPr>
            <a:r>
              <a:rPr lang="en" sz="1200">
                <a:uFill>
                  <a:noFill/>
                </a:uFill>
                <a:hlinkClick r:id="rId15"/>
              </a:rPr>
              <a:t>Young mother spending time with her baby</a:t>
            </a:r>
            <a:endParaRPr sz="1200"/>
          </a:p>
          <a:p>
            <a:pPr marL="457200" lvl="0" indent="-304800" algn="l" rtl="0">
              <a:lnSpc>
                <a:spcPct val="100000"/>
              </a:lnSpc>
              <a:spcBef>
                <a:spcPts val="0"/>
              </a:spcBef>
              <a:spcAft>
                <a:spcPts val="0"/>
              </a:spcAft>
              <a:buClr>
                <a:schemeClr val="dk2"/>
              </a:buClr>
              <a:buSzPts val="1200"/>
              <a:buChar char="●"/>
            </a:pPr>
            <a:r>
              <a:rPr lang="en" sz="1200">
                <a:uFill>
                  <a:noFill/>
                </a:uFill>
                <a:hlinkClick r:id="rId16"/>
              </a:rPr>
              <a:t>Mother spending time with her child </a:t>
            </a:r>
            <a:endParaRPr sz="1200"/>
          </a:p>
          <a:p>
            <a:pPr marL="457200" lvl="0" indent="-304800" algn="l" rtl="0">
              <a:lnSpc>
                <a:spcPct val="100000"/>
              </a:lnSpc>
              <a:spcBef>
                <a:spcPts val="0"/>
              </a:spcBef>
              <a:spcAft>
                <a:spcPts val="0"/>
              </a:spcAft>
              <a:buClr>
                <a:schemeClr val="dk2"/>
              </a:buClr>
              <a:buSzPts val="1200"/>
              <a:buChar char="●"/>
            </a:pPr>
            <a:r>
              <a:rPr lang="en" sz="1200">
                <a:uFill>
                  <a:noFill/>
                </a:uFill>
                <a:hlinkClick r:id="rId17"/>
              </a:rPr>
              <a:t>Cute family spending quality time together</a:t>
            </a:r>
            <a:endParaRPr sz="1200"/>
          </a:p>
          <a:p>
            <a:pPr marL="0" lvl="0" indent="0" algn="l" rtl="0">
              <a:lnSpc>
                <a:spcPct val="100000"/>
              </a:lnSpc>
              <a:spcBef>
                <a:spcPts val="0"/>
              </a:spcBef>
              <a:spcAft>
                <a:spcPts val="0"/>
              </a:spcAft>
              <a:buNone/>
            </a:pPr>
            <a:endParaRPr sz="1200"/>
          </a:p>
          <a:p>
            <a:pPr marL="0" lvl="0" indent="0" algn="l" rtl="0">
              <a:lnSpc>
                <a:spcPct val="100000"/>
              </a:lnSpc>
              <a:spcBef>
                <a:spcPts val="0"/>
              </a:spcBef>
              <a:spcAft>
                <a:spcPts val="0"/>
              </a:spcAft>
              <a:buNone/>
            </a:pPr>
            <a:endParaRPr sz="1200"/>
          </a:p>
          <a:p>
            <a:pPr marL="0" lvl="0" indent="0" algn="l" rtl="0">
              <a:lnSpc>
                <a:spcPct val="100000"/>
              </a:lnSpc>
              <a:spcBef>
                <a:spcPts val="0"/>
              </a:spcBef>
              <a:spcAft>
                <a:spcPts val="0"/>
              </a:spcAft>
              <a:buNone/>
            </a:pPr>
            <a:r>
              <a:rPr lang="en" sz="1600" b="1">
                <a:solidFill>
                  <a:schemeClr val="dk2"/>
                </a:solidFill>
                <a:latin typeface="M PLUS 1p"/>
                <a:ea typeface="M PLUS 1p"/>
                <a:cs typeface="M PLUS 1p"/>
                <a:sym typeface="M PLUS 1p"/>
              </a:rPr>
              <a:t>Vectors</a:t>
            </a:r>
            <a:endParaRPr sz="1600" b="1">
              <a:solidFill>
                <a:schemeClr val="dk2"/>
              </a:solidFill>
              <a:latin typeface="M PLUS 1p"/>
              <a:ea typeface="M PLUS 1p"/>
              <a:cs typeface="M PLUS 1p"/>
              <a:sym typeface="M PLUS 1p"/>
            </a:endParaRPr>
          </a:p>
          <a:p>
            <a:pPr marL="457200" lvl="0" indent="-304800" algn="l" rtl="0">
              <a:lnSpc>
                <a:spcPct val="100000"/>
              </a:lnSpc>
              <a:spcBef>
                <a:spcPts val="0"/>
              </a:spcBef>
              <a:spcAft>
                <a:spcPts val="0"/>
              </a:spcAft>
              <a:buClr>
                <a:schemeClr val="dk2"/>
              </a:buClr>
              <a:buSzPts val="1200"/>
              <a:buChar char="●"/>
            </a:pPr>
            <a:r>
              <a:rPr lang="en" sz="1100">
                <a:uFill>
                  <a:noFill/>
                </a:uFill>
                <a:hlinkClick r:id="rId18"/>
              </a:rPr>
              <a:t>Family silhouettes pack</a:t>
            </a:r>
            <a:endParaRPr sz="1200"/>
          </a:p>
          <a:p>
            <a:pPr marL="0" lvl="0" indent="0" algn="l" rtl="0">
              <a:lnSpc>
                <a:spcPct val="100000"/>
              </a:lnSpc>
              <a:spcBef>
                <a:spcPts val="0"/>
              </a:spcBef>
              <a:spcAft>
                <a:spcPts val="0"/>
              </a:spcAft>
              <a:buNone/>
            </a:pPr>
            <a:endParaRPr sz="1200"/>
          </a:p>
          <a:p>
            <a:pPr marL="0" lvl="0" indent="0" algn="l" rtl="0">
              <a:lnSpc>
                <a:spcPct val="100000"/>
              </a:lnSpc>
              <a:spcBef>
                <a:spcPts val="0"/>
              </a:spcBef>
              <a:spcAft>
                <a:spcPts val="0"/>
              </a:spcAft>
              <a:buNone/>
            </a:pPr>
            <a:r>
              <a:rPr lang="en" sz="1600" b="1">
                <a:solidFill>
                  <a:schemeClr val="dk2"/>
                </a:solidFill>
                <a:latin typeface="M PLUS 1p"/>
                <a:ea typeface="M PLUS 1p"/>
                <a:cs typeface="M PLUS 1p"/>
                <a:sym typeface="M PLUS 1p"/>
              </a:rPr>
              <a:t>Icons</a:t>
            </a:r>
            <a:endParaRPr sz="1600" b="1">
              <a:solidFill>
                <a:schemeClr val="dk2"/>
              </a:solidFill>
              <a:latin typeface="M PLUS 1p"/>
              <a:ea typeface="M PLUS 1p"/>
              <a:cs typeface="M PLUS 1p"/>
              <a:sym typeface="M PLUS 1p"/>
            </a:endParaRPr>
          </a:p>
          <a:p>
            <a:pPr marL="457200" lvl="0" indent="-304800" algn="l" rtl="0">
              <a:lnSpc>
                <a:spcPct val="100000"/>
              </a:lnSpc>
              <a:spcBef>
                <a:spcPts val="0"/>
              </a:spcBef>
              <a:spcAft>
                <a:spcPts val="0"/>
              </a:spcAft>
              <a:buClr>
                <a:schemeClr val="dk2"/>
              </a:buClr>
              <a:buSzPts val="1200"/>
              <a:buChar char="●"/>
            </a:pPr>
            <a:r>
              <a:rPr lang="en" sz="1100">
                <a:uFill>
                  <a:noFill/>
                </a:uFill>
                <a:hlinkClick r:id="rId19"/>
              </a:rPr>
              <a:t>Icon Pack: Global Day of Parents</a:t>
            </a:r>
            <a:endParaRPr sz="1200"/>
          </a:p>
          <a:p>
            <a:pPr marL="0" lvl="0" indent="0" algn="l" rtl="0">
              <a:lnSpc>
                <a:spcPct val="100000"/>
              </a:lnSpc>
              <a:spcBef>
                <a:spcPts val="0"/>
              </a:spcBef>
              <a:spcAft>
                <a:spcPts val="0"/>
              </a:spcAft>
              <a:buNone/>
            </a:pPr>
            <a:endParaRPr sz="1200"/>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147"/>
        <p:cNvGrpSpPr/>
        <p:nvPr/>
      </p:nvGrpSpPr>
      <p:grpSpPr>
        <a:xfrm>
          <a:off x="0" y="0"/>
          <a:ext cx="0" cy="0"/>
          <a:chOff x="0" y="0"/>
          <a:chExt cx="0" cy="0"/>
        </a:xfrm>
      </p:grpSpPr>
      <p:sp>
        <p:nvSpPr>
          <p:cNvPr id="2148" name="Google Shape;2148;p75"/>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3">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2149" name="Google Shape;2149;p75"/>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2150" name="Google Shape;2150;p75"/>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lang="en" sz="1000" b="1" u="sng">
                <a:solidFill>
                  <a:srgbClr val="869FB2"/>
                </a:solidFill>
                <a:hlinkClick r:id="rId5">
                  <a:extLst>
                    <a:ext uri="{A12FA001-AC4F-418D-AE19-62706E023703}">
                      <ahyp:hlinkClr xmlns:ahyp="http://schemas.microsoft.com/office/drawing/2018/hyperlinkcolor" val="tx"/>
                    </a:ext>
                  </a:extLst>
                </a:hlinkClick>
              </a:rPr>
              <a:t>Slidesgo</a:t>
            </a:r>
            <a:r>
              <a:rPr lang="en" sz="1000">
                <a:solidFill>
                  <a:srgbClr val="435D74"/>
                </a:solidFill>
              </a:rPr>
              <a:t> </a:t>
            </a:r>
            <a:r>
              <a:rPr lang="en" sz="1000">
                <a:solidFill>
                  <a:srgbClr val="FFFFFF"/>
                </a:solidFill>
              </a:rPr>
              <a:t>by keeping the </a:t>
            </a:r>
            <a:r>
              <a:rPr lang="en" sz="1000" b="1" u="sng">
                <a:solidFill>
                  <a:schemeClr val="hlink"/>
                </a:solidFill>
                <a:hlinkClick r:id="rId6" action="ppaction://hlinksldjump"/>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As a Free user, you are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154"/>
        <p:cNvGrpSpPr/>
        <p:nvPr/>
      </p:nvGrpSpPr>
      <p:grpSpPr>
        <a:xfrm>
          <a:off x="0" y="0"/>
          <a:ext cx="0" cy="0"/>
          <a:chOff x="0" y="0"/>
          <a:chExt cx="0" cy="0"/>
        </a:xfrm>
      </p:grpSpPr>
      <p:sp>
        <p:nvSpPr>
          <p:cNvPr id="2155" name="Google Shape;2155;p76"/>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lang="en" sz="1000" b="1" u="sng">
                <a:solidFill>
                  <a:schemeClr val="hlink"/>
                </a:solidFill>
                <a:hlinkClick r:id="rId3"/>
              </a:rPr>
              <a:t>Slidesgo</a:t>
            </a:r>
            <a:r>
              <a:rPr lang="en" sz="1000">
                <a:solidFill>
                  <a:schemeClr val="lt1"/>
                </a:solidFill>
              </a:rPr>
              <a:t> or keeping the "</a:t>
            </a:r>
            <a:r>
              <a:rPr lang="en" sz="1000" b="1" u="sng">
                <a:solidFill>
                  <a:schemeClr val="hlink"/>
                </a:solidFill>
                <a:hlinkClick r:id="rId4" action="ppaction://hlinksldjump"/>
              </a:rPr>
              <a:t>Thanks</a:t>
            </a:r>
            <a:r>
              <a:rPr lang="en" sz="1000">
                <a:solidFill>
                  <a:schemeClr val="lt1"/>
                </a:solidFill>
              </a:rPr>
              <a:t>" slide.</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2156" name="Google Shape;2156;p76"/>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2157" name="Google Shape;2157;p7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161"/>
        <p:cNvGrpSpPr/>
        <p:nvPr/>
      </p:nvGrpSpPr>
      <p:grpSpPr>
        <a:xfrm>
          <a:off x="0" y="0"/>
          <a:ext cx="0" cy="0"/>
          <a:chOff x="0" y="0"/>
          <a:chExt cx="0" cy="0"/>
        </a:xfrm>
      </p:grpSpPr>
      <p:sp>
        <p:nvSpPr>
          <p:cNvPr id="2162" name="Google Shape;2162;p77"/>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2163" name="Google Shape;2163;p77"/>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chemeClr val="lt1"/>
                </a:solidFill>
              </a:rPr>
              <a:t>M PLUS 1</a:t>
            </a:r>
            <a:endParaRPr sz="1100" b="1">
              <a:solidFill>
                <a:schemeClr val="lt1"/>
              </a:solidFill>
            </a:endParaRPr>
          </a:p>
          <a:p>
            <a:pPr marL="0" lvl="0" indent="0" algn="ctr" rtl="0">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xmlns:ahyp="http://schemas.microsoft.com/office/drawing/2018/hyperlinkcolor" val="tx"/>
                    </a:ext>
                  </a:extLst>
                </a:hlinkClick>
              </a:rPr>
              <a:t>https://fonts.google.com/specimen/M+PLUS+1</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None/>
            </a:pPr>
            <a:endParaRPr sz="800">
              <a:solidFill>
                <a:schemeClr val="lt1"/>
              </a:solidFill>
            </a:endParaRPr>
          </a:p>
          <a:p>
            <a:pPr marL="0" lvl="0" indent="0" algn="ctr" rtl="0">
              <a:lnSpc>
                <a:spcPct val="115000"/>
              </a:lnSpc>
              <a:spcBef>
                <a:spcPts val="0"/>
              </a:spcBef>
              <a:spcAft>
                <a:spcPts val="0"/>
              </a:spcAft>
              <a:buNone/>
            </a:pPr>
            <a:r>
              <a:rPr lang="en" sz="1100" b="1">
                <a:solidFill>
                  <a:schemeClr val="lt1"/>
                </a:solidFill>
              </a:rPr>
              <a:t>Montserrat</a:t>
            </a:r>
            <a:endParaRPr sz="1100" b="1">
              <a:solidFill>
                <a:schemeClr val="lt1"/>
              </a:solidFill>
            </a:endParaRPr>
          </a:p>
          <a:p>
            <a:pPr marL="0" lvl="0" indent="0" algn="ctr" rtl="0">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xmlns:ahyp="http://schemas.microsoft.com/office/drawing/2018/hyperlinkcolor" val="tx"/>
                    </a:ext>
                  </a:extLst>
                </a:hlinkClick>
              </a:rPr>
              <a:t>https://fonts.google.com/specimen/Montserrat</a:t>
            </a:r>
            <a:r>
              <a:rPr lang="en" sz="1100">
                <a:solidFill>
                  <a:schemeClr val="lt1"/>
                </a:solidFill>
              </a:rPr>
              <a:t>)</a:t>
            </a:r>
            <a:endParaRPr sz="1100">
              <a:solidFill>
                <a:schemeClr val="lt1"/>
              </a:solidFill>
            </a:endParaRPr>
          </a:p>
        </p:txBody>
      </p:sp>
      <p:sp>
        <p:nvSpPr>
          <p:cNvPr id="2164" name="Google Shape;2164;p77"/>
          <p:cNvSpPr/>
          <p:nvPr/>
        </p:nvSpPr>
        <p:spPr>
          <a:xfrm>
            <a:off x="2583563" y="2988225"/>
            <a:ext cx="791400" cy="754200"/>
          </a:xfrm>
          <a:prstGeom prst="roundRect">
            <a:avLst>
              <a:gd name="adj" fmla="val 16667"/>
            </a:avLst>
          </a:prstGeom>
          <a:solidFill>
            <a:srgbClr val="13181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77"/>
          <p:cNvSpPr/>
          <p:nvPr/>
        </p:nvSpPr>
        <p:spPr>
          <a:xfrm>
            <a:off x="3645382" y="29882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77"/>
          <p:cNvSpPr/>
          <p:nvPr/>
        </p:nvSpPr>
        <p:spPr>
          <a:xfrm>
            <a:off x="4707202" y="2988225"/>
            <a:ext cx="791400" cy="754200"/>
          </a:xfrm>
          <a:prstGeom prst="roundRect">
            <a:avLst>
              <a:gd name="adj" fmla="val 16667"/>
            </a:avLst>
          </a:prstGeom>
          <a:solidFill>
            <a:srgbClr val="FF6B6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77"/>
          <p:cNvSpPr txBox="1"/>
          <p:nvPr/>
        </p:nvSpPr>
        <p:spPr>
          <a:xfrm>
            <a:off x="2583563"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#13181e</a:t>
            </a:r>
            <a:endParaRPr sz="1000">
              <a:solidFill>
                <a:srgbClr val="FFFFFF"/>
              </a:solidFill>
            </a:endParaRPr>
          </a:p>
        </p:txBody>
      </p:sp>
      <p:sp>
        <p:nvSpPr>
          <p:cNvPr id="2168" name="Google Shape;2168;p77"/>
          <p:cNvSpPr txBox="1"/>
          <p:nvPr/>
        </p:nvSpPr>
        <p:spPr>
          <a:xfrm>
            <a:off x="3645388"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2169" name="Google Shape;2169;p77"/>
          <p:cNvSpPr txBox="1"/>
          <p:nvPr/>
        </p:nvSpPr>
        <p:spPr>
          <a:xfrm>
            <a:off x="4707213"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#ff6b65</a:t>
            </a:r>
            <a:endParaRPr sz="1000">
              <a:solidFill>
                <a:srgbClr val="FFFFFF"/>
              </a:solidFill>
            </a:endParaRPr>
          </a:p>
        </p:txBody>
      </p:sp>
      <p:sp>
        <p:nvSpPr>
          <p:cNvPr id="2170" name="Google Shape;2170;p77"/>
          <p:cNvSpPr/>
          <p:nvPr/>
        </p:nvSpPr>
        <p:spPr>
          <a:xfrm>
            <a:off x="5769038" y="2988225"/>
            <a:ext cx="791400" cy="754200"/>
          </a:xfrm>
          <a:prstGeom prst="roundRect">
            <a:avLst>
              <a:gd name="adj" fmla="val 16667"/>
            </a:avLst>
          </a:prstGeom>
          <a:solidFill>
            <a:srgbClr val="FFFBF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7"/>
          <p:cNvSpPr txBox="1"/>
          <p:nvPr/>
        </p:nvSpPr>
        <p:spPr>
          <a:xfrm>
            <a:off x="5769038"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#fffbf6</a:t>
            </a:r>
            <a:endParaRPr sz="1000">
              <a:solidFill>
                <a:schemeClr val="dk1"/>
              </a:solidFill>
            </a:endParaRPr>
          </a:p>
        </p:txBody>
      </p:sp>
      <p:sp>
        <p:nvSpPr>
          <p:cNvPr id="2172" name="Google Shape;2172;p77"/>
          <p:cNvSpPr/>
          <p:nvPr/>
        </p:nvSpPr>
        <p:spPr>
          <a:xfrm>
            <a:off x="3114475" y="3919325"/>
            <a:ext cx="791400" cy="754200"/>
          </a:xfrm>
          <a:prstGeom prst="roundRect">
            <a:avLst>
              <a:gd name="adj" fmla="val 16667"/>
            </a:avLst>
          </a:prstGeom>
          <a:solidFill>
            <a:srgbClr val="FF959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77"/>
          <p:cNvSpPr/>
          <p:nvPr/>
        </p:nvSpPr>
        <p:spPr>
          <a:xfrm>
            <a:off x="4176295" y="3919325"/>
            <a:ext cx="791400" cy="754200"/>
          </a:xfrm>
          <a:prstGeom prst="roundRect">
            <a:avLst>
              <a:gd name="adj" fmla="val 16667"/>
            </a:avLst>
          </a:prstGeom>
          <a:solidFill>
            <a:srgbClr val="C9474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7"/>
          <p:cNvSpPr/>
          <p:nvPr/>
        </p:nvSpPr>
        <p:spPr>
          <a:xfrm>
            <a:off x="5238114" y="3919325"/>
            <a:ext cx="791400" cy="754200"/>
          </a:xfrm>
          <a:prstGeom prst="roundRect">
            <a:avLst>
              <a:gd name="adj" fmla="val 16667"/>
            </a:avLst>
          </a:prstGeom>
          <a:solidFill>
            <a:srgbClr val="FCB1A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7"/>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#ff9590</a:t>
            </a:r>
            <a:endParaRPr sz="1000">
              <a:solidFill>
                <a:srgbClr val="FFFFFF"/>
              </a:solidFill>
            </a:endParaRPr>
          </a:p>
        </p:txBody>
      </p:sp>
      <p:sp>
        <p:nvSpPr>
          <p:cNvPr id="2176" name="Google Shape;2176;p77"/>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#c94747</a:t>
            </a:r>
            <a:endParaRPr sz="1000">
              <a:solidFill>
                <a:srgbClr val="FFFFFF"/>
              </a:solidFill>
            </a:endParaRPr>
          </a:p>
        </p:txBody>
      </p:sp>
      <p:sp>
        <p:nvSpPr>
          <p:cNvPr id="2177" name="Google Shape;2177;p77"/>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#fcb1ae</a:t>
            </a:r>
            <a:endParaRPr sz="1000">
              <a:solidFill>
                <a:schemeClr val="dk1"/>
              </a:solidFill>
            </a:endParaRPr>
          </a:p>
        </p:txBody>
      </p:sp>
      <p:sp>
        <p:nvSpPr>
          <p:cNvPr id="2178" name="Google Shape;2178;p7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182"/>
        <p:cNvGrpSpPr/>
        <p:nvPr/>
      </p:nvGrpSpPr>
      <p:grpSpPr>
        <a:xfrm>
          <a:off x="0" y="0"/>
          <a:ext cx="0" cy="0"/>
          <a:chOff x="0" y="0"/>
          <a:chExt cx="0" cy="0"/>
        </a:xfrm>
      </p:grpSpPr>
      <p:sp>
        <p:nvSpPr>
          <p:cNvPr id="2183" name="Google Shape;2183;p78"/>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xmlns:ahyp="http://schemas.microsoft.com/office/drawing/2018/hyperlinkcolor" val="tx"/>
                    </a:ext>
                  </a:extLst>
                </a:hlinkClick>
              </a:rPr>
              <a:t>ow it works.</a:t>
            </a:r>
            <a:endParaRPr sz="1100">
              <a:solidFill>
                <a:srgbClr val="869FB2"/>
              </a:solidFill>
            </a:endParaRPr>
          </a:p>
        </p:txBody>
      </p:sp>
      <p:pic>
        <p:nvPicPr>
          <p:cNvPr id="2184" name="Google Shape;2184;p78"/>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2185" name="Google Shape;2185;p78">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2186" name="Google Shape;2186;p78">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2187" name="Google Shape;2187;p78">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2188" name="Google Shape;2188;p78">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2189" name="Google Shape;2189;p78"/>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2190" name="Google Shape;2190;p78"/>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2191" name="Google Shape;2191;p78"/>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2192" name="Google Shape;2192;p78"/>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2193" name="Google Shape;2193;p78">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2194" name="Google Shape;2194;p7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198"/>
        <p:cNvGrpSpPr/>
        <p:nvPr/>
      </p:nvGrpSpPr>
      <p:grpSpPr>
        <a:xfrm>
          <a:off x="0" y="0"/>
          <a:ext cx="0" cy="0"/>
          <a:chOff x="0" y="0"/>
          <a:chExt cx="0" cy="0"/>
        </a:xfrm>
      </p:grpSpPr>
      <p:grpSp>
        <p:nvGrpSpPr>
          <p:cNvPr id="2199" name="Google Shape;2199;p79"/>
          <p:cNvGrpSpPr/>
          <p:nvPr/>
        </p:nvGrpSpPr>
        <p:grpSpPr>
          <a:xfrm>
            <a:off x="5082708" y="3095784"/>
            <a:ext cx="442841" cy="514271"/>
            <a:chOff x="4727025" y="1332775"/>
            <a:chExt cx="59900" cy="69625"/>
          </a:xfrm>
        </p:grpSpPr>
        <p:sp>
          <p:nvSpPr>
            <p:cNvPr id="2200" name="Google Shape;2200;p79"/>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79"/>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2" name="Google Shape;2202;p79"/>
          <p:cNvGrpSpPr/>
          <p:nvPr/>
        </p:nvGrpSpPr>
        <p:grpSpPr>
          <a:xfrm>
            <a:off x="5758025" y="2343272"/>
            <a:ext cx="500909" cy="500899"/>
            <a:chOff x="4820425" y="1329900"/>
            <a:chExt cx="70175" cy="70350"/>
          </a:xfrm>
        </p:grpSpPr>
        <p:sp>
          <p:nvSpPr>
            <p:cNvPr id="2203" name="Google Shape;2203;p79"/>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79"/>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9"/>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79"/>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7" name="Google Shape;2207;p79"/>
          <p:cNvGrpSpPr/>
          <p:nvPr/>
        </p:nvGrpSpPr>
        <p:grpSpPr>
          <a:xfrm>
            <a:off x="6410648" y="2355062"/>
            <a:ext cx="538135" cy="493119"/>
            <a:chOff x="4903200" y="1331525"/>
            <a:chExt cx="73575" cy="67425"/>
          </a:xfrm>
        </p:grpSpPr>
        <p:sp>
          <p:nvSpPr>
            <p:cNvPr id="2208" name="Google Shape;2208;p79"/>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2209" name="Google Shape;2209;p79"/>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0" name="Google Shape;2210;p79"/>
          <p:cNvGrpSpPr/>
          <p:nvPr/>
        </p:nvGrpSpPr>
        <p:grpSpPr>
          <a:xfrm>
            <a:off x="5670599" y="3097040"/>
            <a:ext cx="544563" cy="511895"/>
            <a:chOff x="4815575" y="1416800"/>
            <a:chExt cx="73750" cy="71400"/>
          </a:xfrm>
        </p:grpSpPr>
        <p:sp>
          <p:nvSpPr>
            <p:cNvPr id="2211" name="Google Shape;2211;p79"/>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9"/>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79"/>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4" name="Google Shape;2214;p79"/>
          <p:cNvGrpSpPr/>
          <p:nvPr/>
        </p:nvGrpSpPr>
        <p:grpSpPr>
          <a:xfrm>
            <a:off x="6367224" y="3096746"/>
            <a:ext cx="602914" cy="512477"/>
            <a:chOff x="4902475" y="1418875"/>
            <a:chExt cx="74500" cy="63775"/>
          </a:xfrm>
        </p:grpSpPr>
        <p:sp>
          <p:nvSpPr>
            <p:cNvPr id="2215" name="Google Shape;2215;p79"/>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79"/>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7" name="Google Shape;2217;p79"/>
          <p:cNvGrpSpPr/>
          <p:nvPr/>
        </p:nvGrpSpPr>
        <p:grpSpPr>
          <a:xfrm>
            <a:off x="5783096" y="3835985"/>
            <a:ext cx="515391" cy="525699"/>
            <a:chOff x="4818100" y="1507675"/>
            <a:chExt cx="71225" cy="71625"/>
          </a:xfrm>
        </p:grpSpPr>
        <p:sp>
          <p:nvSpPr>
            <p:cNvPr id="2218" name="Google Shape;2218;p79"/>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79"/>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79"/>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79"/>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2" name="Google Shape;2222;p79"/>
          <p:cNvGrpSpPr/>
          <p:nvPr/>
        </p:nvGrpSpPr>
        <p:grpSpPr>
          <a:xfrm>
            <a:off x="5121199" y="3857517"/>
            <a:ext cx="522956" cy="489869"/>
            <a:chOff x="4721450" y="1509475"/>
            <a:chExt cx="79350" cy="74325"/>
          </a:xfrm>
        </p:grpSpPr>
        <p:sp>
          <p:nvSpPr>
            <p:cNvPr id="2223" name="Google Shape;2223;p79"/>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79"/>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79"/>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79"/>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7" name="Google Shape;2227;p79"/>
          <p:cNvGrpSpPr/>
          <p:nvPr/>
        </p:nvGrpSpPr>
        <p:grpSpPr>
          <a:xfrm>
            <a:off x="6444441" y="3837269"/>
            <a:ext cx="525704" cy="535436"/>
            <a:chOff x="4906800" y="1507500"/>
            <a:chExt cx="70350" cy="71075"/>
          </a:xfrm>
        </p:grpSpPr>
        <p:sp>
          <p:nvSpPr>
            <p:cNvPr id="2228" name="Google Shape;2228;p79"/>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79"/>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79"/>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79"/>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79"/>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3" name="Google Shape;2233;p79"/>
          <p:cNvGrpSpPr/>
          <p:nvPr/>
        </p:nvGrpSpPr>
        <p:grpSpPr>
          <a:xfrm>
            <a:off x="4477263" y="2343250"/>
            <a:ext cx="508054" cy="508095"/>
            <a:chOff x="3736598" y="2170606"/>
            <a:chExt cx="404889" cy="404889"/>
          </a:xfrm>
        </p:grpSpPr>
        <p:sp>
          <p:nvSpPr>
            <p:cNvPr id="2234" name="Google Shape;2234;p79"/>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79"/>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79"/>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79"/>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8" name="Google Shape;2238;p79"/>
          <p:cNvGrpSpPr/>
          <p:nvPr/>
        </p:nvGrpSpPr>
        <p:grpSpPr>
          <a:xfrm>
            <a:off x="3765303" y="2343345"/>
            <a:ext cx="575790" cy="507904"/>
            <a:chOff x="3161917" y="2170682"/>
            <a:chExt cx="458870" cy="404737"/>
          </a:xfrm>
        </p:grpSpPr>
        <p:sp>
          <p:nvSpPr>
            <p:cNvPr id="2239" name="Google Shape;2239;p79"/>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2240" name="Google Shape;2240;p79"/>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79"/>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2" name="Google Shape;2242;p79"/>
          <p:cNvGrpSpPr/>
          <p:nvPr/>
        </p:nvGrpSpPr>
        <p:grpSpPr>
          <a:xfrm>
            <a:off x="3792833" y="3103717"/>
            <a:ext cx="520730" cy="498567"/>
            <a:chOff x="3179914" y="2889488"/>
            <a:chExt cx="422876" cy="404911"/>
          </a:xfrm>
        </p:grpSpPr>
        <p:sp>
          <p:nvSpPr>
            <p:cNvPr id="2243" name="Google Shape;2243;p79"/>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79"/>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9"/>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79"/>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79"/>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9"/>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9" name="Google Shape;2249;p79"/>
          <p:cNvGrpSpPr/>
          <p:nvPr/>
        </p:nvGrpSpPr>
        <p:grpSpPr>
          <a:xfrm>
            <a:off x="4421513" y="3103677"/>
            <a:ext cx="516145" cy="498648"/>
            <a:chOff x="3729467" y="2889422"/>
            <a:chExt cx="419153" cy="404977"/>
          </a:xfrm>
        </p:grpSpPr>
        <p:sp>
          <p:nvSpPr>
            <p:cNvPr id="2250" name="Google Shape;2250;p79"/>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9"/>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79"/>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79"/>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79"/>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79"/>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79"/>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57" name="Google Shape;2257;p79"/>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79"/>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79"/>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79"/>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61" name="Google Shape;2261;p79"/>
          <p:cNvGrpSpPr/>
          <p:nvPr/>
        </p:nvGrpSpPr>
        <p:grpSpPr>
          <a:xfrm>
            <a:off x="7141841" y="2550562"/>
            <a:ext cx="166473" cy="141497"/>
            <a:chOff x="4660325" y="1866850"/>
            <a:chExt cx="68350" cy="58100"/>
          </a:xfrm>
        </p:grpSpPr>
        <p:sp>
          <p:nvSpPr>
            <p:cNvPr id="2262" name="Google Shape;2262;p79"/>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79"/>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4" name="Google Shape;2264;p79"/>
          <p:cNvGrpSpPr/>
          <p:nvPr/>
        </p:nvGrpSpPr>
        <p:grpSpPr>
          <a:xfrm>
            <a:off x="7451186" y="2576286"/>
            <a:ext cx="162515" cy="90049"/>
            <a:chOff x="4791775" y="1877500"/>
            <a:chExt cx="66725" cy="36975"/>
          </a:xfrm>
        </p:grpSpPr>
        <p:sp>
          <p:nvSpPr>
            <p:cNvPr id="2265" name="Google Shape;2265;p79"/>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79"/>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7" name="Google Shape;2267;p79"/>
          <p:cNvGrpSpPr/>
          <p:nvPr/>
        </p:nvGrpSpPr>
        <p:grpSpPr>
          <a:xfrm>
            <a:off x="7772899" y="2576286"/>
            <a:ext cx="144979" cy="90049"/>
            <a:chOff x="4923925" y="1877500"/>
            <a:chExt cx="59525" cy="36975"/>
          </a:xfrm>
        </p:grpSpPr>
        <p:sp>
          <p:nvSpPr>
            <p:cNvPr id="2268" name="Google Shape;2268;p79"/>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79"/>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0" name="Google Shape;2270;p79"/>
          <p:cNvGrpSpPr/>
          <p:nvPr/>
        </p:nvGrpSpPr>
        <p:grpSpPr>
          <a:xfrm>
            <a:off x="8067390" y="2558477"/>
            <a:ext cx="141447" cy="125667"/>
            <a:chOff x="5058450" y="1870100"/>
            <a:chExt cx="58075" cy="51600"/>
          </a:xfrm>
        </p:grpSpPr>
        <p:sp>
          <p:nvSpPr>
            <p:cNvPr id="2271" name="Google Shape;2271;p79"/>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79"/>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3" name="Google Shape;2273;p79"/>
          <p:cNvGrpSpPr/>
          <p:nvPr/>
        </p:nvGrpSpPr>
        <p:grpSpPr>
          <a:xfrm>
            <a:off x="7481905" y="2980885"/>
            <a:ext cx="101077" cy="107645"/>
            <a:chOff x="4811425" y="2065025"/>
            <a:chExt cx="41500" cy="44200"/>
          </a:xfrm>
        </p:grpSpPr>
        <p:sp>
          <p:nvSpPr>
            <p:cNvPr id="2274" name="Google Shape;2274;p79"/>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79"/>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6" name="Google Shape;2276;p79"/>
          <p:cNvGrpSpPr/>
          <p:nvPr/>
        </p:nvGrpSpPr>
        <p:grpSpPr>
          <a:xfrm>
            <a:off x="7774342" y="2981098"/>
            <a:ext cx="120867" cy="107218"/>
            <a:chOff x="4929875" y="2065025"/>
            <a:chExt cx="49625" cy="44025"/>
          </a:xfrm>
        </p:grpSpPr>
        <p:sp>
          <p:nvSpPr>
            <p:cNvPr id="2277" name="Google Shape;2277;p79"/>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9"/>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9" name="Google Shape;2279;p79"/>
          <p:cNvGrpSpPr/>
          <p:nvPr/>
        </p:nvGrpSpPr>
        <p:grpSpPr>
          <a:xfrm>
            <a:off x="8103011" y="2984112"/>
            <a:ext cx="70206" cy="101191"/>
            <a:chOff x="5083925" y="2066350"/>
            <a:chExt cx="28825" cy="41550"/>
          </a:xfrm>
        </p:grpSpPr>
        <p:sp>
          <p:nvSpPr>
            <p:cNvPr id="2280" name="Google Shape;2280;p79"/>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79"/>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2" name="Google Shape;2282;p79"/>
          <p:cNvGrpSpPr/>
          <p:nvPr/>
        </p:nvGrpSpPr>
        <p:grpSpPr>
          <a:xfrm>
            <a:off x="7134565" y="2999759"/>
            <a:ext cx="181026" cy="69896"/>
            <a:chOff x="4659775" y="2072775"/>
            <a:chExt cx="74325" cy="28700"/>
          </a:xfrm>
        </p:grpSpPr>
        <p:sp>
          <p:nvSpPr>
            <p:cNvPr id="2283" name="Google Shape;2283;p79"/>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9"/>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9"/>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6" name="Google Shape;2286;p79"/>
          <p:cNvGrpSpPr/>
          <p:nvPr/>
        </p:nvGrpSpPr>
        <p:grpSpPr>
          <a:xfrm>
            <a:off x="8054421" y="2790324"/>
            <a:ext cx="167387" cy="89197"/>
            <a:chOff x="4662475" y="1976500"/>
            <a:chExt cx="68725" cy="36625"/>
          </a:xfrm>
        </p:grpSpPr>
        <p:sp>
          <p:nvSpPr>
            <p:cNvPr id="2287" name="Google Shape;2287;p79"/>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79"/>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79"/>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0" name="Google Shape;2290;p79"/>
          <p:cNvGrpSpPr/>
          <p:nvPr/>
        </p:nvGrpSpPr>
        <p:grpSpPr>
          <a:xfrm>
            <a:off x="7751326" y="2793764"/>
            <a:ext cx="166899" cy="82317"/>
            <a:chOff x="4920150" y="1977875"/>
            <a:chExt cx="68525" cy="33800"/>
          </a:xfrm>
        </p:grpSpPr>
        <p:sp>
          <p:nvSpPr>
            <p:cNvPr id="2291" name="Google Shape;2291;p79"/>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9"/>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9"/>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4" name="Google Shape;2294;p79"/>
          <p:cNvGrpSpPr/>
          <p:nvPr/>
        </p:nvGrpSpPr>
        <p:grpSpPr>
          <a:xfrm>
            <a:off x="7162483" y="3197682"/>
            <a:ext cx="125190" cy="127859"/>
            <a:chOff x="4676550" y="2160575"/>
            <a:chExt cx="51400" cy="52500"/>
          </a:xfrm>
        </p:grpSpPr>
        <p:sp>
          <p:nvSpPr>
            <p:cNvPr id="2295" name="Google Shape;2295;p79"/>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9"/>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9"/>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8" name="Google Shape;2298;p79"/>
          <p:cNvGrpSpPr/>
          <p:nvPr/>
        </p:nvGrpSpPr>
        <p:grpSpPr>
          <a:xfrm>
            <a:off x="7459741" y="3204714"/>
            <a:ext cx="145405" cy="113794"/>
            <a:chOff x="4768325" y="2163475"/>
            <a:chExt cx="59700" cy="46725"/>
          </a:xfrm>
        </p:grpSpPr>
        <p:sp>
          <p:nvSpPr>
            <p:cNvPr id="2299" name="Google Shape;2299;p79"/>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9"/>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01" name="Google Shape;2301;p79"/>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79"/>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79"/>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9"/>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9"/>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79"/>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07" name="Google Shape;2307;p79"/>
          <p:cNvGrpSpPr/>
          <p:nvPr/>
        </p:nvGrpSpPr>
        <p:grpSpPr>
          <a:xfrm>
            <a:off x="7476059" y="3459808"/>
            <a:ext cx="112768" cy="106853"/>
            <a:chOff x="4768575" y="2253950"/>
            <a:chExt cx="46300" cy="43875"/>
          </a:xfrm>
        </p:grpSpPr>
        <p:sp>
          <p:nvSpPr>
            <p:cNvPr id="2308" name="Google Shape;2308;p79"/>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9"/>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0" name="Google Shape;2310;p79"/>
          <p:cNvGrpSpPr/>
          <p:nvPr/>
        </p:nvGrpSpPr>
        <p:grpSpPr>
          <a:xfrm>
            <a:off x="7775682" y="3948834"/>
            <a:ext cx="118187" cy="146246"/>
            <a:chOff x="4960900" y="2433225"/>
            <a:chExt cx="48525" cy="60050"/>
          </a:xfrm>
        </p:grpSpPr>
        <p:sp>
          <p:nvSpPr>
            <p:cNvPr id="2311" name="Google Shape;2311;p79"/>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79"/>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3" name="Google Shape;2313;p79"/>
          <p:cNvGrpSpPr/>
          <p:nvPr/>
        </p:nvGrpSpPr>
        <p:grpSpPr>
          <a:xfrm>
            <a:off x="7464247" y="4212895"/>
            <a:ext cx="136394" cy="143810"/>
            <a:chOff x="4854075" y="2527625"/>
            <a:chExt cx="56000" cy="59050"/>
          </a:xfrm>
        </p:grpSpPr>
        <p:sp>
          <p:nvSpPr>
            <p:cNvPr id="2314" name="Google Shape;2314;p79"/>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79"/>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16" name="Google Shape;2316;p79"/>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79"/>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79"/>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9" name="Google Shape;2319;p79"/>
          <p:cNvGrpSpPr/>
          <p:nvPr/>
        </p:nvGrpSpPr>
        <p:grpSpPr>
          <a:xfrm>
            <a:off x="8088458" y="3676639"/>
            <a:ext cx="99312" cy="160797"/>
            <a:chOff x="5059700" y="2334775"/>
            <a:chExt cx="40775" cy="66025"/>
          </a:xfrm>
        </p:grpSpPr>
        <p:sp>
          <p:nvSpPr>
            <p:cNvPr id="2320" name="Google Shape;2320;p79"/>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9"/>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9"/>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9"/>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79"/>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9"/>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9"/>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9"/>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9"/>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9" name="Google Shape;2329;p79"/>
          <p:cNvGrpSpPr/>
          <p:nvPr/>
        </p:nvGrpSpPr>
        <p:grpSpPr>
          <a:xfrm>
            <a:off x="8045622" y="3941771"/>
            <a:ext cx="184984" cy="160371"/>
            <a:chOff x="5037700" y="2430325"/>
            <a:chExt cx="75950" cy="65850"/>
          </a:xfrm>
        </p:grpSpPr>
        <p:sp>
          <p:nvSpPr>
            <p:cNvPr id="2330" name="Google Shape;2330;p79"/>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79"/>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2" name="Google Shape;2332;p79"/>
          <p:cNvGrpSpPr/>
          <p:nvPr/>
        </p:nvGrpSpPr>
        <p:grpSpPr>
          <a:xfrm>
            <a:off x="7465128" y="3708223"/>
            <a:ext cx="173014" cy="97629"/>
            <a:chOff x="4756975" y="2341800"/>
            <a:chExt cx="91975" cy="51925"/>
          </a:xfrm>
        </p:grpSpPr>
        <p:sp>
          <p:nvSpPr>
            <p:cNvPr id="2333" name="Google Shape;2333;p79"/>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9"/>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9"/>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79"/>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9"/>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9"/>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9"/>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79"/>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79"/>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79"/>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79"/>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79"/>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9"/>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9"/>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9"/>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9"/>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79"/>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79"/>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9"/>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79"/>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3" name="Google Shape;2353;p79"/>
          <p:cNvGrpSpPr/>
          <p:nvPr/>
        </p:nvGrpSpPr>
        <p:grpSpPr>
          <a:xfrm>
            <a:off x="7732065" y="4196920"/>
            <a:ext cx="212497" cy="175761"/>
            <a:chOff x="4943575" y="2516350"/>
            <a:chExt cx="98675" cy="81700"/>
          </a:xfrm>
        </p:grpSpPr>
        <p:sp>
          <p:nvSpPr>
            <p:cNvPr id="2354" name="Google Shape;2354;p79"/>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79"/>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79"/>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79"/>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79"/>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79"/>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79"/>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79"/>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79"/>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79"/>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79"/>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79"/>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79"/>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79"/>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79"/>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79"/>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79"/>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79"/>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79"/>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79"/>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79"/>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79"/>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79"/>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9"/>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79"/>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79"/>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79"/>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79"/>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79"/>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79"/>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79"/>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79"/>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79"/>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79"/>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79"/>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79"/>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79"/>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79"/>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79"/>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79"/>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79"/>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79"/>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79"/>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79"/>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79"/>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79"/>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79"/>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79"/>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79"/>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79"/>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79"/>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79"/>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79"/>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79"/>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79"/>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79"/>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79"/>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79"/>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79"/>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79"/>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79"/>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79"/>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79"/>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79"/>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79"/>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79"/>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79"/>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79"/>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79"/>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79"/>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9"/>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79"/>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79"/>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79"/>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79"/>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79"/>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79"/>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79"/>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2" name="Google Shape;2432;p79"/>
          <p:cNvGrpSpPr/>
          <p:nvPr/>
        </p:nvGrpSpPr>
        <p:grpSpPr>
          <a:xfrm>
            <a:off x="1990126" y="3423163"/>
            <a:ext cx="965351" cy="134611"/>
            <a:chOff x="4411970" y="2962952"/>
            <a:chExt cx="706544" cy="104212"/>
          </a:xfrm>
        </p:grpSpPr>
        <p:sp>
          <p:nvSpPr>
            <p:cNvPr id="2433" name="Google Shape;2433;p79"/>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79"/>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79"/>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79"/>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7" name="Google Shape;2437;p79"/>
          <p:cNvGrpSpPr/>
          <p:nvPr/>
        </p:nvGrpSpPr>
        <p:grpSpPr>
          <a:xfrm>
            <a:off x="1990126" y="3012077"/>
            <a:ext cx="960158" cy="289172"/>
            <a:chOff x="4411970" y="2726085"/>
            <a:chExt cx="643107" cy="193659"/>
          </a:xfrm>
        </p:grpSpPr>
        <p:sp>
          <p:nvSpPr>
            <p:cNvPr id="2438" name="Google Shape;2438;p79"/>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79"/>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79"/>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1" name="Google Shape;2441;p79"/>
          <p:cNvGrpSpPr/>
          <p:nvPr/>
        </p:nvGrpSpPr>
        <p:grpSpPr>
          <a:xfrm>
            <a:off x="993018" y="3278187"/>
            <a:ext cx="833173" cy="259209"/>
            <a:chOff x="4411970" y="4340222"/>
            <a:chExt cx="779467" cy="242683"/>
          </a:xfrm>
        </p:grpSpPr>
        <p:sp>
          <p:nvSpPr>
            <p:cNvPr id="2442" name="Google Shape;2442;p79"/>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79"/>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79"/>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5" name="Google Shape;2445;p79"/>
          <p:cNvGrpSpPr/>
          <p:nvPr/>
        </p:nvGrpSpPr>
        <p:grpSpPr>
          <a:xfrm>
            <a:off x="1990126" y="2673933"/>
            <a:ext cx="965160" cy="216230"/>
            <a:chOff x="4411970" y="2468674"/>
            <a:chExt cx="747317" cy="167425"/>
          </a:xfrm>
        </p:grpSpPr>
        <p:sp>
          <p:nvSpPr>
            <p:cNvPr id="2446" name="Google Shape;2446;p79"/>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79"/>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8" name="Google Shape;2448;p79"/>
          <p:cNvGrpSpPr/>
          <p:nvPr/>
        </p:nvGrpSpPr>
        <p:grpSpPr>
          <a:xfrm>
            <a:off x="988873" y="2578650"/>
            <a:ext cx="810451" cy="319148"/>
            <a:chOff x="4411970" y="3686602"/>
            <a:chExt cx="797845" cy="314215"/>
          </a:xfrm>
        </p:grpSpPr>
        <p:sp>
          <p:nvSpPr>
            <p:cNvPr id="2449" name="Google Shape;2449;p79"/>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79"/>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79"/>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79"/>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9"/>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54" name="Google Shape;2454;p79"/>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5" name="Google Shape;2455;p79"/>
          <p:cNvGrpSpPr/>
          <p:nvPr/>
        </p:nvGrpSpPr>
        <p:grpSpPr>
          <a:xfrm>
            <a:off x="988970" y="2333174"/>
            <a:ext cx="1970333" cy="208784"/>
            <a:chOff x="6336019" y="3733725"/>
            <a:chExt cx="2566206" cy="351310"/>
          </a:xfrm>
        </p:grpSpPr>
        <p:sp>
          <p:nvSpPr>
            <p:cNvPr id="2456" name="Google Shape;2456;p79"/>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9"/>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79"/>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79"/>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0" name="Google Shape;2460;p79"/>
          <p:cNvGrpSpPr/>
          <p:nvPr/>
        </p:nvGrpSpPr>
        <p:grpSpPr>
          <a:xfrm>
            <a:off x="1990126" y="3940729"/>
            <a:ext cx="946551" cy="153200"/>
            <a:chOff x="4404545" y="3301592"/>
            <a:chExt cx="782403" cy="129272"/>
          </a:xfrm>
        </p:grpSpPr>
        <p:sp>
          <p:nvSpPr>
            <p:cNvPr id="2461" name="Google Shape;2461;p79"/>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79"/>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3" name="Google Shape;2463;p79"/>
          <p:cNvGrpSpPr/>
          <p:nvPr/>
        </p:nvGrpSpPr>
        <p:grpSpPr>
          <a:xfrm>
            <a:off x="1990126" y="3679688"/>
            <a:ext cx="962257" cy="139127"/>
            <a:chOff x="4411970" y="3131459"/>
            <a:chExt cx="710520" cy="117397"/>
          </a:xfrm>
        </p:grpSpPr>
        <p:sp>
          <p:nvSpPr>
            <p:cNvPr id="2464" name="Google Shape;2464;p79"/>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79"/>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66" name="Google Shape;2466;p79"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67" name="Google Shape;2467;p79"/>
          <p:cNvGrpSpPr/>
          <p:nvPr/>
        </p:nvGrpSpPr>
        <p:grpSpPr>
          <a:xfrm>
            <a:off x="990271" y="3614482"/>
            <a:ext cx="823838" cy="458988"/>
            <a:chOff x="4411970" y="1801825"/>
            <a:chExt cx="734586" cy="409262"/>
          </a:xfrm>
        </p:grpSpPr>
        <p:sp>
          <p:nvSpPr>
            <p:cNvPr id="2468" name="Google Shape;2468;p79"/>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79"/>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0" name="Google Shape;2470;p79"/>
          <p:cNvGrpSpPr/>
          <p:nvPr/>
        </p:nvGrpSpPr>
        <p:grpSpPr>
          <a:xfrm>
            <a:off x="990271" y="4162908"/>
            <a:ext cx="856348" cy="212039"/>
            <a:chOff x="4411970" y="2233974"/>
            <a:chExt cx="763574" cy="189068"/>
          </a:xfrm>
        </p:grpSpPr>
        <p:sp>
          <p:nvSpPr>
            <p:cNvPr id="2471" name="Google Shape;2471;p79"/>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79"/>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 name="Google Shape;2473;p79"/>
          <p:cNvGrpSpPr/>
          <p:nvPr/>
        </p:nvGrpSpPr>
        <p:grpSpPr>
          <a:xfrm>
            <a:off x="3100467" y="2338244"/>
            <a:ext cx="511602" cy="511602"/>
            <a:chOff x="5681300" y="2527788"/>
            <a:chExt cx="805800" cy="805800"/>
          </a:xfrm>
        </p:grpSpPr>
        <p:sp>
          <p:nvSpPr>
            <p:cNvPr id="2474" name="Google Shape;2474;p79"/>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79"/>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6" name="Google Shape;2476;p79"/>
          <p:cNvGrpSpPr/>
          <p:nvPr/>
        </p:nvGrpSpPr>
        <p:grpSpPr>
          <a:xfrm>
            <a:off x="3097662" y="3104827"/>
            <a:ext cx="513021" cy="512935"/>
            <a:chOff x="4049800" y="640400"/>
            <a:chExt cx="858900" cy="858900"/>
          </a:xfrm>
        </p:grpSpPr>
        <p:sp>
          <p:nvSpPr>
            <p:cNvPr id="2477" name="Google Shape;2477;p79"/>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79"/>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9" name="Google Shape;2479;p79"/>
          <p:cNvGrpSpPr/>
          <p:nvPr/>
        </p:nvGrpSpPr>
        <p:grpSpPr>
          <a:xfrm>
            <a:off x="3014861" y="3756719"/>
            <a:ext cx="686489" cy="686585"/>
            <a:chOff x="5080188" y="927900"/>
            <a:chExt cx="961200" cy="961200"/>
          </a:xfrm>
        </p:grpSpPr>
        <p:sp>
          <p:nvSpPr>
            <p:cNvPr id="2480" name="Google Shape;2480;p79"/>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79"/>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79"/>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79"/>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79"/>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79"/>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79"/>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79"/>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8" name="Google Shape;2488;p79"/>
          <p:cNvGrpSpPr/>
          <p:nvPr/>
        </p:nvGrpSpPr>
        <p:grpSpPr>
          <a:xfrm>
            <a:off x="3798012" y="3849448"/>
            <a:ext cx="510373" cy="510937"/>
            <a:chOff x="7508249" y="1522825"/>
            <a:chExt cx="1326332" cy="1322987"/>
          </a:xfrm>
        </p:grpSpPr>
        <p:sp>
          <p:nvSpPr>
            <p:cNvPr id="2489" name="Google Shape;2489;p79"/>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79"/>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79"/>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79"/>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79"/>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79"/>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79"/>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79"/>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79"/>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79"/>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9" name="Google Shape;2499;p79"/>
          <p:cNvGrpSpPr/>
          <p:nvPr/>
        </p:nvGrpSpPr>
        <p:grpSpPr>
          <a:xfrm>
            <a:off x="4489605" y="3850853"/>
            <a:ext cx="492652" cy="503348"/>
            <a:chOff x="6039282" y="1042577"/>
            <a:chExt cx="734315" cy="731929"/>
          </a:xfrm>
        </p:grpSpPr>
        <p:sp>
          <p:nvSpPr>
            <p:cNvPr id="2500" name="Google Shape;2500;p79"/>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79"/>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79"/>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79"/>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79"/>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79"/>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79"/>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79"/>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79"/>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79"/>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79"/>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79"/>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79"/>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79"/>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79"/>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79"/>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79"/>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79"/>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79"/>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79"/>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79"/>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1" name="Google Shape;2521;p79"/>
          <p:cNvGrpSpPr/>
          <p:nvPr/>
        </p:nvGrpSpPr>
        <p:grpSpPr>
          <a:xfrm>
            <a:off x="5130019" y="2346894"/>
            <a:ext cx="483304" cy="504902"/>
            <a:chOff x="1825800" y="1651625"/>
            <a:chExt cx="568125" cy="591775"/>
          </a:xfrm>
        </p:grpSpPr>
        <p:sp>
          <p:nvSpPr>
            <p:cNvPr id="2522" name="Google Shape;2522;p79"/>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79"/>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79"/>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79"/>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79"/>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79"/>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8" name="Google Shape;2528;p79"/>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79"/>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79"/>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79"/>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79"/>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sp>
        <p:nvSpPr>
          <p:cNvPr id="2533" name="Google Shape;2533;p79"/>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2537"/>
        <p:cNvGrpSpPr/>
        <p:nvPr/>
      </p:nvGrpSpPr>
      <p:grpSpPr>
        <a:xfrm>
          <a:off x="0" y="0"/>
          <a:ext cx="0" cy="0"/>
          <a:chOff x="0" y="0"/>
          <a:chExt cx="0" cy="0"/>
        </a:xfrm>
      </p:grpSpPr>
      <p:grpSp>
        <p:nvGrpSpPr>
          <p:cNvPr id="2538" name="Google Shape;2538;p80"/>
          <p:cNvGrpSpPr/>
          <p:nvPr/>
        </p:nvGrpSpPr>
        <p:grpSpPr>
          <a:xfrm>
            <a:off x="722058" y="957091"/>
            <a:ext cx="2492868" cy="1379876"/>
            <a:chOff x="2654821" y="2311071"/>
            <a:chExt cx="2279715" cy="1262120"/>
          </a:xfrm>
        </p:grpSpPr>
        <p:grpSp>
          <p:nvGrpSpPr>
            <p:cNvPr id="2539" name="Google Shape;2539;p80"/>
            <p:cNvGrpSpPr/>
            <p:nvPr/>
          </p:nvGrpSpPr>
          <p:grpSpPr>
            <a:xfrm>
              <a:off x="4034269" y="2840745"/>
              <a:ext cx="40212" cy="36437"/>
              <a:chOff x="4293400" y="2574725"/>
              <a:chExt cx="84425" cy="80100"/>
            </a:xfrm>
          </p:grpSpPr>
          <p:sp>
            <p:nvSpPr>
              <p:cNvPr id="2540" name="Google Shape;2540;p80"/>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txBody>
              <a:bodyPr/>
              <a:lstStyle/>
              <a:p>
                <a:endParaRPr lang="en-GB"/>
              </a:p>
            </p:txBody>
          </p:sp>
          <p:sp>
            <p:nvSpPr>
              <p:cNvPr id="2541" name="Google Shape;2541;p80"/>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2" name="Google Shape;2542;p80"/>
            <p:cNvGrpSpPr/>
            <p:nvPr/>
          </p:nvGrpSpPr>
          <p:grpSpPr>
            <a:xfrm>
              <a:off x="3894606" y="2334874"/>
              <a:ext cx="913198" cy="518984"/>
              <a:chOff x="4000175" y="1462675"/>
              <a:chExt cx="1917275" cy="1140875"/>
            </a:xfrm>
          </p:grpSpPr>
          <p:sp>
            <p:nvSpPr>
              <p:cNvPr id="2543" name="Google Shape;2543;p80"/>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txBody>
              <a:bodyPr/>
              <a:lstStyle/>
              <a:p>
                <a:endParaRPr lang="en-GB"/>
              </a:p>
            </p:txBody>
          </p:sp>
          <p:grpSp>
            <p:nvGrpSpPr>
              <p:cNvPr id="2544" name="Google Shape;2544;p80"/>
              <p:cNvGrpSpPr/>
              <p:nvPr/>
            </p:nvGrpSpPr>
            <p:grpSpPr>
              <a:xfrm>
                <a:off x="4000175" y="1462675"/>
                <a:ext cx="1917275" cy="1140875"/>
                <a:chOff x="4000175" y="1462675"/>
                <a:chExt cx="1917275" cy="1140875"/>
              </a:xfrm>
            </p:grpSpPr>
            <p:sp>
              <p:nvSpPr>
                <p:cNvPr id="2545" name="Google Shape;2545;p80"/>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txBody>
                <a:bodyPr/>
                <a:lstStyle/>
                <a:p>
                  <a:endParaRPr lang="en-GB"/>
                </a:p>
              </p:txBody>
            </p:sp>
            <p:sp>
              <p:nvSpPr>
                <p:cNvPr id="2546" name="Google Shape;2546;p80"/>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0"/>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0"/>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0"/>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550" name="Google Shape;2550;p80"/>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51" name="Google Shape;2551;p80"/>
            <p:cNvGrpSpPr/>
            <p:nvPr/>
          </p:nvGrpSpPr>
          <p:grpSpPr>
            <a:xfrm>
              <a:off x="3875768" y="2846704"/>
              <a:ext cx="44796" cy="47366"/>
              <a:chOff x="3960625" y="2587825"/>
              <a:chExt cx="94050" cy="104125"/>
            </a:xfrm>
          </p:grpSpPr>
          <p:sp>
            <p:nvSpPr>
              <p:cNvPr id="2552" name="Google Shape;2552;p80"/>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txBody>
              <a:bodyPr/>
              <a:lstStyle/>
              <a:p>
                <a:endParaRPr lang="en-GB"/>
              </a:p>
            </p:txBody>
          </p:sp>
          <p:sp>
            <p:nvSpPr>
              <p:cNvPr id="2553" name="Google Shape;2553;p80"/>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4" name="Google Shape;2554;p80"/>
            <p:cNvGrpSpPr/>
            <p:nvPr/>
          </p:nvGrpSpPr>
          <p:grpSpPr>
            <a:xfrm>
              <a:off x="3782759" y="2807162"/>
              <a:ext cx="82686" cy="85487"/>
              <a:chOff x="3765350" y="2500900"/>
              <a:chExt cx="173600" cy="187925"/>
            </a:xfrm>
          </p:grpSpPr>
          <p:sp>
            <p:nvSpPr>
              <p:cNvPr id="2555" name="Google Shape;2555;p80"/>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txBody>
              <a:bodyPr/>
              <a:lstStyle/>
              <a:p>
                <a:endParaRPr lang="en-GB"/>
              </a:p>
            </p:txBody>
          </p:sp>
          <p:sp>
            <p:nvSpPr>
              <p:cNvPr id="2556" name="Google Shape;2556;p80"/>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0"/>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0"/>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0"/>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0"/>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1" name="Google Shape;2561;p80"/>
            <p:cNvGrpSpPr/>
            <p:nvPr/>
          </p:nvGrpSpPr>
          <p:grpSpPr>
            <a:xfrm>
              <a:off x="3775674" y="2798496"/>
              <a:ext cx="40545" cy="23564"/>
              <a:chOff x="3750475" y="2481850"/>
              <a:chExt cx="85125" cy="51800"/>
            </a:xfrm>
          </p:grpSpPr>
          <p:sp>
            <p:nvSpPr>
              <p:cNvPr id="2562" name="Google Shape;2562;p80"/>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0"/>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txBody>
              <a:bodyPr/>
              <a:lstStyle/>
              <a:p>
                <a:endParaRPr lang="en-GB"/>
              </a:p>
            </p:txBody>
          </p:sp>
        </p:grpSp>
        <p:grpSp>
          <p:nvGrpSpPr>
            <p:cNvPr id="2564" name="Google Shape;2564;p80"/>
            <p:cNvGrpSpPr/>
            <p:nvPr/>
          </p:nvGrpSpPr>
          <p:grpSpPr>
            <a:xfrm>
              <a:off x="3716946" y="2776024"/>
              <a:ext cx="81971" cy="76912"/>
              <a:chOff x="3627175" y="2432450"/>
              <a:chExt cx="172100" cy="169075"/>
            </a:xfrm>
          </p:grpSpPr>
          <p:sp>
            <p:nvSpPr>
              <p:cNvPr id="2565" name="Google Shape;2565;p80"/>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0"/>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txBody>
              <a:bodyPr/>
              <a:lstStyle/>
              <a:p>
                <a:endParaRPr lang="en-GB"/>
              </a:p>
            </p:txBody>
          </p:sp>
          <p:sp>
            <p:nvSpPr>
              <p:cNvPr id="2567" name="Google Shape;2567;p80"/>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txBody>
              <a:bodyPr/>
              <a:lstStyle/>
              <a:p>
                <a:endParaRPr lang="en-GB"/>
              </a:p>
            </p:txBody>
          </p:sp>
        </p:grpSp>
        <p:grpSp>
          <p:nvGrpSpPr>
            <p:cNvPr id="2568" name="Google Shape;2568;p80"/>
            <p:cNvGrpSpPr/>
            <p:nvPr/>
          </p:nvGrpSpPr>
          <p:grpSpPr>
            <a:xfrm>
              <a:off x="3685682" y="2845624"/>
              <a:ext cx="29311" cy="45055"/>
              <a:chOff x="3561536" y="2585450"/>
              <a:chExt cx="61539" cy="99045"/>
            </a:xfrm>
          </p:grpSpPr>
          <p:sp>
            <p:nvSpPr>
              <p:cNvPr id="2569" name="Google Shape;2569;p80"/>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0"/>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txBody>
              <a:bodyPr/>
              <a:lstStyle/>
              <a:p>
                <a:endParaRPr lang="en-GB"/>
              </a:p>
            </p:txBody>
          </p:sp>
        </p:grpSp>
        <p:grpSp>
          <p:nvGrpSpPr>
            <p:cNvPr id="2571" name="Google Shape;2571;p80"/>
            <p:cNvGrpSpPr/>
            <p:nvPr/>
          </p:nvGrpSpPr>
          <p:grpSpPr>
            <a:xfrm>
              <a:off x="3849905" y="2572252"/>
              <a:ext cx="74339" cy="119559"/>
              <a:chOff x="3906325" y="1984500"/>
              <a:chExt cx="156075" cy="262825"/>
            </a:xfrm>
          </p:grpSpPr>
          <p:sp>
            <p:nvSpPr>
              <p:cNvPr id="2572" name="Google Shape;2572;p80"/>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txBody>
              <a:bodyPr/>
              <a:lstStyle/>
              <a:p>
                <a:endParaRPr lang="en-GB"/>
              </a:p>
            </p:txBody>
          </p:sp>
          <p:sp>
            <p:nvSpPr>
              <p:cNvPr id="2573" name="Google Shape;2573;p80"/>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4" name="Google Shape;2574;p80"/>
            <p:cNvGrpSpPr/>
            <p:nvPr/>
          </p:nvGrpSpPr>
          <p:grpSpPr>
            <a:xfrm>
              <a:off x="2654821" y="2414345"/>
              <a:ext cx="667570" cy="558731"/>
              <a:chOff x="1397225" y="1637375"/>
              <a:chExt cx="1401575" cy="1228250"/>
            </a:xfrm>
          </p:grpSpPr>
          <p:sp>
            <p:nvSpPr>
              <p:cNvPr id="2575" name="Google Shape;2575;p80"/>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txBody>
              <a:bodyPr/>
              <a:lstStyle/>
              <a:p>
                <a:endParaRPr lang="en-GB"/>
              </a:p>
            </p:txBody>
          </p:sp>
          <p:grpSp>
            <p:nvGrpSpPr>
              <p:cNvPr id="2576" name="Google Shape;2576;p80"/>
              <p:cNvGrpSpPr/>
              <p:nvPr/>
            </p:nvGrpSpPr>
            <p:grpSpPr>
              <a:xfrm>
                <a:off x="1397225" y="1637375"/>
                <a:ext cx="1398775" cy="1228250"/>
                <a:chOff x="1397225" y="1637375"/>
                <a:chExt cx="1398775" cy="1228250"/>
              </a:xfrm>
            </p:grpSpPr>
            <p:sp>
              <p:nvSpPr>
                <p:cNvPr id="2577" name="Google Shape;2577;p80"/>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0"/>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79" name="Google Shape;2579;p80"/>
            <p:cNvGrpSpPr/>
            <p:nvPr/>
          </p:nvGrpSpPr>
          <p:grpSpPr>
            <a:xfrm>
              <a:off x="3230417" y="3103734"/>
              <a:ext cx="282982" cy="280332"/>
              <a:chOff x="2605700" y="3152850"/>
              <a:chExt cx="594125" cy="616250"/>
            </a:xfrm>
          </p:grpSpPr>
          <p:sp>
            <p:nvSpPr>
              <p:cNvPr id="2580" name="Google Shape;2580;p80"/>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txBody>
              <a:bodyPr/>
              <a:lstStyle/>
              <a:p>
                <a:endParaRPr lang="en-GB"/>
              </a:p>
            </p:txBody>
          </p:sp>
          <p:sp>
            <p:nvSpPr>
              <p:cNvPr id="2581" name="Google Shape;2581;p80"/>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2582" name="Google Shape;2582;p80"/>
            <p:cNvGrpSpPr/>
            <p:nvPr/>
          </p:nvGrpSpPr>
          <p:grpSpPr>
            <a:xfrm>
              <a:off x="3265985" y="3226989"/>
              <a:ext cx="87151" cy="346202"/>
              <a:chOff x="2680375" y="3423800"/>
              <a:chExt cx="182975" cy="761050"/>
            </a:xfrm>
          </p:grpSpPr>
          <p:sp>
            <p:nvSpPr>
              <p:cNvPr id="2583" name="Google Shape;2583;p80"/>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txBody>
              <a:bodyPr/>
              <a:lstStyle/>
              <a:p>
                <a:endParaRPr lang="en-GB"/>
              </a:p>
            </p:txBody>
          </p:sp>
          <p:sp>
            <p:nvSpPr>
              <p:cNvPr id="2584" name="Google Shape;2584;p80"/>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5" name="Google Shape;2585;p80"/>
            <p:cNvGrpSpPr/>
            <p:nvPr/>
          </p:nvGrpSpPr>
          <p:grpSpPr>
            <a:xfrm>
              <a:off x="3855466" y="3289811"/>
              <a:ext cx="112514" cy="94210"/>
              <a:chOff x="3918000" y="3561900"/>
              <a:chExt cx="236225" cy="207100"/>
            </a:xfrm>
          </p:grpSpPr>
          <p:sp>
            <p:nvSpPr>
              <p:cNvPr id="2586" name="Google Shape;2586;p80"/>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txBody>
              <a:bodyPr/>
              <a:lstStyle/>
              <a:p>
                <a:endParaRPr lang="en-GB"/>
              </a:p>
            </p:txBody>
          </p:sp>
          <p:sp>
            <p:nvSpPr>
              <p:cNvPr id="2587" name="Google Shape;2587;p80"/>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88" name="Google Shape;2588;p80"/>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0"/>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0"/>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2591" name="Google Shape;2591;p80"/>
            <p:cNvGrpSpPr/>
            <p:nvPr/>
          </p:nvGrpSpPr>
          <p:grpSpPr>
            <a:xfrm>
              <a:off x="2905224" y="2311071"/>
              <a:ext cx="596721" cy="528992"/>
              <a:chOff x="1922950" y="1410350"/>
              <a:chExt cx="1252825" cy="1162875"/>
            </a:xfrm>
          </p:grpSpPr>
          <p:sp>
            <p:nvSpPr>
              <p:cNvPr id="2592" name="Google Shape;2592;p80"/>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0"/>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0"/>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0"/>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0"/>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0"/>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0"/>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0"/>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0"/>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0"/>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0"/>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0"/>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0"/>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0"/>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0"/>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0"/>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2608" name="Google Shape;2608;p80"/>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0"/>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0"/>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0"/>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0"/>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0"/>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0"/>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0"/>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0"/>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0"/>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0"/>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0"/>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0"/>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0"/>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0"/>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0"/>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0"/>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0"/>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0"/>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0"/>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628" name="Google Shape;2628;p80"/>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629" name="Google Shape;2629;p80"/>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30" name="Google Shape;2630;p80"/>
            <p:cNvGrpSpPr/>
            <p:nvPr/>
          </p:nvGrpSpPr>
          <p:grpSpPr>
            <a:xfrm>
              <a:off x="3280929" y="3294542"/>
              <a:ext cx="109894" cy="272224"/>
              <a:chOff x="2711750" y="3572300"/>
              <a:chExt cx="230725" cy="598425"/>
            </a:xfrm>
          </p:grpSpPr>
          <p:sp>
            <p:nvSpPr>
              <p:cNvPr id="2631" name="Google Shape;2631;p80"/>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0"/>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33" name="Google Shape;2633;p80"/>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34" name="Google Shape;2634;p80"/>
            <p:cNvGrpSpPr/>
            <p:nvPr/>
          </p:nvGrpSpPr>
          <p:grpSpPr>
            <a:xfrm>
              <a:off x="3790439" y="2408636"/>
              <a:ext cx="73017" cy="75684"/>
              <a:chOff x="3781475" y="1624825"/>
              <a:chExt cx="153300" cy="166375"/>
            </a:xfrm>
          </p:grpSpPr>
          <p:sp>
            <p:nvSpPr>
              <p:cNvPr id="2635" name="Google Shape;2635;p80"/>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0"/>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0"/>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0"/>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39" name="Google Shape;2639;p80"/>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0"/>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0"/>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0"/>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0"/>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0"/>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0"/>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6" name="Google Shape;2646;p80"/>
            <p:cNvGrpSpPr/>
            <p:nvPr/>
          </p:nvGrpSpPr>
          <p:grpSpPr>
            <a:xfrm>
              <a:off x="4403342" y="3107749"/>
              <a:ext cx="316680" cy="101374"/>
              <a:chOff x="5068275" y="3161675"/>
              <a:chExt cx="664875" cy="222850"/>
            </a:xfrm>
          </p:grpSpPr>
          <p:sp>
            <p:nvSpPr>
              <p:cNvPr id="2647" name="Google Shape;2647;p80"/>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0"/>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0"/>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0"/>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51" name="Google Shape;2651;p80"/>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0"/>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0"/>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0"/>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0"/>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0"/>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0"/>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0"/>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0"/>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0"/>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0"/>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0"/>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0"/>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0"/>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0"/>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0"/>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0"/>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0"/>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0"/>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0"/>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0"/>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0"/>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0"/>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0"/>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0"/>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0"/>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0"/>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0"/>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0"/>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80" name="Google Shape;2680;p80"/>
            <p:cNvGrpSpPr/>
            <p:nvPr/>
          </p:nvGrpSpPr>
          <p:grpSpPr>
            <a:xfrm>
              <a:off x="3697513" y="2707266"/>
              <a:ext cx="59549" cy="79733"/>
              <a:chOff x="3586375" y="2281300"/>
              <a:chExt cx="125025" cy="175275"/>
            </a:xfrm>
          </p:grpSpPr>
          <p:sp>
            <p:nvSpPr>
              <p:cNvPr id="2681" name="Google Shape;2681;p80"/>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0"/>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83" name="Google Shape;2683;p80"/>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84" name="Google Shape;2684;p80"/>
            <p:cNvGrpSpPr/>
            <p:nvPr/>
          </p:nvGrpSpPr>
          <p:grpSpPr>
            <a:xfrm>
              <a:off x="4513224" y="3221724"/>
              <a:ext cx="274563" cy="280321"/>
              <a:chOff x="5298975" y="3412225"/>
              <a:chExt cx="576450" cy="616225"/>
            </a:xfrm>
          </p:grpSpPr>
          <p:sp>
            <p:nvSpPr>
              <p:cNvPr id="2685" name="Google Shape;2685;p80"/>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686" name="Google Shape;2686;p80"/>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7" name="Google Shape;2687;p80"/>
            <p:cNvGrpSpPr/>
            <p:nvPr/>
          </p:nvGrpSpPr>
          <p:grpSpPr>
            <a:xfrm>
              <a:off x="4824403" y="3421846"/>
              <a:ext cx="110132" cy="130647"/>
              <a:chOff x="5952300" y="3852150"/>
              <a:chExt cx="231225" cy="287200"/>
            </a:xfrm>
          </p:grpSpPr>
          <p:sp>
            <p:nvSpPr>
              <p:cNvPr id="2688" name="Google Shape;2688;p80"/>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0"/>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90" name="Google Shape;2690;p80"/>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0"/>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0"/>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0"/>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0"/>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0"/>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0"/>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0"/>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98" name="Google Shape;2698;p80"/>
            <p:cNvGrpSpPr/>
            <p:nvPr/>
          </p:nvGrpSpPr>
          <p:grpSpPr>
            <a:xfrm>
              <a:off x="4295710" y="3079670"/>
              <a:ext cx="14968" cy="27135"/>
              <a:chOff x="4842300" y="3099950"/>
              <a:chExt cx="31425" cy="59650"/>
            </a:xfrm>
          </p:grpSpPr>
          <p:sp>
            <p:nvSpPr>
              <p:cNvPr id="2699" name="Google Shape;2699;p80"/>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0"/>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0"/>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0"/>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3" name="Google Shape;2703;p80"/>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0"/>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0"/>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0"/>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0"/>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0"/>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0"/>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0"/>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11" name="Google Shape;2711;p80"/>
            <p:cNvGrpSpPr/>
            <p:nvPr/>
          </p:nvGrpSpPr>
          <p:grpSpPr>
            <a:xfrm>
              <a:off x="3831056" y="2816010"/>
              <a:ext cx="37378" cy="27612"/>
              <a:chOff x="3866750" y="2520350"/>
              <a:chExt cx="78475" cy="60700"/>
            </a:xfrm>
          </p:grpSpPr>
          <p:sp>
            <p:nvSpPr>
              <p:cNvPr id="2712" name="Google Shape;2712;p80"/>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80"/>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80"/>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80"/>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16" name="Google Shape;2716;p80"/>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0"/>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0"/>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0"/>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0"/>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0"/>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0"/>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0"/>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80"/>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80"/>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80"/>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0"/>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80"/>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0"/>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80"/>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80"/>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80"/>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733" name="Google Shape;2733;p80"/>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80"/>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80"/>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80"/>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80"/>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80"/>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80"/>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80"/>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80"/>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80"/>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80"/>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80"/>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745" name="Google Shape;2745;p80"/>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80"/>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80"/>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80"/>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80"/>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80"/>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80"/>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80"/>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80"/>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80"/>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80"/>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80"/>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80"/>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58" name="Google Shape;2758;p80"/>
            <p:cNvGrpSpPr/>
            <p:nvPr/>
          </p:nvGrpSpPr>
          <p:grpSpPr>
            <a:xfrm>
              <a:off x="3632736" y="3051591"/>
              <a:ext cx="63288" cy="45217"/>
              <a:chOff x="3450375" y="3038225"/>
              <a:chExt cx="132875" cy="99400"/>
            </a:xfrm>
          </p:grpSpPr>
          <p:sp>
            <p:nvSpPr>
              <p:cNvPr id="2759" name="Google Shape;2759;p80"/>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80"/>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1" name="Google Shape;2761;p80"/>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80"/>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80"/>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80"/>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80"/>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80"/>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80"/>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80"/>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80"/>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770" name="Google Shape;2770;p80"/>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80"/>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80"/>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80"/>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80"/>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80"/>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80"/>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80"/>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80"/>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80"/>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780" name="Google Shape;2780;p80"/>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80"/>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80"/>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80"/>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80"/>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80"/>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786" name="Google Shape;2786;p80"/>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80"/>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80"/>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80"/>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80"/>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80"/>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80"/>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80"/>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80"/>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80"/>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6" name="Google Shape;2796;p80"/>
          <p:cNvGrpSpPr/>
          <p:nvPr/>
        </p:nvGrpSpPr>
        <p:grpSpPr>
          <a:xfrm>
            <a:off x="719115" y="2852867"/>
            <a:ext cx="2622876" cy="1333540"/>
            <a:chOff x="238125" y="1038125"/>
            <a:chExt cx="7146800" cy="3633625"/>
          </a:xfrm>
        </p:grpSpPr>
        <p:sp>
          <p:nvSpPr>
            <p:cNvPr id="2797" name="Google Shape;2797;p80"/>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80"/>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80"/>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80"/>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80"/>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80"/>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80"/>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80"/>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80"/>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80"/>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80"/>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80"/>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80"/>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80"/>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80"/>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80"/>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80"/>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80"/>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80"/>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80"/>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0"/>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80"/>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80"/>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80"/>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80"/>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80"/>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80"/>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80"/>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80"/>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80"/>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80"/>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80"/>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80"/>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80"/>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80"/>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80"/>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80"/>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80"/>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80"/>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80"/>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80"/>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80"/>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80"/>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80"/>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80"/>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80"/>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80"/>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80"/>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80"/>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80"/>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80"/>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80"/>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80"/>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80"/>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80"/>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80"/>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80"/>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80"/>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80"/>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80"/>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80"/>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80"/>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80"/>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80"/>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80"/>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80"/>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80"/>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80"/>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80"/>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80"/>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80"/>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80"/>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80"/>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80"/>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80"/>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80"/>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80"/>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80"/>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80"/>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80"/>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80"/>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80"/>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80"/>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80"/>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80"/>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80"/>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80"/>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80"/>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80"/>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80"/>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80"/>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80"/>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80"/>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80"/>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80"/>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80"/>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80"/>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80"/>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80"/>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80"/>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80"/>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80"/>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80"/>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80"/>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80"/>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80"/>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80"/>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80"/>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80"/>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80"/>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80"/>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80"/>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80"/>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80"/>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80"/>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80"/>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80"/>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80"/>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80"/>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80"/>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80"/>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80"/>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80"/>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80"/>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80"/>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80"/>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80"/>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80"/>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80"/>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80"/>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80"/>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80"/>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80"/>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80"/>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80"/>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80"/>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80"/>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80"/>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80"/>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80"/>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80"/>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80"/>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80"/>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80"/>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80"/>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80"/>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80"/>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80"/>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80"/>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80"/>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80"/>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80"/>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80"/>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80"/>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80"/>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80"/>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80"/>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80"/>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80"/>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80"/>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80"/>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80"/>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80"/>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80"/>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80"/>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80"/>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80"/>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80"/>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80"/>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80"/>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80"/>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80"/>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80"/>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80"/>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80"/>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80"/>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80"/>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80"/>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80"/>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80"/>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80"/>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80"/>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80"/>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80"/>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80"/>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80"/>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80"/>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80"/>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80"/>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80"/>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80"/>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80"/>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80"/>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80"/>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80"/>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80"/>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80"/>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80"/>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80"/>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80"/>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80"/>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80"/>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80"/>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80"/>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80"/>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80"/>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80"/>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80"/>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80"/>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80"/>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80"/>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80"/>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80"/>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80"/>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80"/>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80"/>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80"/>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80"/>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80"/>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80"/>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80"/>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80"/>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80"/>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80"/>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80"/>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80"/>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80"/>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80"/>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80"/>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80"/>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80"/>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80"/>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80"/>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80"/>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80"/>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80"/>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80"/>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80"/>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80"/>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80"/>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80"/>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80"/>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80"/>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80"/>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80"/>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80"/>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80"/>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80"/>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80"/>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80"/>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80"/>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80"/>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80"/>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80"/>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80"/>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80"/>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80"/>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80"/>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80"/>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80"/>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80"/>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80"/>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80"/>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80"/>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80"/>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80"/>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80"/>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80"/>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80"/>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80"/>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80"/>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80"/>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80"/>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80"/>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80"/>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80"/>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80"/>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80"/>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80"/>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80"/>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80"/>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80"/>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80"/>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80"/>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80"/>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80"/>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80"/>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80"/>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80"/>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80"/>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80"/>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80"/>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80"/>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80"/>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80"/>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80"/>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80"/>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80"/>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80"/>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80"/>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80"/>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80"/>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80"/>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80"/>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80"/>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80"/>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80"/>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80"/>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80"/>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80"/>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80"/>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80"/>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80"/>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80"/>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80"/>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80"/>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80"/>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80"/>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80"/>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80"/>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80"/>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80"/>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80"/>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80"/>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80"/>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80"/>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80"/>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80"/>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80"/>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80"/>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80"/>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80"/>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80"/>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80"/>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80"/>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80"/>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80"/>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80"/>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80"/>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80"/>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80"/>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80"/>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80"/>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80"/>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80"/>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80"/>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80"/>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80"/>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80"/>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80"/>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80"/>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80"/>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80"/>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80"/>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80"/>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80"/>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80"/>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80"/>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80"/>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80"/>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80"/>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80"/>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80"/>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80"/>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80"/>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80"/>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80"/>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80"/>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80"/>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80"/>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80"/>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80"/>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80"/>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80"/>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80"/>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80"/>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80"/>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80"/>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80"/>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80"/>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80"/>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80"/>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80"/>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80"/>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80"/>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80"/>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80"/>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80"/>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80"/>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80"/>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80"/>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80"/>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80"/>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80"/>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80"/>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80"/>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80"/>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80"/>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80"/>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80"/>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80"/>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80"/>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80"/>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80"/>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80"/>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80"/>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80"/>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80"/>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80"/>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80"/>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80"/>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80"/>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80"/>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80"/>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80"/>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80"/>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80"/>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80"/>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80"/>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80"/>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80"/>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80"/>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80"/>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80"/>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80"/>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80"/>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80"/>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80"/>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80"/>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80"/>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80"/>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80"/>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80"/>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80"/>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80"/>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80"/>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80"/>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80"/>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80"/>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80"/>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80"/>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80"/>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80"/>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80"/>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80"/>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80"/>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80"/>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80"/>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80"/>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80"/>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80"/>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80"/>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80"/>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80"/>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80"/>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80"/>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80"/>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80"/>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80"/>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80"/>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80"/>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80"/>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80"/>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80"/>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80"/>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80"/>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80"/>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80"/>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80"/>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80"/>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80"/>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80"/>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80"/>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80"/>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80"/>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80"/>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80"/>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80"/>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80"/>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80"/>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80"/>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80"/>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80"/>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80"/>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80"/>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80"/>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80"/>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80"/>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80"/>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80"/>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80"/>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80"/>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80"/>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80"/>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80"/>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80"/>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80"/>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80"/>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80"/>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80"/>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80"/>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80"/>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80"/>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80"/>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80"/>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80"/>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80"/>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80"/>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80"/>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80"/>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80"/>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80"/>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80"/>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80"/>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80"/>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80"/>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80"/>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80"/>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80"/>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80"/>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80"/>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80"/>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80"/>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80"/>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80"/>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80"/>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80"/>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80"/>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80"/>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80"/>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80"/>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80"/>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80"/>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80"/>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80"/>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80"/>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80"/>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80"/>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80"/>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80"/>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80"/>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80"/>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80"/>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80"/>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80"/>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80"/>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80"/>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80"/>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80"/>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80"/>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80"/>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80"/>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80"/>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80"/>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80"/>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80"/>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80"/>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80"/>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80"/>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80"/>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80"/>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80"/>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80"/>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80"/>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80"/>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80"/>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80"/>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80"/>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80"/>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80"/>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80"/>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80"/>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80"/>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80"/>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80"/>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80"/>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80"/>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80"/>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80"/>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80"/>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80"/>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80"/>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80"/>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80"/>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80"/>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80"/>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80"/>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80"/>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80"/>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80"/>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80"/>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80"/>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80"/>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80"/>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80"/>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80"/>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80"/>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80"/>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80"/>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80"/>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80"/>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80"/>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80"/>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80"/>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80"/>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80"/>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80"/>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80"/>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80"/>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80"/>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80"/>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80"/>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80"/>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80"/>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80"/>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80"/>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80"/>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80"/>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80"/>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80"/>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80"/>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80"/>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80"/>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80"/>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80"/>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80"/>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80"/>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80"/>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80"/>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80"/>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80"/>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80"/>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80"/>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80"/>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80"/>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80"/>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80"/>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80"/>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80"/>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80"/>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80"/>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80"/>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80"/>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80"/>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80"/>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80"/>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80"/>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80"/>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80"/>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80"/>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80"/>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80"/>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80"/>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80"/>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80"/>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80"/>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80"/>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80"/>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80"/>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80"/>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80"/>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80"/>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80"/>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80"/>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80"/>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80"/>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80"/>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80"/>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80"/>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80"/>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80"/>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80"/>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80"/>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80"/>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80"/>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80"/>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80"/>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80"/>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80"/>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80"/>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80"/>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80"/>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80"/>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80"/>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80"/>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80"/>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80"/>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80"/>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80"/>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80"/>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80"/>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80"/>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80"/>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80"/>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80"/>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80"/>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80"/>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80"/>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80"/>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80"/>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80"/>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80"/>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80"/>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80"/>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80"/>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80"/>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80"/>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80"/>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80"/>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80"/>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80"/>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80"/>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80"/>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80"/>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80"/>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80"/>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80"/>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80"/>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80"/>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80"/>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80"/>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80"/>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80"/>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80"/>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80"/>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80"/>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80"/>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80"/>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80"/>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80"/>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80"/>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80"/>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80"/>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80"/>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80"/>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80"/>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80"/>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80"/>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80"/>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80"/>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80"/>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80"/>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80"/>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80"/>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80"/>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80"/>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80"/>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80"/>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80"/>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80"/>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80"/>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80"/>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80"/>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80"/>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80"/>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80"/>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80"/>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80"/>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80"/>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80"/>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80"/>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80"/>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80"/>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80"/>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80"/>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80"/>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80"/>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80"/>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80"/>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80"/>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80"/>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80"/>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80"/>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80"/>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80"/>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80"/>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80"/>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80"/>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80"/>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80"/>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80"/>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80"/>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80"/>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80"/>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80"/>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80"/>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80"/>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80"/>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80"/>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80"/>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80"/>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80"/>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80"/>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80"/>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80"/>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80"/>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80"/>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80"/>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80"/>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80"/>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80"/>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80"/>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80"/>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80"/>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80"/>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80"/>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80"/>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80"/>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80"/>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80"/>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80"/>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80"/>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80"/>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80"/>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80"/>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80"/>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80"/>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80"/>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80"/>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80"/>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80"/>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80"/>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80"/>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80"/>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80"/>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80"/>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80"/>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80"/>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80"/>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80"/>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80"/>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80"/>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80"/>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80"/>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80"/>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80"/>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80"/>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80"/>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80"/>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80"/>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80"/>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80"/>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80"/>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80"/>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80"/>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80"/>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80"/>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80"/>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80"/>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80"/>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80"/>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80"/>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80"/>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80"/>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80"/>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80"/>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80"/>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80"/>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80"/>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80"/>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80"/>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80"/>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80"/>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80"/>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80"/>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80"/>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80"/>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80"/>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80"/>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80"/>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80"/>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80"/>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80"/>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80"/>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80"/>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80"/>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80"/>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80"/>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80"/>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80"/>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80"/>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80"/>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80"/>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80"/>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80"/>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80"/>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80"/>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80"/>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80"/>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80"/>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80"/>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80"/>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80"/>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80"/>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80"/>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80"/>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80"/>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80"/>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80"/>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80"/>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80"/>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80"/>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80"/>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80"/>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80"/>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80"/>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80"/>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80"/>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80"/>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80"/>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80"/>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80"/>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80"/>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80"/>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80"/>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80"/>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80"/>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80"/>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80"/>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80"/>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80"/>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80"/>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80"/>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80"/>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80"/>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80"/>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80"/>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80"/>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80"/>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80"/>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80"/>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80"/>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80"/>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80"/>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80"/>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80"/>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80"/>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80"/>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80"/>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80"/>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80"/>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80"/>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80"/>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80"/>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80"/>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80"/>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80"/>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80"/>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80"/>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80"/>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80"/>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80"/>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80"/>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80"/>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80"/>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80"/>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80"/>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80"/>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80"/>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80"/>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80"/>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80"/>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80"/>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80"/>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80"/>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80"/>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80"/>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80"/>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80"/>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80"/>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80"/>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80"/>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80"/>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80"/>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80"/>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80"/>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80"/>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80"/>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80"/>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80"/>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80"/>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80"/>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80"/>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80"/>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80"/>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80"/>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80"/>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80"/>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80"/>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80"/>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80"/>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80"/>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80"/>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80"/>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80"/>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80"/>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80"/>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80"/>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80"/>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80"/>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80"/>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80"/>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80"/>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80"/>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80"/>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80"/>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80"/>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80"/>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80"/>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80"/>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80"/>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80"/>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80"/>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80"/>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80"/>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80"/>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80"/>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80"/>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80"/>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80"/>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80"/>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80"/>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80"/>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80"/>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80"/>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80"/>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80"/>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80"/>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80"/>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80"/>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80"/>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80"/>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80"/>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80"/>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80"/>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80"/>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80"/>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80"/>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80"/>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80"/>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80"/>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80"/>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80"/>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80"/>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80"/>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80"/>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80"/>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80"/>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80"/>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80"/>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80"/>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80"/>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80"/>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80"/>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80"/>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80"/>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80"/>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80"/>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80"/>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80"/>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80"/>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80"/>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80"/>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80"/>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80"/>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80"/>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80"/>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80"/>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80"/>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80"/>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80"/>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80"/>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80"/>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80"/>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80"/>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80"/>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80"/>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80"/>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80"/>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80"/>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80"/>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80"/>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80"/>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80"/>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80"/>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80"/>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80"/>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80"/>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80"/>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80"/>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80"/>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80"/>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80"/>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80"/>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80"/>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80"/>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80"/>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80"/>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80"/>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80"/>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80"/>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80"/>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80"/>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80"/>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80"/>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80"/>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80"/>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80"/>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80"/>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80"/>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80"/>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80"/>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80"/>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80"/>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80"/>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80"/>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80"/>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80"/>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80"/>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80"/>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80"/>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80"/>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80"/>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80"/>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80"/>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80"/>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80"/>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80"/>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80"/>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80"/>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80"/>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80"/>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80"/>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80"/>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80"/>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80"/>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80"/>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80"/>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80"/>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80"/>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80"/>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80"/>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80"/>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80"/>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80"/>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80"/>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80"/>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80"/>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80"/>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80"/>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80"/>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80"/>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80"/>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80"/>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80"/>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80"/>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80"/>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80"/>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80"/>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80"/>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80"/>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80"/>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80"/>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80"/>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80"/>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80"/>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80"/>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80"/>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80"/>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80"/>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80"/>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80"/>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80"/>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80"/>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80"/>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80"/>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80"/>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80"/>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80"/>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80"/>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80"/>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80"/>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80"/>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80"/>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80"/>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80"/>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80"/>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80"/>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80"/>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80"/>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80"/>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80"/>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80"/>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80"/>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80"/>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80"/>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80"/>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80"/>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80"/>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80"/>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80"/>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80"/>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80"/>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80"/>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80"/>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80"/>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80"/>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80"/>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80"/>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80"/>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80"/>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80"/>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80"/>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80"/>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80"/>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80"/>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80"/>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80"/>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80"/>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80"/>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80"/>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80"/>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80"/>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80"/>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80"/>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80"/>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80"/>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80"/>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80"/>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80"/>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80"/>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80"/>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80"/>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80"/>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80"/>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80"/>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80"/>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80"/>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80"/>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80"/>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80"/>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80"/>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80"/>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80"/>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80"/>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80"/>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80"/>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80"/>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80"/>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80"/>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80"/>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80"/>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80"/>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80"/>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80"/>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80"/>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80"/>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80"/>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80"/>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80"/>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80"/>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80"/>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80"/>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80"/>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80"/>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80"/>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80"/>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80"/>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80"/>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80"/>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80"/>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80"/>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80"/>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80"/>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80"/>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80"/>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80"/>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80"/>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80"/>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80"/>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80"/>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80"/>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80"/>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80"/>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80"/>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80"/>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80"/>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80"/>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80"/>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80"/>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80"/>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80"/>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80"/>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80"/>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80"/>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80"/>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80"/>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80"/>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80"/>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80"/>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80"/>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80"/>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80"/>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80"/>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80"/>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80"/>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80"/>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80"/>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80"/>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80"/>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80"/>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80"/>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80"/>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80"/>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80"/>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80"/>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80"/>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80"/>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80"/>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80"/>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80"/>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80"/>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80"/>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80"/>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80"/>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80"/>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80"/>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80"/>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80"/>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80"/>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80"/>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80"/>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80"/>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80"/>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80"/>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80"/>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80"/>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80"/>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80"/>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80"/>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80"/>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80"/>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80"/>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80"/>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80"/>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80"/>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80"/>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80"/>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80"/>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80"/>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80"/>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80"/>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80"/>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80"/>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80"/>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80"/>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80"/>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80"/>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80"/>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80"/>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80"/>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80"/>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80"/>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80"/>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80"/>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80"/>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80"/>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80"/>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80"/>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80"/>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80"/>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80"/>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80"/>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80"/>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80"/>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80"/>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80"/>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80"/>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80"/>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80"/>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80"/>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80"/>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80"/>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80"/>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80"/>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80"/>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80"/>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80"/>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80"/>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80"/>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80"/>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80"/>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80"/>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80"/>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80"/>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80"/>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80"/>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80"/>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80"/>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80"/>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80"/>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80"/>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80"/>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80"/>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80"/>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80"/>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80"/>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80"/>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80"/>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80"/>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80"/>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80"/>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80"/>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80"/>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80"/>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80"/>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80"/>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80"/>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80"/>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80"/>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80"/>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80"/>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80"/>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80"/>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80"/>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80"/>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80"/>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80"/>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80"/>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80"/>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80"/>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80"/>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80"/>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80"/>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80"/>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80"/>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80"/>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80"/>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80"/>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80"/>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80"/>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80"/>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80"/>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80"/>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80"/>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80"/>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80"/>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80"/>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80"/>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80"/>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80"/>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80"/>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80"/>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80"/>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80"/>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80"/>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80"/>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80"/>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80"/>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80"/>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80"/>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80"/>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80"/>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80"/>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80"/>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80"/>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80"/>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80"/>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80"/>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80"/>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80"/>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80"/>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80"/>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80"/>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80"/>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80"/>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80"/>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80"/>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80"/>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80"/>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80"/>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80"/>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80"/>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80"/>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80"/>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80"/>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80"/>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80"/>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80"/>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80"/>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80"/>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80"/>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80"/>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80"/>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80"/>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80"/>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80"/>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80"/>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80"/>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80"/>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80"/>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80"/>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80"/>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80"/>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80"/>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80"/>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80"/>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80"/>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80"/>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80"/>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80"/>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80"/>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80"/>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80"/>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80"/>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80"/>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80"/>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80"/>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80"/>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80"/>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80"/>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80"/>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80"/>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80"/>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80"/>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80"/>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80"/>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80"/>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80"/>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80"/>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80"/>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80"/>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80"/>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80"/>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80"/>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80"/>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80"/>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80"/>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80"/>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80"/>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80"/>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80"/>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80"/>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80"/>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80"/>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80"/>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80"/>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80"/>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80"/>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80"/>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80"/>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80"/>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80"/>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80"/>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80"/>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80"/>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80"/>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80"/>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80"/>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80"/>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80"/>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80"/>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80"/>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80"/>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80"/>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80"/>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80"/>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80"/>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80"/>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80"/>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80"/>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80"/>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9" name="Google Shape;4369;p80"/>
          <p:cNvGrpSpPr/>
          <p:nvPr/>
        </p:nvGrpSpPr>
        <p:grpSpPr>
          <a:xfrm>
            <a:off x="5834043" y="994977"/>
            <a:ext cx="2590840" cy="1380235"/>
            <a:chOff x="233350" y="949250"/>
            <a:chExt cx="7137300" cy="3802300"/>
          </a:xfrm>
        </p:grpSpPr>
        <p:sp>
          <p:nvSpPr>
            <p:cNvPr id="4370" name="Google Shape;4370;p80"/>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80"/>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80"/>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80"/>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80"/>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80"/>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80"/>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80"/>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80"/>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80"/>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80"/>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80"/>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80"/>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80"/>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80"/>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80"/>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80"/>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80"/>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80"/>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80"/>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80"/>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80"/>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80"/>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80"/>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80"/>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80"/>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80"/>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80"/>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80"/>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80"/>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80"/>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80"/>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80"/>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80"/>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80"/>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80"/>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80"/>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80"/>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80"/>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80"/>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80"/>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80"/>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80"/>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80"/>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80"/>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80"/>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80"/>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80"/>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80"/>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80"/>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80"/>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1" name="Google Shape;4421;p80"/>
          <p:cNvGrpSpPr/>
          <p:nvPr/>
        </p:nvGrpSpPr>
        <p:grpSpPr>
          <a:xfrm>
            <a:off x="7648472" y="3039750"/>
            <a:ext cx="104231" cy="320340"/>
            <a:chOff x="7564426" y="3224343"/>
            <a:chExt cx="119985" cy="368801"/>
          </a:xfrm>
        </p:grpSpPr>
        <p:sp>
          <p:nvSpPr>
            <p:cNvPr id="4422" name="Google Shape;4422;p80"/>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80"/>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4" name="Google Shape;4424;p80"/>
          <p:cNvGrpSpPr/>
          <p:nvPr/>
        </p:nvGrpSpPr>
        <p:grpSpPr>
          <a:xfrm>
            <a:off x="7347961" y="3033852"/>
            <a:ext cx="189489" cy="332132"/>
            <a:chOff x="8370831" y="3202002"/>
            <a:chExt cx="218129" cy="382376"/>
          </a:xfrm>
        </p:grpSpPr>
        <p:sp>
          <p:nvSpPr>
            <p:cNvPr id="4425" name="Google Shape;4425;p80"/>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80"/>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7" name="Google Shape;4427;p80"/>
          <p:cNvGrpSpPr/>
          <p:nvPr/>
        </p:nvGrpSpPr>
        <p:grpSpPr>
          <a:xfrm>
            <a:off x="8071350" y="3444984"/>
            <a:ext cx="309429" cy="267000"/>
            <a:chOff x="6742064" y="3750480"/>
            <a:chExt cx="399315" cy="344560"/>
          </a:xfrm>
        </p:grpSpPr>
        <p:sp>
          <p:nvSpPr>
            <p:cNvPr id="4428" name="Google Shape;4428;p80"/>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80"/>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0" name="Google Shape;4430;p80"/>
          <p:cNvGrpSpPr/>
          <p:nvPr/>
        </p:nvGrpSpPr>
        <p:grpSpPr>
          <a:xfrm>
            <a:off x="7610369" y="3796031"/>
            <a:ext cx="180437" cy="281608"/>
            <a:chOff x="7248525" y="3739696"/>
            <a:chExt cx="230531" cy="359790"/>
          </a:xfrm>
        </p:grpSpPr>
        <p:sp>
          <p:nvSpPr>
            <p:cNvPr id="4431" name="Google Shape;4431;p80"/>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80"/>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3" name="Google Shape;4433;p80"/>
          <p:cNvGrpSpPr/>
          <p:nvPr/>
        </p:nvGrpSpPr>
        <p:grpSpPr>
          <a:xfrm>
            <a:off x="7856288" y="3439255"/>
            <a:ext cx="162896" cy="278710"/>
            <a:chOff x="7601242" y="3729267"/>
            <a:chExt cx="222566" cy="380803"/>
          </a:xfrm>
        </p:grpSpPr>
        <p:sp>
          <p:nvSpPr>
            <p:cNvPr id="4434" name="Google Shape;4434;p80"/>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80"/>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36" name="Google Shape;4436;p80"/>
          <p:cNvSpPr/>
          <p:nvPr/>
        </p:nvSpPr>
        <p:spPr>
          <a:xfrm>
            <a:off x="7822314" y="3051612"/>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37" name="Google Shape;4437;p80"/>
          <p:cNvGrpSpPr/>
          <p:nvPr/>
        </p:nvGrpSpPr>
        <p:grpSpPr>
          <a:xfrm>
            <a:off x="7345934" y="3440396"/>
            <a:ext cx="193543" cy="275990"/>
            <a:chOff x="8304647" y="3738687"/>
            <a:chExt cx="225076" cy="320956"/>
          </a:xfrm>
        </p:grpSpPr>
        <p:sp>
          <p:nvSpPr>
            <p:cNvPr id="4438" name="Google Shape;4438;p80"/>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80"/>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80"/>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1" name="Google Shape;4441;p80"/>
          <p:cNvGrpSpPr/>
          <p:nvPr/>
        </p:nvGrpSpPr>
        <p:grpSpPr>
          <a:xfrm>
            <a:off x="7618426" y="3440396"/>
            <a:ext cx="178492" cy="275990"/>
            <a:chOff x="8615101" y="3738687"/>
            <a:chExt cx="207573" cy="320956"/>
          </a:xfrm>
        </p:grpSpPr>
        <p:sp>
          <p:nvSpPr>
            <p:cNvPr id="4442" name="Google Shape;4442;p80"/>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80"/>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80"/>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45" name="Google Shape;4445;p80"/>
          <p:cNvSpPr/>
          <p:nvPr/>
        </p:nvSpPr>
        <p:spPr>
          <a:xfrm>
            <a:off x="8114866" y="3030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6" name="Google Shape;4446;p80"/>
          <p:cNvGrpSpPr/>
          <p:nvPr/>
        </p:nvGrpSpPr>
        <p:grpSpPr>
          <a:xfrm>
            <a:off x="6013131" y="3561884"/>
            <a:ext cx="557670" cy="511283"/>
            <a:chOff x="6015419" y="3716859"/>
            <a:chExt cx="557671" cy="511283"/>
          </a:xfrm>
        </p:grpSpPr>
        <p:sp>
          <p:nvSpPr>
            <p:cNvPr id="4447" name="Google Shape;4447;p80"/>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8" name="Google Shape;4448;p80"/>
            <p:cNvGrpSpPr/>
            <p:nvPr/>
          </p:nvGrpSpPr>
          <p:grpSpPr>
            <a:xfrm>
              <a:off x="6036094" y="3716980"/>
              <a:ext cx="529860" cy="510468"/>
              <a:chOff x="6036094" y="3716980"/>
              <a:chExt cx="529860" cy="510468"/>
            </a:xfrm>
          </p:grpSpPr>
          <p:sp>
            <p:nvSpPr>
              <p:cNvPr id="4449" name="Google Shape;4449;p80"/>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80"/>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80"/>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80"/>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80"/>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80"/>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80"/>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80"/>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80"/>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80"/>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59" name="Google Shape;4459;p80"/>
          <p:cNvGrpSpPr/>
          <p:nvPr/>
        </p:nvGrpSpPr>
        <p:grpSpPr>
          <a:xfrm>
            <a:off x="6642016" y="2918653"/>
            <a:ext cx="576302" cy="511871"/>
            <a:chOff x="6644304" y="3073628"/>
            <a:chExt cx="576302" cy="511871"/>
          </a:xfrm>
        </p:grpSpPr>
        <p:sp>
          <p:nvSpPr>
            <p:cNvPr id="4460" name="Google Shape;4460;p80"/>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61" name="Google Shape;4461;p80"/>
            <p:cNvGrpSpPr/>
            <p:nvPr/>
          </p:nvGrpSpPr>
          <p:grpSpPr>
            <a:xfrm>
              <a:off x="6712169" y="3085440"/>
              <a:ext cx="481622" cy="494913"/>
              <a:chOff x="6712169" y="3085440"/>
              <a:chExt cx="481622" cy="494913"/>
            </a:xfrm>
          </p:grpSpPr>
          <p:sp>
            <p:nvSpPr>
              <p:cNvPr id="4462" name="Google Shape;4462;p80"/>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80"/>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80"/>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80"/>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80"/>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67" name="Google Shape;4467;p80"/>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80"/>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80"/>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70" name="Google Shape;4470;p80"/>
          <p:cNvSpPr/>
          <p:nvPr/>
        </p:nvSpPr>
        <p:spPr>
          <a:xfrm>
            <a:off x="6986051" y="2935281"/>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71" name="Google Shape;4471;p80"/>
          <p:cNvGrpSpPr/>
          <p:nvPr/>
        </p:nvGrpSpPr>
        <p:grpSpPr>
          <a:xfrm>
            <a:off x="6649867" y="3561648"/>
            <a:ext cx="560631" cy="511352"/>
            <a:chOff x="6652154" y="3716623"/>
            <a:chExt cx="560631" cy="511352"/>
          </a:xfrm>
        </p:grpSpPr>
        <p:sp>
          <p:nvSpPr>
            <p:cNvPr id="4472" name="Google Shape;4472;p80"/>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73" name="Google Shape;4473;p80"/>
            <p:cNvGrpSpPr/>
            <p:nvPr/>
          </p:nvGrpSpPr>
          <p:grpSpPr>
            <a:xfrm>
              <a:off x="6669657" y="3716715"/>
              <a:ext cx="466779" cy="464290"/>
              <a:chOff x="6669657" y="3716715"/>
              <a:chExt cx="466779" cy="464290"/>
            </a:xfrm>
          </p:grpSpPr>
          <p:sp>
            <p:nvSpPr>
              <p:cNvPr id="4474" name="Google Shape;4474;p80"/>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80"/>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80"/>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80"/>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80"/>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80"/>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80"/>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80"/>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80"/>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80"/>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80"/>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80"/>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80"/>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87" name="Google Shape;4487;p80"/>
          <p:cNvGrpSpPr/>
          <p:nvPr/>
        </p:nvGrpSpPr>
        <p:grpSpPr>
          <a:xfrm>
            <a:off x="7843958" y="3843056"/>
            <a:ext cx="187557" cy="187557"/>
            <a:chOff x="8565775" y="671075"/>
            <a:chExt cx="441000" cy="441000"/>
          </a:xfrm>
        </p:grpSpPr>
        <p:sp>
          <p:nvSpPr>
            <p:cNvPr id="4488" name="Google Shape;4488;p80"/>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80"/>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90" name="Google Shape;4490;p80"/>
          <p:cNvSpPr/>
          <p:nvPr/>
        </p:nvSpPr>
        <p:spPr>
          <a:xfrm>
            <a:off x="8145172" y="3838977"/>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80"/>
          <p:cNvSpPr/>
          <p:nvPr/>
        </p:nvSpPr>
        <p:spPr>
          <a:xfrm flipH="1">
            <a:off x="7353411" y="3805432"/>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92" name="Google Shape;4492;p80"/>
          <p:cNvGrpSpPr/>
          <p:nvPr/>
        </p:nvGrpSpPr>
        <p:grpSpPr>
          <a:xfrm>
            <a:off x="5997813" y="2921275"/>
            <a:ext cx="587871" cy="512373"/>
            <a:chOff x="6000100" y="3076250"/>
            <a:chExt cx="587871" cy="512373"/>
          </a:xfrm>
        </p:grpSpPr>
        <p:sp>
          <p:nvSpPr>
            <p:cNvPr id="4493" name="Google Shape;4493;p80"/>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94" name="Google Shape;4494;p80"/>
            <p:cNvGrpSpPr/>
            <p:nvPr/>
          </p:nvGrpSpPr>
          <p:grpSpPr>
            <a:xfrm>
              <a:off x="6031360" y="3076713"/>
              <a:ext cx="539107" cy="480965"/>
              <a:chOff x="6031360" y="3076713"/>
              <a:chExt cx="539107" cy="480965"/>
            </a:xfrm>
          </p:grpSpPr>
          <p:sp>
            <p:nvSpPr>
              <p:cNvPr id="4495" name="Google Shape;4495;p80"/>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80"/>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80"/>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80"/>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80"/>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80"/>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80"/>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2" name="Google Shape;4502;p80"/>
          <p:cNvGrpSpPr/>
          <p:nvPr/>
        </p:nvGrpSpPr>
        <p:grpSpPr>
          <a:xfrm>
            <a:off x="3416804" y="902588"/>
            <a:ext cx="2310381" cy="1488888"/>
            <a:chOff x="229225" y="549050"/>
            <a:chExt cx="7161750" cy="4615275"/>
          </a:xfrm>
        </p:grpSpPr>
        <p:sp>
          <p:nvSpPr>
            <p:cNvPr id="4503" name="Google Shape;4503;p80"/>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80"/>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80"/>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80"/>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80"/>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80"/>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80"/>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80"/>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80"/>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80"/>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80"/>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80"/>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80"/>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80"/>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80"/>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80"/>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80"/>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80"/>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80"/>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80"/>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80"/>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80"/>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80"/>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80"/>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80"/>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80"/>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80"/>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80"/>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80"/>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80"/>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80"/>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80"/>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80"/>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80"/>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80"/>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80"/>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80"/>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80"/>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80"/>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80"/>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80"/>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80"/>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80"/>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80"/>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80"/>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80"/>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80"/>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80"/>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80"/>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80"/>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80"/>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80"/>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80"/>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80"/>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80"/>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80"/>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80"/>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80"/>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80"/>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80"/>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80"/>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80"/>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80"/>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80"/>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80"/>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80"/>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80"/>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80"/>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80"/>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80"/>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80"/>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80"/>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80"/>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80"/>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80"/>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80"/>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80"/>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80"/>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80"/>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80"/>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80"/>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80"/>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80"/>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80"/>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80"/>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80"/>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80"/>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80"/>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80"/>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80"/>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80"/>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80"/>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80"/>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80"/>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80"/>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80"/>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80"/>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80"/>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80"/>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80"/>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80"/>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80"/>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80"/>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80"/>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80"/>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80"/>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80"/>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80"/>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80"/>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80"/>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80"/>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80"/>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80"/>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80"/>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80"/>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80"/>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80"/>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0" name="Google Shape;4620;p80"/>
          <p:cNvGrpSpPr/>
          <p:nvPr/>
        </p:nvGrpSpPr>
        <p:grpSpPr>
          <a:xfrm>
            <a:off x="3514722" y="2832485"/>
            <a:ext cx="2310282" cy="1374222"/>
            <a:chOff x="238125" y="732525"/>
            <a:chExt cx="7130500" cy="4241425"/>
          </a:xfrm>
        </p:grpSpPr>
        <p:sp>
          <p:nvSpPr>
            <p:cNvPr id="4621" name="Google Shape;4621;p80"/>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80"/>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80"/>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80"/>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80"/>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80"/>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80"/>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80"/>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80"/>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80"/>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80"/>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80"/>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80"/>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80"/>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80"/>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80"/>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80"/>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80"/>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80"/>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80"/>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80"/>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80"/>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80"/>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80"/>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80"/>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80"/>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80"/>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80"/>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80"/>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80"/>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80"/>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80"/>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80"/>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80"/>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80"/>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80"/>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80"/>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80"/>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80"/>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80"/>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80"/>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80"/>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80"/>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80"/>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80"/>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80"/>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80"/>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80"/>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80"/>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80"/>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80"/>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80"/>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80"/>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80"/>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80"/>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80"/>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80"/>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80"/>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80"/>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80"/>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80"/>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80"/>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80"/>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80"/>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80"/>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80"/>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80"/>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80"/>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80"/>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80"/>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80"/>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80"/>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80"/>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80"/>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80"/>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80"/>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80"/>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80"/>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80"/>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80"/>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80"/>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80"/>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80"/>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80"/>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80"/>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80"/>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80"/>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80"/>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80"/>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80"/>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80"/>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80"/>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80"/>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80"/>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80"/>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80"/>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80"/>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80"/>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80"/>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80"/>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80"/>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80"/>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80"/>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80"/>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80"/>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80"/>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80"/>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80"/>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80"/>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80"/>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80"/>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80"/>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80"/>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80"/>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4738"/>
        <p:cNvGrpSpPr/>
        <p:nvPr/>
      </p:nvGrpSpPr>
      <p:grpSpPr>
        <a:xfrm>
          <a:off x="0" y="0"/>
          <a:ext cx="0" cy="0"/>
          <a:chOff x="0" y="0"/>
          <a:chExt cx="0" cy="0"/>
        </a:xfrm>
      </p:grpSpPr>
      <p:grpSp>
        <p:nvGrpSpPr>
          <p:cNvPr id="4739" name="Google Shape;4739;p81"/>
          <p:cNvGrpSpPr/>
          <p:nvPr/>
        </p:nvGrpSpPr>
        <p:grpSpPr>
          <a:xfrm>
            <a:off x="729274" y="969771"/>
            <a:ext cx="2507799" cy="206239"/>
            <a:chOff x="106648" y="895722"/>
            <a:chExt cx="4481413" cy="374300"/>
          </a:xfrm>
        </p:grpSpPr>
        <p:grpSp>
          <p:nvGrpSpPr>
            <p:cNvPr id="4740" name="Google Shape;4740;p81"/>
            <p:cNvGrpSpPr/>
            <p:nvPr/>
          </p:nvGrpSpPr>
          <p:grpSpPr>
            <a:xfrm>
              <a:off x="2233276" y="895722"/>
              <a:ext cx="1082667" cy="223591"/>
              <a:chOff x="4808316" y="2800065"/>
              <a:chExt cx="1999386" cy="412910"/>
            </a:xfrm>
          </p:grpSpPr>
          <p:sp>
            <p:nvSpPr>
              <p:cNvPr id="4741" name="Google Shape;4741;p81"/>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42" name="Google Shape;4742;p81"/>
              <p:cNvGrpSpPr/>
              <p:nvPr/>
            </p:nvGrpSpPr>
            <p:grpSpPr>
              <a:xfrm>
                <a:off x="4808316" y="2800065"/>
                <a:ext cx="92400" cy="411825"/>
                <a:chOff x="845575" y="2563700"/>
                <a:chExt cx="92400" cy="411825"/>
              </a:xfrm>
            </p:grpSpPr>
            <p:cxnSp>
              <p:nvCxnSpPr>
                <p:cNvPr id="4743" name="Google Shape;4743;p81"/>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44" name="Google Shape;4744;p81"/>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45" name="Google Shape;4745;p81"/>
            <p:cNvGrpSpPr/>
            <p:nvPr/>
          </p:nvGrpSpPr>
          <p:grpSpPr>
            <a:xfrm>
              <a:off x="106648" y="895722"/>
              <a:ext cx="1088401" cy="223591"/>
              <a:chOff x="881025" y="2800065"/>
              <a:chExt cx="2009975" cy="412910"/>
            </a:xfrm>
          </p:grpSpPr>
          <p:sp>
            <p:nvSpPr>
              <p:cNvPr id="4746" name="Google Shape;4746;p81"/>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47" name="Google Shape;4747;p81"/>
              <p:cNvGrpSpPr/>
              <p:nvPr/>
            </p:nvGrpSpPr>
            <p:grpSpPr>
              <a:xfrm>
                <a:off x="881025" y="2800065"/>
                <a:ext cx="92400" cy="411825"/>
                <a:chOff x="845575" y="2563700"/>
                <a:chExt cx="92400" cy="411825"/>
              </a:xfrm>
            </p:grpSpPr>
            <p:cxnSp>
              <p:nvCxnSpPr>
                <p:cNvPr id="4748" name="Google Shape;4748;p81"/>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49" name="Google Shape;4749;p81"/>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50" name="Google Shape;4750;p81"/>
            <p:cNvGrpSpPr/>
            <p:nvPr/>
          </p:nvGrpSpPr>
          <p:grpSpPr>
            <a:xfrm>
              <a:off x="1172346" y="1047018"/>
              <a:ext cx="1083151" cy="223003"/>
              <a:chOff x="2849073" y="3079467"/>
              <a:chExt cx="2000279" cy="411825"/>
            </a:xfrm>
          </p:grpSpPr>
          <p:sp>
            <p:nvSpPr>
              <p:cNvPr id="4751" name="Google Shape;4751;p81"/>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52" name="Google Shape;4752;p81"/>
              <p:cNvGrpSpPr/>
              <p:nvPr/>
            </p:nvGrpSpPr>
            <p:grpSpPr>
              <a:xfrm rot="10800000">
                <a:off x="2849073" y="3079467"/>
                <a:ext cx="92400" cy="411825"/>
                <a:chOff x="2070100" y="2563700"/>
                <a:chExt cx="92400" cy="411825"/>
              </a:xfrm>
            </p:grpSpPr>
            <p:cxnSp>
              <p:nvCxnSpPr>
                <p:cNvPr id="4753" name="Google Shape;4753;p81"/>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54" name="Google Shape;4754;p81"/>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55" name="Google Shape;4755;p81"/>
            <p:cNvGrpSpPr/>
            <p:nvPr/>
          </p:nvGrpSpPr>
          <p:grpSpPr>
            <a:xfrm>
              <a:off x="3290132" y="1047018"/>
              <a:ext cx="1297929" cy="223003"/>
              <a:chOff x="6760035" y="3079467"/>
              <a:chExt cx="2396914" cy="411825"/>
            </a:xfrm>
          </p:grpSpPr>
          <p:sp>
            <p:nvSpPr>
              <p:cNvPr id="4756" name="Google Shape;4756;p81"/>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57" name="Google Shape;4757;p81"/>
              <p:cNvGrpSpPr/>
              <p:nvPr/>
            </p:nvGrpSpPr>
            <p:grpSpPr>
              <a:xfrm rot="10800000">
                <a:off x="6760035" y="3079467"/>
                <a:ext cx="92400" cy="411825"/>
                <a:chOff x="2070100" y="2563700"/>
                <a:chExt cx="92400" cy="411825"/>
              </a:xfrm>
            </p:grpSpPr>
            <p:cxnSp>
              <p:nvCxnSpPr>
                <p:cNvPr id="4758" name="Google Shape;4758;p81"/>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759" name="Google Shape;4759;p81"/>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760" name="Google Shape;4760;p81"/>
          <p:cNvGrpSpPr/>
          <p:nvPr/>
        </p:nvGrpSpPr>
        <p:grpSpPr>
          <a:xfrm>
            <a:off x="2147036" y="3369142"/>
            <a:ext cx="1086701" cy="799429"/>
            <a:chOff x="2183288" y="3555572"/>
            <a:chExt cx="1136241" cy="835873"/>
          </a:xfrm>
        </p:grpSpPr>
        <p:sp>
          <p:nvSpPr>
            <p:cNvPr id="4761" name="Google Shape;4761;p81"/>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62" name="Google Shape;4762;p81"/>
            <p:cNvGrpSpPr/>
            <p:nvPr/>
          </p:nvGrpSpPr>
          <p:grpSpPr>
            <a:xfrm>
              <a:off x="2205895" y="3637269"/>
              <a:ext cx="1089848" cy="724993"/>
              <a:chOff x="2205895" y="3637269"/>
              <a:chExt cx="1089848" cy="724993"/>
            </a:xfrm>
          </p:grpSpPr>
          <p:sp>
            <p:nvSpPr>
              <p:cNvPr id="4763" name="Google Shape;4763;p81"/>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81"/>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81"/>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81"/>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81"/>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81"/>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69" name="Google Shape;4769;p81"/>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770" name="Google Shape;4770;p81"/>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771" name="Google Shape;4771;p81"/>
            <p:cNvGrpSpPr/>
            <p:nvPr/>
          </p:nvGrpSpPr>
          <p:grpSpPr>
            <a:xfrm>
              <a:off x="3173850" y="3779426"/>
              <a:ext cx="145679" cy="70048"/>
              <a:chOff x="3173850" y="3779426"/>
              <a:chExt cx="145679" cy="70048"/>
            </a:xfrm>
          </p:grpSpPr>
          <p:cxnSp>
            <p:nvCxnSpPr>
              <p:cNvPr id="4772" name="Google Shape;4772;p81"/>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4773" name="Google Shape;4773;p81"/>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4" name="Google Shape;4774;p81"/>
            <p:cNvGrpSpPr/>
            <p:nvPr/>
          </p:nvGrpSpPr>
          <p:grpSpPr>
            <a:xfrm>
              <a:off x="2183288" y="4139483"/>
              <a:ext cx="145133" cy="70048"/>
              <a:chOff x="2183288" y="4139483"/>
              <a:chExt cx="145133" cy="70048"/>
            </a:xfrm>
          </p:grpSpPr>
          <p:cxnSp>
            <p:nvCxnSpPr>
              <p:cNvPr id="4775" name="Google Shape;4775;p81"/>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4776" name="Google Shape;4776;p81"/>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77" name="Google Shape;4777;p81"/>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778" name="Google Shape;4778;p81"/>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779" name="Google Shape;4779;p81"/>
            <p:cNvGrpSpPr/>
            <p:nvPr/>
          </p:nvGrpSpPr>
          <p:grpSpPr>
            <a:xfrm>
              <a:off x="2943836" y="4268886"/>
              <a:ext cx="60717" cy="122559"/>
              <a:chOff x="2943836" y="4268886"/>
              <a:chExt cx="60717" cy="122559"/>
            </a:xfrm>
          </p:grpSpPr>
          <p:sp>
            <p:nvSpPr>
              <p:cNvPr id="4780" name="Google Shape;4780;p81"/>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781" name="Google Shape;4781;p81"/>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4782" name="Google Shape;4782;p81"/>
          <p:cNvGrpSpPr/>
          <p:nvPr/>
        </p:nvGrpSpPr>
        <p:grpSpPr>
          <a:xfrm>
            <a:off x="3409981" y="1290142"/>
            <a:ext cx="1675870" cy="758251"/>
            <a:chOff x="3530532" y="1496185"/>
            <a:chExt cx="1562000" cy="706730"/>
          </a:xfrm>
        </p:grpSpPr>
        <p:cxnSp>
          <p:nvCxnSpPr>
            <p:cNvPr id="4783" name="Google Shape;4783;p81"/>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4784" name="Google Shape;4784;p81"/>
            <p:cNvGrpSpPr/>
            <p:nvPr/>
          </p:nvGrpSpPr>
          <p:grpSpPr>
            <a:xfrm>
              <a:off x="3530532" y="1496185"/>
              <a:ext cx="323430" cy="463587"/>
              <a:chOff x="3530532" y="1496185"/>
              <a:chExt cx="323430" cy="463587"/>
            </a:xfrm>
          </p:grpSpPr>
          <p:grpSp>
            <p:nvGrpSpPr>
              <p:cNvPr id="4785" name="Google Shape;4785;p81"/>
              <p:cNvGrpSpPr/>
              <p:nvPr/>
            </p:nvGrpSpPr>
            <p:grpSpPr>
              <a:xfrm>
                <a:off x="3567462" y="1496185"/>
                <a:ext cx="286500" cy="361376"/>
                <a:chOff x="3567462" y="1496185"/>
                <a:chExt cx="286500" cy="361376"/>
              </a:xfrm>
            </p:grpSpPr>
            <p:cxnSp>
              <p:nvCxnSpPr>
                <p:cNvPr id="4786" name="Google Shape;4786;p81"/>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787" name="Google Shape;4787;p81"/>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8" name="Google Shape;4788;p81"/>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9" name="Google Shape;4789;p81"/>
            <p:cNvGrpSpPr/>
            <p:nvPr/>
          </p:nvGrpSpPr>
          <p:grpSpPr>
            <a:xfrm>
              <a:off x="3891569" y="1779209"/>
              <a:ext cx="323945" cy="423706"/>
              <a:chOff x="3891569" y="1779209"/>
              <a:chExt cx="323945" cy="423706"/>
            </a:xfrm>
          </p:grpSpPr>
          <p:grpSp>
            <p:nvGrpSpPr>
              <p:cNvPr id="4790" name="Google Shape;4790;p81"/>
              <p:cNvGrpSpPr/>
              <p:nvPr/>
            </p:nvGrpSpPr>
            <p:grpSpPr>
              <a:xfrm>
                <a:off x="3929014" y="1881638"/>
                <a:ext cx="286500" cy="321278"/>
                <a:chOff x="3929014" y="1881638"/>
                <a:chExt cx="286500" cy="321278"/>
              </a:xfrm>
            </p:grpSpPr>
            <p:cxnSp>
              <p:nvCxnSpPr>
                <p:cNvPr id="4791" name="Google Shape;4791;p81"/>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4792" name="Google Shape;4792;p81"/>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3" name="Google Shape;4793;p81"/>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4" name="Google Shape;4794;p81"/>
            <p:cNvGrpSpPr/>
            <p:nvPr/>
          </p:nvGrpSpPr>
          <p:grpSpPr>
            <a:xfrm>
              <a:off x="4252606" y="1496185"/>
              <a:ext cx="324721" cy="463587"/>
              <a:chOff x="4252606" y="1496185"/>
              <a:chExt cx="324721" cy="463587"/>
            </a:xfrm>
          </p:grpSpPr>
          <p:grpSp>
            <p:nvGrpSpPr>
              <p:cNvPr id="4795" name="Google Shape;4795;p81"/>
              <p:cNvGrpSpPr/>
              <p:nvPr/>
            </p:nvGrpSpPr>
            <p:grpSpPr>
              <a:xfrm>
                <a:off x="4290828" y="1496185"/>
                <a:ext cx="286500" cy="361376"/>
                <a:chOff x="4290828" y="1496185"/>
                <a:chExt cx="286500" cy="361376"/>
              </a:xfrm>
            </p:grpSpPr>
            <p:cxnSp>
              <p:nvCxnSpPr>
                <p:cNvPr id="4796" name="Google Shape;4796;p81"/>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797" name="Google Shape;4797;p81"/>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8" name="Google Shape;4798;p81"/>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9" name="Google Shape;4799;p81"/>
            <p:cNvGrpSpPr/>
            <p:nvPr/>
          </p:nvGrpSpPr>
          <p:grpSpPr>
            <a:xfrm>
              <a:off x="4613643" y="1763716"/>
              <a:ext cx="325308" cy="439200"/>
              <a:chOff x="4613643" y="1763716"/>
              <a:chExt cx="325308" cy="439200"/>
            </a:xfrm>
          </p:grpSpPr>
          <p:grpSp>
            <p:nvGrpSpPr>
              <p:cNvPr id="4800" name="Google Shape;4800;p81"/>
              <p:cNvGrpSpPr/>
              <p:nvPr/>
            </p:nvGrpSpPr>
            <p:grpSpPr>
              <a:xfrm>
                <a:off x="4652451" y="1879538"/>
                <a:ext cx="286500" cy="323378"/>
                <a:chOff x="4652451" y="1879538"/>
                <a:chExt cx="286500" cy="323378"/>
              </a:xfrm>
            </p:grpSpPr>
            <p:cxnSp>
              <p:nvCxnSpPr>
                <p:cNvPr id="4801" name="Google Shape;4801;p81"/>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4802" name="Google Shape;4802;p81"/>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03" name="Google Shape;4803;p81"/>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04" name="Google Shape;4804;p81"/>
          <p:cNvGrpSpPr/>
          <p:nvPr/>
        </p:nvGrpSpPr>
        <p:grpSpPr>
          <a:xfrm>
            <a:off x="3421841" y="2143768"/>
            <a:ext cx="1652173" cy="391517"/>
            <a:chOff x="3512551" y="2358270"/>
            <a:chExt cx="1597383" cy="378533"/>
          </a:xfrm>
        </p:grpSpPr>
        <p:cxnSp>
          <p:nvCxnSpPr>
            <p:cNvPr id="4805" name="Google Shape;4805;p81"/>
            <p:cNvCxnSpPr>
              <a:stCxn id="4806" idx="6"/>
              <a:endCxn id="4807"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4808" name="Google Shape;4808;p81"/>
            <p:cNvGrpSpPr/>
            <p:nvPr/>
          </p:nvGrpSpPr>
          <p:grpSpPr>
            <a:xfrm>
              <a:off x="3512551" y="2358270"/>
              <a:ext cx="225647" cy="307714"/>
              <a:chOff x="2182679" y="2004714"/>
              <a:chExt cx="792300" cy="1080458"/>
            </a:xfrm>
          </p:grpSpPr>
          <p:cxnSp>
            <p:nvCxnSpPr>
              <p:cNvPr id="4809" name="Google Shape;4809;p81"/>
              <p:cNvCxnSpPr>
                <a:stCxn id="4810"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806" name="Google Shape;4806;p81"/>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81"/>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1" name="Google Shape;4811;p81"/>
            <p:cNvGrpSpPr/>
            <p:nvPr/>
          </p:nvGrpSpPr>
          <p:grpSpPr>
            <a:xfrm>
              <a:off x="3969644" y="2440153"/>
              <a:ext cx="225853" cy="296651"/>
              <a:chOff x="3775710" y="1729289"/>
              <a:chExt cx="136500" cy="179289"/>
            </a:xfrm>
          </p:grpSpPr>
          <p:cxnSp>
            <p:nvCxnSpPr>
              <p:cNvPr id="4812" name="Google Shape;4812;p81"/>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4813" name="Google Shape;4813;p81"/>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81"/>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5" name="Google Shape;4815;p81"/>
            <p:cNvGrpSpPr/>
            <p:nvPr/>
          </p:nvGrpSpPr>
          <p:grpSpPr>
            <a:xfrm>
              <a:off x="4427051" y="2358270"/>
              <a:ext cx="225647" cy="307714"/>
              <a:chOff x="5393704" y="2004714"/>
              <a:chExt cx="792300" cy="1080458"/>
            </a:xfrm>
          </p:grpSpPr>
          <p:cxnSp>
            <p:nvCxnSpPr>
              <p:cNvPr id="4816" name="Google Shape;4816;p81"/>
              <p:cNvCxnSpPr>
                <a:stCxn id="4817"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818" name="Google Shape;4818;p81"/>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81"/>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9" name="Google Shape;4819;p81"/>
            <p:cNvGrpSpPr/>
            <p:nvPr/>
          </p:nvGrpSpPr>
          <p:grpSpPr>
            <a:xfrm>
              <a:off x="4884287" y="2440252"/>
              <a:ext cx="225647" cy="296532"/>
              <a:chOff x="6999166" y="2292572"/>
              <a:chExt cx="792300" cy="1041192"/>
            </a:xfrm>
          </p:grpSpPr>
          <p:cxnSp>
            <p:nvCxnSpPr>
              <p:cNvPr id="4820" name="Google Shape;4820;p81"/>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4807" name="Google Shape;4807;p81"/>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81"/>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22" name="Google Shape;4822;p81"/>
          <p:cNvGrpSpPr/>
          <p:nvPr/>
        </p:nvGrpSpPr>
        <p:grpSpPr>
          <a:xfrm>
            <a:off x="6842649" y="979967"/>
            <a:ext cx="1581844" cy="732818"/>
            <a:chOff x="634175" y="2986275"/>
            <a:chExt cx="3147949" cy="1458344"/>
          </a:xfrm>
        </p:grpSpPr>
        <p:cxnSp>
          <p:nvCxnSpPr>
            <p:cNvPr id="4823" name="Google Shape;4823;p81"/>
            <p:cNvCxnSpPr>
              <a:stCxn id="4824" idx="4"/>
              <a:endCxn id="4825"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4826" name="Google Shape;4826;p81"/>
            <p:cNvCxnSpPr>
              <a:stCxn id="4825" idx="0"/>
              <a:endCxn id="4827"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828" name="Google Shape;4828;p81"/>
            <p:cNvCxnSpPr>
              <a:stCxn id="4827" idx="4"/>
              <a:endCxn id="4829"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830" name="Google Shape;4830;p81"/>
            <p:cNvCxnSpPr>
              <a:stCxn id="4829" idx="0"/>
              <a:endCxn id="4831"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4831" name="Google Shape;4831;p81"/>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827" name="Google Shape;4827;p81"/>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824" name="Google Shape;4824;p81"/>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829" name="Google Shape;4829;p81"/>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825" name="Google Shape;4825;p81"/>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4832" name="Google Shape;4832;p81"/>
          <p:cNvGrpSpPr/>
          <p:nvPr/>
        </p:nvGrpSpPr>
        <p:grpSpPr>
          <a:xfrm>
            <a:off x="3410364" y="2674277"/>
            <a:ext cx="1675128" cy="313674"/>
            <a:chOff x="998425" y="1182125"/>
            <a:chExt cx="1065400" cy="199500"/>
          </a:xfrm>
        </p:grpSpPr>
        <p:sp>
          <p:nvSpPr>
            <p:cNvPr id="4833" name="Google Shape;4833;p81"/>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81"/>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81"/>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81"/>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81"/>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8" name="Google Shape;4838;p81"/>
          <p:cNvGrpSpPr/>
          <p:nvPr/>
        </p:nvGrpSpPr>
        <p:grpSpPr>
          <a:xfrm>
            <a:off x="3410363" y="3630244"/>
            <a:ext cx="1675129" cy="525345"/>
            <a:chOff x="5194708" y="3484366"/>
            <a:chExt cx="3148148" cy="987304"/>
          </a:xfrm>
        </p:grpSpPr>
        <p:grpSp>
          <p:nvGrpSpPr>
            <p:cNvPr id="4839" name="Google Shape;4839;p81"/>
            <p:cNvGrpSpPr/>
            <p:nvPr/>
          </p:nvGrpSpPr>
          <p:grpSpPr>
            <a:xfrm>
              <a:off x="7531521" y="3484366"/>
              <a:ext cx="811335" cy="987304"/>
              <a:chOff x="3379425" y="1617275"/>
              <a:chExt cx="1090650" cy="1327200"/>
            </a:xfrm>
          </p:grpSpPr>
          <p:sp>
            <p:nvSpPr>
              <p:cNvPr id="4840" name="Google Shape;4840;p81"/>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81"/>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81"/>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3" name="Google Shape;4843;p81"/>
            <p:cNvGrpSpPr/>
            <p:nvPr/>
          </p:nvGrpSpPr>
          <p:grpSpPr>
            <a:xfrm>
              <a:off x="6752546" y="3484366"/>
              <a:ext cx="811428" cy="987304"/>
              <a:chOff x="2332275" y="1617275"/>
              <a:chExt cx="1090775" cy="1327200"/>
            </a:xfrm>
          </p:grpSpPr>
          <p:sp>
            <p:nvSpPr>
              <p:cNvPr id="4844" name="Google Shape;4844;p81"/>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81"/>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81"/>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7" name="Google Shape;4847;p81"/>
            <p:cNvGrpSpPr/>
            <p:nvPr/>
          </p:nvGrpSpPr>
          <p:grpSpPr>
            <a:xfrm>
              <a:off x="5973664" y="3484366"/>
              <a:ext cx="811335" cy="987304"/>
              <a:chOff x="1285250" y="1617275"/>
              <a:chExt cx="1090650" cy="1327200"/>
            </a:xfrm>
          </p:grpSpPr>
          <p:sp>
            <p:nvSpPr>
              <p:cNvPr id="4848" name="Google Shape;4848;p81"/>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81"/>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81"/>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1" name="Google Shape;4851;p81"/>
            <p:cNvGrpSpPr/>
            <p:nvPr/>
          </p:nvGrpSpPr>
          <p:grpSpPr>
            <a:xfrm>
              <a:off x="5194708" y="3484366"/>
              <a:ext cx="811409" cy="987304"/>
              <a:chOff x="238125" y="1617275"/>
              <a:chExt cx="1090750" cy="1327200"/>
            </a:xfrm>
          </p:grpSpPr>
          <p:sp>
            <p:nvSpPr>
              <p:cNvPr id="4852" name="Google Shape;4852;p81"/>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81"/>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81"/>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55" name="Google Shape;4855;p81"/>
          <p:cNvGrpSpPr/>
          <p:nvPr/>
        </p:nvGrpSpPr>
        <p:grpSpPr>
          <a:xfrm>
            <a:off x="6844048" y="2276133"/>
            <a:ext cx="1579046" cy="522230"/>
            <a:chOff x="6853641" y="2534077"/>
            <a:chExt cx="1515545" cy="501229"/>
          </a:xfrm>
        </p:grpSpPr>
        <p:grpSp>
          <p:nvGrpSpPr>
            <p:cNvPr id="4856" name="Google Shape;4856;p81"/>
            <p:cNvGrpSpPr/>
            <p:nvPr/>
          </p:nvGrpSpPr>
          <p:grpSpPr>
            <a:xfrm>
              <a:off x="6853641" y="2618923"/>
              <a:ext cx="1515545" cy="324556"/>
              <a:chOff x="6853641" y="2618923"/>
              <a:chExt cx="1515545" cy="324556"/>
            </a:xfrm>
          </p:grpSpPr>
          <p:sp>
            <p:nvSpPr>
              <p:cNvPr id="4857" name="Google Shape;4857;p81"/>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81"/>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81"/>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81"/>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81"/>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2" name="Google Shape;4862;p81"/>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81"/>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81"/>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81"/>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81"/>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7" name="Google Shape;4867;p81"/>
          <p:cNvGrpSpPr/>
          <p:nvPr/>
        </p:nvGrpSpPr>
        <p:grpSpPr>
          <a:xfrm>
            <a:off x="3438940" y="3151173"/>
            <a:ext cx="1617976" cy="346616"/>
            <a:chOff x="1808063" y="4294338"/>
            <a:chExt cx="3370782" cy="721817"/>
          </a:xfrm>
        </p:grpSpPr>
        <p:sp>
          <p:nvSpPr>
            <p:cNvPr id="4868" name="Google Shape;4868;p81"/>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81"/>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81"/>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81"/>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81"/>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81"/>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81"/>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81"/>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81"/>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81"/>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8" name="Google Shape;4878;p81"/>
          <p:cNvGrpSpPr/>
          <p:nvPr/>
        </p:nvGrpSpPr>
        <p:grpSpPr>
          <a:xfrm>
            <a:off x="5264936" y="3817923"/>
            <a:ext cx="1417067" cy="350605"/>
            <a:chOff x="4234950" y="2101012"/>
            <a:chExt cx="4219974" cy="1044090"/>
          </a:xfrm>
        </p:grpSpPr>
        <p:sp>
          <p:nvSpPr>
            <p:cNvPr id="4879" name="Google Shape;4879;p81"/>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81"/>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81"/>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81"/>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81"/>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81"/>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81"/>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81"/>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81"/>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81"/>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81"/>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81"/>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81"/>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81"/>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81"/>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81"/>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5" name="Google Shape;4895;p81"/>
          <p:cNvGrpSpPr/>
          <p:nvPr/>
        </p:nvGrpSpPr>
        <p:grpSpPr>
          <a:xfrm>
            <a:off x="6840408" y="1808681"/>
            <a:ext cx="1586327" cy="371557"/>
            <a:chOff x="1247650" y="2075423"/>
            <a:chExt cx="6648477" cy="1557238"/>
          </a:xfrm>
        </p:grpSpPr>
        <p:sp>
          <p:nvSpPr>
            <p:cNvPr id="4896" name="Google Shape;4896;p81"/>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81"/>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81"/>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81"/>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81"/>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81"/>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2" name="Google Shape;4902;p81"/>
          <p:cNvGrpSpPr/>
          <p:nvPr/>
        </p:nvGrpSpPr>
        <p:grpSpPr>
          <a:xfrm>
            <a:off x="5271678" y="961870"/>
            <a:ext cx="1415601" cy="1648533"/>
            <a:chOff x="1839112" y="2209163"/>
            <a:chExt cx="1918159" cy="2233784"/>
          </a:xfrm>
        </p:grpSpPr>
        <p:sp>
          <p:nvSpPr>
            <p:cNvPr id="4903" name="Google Shape;4903;p81"/>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81"/>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81"/>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06" name="Google Shape;4906;p81"/>
            <p:cNvCxnSpPr>
              <a:stCxn id="4903" idx="6"/>
              <a:endCxn id="4904"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907" name="Google Shape;4907;p81"/>
            <p:cNvCxnSpPr>
              <a:stCxn id="4904" idx="4"/>
              <a:endCxn id="4908"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4909" name="Google Shape;4909;p81"/>
            <p:cNvCxnSpPr>
              <a:stCxn id="4908" idx="6"/>
              <a:endCxn id="4905"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910" name="Google Shape;4910;p81"/>
            <p:cNvCxnSpPr>
              <a:stCxn id="4905" idx="4"/>
              <a:endCxn id="4911"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4908" name="Google Shape;4908;p81"/>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81"/>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81"/>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13" name="Google Shape;4913;p81"/>
            <p:cNvCxnSpPr>
              <a:endCxn id="4912"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4914" name="Google Shape;4914;p81"/>
          <p:cNvGrpSpPr/>
          <p:nvPr/>
        </p:nvGrpSpPr>
        <p:grpSpPr>
          <a:xfrm>
            <a:off x="3428944" y="979954"/>
            <a:ext cx="1637968" cy="154942"/>
            <a:chOff x="238125" y="2506075"/>
            <a:chExt cx="7115411" cy="673075"/>
          </a:xfrm>
        </p:grpSpPr>
        <p:sp>
          <p:nvSpPr>
            <p:cNvPr id="4915" name="Google Shape;4915;p81"/>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81"/>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81"/>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81"/>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81"/>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0" name="Google Shape;4920;p81"/>
          <p:cNvGrpSpPr/>
          <p:nvPr/>
        </p:nvGrpSpPr>
        <p:grpSpPr>
          <a:xfrm>
            <a:off x="1969680" y="1294672"/>
            <a:ext cx="1262932" cy="785408"/>
            <a:chOff x="548861" y="389676"/>
            <a:chExt cx="3843371" cy="2390163"/>
          </a:xfrm>
        </p:grpSpPr>
        <p:cxnSp>
          <p:nvCxnSpPr>
            <p:cNvPr id="4921" name="Google Shape;4921;p81"/>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922" name="Google Shape;4922;p81"/>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923" name="Google Shape;4923;p81"/>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924" name="Google Shape;4924;p81"/>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4925" name="Google Shape;4925;p81"/>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4926" name="Google Shape;4926;p81"/>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27" name="Google Shape;4927;p81"/>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4928" name="Google Shape;4928;p81"/>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81"/>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81"/>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81"/>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81"/>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81"/>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4" name="Google Shape;4934;p81"/>
          <p:cNvGrpSpPr/>
          <p:nvPr/>
        </p:nvGrpSpPr>
        <p:grpSpPr>
          <a:xfrm>
            <a:off x="757812" y="2401550"/>
            <a:ext cx="1412054" cy="633562"/>
            <a:chOff x="1187400" y="2529299"/>
            <a:chExt cx="6769193" cy="2241903"/>
          </a:xfrm>
        </p:grpSpPr>
        <p:sp>
          <p:nvSpPr>
            <p:cNvPr id="4935" name="Google Shape;4935;p81"/>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4936" name="Google Shape;4936;p81"/>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37" name="Google Shape;4937;p81"/>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38" name="Google Shape;4938;p81"/>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39" name="Google Shape;4939;p81"/>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40" name="Google Shape;4940;p81"/>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941" name="Google Shape;4941;p81"/>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4942" name="Google Shape;4942;p81"/>
            <p:cNvCxnSpPr>
              <a:stCxn id="4935" idx="2"/>
              <a:endCxn id="4936"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43" name="Google Shape;4943;p81"/>
            <p:cNvCxnSpPr>
              <a:stCxn id="4937" idx="0"/>
              <a:endCxn id="4935"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44" name="Google Shape;4944;p81"/>
            <p:cNvCxnSpPr>
              <a:stCxn id="4937" idx="2"/>
              <a:endCxn id="4939"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45" name="Google Shape;4945;p81"/>
            <p:cNvCxnSpPr>
              <a:stCxn id="4938" idx="0"/>
              <a:endCxn id="4937"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46" name="Google Shape;4946;p81"/>
            <p:cNvCxnSpPr>
              <a:stCxn id="4936" idx="2"/>
              <a:endCxn id="4941"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947" name="Google Shape;4947;p81"/>
            <p:cNvCxnSpPr>
              <a:stCxn id="4940" idx="0"/>
              <a:endCxn id="4936"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4948" name="Google Shape;4948;p81"/>
          <p:cNvGrpSpPr/>
          <p:nvPr/>
        </p:nvGrpSpPr>
        <p:grpSpPr>
          <a:xfrm>
            <a:off x="6844058" y="2894258"/>
            <a:ext cx="1579035" cy="540873"/>
            <a:chOff x="6895650" y="3126697"/>
            <a:chExt cx="1436662" cy="492105"/>
          </a:xfrm>
        </p:grpSpPr>
        <p:sp>
          <p:nvSpPr>
            <p:cNvPr id="4949" name="Google Shape;4949;p81"/>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81"/>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81"/>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81"/>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81"/>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54" name="Google Shape;4954;p81"/>
            <p:cNvGrpSpPr/>
            <p:nvPr/>
          </p:nvGrpSpPr>
          <p:grpSpPr>
            <a:xfrm>
              <a:off x="6995957" y="3335810"/>
              <a:ext cx="1230393" cy="71754"/>
              <a:chOff x="6995957" y="3287964"/>
              <a:chExt cx="1230393" cy="71754"/>
            </a:xfrm>
          </p:grpSpPr>
          <p:sp>
            <p:nvSpPr>
              <p:cNvPr id="4955" name="Google Shape;4955;p81"/>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81"/>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81"/>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81"/>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81"/>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60" name="Google Shape;4960;p81"/>
          <p:cNvGrpSpPr/>
          <p:nvPr/>
        </p:nvGrpSpPr>
        <p:grpSpPr>
          <a:xfrm>
            <a:off x="6842640" y="3531021"/>
            <a:ext cx="1581862" cy="650625"/>
            <a:chOff x="6777990" y="3710194"/>
            <a:chExt cx="1646915" cy="677382"/>
          </a:xfrm>
        </p:grpSpPr>
        <p:grpSp>
          <p:nvGrpSpPr>
            <p:cNvPr id="4961" name="Google Shape;4961;p81"/>
            <p:cNvGrpSpPr/>
            <p:nvPr/>
          </p:nvGrpSpPr>
          <p:grpSpPr>
            <a:xfrm>
              <a:off x="6777990" y="3874492"/>
              <a:ext cx="411129" cy="513083"/>
              <a:chOff x="6777990" y="3874492"/>
              <a:chExt cx="411129" cy="513083"/>
            </a:xfrm>
          </p:grpSpPr>
          <p:cxnSp>
            <p:nvCxnSpPr>
              <p:cNvPr id="4962" name="Google Shape;4962;p81"/>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963" name="Google Shape;4963;p81"/>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4" name="Google Shape;4964;p81"/>
            <p:cNvGrpSpPr/>
            <p:nvPr/>
          </p:nvGrpSpPr>
          <p:grpSpPr>
            <a:xfrm>
              <a:off x="7188425" y="3710194"/>
              <a:ext cx="411123" cy="520535"/>
              <a:chOff x="7188425" y="3710194"/>
              <a:chExt cx="411123" cy="520535"/>
            </a:xfrm>
          </p:grpSpPr>
          <p:cxnSp>
            <p:nvCxnSpPr>
              <p:cNvPr id="4965" name="Google Shape;4965;p81"/>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4966" name="Google Shape;4966;p81"/>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7" name="Google Shape;4967;p81"/>
            <p:cNvGrpSpPr/>
            <p:nvPr/>
          </p:nvGrpSpPr>
          <p:grpSpPr>
            <a:xfrm>
              <a:off x="7603341" y="3874492"/>
              <a:ext cx="411474" cy="513083"/>
              <a:chOff x="7603341" y="3874492"/>
              <a:chExt cx="411474" cy="513083"/>
            </a:xfrm>
          </p:grpSpPr>
          <p:cxnSp>
            <p:nvCxnSpPr>
              <p:cNvPr id="4968" name="Google Shape;4968;p81"/>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969" name="Google Shape;4969;p81"/>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0" name="Google Shape;4970;p81"/>
            <p:cNvGrpSpPr/>
            <p:nvPr/>
          </p:nvGrpSpPr>
          <p:grpSpPr>
            <a:xfrm>
              <a:off x="8013776" y="3722847"/>
              <a:ext cx="411129" cy="507881"/>
              <a:chOff x="8013776" y="3722847"/>
              <a:chExt cx="411129" cy="507881"/>
            </a:xfrm>
          </p:grpSpPr>
          <p:cxnSp>
            <p:nvCxnSpPr>
              <p:cNvPr id="4971" name="Google Shape;4971;p81"/>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4972" name="Google Shape;4972;p81"/>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73" name="Google Shape;4973;p81"/>
          <p:cNvGrpSpPr/>
          <p:nvPr/>
        </p:nvGrpSpPr>
        <p:grpSpPr>
          <a:xfrm>
            <a:off x="5262155" y="2703861"/>
            <a:ext cx="1421889" cy="1020603"/>
            <a:chOff x="5190863" y="2824811"/>
            <a:chExt cx="1544860" cy="1108869"/>
          </a:xfrm>
        </p:grpSpPr>
        <p:grpSp>
          <p:nvGrpSpPr>
            <p:cNvPr id="4974" name="Google Shape;4974;p81"/>
            <p:cNvGrpSpPr/>
            <p:nvPr/>
          </p:nvGrpSpPr>
          <p:grpSpPr>
            <a:xfrm>
              <a:off x="5938695" y="3176919"/>
              <a:ext cx="685761" cy="404739"/>
              <a:chOff x="5938695" y="3176919"/>
              <a:chExt cx="685761" cy="404739"/>
            </a:xfrm>
          </p:grpSpPr>
          <p:grpSp>
            <p:nvGrpSpPr>
              <p:cNvPr id="4975" name="Google Shape;4975;p81"/>
              <p:cNvGrpSpPr/>
              <p:nvPr/>
            </p:nvGrpSpPr>
            <p:grpSpPr>
              <a:xfrm>
                <a:off x="5938695" y="3176919"/>
                <a:ext cx="685761" cy="404739"/>
                <a:chOff x="5938695" y="3176919"/>
                <a:chExt cx="685761" cy="404739"/>
              </a:xfrm>
            </p:grpSpPr>
            <p:sp>
              <p:nvSpPr>
                <p:cNvPr id="4976" name="Google Shape;4976;p81"/>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81"/>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78" name="Google Shape;4978;p81"/>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9" name="Google Shape;4979;p81"/>
            <p:cNvGrpSpPr/>
            <p:nvPr/>
          </p:nvGrpSpPr>
          <p:grpSpPr>
            <a:xfrm>
              <a:off x="5305233" y="3176835"/>
              <a:ext cx="685971" cy="404655"/>
              <a:chOff x="5305233" y="3176835"/>
              <a:chExt cx="685971" cy="404655"/>
            </a:xfrm>
          </p:grpSpPr>
          <p:grpSp>
            <p:nvGrpSpPr>
              <p:cNvPr id="4980" name="Google Shape;4980;p81"/>
              <p:cNvGrpSpPr/>
              <p:nvPr/>
            </p:nvGrpSpPr>
            <p:grpSpPr>
              <a:xfrm>
                <a:off x="5305233" y="3176835"/>
                <a:ext cx="685971" cy="404655"/>
                <a:chOff x="5305233" y="3176835"/>
                <a:chExt cx="685971" cy="404655"/>
              </a:xfrm>
            </p:grpSpPr>
            <p:sp>
              <p:nvSpPr>
                <p:cNvPr id="4981" name="Google Shape;4981;p81"/>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81"/>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83" name="Google Shape;4983;p81"/>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84" name="Google Shape;4984;p81"/>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85" name="Google Shape;4985;p81"/>
            <p:cNvGrpSpPr/>
            <p:nvPr/>
          </p:nvGrpSpPr>
          <p:grpSpPr>
            <a:xfrm>
              <a:off x="5657361" y="2824811"/>
              <a:ext cx="1078361" cy="404655"/>
              <a:chOff x="5657361" y="2824811"/>
              <a:chExt cx="1078361" cy="404655"/>
            </a:xfrm>
          </p:grpSpPr>
          <p:grpSp>
            <p:nvGrpSpPr>
              <p:cNvPr id="4986" name="Google Shape;4986;p81"/>
              <p:cNvGrpSpPr/>
              <p:nvPr/>
            </p:nvGrpSpPr>
            <p:grpSpPr>
              <a:xfrm>
                <a:off x="5657361" y="2824811"/>
                <a:ext cx="1078361" cy="404655"/>
                <a:chOff x="5657361" y="2824811"/>
                <a:chExt cx="1078361" cy="404655"/>
              </a:xfrm>
            </p:grpSpPr>
            <p:grpSp>
              <p:nvGrpSpPr>
                <p:cNvPr id="4987" name="Google Shape;4987;p81"/>
                <p:cNvGrpSpPr/>
                <p:nvPr/>
              </p:nvGrpSpPr>
              <p:grpSpPr>
                <a:xfrm>
                  <a:off x="5938485" y="2824811"/>
                  <a:ext cx="797237" cy="404655"/>
                  <a:chOff x="5938485" y="2824811"/>
                  <a:chExt cx="797237" cy="404655"/>
                </a:xfrm>
              </p:grpSpPr>
              <p:sp>
                <p:nvSpPr>
                  <p:cNvPr id="4988" name="Google Shape;4988;p81"/>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81"/>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90" name="Google Shape;4990;p81"/>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91" name="Google Shape;4991;p81"/>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2" name="Google Shape;4992;p81"/>
            <p:cNvGrpSpPr/>
            <p:nvPr/>
          </p:nvGrpSpPr>
          <p:grpSpPr>
            <a:xfrm>
              <a:off x="5190863" y="3528942"/>
              <a:ext cx="1078026" cy="404739"/>
              <a:chOff x="5190863" y="3528942"/>
              <a:chExt cx="1078026" cy="404739"/>
            </a:xfrm>
          </p:grpSpPr>
          <p:sp>
            <p:nvSpPr>
              <p:cNvPr id="4993" name="Google Shape;4993;p81"/>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94" name="Google Shape;4994;p81"/>
              <p:cNvGrpSpPr/>
              <p:nvPr/>
            </p:nvGrpSpPr>
            <p:grpSpPr>
              <a:xfrm>
                <a:off x="5190863" y="3528942"/>
                <a:ext cx="1078026" cy="404739"/>
                <a:chOff x="5190863" y="3528942"/>
                <a:chExt cx="1078026" cy="404739"/>
              </a:xfrm>
            </p:grpSpPr>
            <p:sp>
              <p:nvSpPr>
                <p:cNvPr id="4995" name="Google Shape;4995;p81"/>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81"/>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997" name="Google Shape;4997;p81"/>
          <p:cNvGrpSpPr/>
          <p:nvPr/>
        </p:nvGrpSpPr>
        <p:grpSpPr>
          <a:xfrm>
            <a:off x="728162" y="1268329"/>
            <a:ext cx="1086719" cy="879487"/>
            <a:chOff x="803162" y="1474292"/>
            <a:chExt cx="1086719" cy="879487"/>
          </a:xfrm>
        </p:grpSpPr>
        <p:grpSp>
          <p:nvGrpSpPr>
            <p:cNvPr id="4998" name="Google Shape;4998;p81"/>
            <p:cNvGrpSpPr/>
            <p:nvPr/>
          </p:nvGrpSpPr>
          <p:grpSpPr>
            <a:xfrm>
              <a:off x="803162" y="1625948"/>
              <a:ext cx="445856" cy="576579"/>
              <a:chOff x="803162" y="1625948"/>
              <a:chExt cx="445856" cy="576579"/>
            </a:xfrm>
          </p:grpSpPr>
          <p:sp>
            <p:nvSpPr>
              <p:cNvPr id="4999" name="Google Shape;4999;p81"/>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00" name="Google Shape;5000;p81"/>
              <p:cNvGrpSpPr/>
              <p:nvPr/>
            </p:nvGrpSpPr>
            <p:grpSpPr>
              <a:xfrm>
                <a:off x="1056023" y="1625948"/>
                <a:ext cx="192995" cy="576579"/>
                <a:chOff x="1056023" y="1625948"/>
                <a:chExt cx="192995" cy="576579"/>
              </a:xfrm>
            </p:grpSpPr>
            <p:sp>
              <p:nvSpPr>
                <p:cNvPr id="5001" name="Google Shape;5001;p81"/>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81"/>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81"/>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81"/>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81"/>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06" name="Google Shape;5006;p81"/>
            <p:cNvGrpSpPr/>
            <p:nvPr/>
          </p:nvGrpSpPr>
          <p:grpSpPr>
            <a:xfrm>
              <a:off x="1371406" y="1474292"/>
              <a:ext cx="518475" cy="879487"/>
              <a:chOff x="1398231" y="1474292"/>
              <a:chExt cx="518475" cy="879487"/>
            </a:xfrm>
          </p:grpSpPr>
          <p:grpSp>
            <p:nvGrpSpPr>
              <p:cNvPr id="5007" name="Google Shape;5007;p81"/>
              <p:cNvGrpSpPr/>
              <p:nvPr/>
            </p:nvGrpSpPr>
            <p:grpSpPr>
              <a:xfrm>
                <a:off x="1398231" y="1474292"/>
                <a:ext cx="518475" cy="341643"/>
                <a:chOff x="1398231" y="1474292"/>
                <a:chExt cx="518475" cy="341643"/>
              </a:xfrm>
            </p:grpSpPr>
            <p:sp>
              <p:nvSpPr>
                <p:cNvPr id="5008" name="Google Shape;5008;p81"/>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09" name="Google Shape;5009;p81"/>
                <p:cNvGrpSpPr/>
                <p:nvPr/>
              </p:nvGrpSpPr>
              <p:grpSpPr>
                <a:xfrm>
                  <a:off x="1616453" y="1474292"/>
                  <a:ext cx="300253" cy="341643"/>
                  <a:chOff x="1616453" y="1475379"/>
                  <a:chExt cx="300253" cy="341643"/>
                </a:xfrm>
              </p:grpSpPr>
              <p:sp>
                <p:nvSpPr>
                  <p:cNvPr id="5010" name="Google Shape;5010;p81"/>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81"/>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81"/>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81"/>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81"/>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81"/>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81"/>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17" name="Google Shape;5017;p81"/>
                  <p:cNvGrpSpPr/>
                  <p:nvPr/>
                </p:nvGrpSpPr>
                <p:grpSpPr>
                  <a:xfrm>
                    <a:off x="1839639" y="1475379"/>
                    <a:ext cx="77067" cy="341643"/>
                    <a:chOff x="1839639" y="1475379"/>
                    <a:chExt cx="77067" cy="341643"/>
                  </a:xfrm>
                </p:grpSpPr>
                <p:sp>
                  <p:nvSpPr>
                    <p:cNvPr id="5018" name="Google Shape;5018;p81"/>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81"/>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020" name="Google Shape;5020;p81"/>
              <p:cNvGrpSpPr/>
              <p:nvPr/>
            </p:nvGrpSpPr>
            <p:grpSpPr>
              <a:xfrm>
                <a:off x="1398451" y="2012951"/>
                <a:ext cx="518255" cy="340828"/>
                <a:chOff x="1398451" y="2012951"/>
                <a:chExt cx="518255" cy="340828"/>
              </a:xfrm>
            </p:grpSpPr>
            <p:sp>
              <p:nvSpPr>
                <p:cNvPr id="5021" name="Google Shape;5021;p81"/>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22" name="Google Shape;5022;p81"/>
                <p:cNvGrpSpPr/>
                <p:nvPr/>
              </p:nvGrpSpPr>
              <p:grpSpPr>
                <a:xfrm>
                  <a:off x="1616453" y="2012951"/>
                  <a:ext cx="300253" cy="340828"/>
                  <a:chOff x="1616453" y="2013538"/>
                  <a:chExt cx="300253" cy="340828"/>
                </a:xfrm>
              </p:grpSpPr>
              <p:sp>
                <p:nvSpPr>
                  <p:cNvPr id="5023" name="Google Shape;5023;p81"/>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81"/>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81"/>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81"/>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81"/>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81"/>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81"/>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30" name="Google Shape;5030;p81"/>
                  <p:cNvGrpSpPr/>
                  <p:nvPr/>
                </p:nvGrpSpPr>
                <p:grpSpPr>
                  <a:xfrm>
                    <a:off x="1839639" y="2013538"/>
                    <a:ext cx="77067" cy="340828"/>
                    <a:chOff x="1839639" y="2013538"/>
                    <a:chExt cx="77067" cy="340828"/>
                  </a:xfrm>
                </p:grpSpPr>
                <p:sp>
                  <p:nvSpPr>
                    <p:cNvPr id="5031" name="Google Shape;5031;p81"/>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81"/>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033" name="Google Shape;5033;p81"/>
          <p:cNvGrpSpPr/>
          <p:nvPr/>
        </p:nvGrpSpPr>
        <p:grpSpPr>
          <a:xfrm>
            <a:off x="724986" y="3399516"/>
            <a:ext cx="1368681" cy="682918"/>
            <a:chOff x="724986" y="3605478"/>
            <a:chExt cx="1368681" cy="682918"/>
          </a:xfrm>
        </p:grpSpPr>
        <p:grpSp>
          <p:nvGrpSpPr>
            <p:cNvPr id="5034" name="Google Shape;5034;p81"/>
            <p:cNvGrpSpPr/>
            <p:nvPr/>
          </p:nvGrpSpPr>
          <p:grpSpPr>
            <a:xfrm>
              <a:off x="1289102" y="3823629"/>
              <a:ext cx="240442" cy="250435"/>
              <a:chOff x="-165066" y="3843615"/>
              <a:chExt cx="221259" cy="230455"/>
            </a:xfrm>
          </p:grpSpPr>
          <p:sp>
            <p:nvSpPr>
              <p:cNvPr id="5035" name="Google Shape;5035;p81"/>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81"/>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81"/>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81"/>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81"/>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81"/>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81"/>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81"/>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81"/>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81"/>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81"/>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81"/>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81"/>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81"/>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81"/>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81"/>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81"/>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81"/>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81"/>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81"/>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5" name="Google Shape;5055;p81"/>
            <p:cNvGrpSpPr/>
            <p:nvPr/>
          </p:nvGrpSpPr>
          <p:grpSpPr>
            <a:xfrm>
              <a:off x="724986" y="3605478"/>
              <a:ext cx="1368681" cy="682918"/>
              <a:chOff x="724986" y="3605478"/>
              <a:chExt cx="1368681" cy="682918"/>
            </a:xfrm>
          </p:grpSpPr>
          <p:grpSp>
            <p:nvGrpSpPr>
              <p:cNvPr id="5056" name="Google Shape;5056;p81"/>
              <p:cNvGrpSpPr/>
              <p:nvPr/>
            </p:nvGrpSpPr>
            <p:grpSpPr>
              <a:xfrm>
                <a:off x="1498221" y="4047614"/>
                <a:ext cx="529172" cy="240783"/>
                <a:chOff x="1498221" y="4047614"/>
                <a:chExt cx="529172" cy="240783"/>
              </a:xfrm>
            </p:grpSpPr>
            <p:grpSp>
              <p:nvGrpSpPr>
                <p:cNvPr id="5057" name="Google Shape;5057;p81"/>
                <p:cNvGrpSpPr/>
                <p:nvPr/>
              </p:nvGrpSpPr>
              <p:grpSpPr>
                <a:xfrm>
                  <a:off x="1826655" y="4224370"/>
                  <a:ext cx="200738" cy="25631"/>
                  <a:chOff x="1826655" y="4224370"/>
                  <a:chExt cx="200738" cy="25631"/>
                </a:xfrm>
              </p:grpSpPr>
              <p:sp>
                <p:nvSpPr>
                  <p:cNvPr id="5058" name="Google Shape;5058;p81"/>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81"/>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0" name="Google Shape;5060;p81"/>
                <p:cNvGrpSpPr/>
                <p:nvPr/>
              </p:nvGrpSpPr>
              <p:grpSpPr>
                <a:xfrm>
                  <a:off x="1498221" y="4047614"/>
                  <a:ext cx="328444" cy="240783"/>
                  <a:chOff x="1498221" y="4047614"/>
                  <a:chExt cx="328444" cy="240783"/>
                </a:xfrm>
              </p:grpSpPr>
              <p:sp>
                <p:nvSpPr>
                  <p:cNvPr id="5061" name="Google Shape;5061;p81"/>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2" name="Google Shape;5062;p81"/>
                  <p:cNvGrpSpPr/>
                  <p:nvPr/>
                </p:nvGrpSpPr>
                <p:grpSpPr>
                  <a:xfrm>
                    <a:off x="1498221" y="4047614"/>
                    <a:ext cx="150566" cy="190416"/>
                    <a:chOff x="1498221" y="4047614"/>
                    <a:chExt cx="150566" cy="190416"/>
                  </a:xfrm>
                </p:grpSpPr>
                <p:sp>
                  <p:nvSpPr>
                    <p:cNvPr id="5063" name="Google Shape;5063;p81"/>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81"/>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065" name="Google Shape;5065;p81"/>
              <p:cNvGrpSpPr/>
              <p:nvPr/>
            </p:nvGrpSpPr>
            <p:grpSpPr>
              <a:xfrm>
                <a:off x="1560718" y="3800594"/>
                <a:ext cx="532948" cy="302090"/>
                <a:chOff x="1560718" y="3800594"/>
                <a:chExt cx="532948" cy="302090"/>
              </a:xfrm>
            </p:grpSpPr>
            <p:grpSp>
              <p:nvGrpSpPr>
                <p:cNvPr id="5066" name="Google Shape;5066;p81"/>
                <p:cNvGrpSpPr/>
                <p:nvPr/>
              </p:nvGrpSpPr>
              <p:grpSpPr>
                <a:xfrm>
                  <a:off x="1912179" y="3827344"/>
                  <a:ext cx="181487" cy="25631"/>
                  <a:chOff x="1912179" y="3827344"/>
                  <a:chExt cx="181487" cy="25631"/>
                </a:xfrm>
              </p:grpSpPr>
              <p:sp>
                <p:nvSpPr>
                  <p:cNvPr id="5067" name="Google Shape;5067;p81"/>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81"/>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9" name="Google Shape;5069;p81"/>
                <p:cNvGrpSpPr/>
                <p:nvPr/>
              </p:nvGrpSpPr>
              <p:grpSpPr>
                <a:xfrm>
                  <a:off x="1912179" y="4044505"/>
                  <a:ext cx="181487" cy="25622"/>
                  <a:chOff x="1912179" y="4044506"/>
                  <a:chExt cx="181487" cy="25622"/>
                </a:xfrm>
              </p:grpSpPr>
              <p:sp>
                <p:nvSpPr>
                  <p:cNvPr id="5070" name="Google Shape;5070;p81"/>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81"/>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2" name="Google Shape;5072;p81"/>
                <p:cNvGrpSpPr/>
                <p:nvPr/>
              </p:nvGrpSpPr>
              <p:grpSpPr>
                <a:xfrm>
                  <a:off x="1560718" y="3800594"/>
                  <a:ext cx="351472" cy="302090"/>
                  <a:chOff x="1560718" y="3800594"/>
                  <a:chExt cx="351472" cy="302090"/>
                </a:xfrm>
              </p:grpSpPr>
              <p:grpSp>
                <p:nvGrpSpPr>
                  <p:cNvPr id="5073" name="Google Shape;5073;p81"/>
                  <p:cNvGrpSpPr/>
                  <p:nvPr/>
                </p:nvGrpSpPr>
                <p:grpSpPr>
                  <a:xfrm>
                    <a:off x="1560718" y="3842857"/>
                    <a:ext cx="173586" cy="217131"/>
                    <a:chOff x="1560718" y="3842857"/>
                    <a:chExt cx="173586" cy="217131"/>
                  </a:xfrm>
                </p:grpSpPr>
                <p:sp>
                  <p:nvSpPr>
                    <p:cNvPr id="5074" name="Google Shape;5074;p81"/>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81"/>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81"/>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77" name="Google Shape;5077;p81"/>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81"/>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079" name="Google Shape;5079;p81"/>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80" name="Google Shape;5080;p81"/>
              <p:cNvGrpSpPr/>
              <p:nvPr/>
            </p:nvGrpSpPr>
            <p:grpSpPr>
              <a:xfrm>
                <a:off x="785350" y="3605478"/>
                <a:ext cx="535311" cy="249245"/>
                <a:chOff x="785350" y="3605478"/>
                <a:chExt cx="535311" cy="249245"/>
              </a:xfrm>
            </p:grpSpPr>
            <p:grpSp>
              <p:nvGrpSpPr>
                <p:cNvPr id="5081" name="Google Shape;5081;p81"/>
                <p:cNvGrpSpPr/>
                <p:nvPr/>
              </p:nvGrpSpPr>
              <p:grpSpPr>
                <a:xfrm>
                  <a:off x="785350" y="3605478"/>
                  <a:ext cx="376191" cy="102736"/>
                  <a:chOff x="785350" y="3605478"/>
                  <a:chExt cx="376191" cy="102736"/>
                </a:xfrm>
              </p:grpSpPr>
              <p:sp>
                <p:nvSpPr>
                  <p:cNvPr id="5082" name="Google Shape;5082;p81"/>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81"/>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81"/>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5" name="Google Shape;5085;p81"/>
                <p:cNvGrpSpPr/>
                <p:nvPr/>
              </p:nvGrpSpPr>
              <p:grpSpPr>
                <a:xfrm>
                  <a:off x="1161530" y="3655851"/>
                  <a:ext cx="159131" cy="198872"/>
                  <a:chOff x="1161530" y="3655851"/>
                  <a:chExt cx="159131" cy="198872"/>
                </a:xfrm>
              </p:grpSpPr>
              <p:sp>
                <p:nvSpPr>
                  <p:cNvPr id="5086" name="Google Shape;5086;p81"/>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81"/>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88" name="Google Shape;5088;p81"/>
              <p:cNvGrpSpPr/>
              <p:nvPr/>
            </p:nvGrpSpPr>
            <p:grpSpPr>
              <a:xfrm>
                <a:off x="785350" y="4047614"/>
                <a:ext cx="535311" cy="240783"/>
                <a:chOff x="785350" y="4047614"/>
                <a:chExt cx="535311" cy="240783"/>
              </a:xfrm>
            </p:grpSpPr>
            <p:grpSp>
              <p:nvGrpSpPr>
                <p:cNvPr id="5089" name="Google Shape;5089;p81"/>
                <p:cNvGrpSpPr/>
                <p:nvPr/>
              </p:nvGrpSpPr>
              <p:grpSpPr>
                <a:xfrm>
                  <a:off x="1161636" y="4047614"/>
                  <a:ext cx="159025" cy="190415"/>
                  <a:chOff x="1161636" y="4047614"/>
                  <a:chExt cx="159025" cy="190415"/>
                </a:xfrm>
              </p:grpSpPr>
              <p:sp>
                <p:nvSpPr>
                  <p:cNvPr id="5090" name="Google Shape;5090;p81"/>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81"/>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2" name="Google Shape;5092;p81"/>
                <p:cNvGrpSpPr/>
                <p:nvPr/>
              </p:nvGrpSpPr>
              <p:grpSpPr>
                <a:xfrm>
                  <a:off x="785350" y="4185661"/>
                  <a:ext cx="376191" cy="102736"/>
                  <a:chOff x="785350" y="4185661"/>
                  <a:chExt cx="376191" cy="102736"/>
                </a:xfrm>
              </p:grpSpPr>
              <p:sp>
                <p:nvSpPr>
                  <p:cNvPr id="5093" name="Google Shape;5093;p81"/>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81"/>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81"/>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96" name="Google Shape;5096;p81"/>
              <p:cNvGrpSpPr/>
              <p:nvPr/>
            </p:nvGrpSpPr>
            <p:grpSpPr>
              <a:xfrm>
                <a:off x="1501054" y="3605478"/>
                <a:ext cx="526340" cy="249240"/>
                <a:chOff x="1501054" y="3605478"/>
                <a:chExt cx="526340" cy="249240"/>
              </a:xfrm>
            </p:grpSpPr>
            <p:grpSp>
              <p:nvGrpSpPr>
                <p:cNvPr id="5097" name="Google Shape;5097;p81"/>
                <p:cNvGrpSpPr/>
                <p:nvPr/>
              </p:nvGrpSpPr>
              <p:grpSpPr>
                <a:xfrm>
                  <a:off x="1834208" y="3643867"/>
                  <a:ext cx="193185" cy="25622"/>
                  <a:chOff x="1834208" y="3643867"/>
                  <a:chExt cx="193185" cy="25622"/>
                </a:xfrm>
              </p:grpSpPr>
              <p:sp>
                <p:nvSpPr>
                  <p:cNvPr id="5098" name="Google Shape;5098;p81"/>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81"/>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0" name="Google Shape;5100;p81"/>
                <p:cNvGrpSpPr/>
                <p:nvPr/>
              </p:nvGrpSpPr>
              <p:grpSpPr>
                <a:xfrm>
                  <a:off x="1501054" y="3605478"/>
                  <a:ext cx="333165" cy="249240"/>
                  <a:chOff x="1501054" y="3605478"/>
                  <a:chExt cx="333165" cy="249240"/>
                </a:xfrm>
              </p:grpSpPr>
              <p:sp>
                <p:nvSpPr>
                  <p:cNvPr id="5101" name="Google Shape;5101;p81"/>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02" name="Google Shape;5102;p81"/>
                  <p:cNvGrpSpPr/>
                  <p:nvPr/>
                </p:nvGrpSpPr>
                <p:grpSpPr>
                  <a:xfrm>
                    <a:off x="1501054" y="3655851"/>
                    <a:ext cx="155286" cy="198867"/>
                    <a:chOff x="1501054" y="3655851"/>
                    <a:chExt cx="155286" cy="198867"/>
                  </a:xfrm>
                </p:grpSpPr>
                <p:sp>
                  <p:nvSpPr>
                    <p:cNvPr id="5103" name="Google Shape;5103;p81"/>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81"/>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105" name="Google Shape;5105;p81"/>
              <p:cNvGrpSpPr/>
              <p:nvPr/>
            </p:nvGrpSpPr>
            <p:grpSpPr>
              <a:xfrm>
                <a:off x="724986" y="3800594"/>
                <a:ext cx="532950" cy="302090"/>
                <a:chOff x="724986" y="3800594"/>
                <a:chExt cx="532950" cy="302090"/>
              </a:xfrm>
            </p:grpSpPr>
            <p:grpSp>
              <p:nvGrpSpPr>
                <p:cNvPr id="5106" name="Google Shape;5106;p81"/>
                <p:cNvGrpSpPr/>
                <p:nvPr/>
              </p:nvGrpSpPr>
              <p:grpSpPr>
                <a:xfrm>
                  <a:off x="724986" y="4044367"/>
                  <a:ext cx="181314" cy="25626"/>
                  <a:chOff x="724986" y="4044367"/>
                  <a:chExt cx="181314" cy="25626"/>
                </a:xfrm>
              </p:grpSpPr>
              <p:sp>
                <p:nvSpPr>
                  <p:cNvPr id="5107" name="Google Shape;5107;p81"/>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81"/>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9" name="Google Shape;5109;p81"/>
                <p:cNvGrpSpPr/>
                <p:nvPr/>
              </p:nvGrpSpPr>
              <p:grpSpPr>
                <a:xfrm>
                  <a:off x="906290" y="3800594"/>
                  <a:ext cx="351646" cy="302090"/>
                  <a:chOff x="906290" y="3800594"/>
                  <a:chExt cx="351646" cy="302090"/>
                </a:xfrm>
              </p:grpSpPr>
              <p:grpSp>
                <p:nvGrpSpPr>
                  <p:cNvPr id="5110" name="Google Shape;5110;p81"/>
                  <p:cNvGrpSpPr/>
                  <p:nvPr/>
                </p:nvGrpSpPr>
                <p:grpSpPr>
                  <a:xfrm>
                    <a:off x="1084172" y="3842857"/>
                    <a:ext cx="173764" cy="217131"/>
                    <a:chOff x="1084172" y="3842857"/>
                    <a:chExt cx="173764" cy="217131"/>
                  </a:xfrm>
                </p:grpSpPr>
                <p:grpSp>
                  <p:nvGrpSpPr>
                    <p:cNvPr id="5111" name="Google Shape;5111;p81"/>
                    <p:cNvGrpSpPr/>
                    <p:nvPr/>
                  </p:nvGrpSpPr>
                  <p:grpSpPr>
                    <a:xfrm>
                      <a:off x="1156862" y="3936509"/>
                      <a:ext cx="101073" cy="25622"/>
                      <a:chOff x="1156862" y="3936509"/>
                      <a:chExt cx="101073" cy="25622"/>
                    </a:xfrm>
                  </p:grpSpPr>
                  <p:sp>
                    <p:nvSpPr>
                      <p:cNvPr id="5112" name="Google Shape;5112;p81"/>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81"/>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14" name="Google Shape;5114;p81"/>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15" name="Google Shape;5115;p81"/>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81"/>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7" name="Google Shape;5117;p81"/>
                <p:cNvGrpSpPr/>
                <p:nvPr/>
              </p:nvGrpSpPr>
              <p:grpSpPr>
                <a:xfrm>
                  <a:off x="724986" y="3830189"/>
                  <a:ext cx="189533" cy="25626"/>
                  <a:chOff x="724986" y="3830189"/>
                  <a:chExt cx="189533" cy="25626"/>
                </a:xfrm>
              </p:grpSpPr>
              <p:sp>
                <p:nvSpPr>
                  <p:cNvPr id="5118" name="Google Shape;5118;p81"/>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81"/>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5120" name="Google Shape;5120;p81"/>
          <p:cNvGrpSpPr/>
          <p:nvPr/>
        </p:nvGrpSpPr>
        <p:grpSpPr>
          <a:xfrm>
            <a:off x="2253298" y="2249677"/>
            <a:ext cx="948701" cy="935378"/>
            <a:chOff x="2253298" y="2428317"/>
            <a:chExt cx="948701" cy="935378"/>
          </a:xfrm>
        </p:grpSpPr>
        <p:sp>
          <p:nvSpPr>
            <p:cNvPr id="5121" name="Google Shape;5121;p81"/>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81"/>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81"/>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81"/>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81"/>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81"/>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81"/>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81"/>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81"/>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81"/>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81"/>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81"/>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81"/>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81"/>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81"/>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81"/>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81"/>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81"/>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81"/>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81"/>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81"/>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81"/>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81"/>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81"/>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81"/>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81"/>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81"/>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81"/>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81"/>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81"/>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81"/>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81"/>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81"/>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5157"/>
        <p:cNvGrpSpPr/>
        <p:nvPr/>
      </p:nvGrpSpPr>
      <p:grpSpPr>
        <a:xfrm>
          <a:off x="0" y="0"/>
          <a:ext cx="0" cy="0"/>
          <a:chOff x="0" y="0"/>
          <a:chExt cx="0" cy="0"/>
        </a:xfrm>
      </p:grpSpPr>
      <p:grpSp>
        <p:nvGrpSpPr>
          <p:cNvPr id="5158" name="Google Shape;5158;p82"/>
          <p:cNvGrpSpPr/>
          <p:nvPr/>
        </p:nvGrpSpPr>
        <p:grpSpPr>
          <a:xfrm>
            <a:off x="3339744" y="952977"/>
            <a:ext cx="2363393" cy="1017867"/>
            <a:chOff x="3292400" y="1219146"/>
            <a:chExt cx="2615240" cy="1110239"/>
          </a:xfrm>
        </p:grpSpPr>
        <p:sp>
          <p:nvSpPr>
            <p:cNvPr id="5159" name="Google Shape;5159;p82"/>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5160" name="Google Shape;5160;p82"/>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61" name="Google Shape;5161;p82"/>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5162" name="Google Shape;5162;p82"/>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5163" name="Google Shape;5163;p82"/>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5164" name="Google Shape;5164;p82"/>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5165" name="Google Shape;5165;p82"/>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5166" name="Google Shape;5166;p82"/>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5167" name="Google Shape;5167;p82"/>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5168" name="Google Shape;5168;p82"/>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5169" name="Google Shape;5169;p82"/>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170" name="Google Shape;5170;p82"/>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171" name="Google Shape;5171;p82"/>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172" name="Google Shape;5172;p82"/>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173" name="Google Shape;5173;p82"/>
            <p:cNvGrpSpPr/>
            <p:nvPr/>
          </p:nvGrpSpPr>
          <p:grpSpPr>
            <a:xfrm>
              <a:off x="3748438" y="1378608"/>
              <a:ext cx="2159202" cy="903971"/>
              <a:chOff x="1683525" y="2179850"/>
              <a:chExt cx="4519050" cy="2134525"/>
            </a:xfrm>
          </p:grpSpPr>
          <p:sp>
            <p:nvSpPr>
              <p:cNvPr id="5174" name="Google Shape;5174;p82"/>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75" name="Google Shape;5175;p82"/>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76" name="Google Shape;5176;p82"/>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77" name="Google Shape;5177;p82"/>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78" name="Google Shape;5178;p82"/>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79" name="Google Shape;5179;p82"/>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80" name="Google Shape;5180;p82"/>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81" name="Google Shape;5181;p82"/>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82" name="Google Shape;5182;p82"/>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83" name="Google Shape;5183;p82"/>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84" name="Google Shape;5184;p82"/>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185" name="Google Shape;5185;p82"/>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5186" name="Google Shape;5186;p82"/>
          <p:cNvGraphicFramePr/>
          <p:nvPr/>
        </p:nvGraphicFramePr>
        <p:xfrm>
          <a:off x="5935838" y="2130450"/>
          <a:ext cx="3000000" cy="3000000"/>
        </p:xfrm>
        <a:graphic>
          <a:graphicData uri="http://schemas.openxmlformats.org/drawingml/2006/table">
            <a:tbl>
              <a:tblPr>
                <a:noFill/>
                <a:tableStyleId>{C24C5A11-0915-40F6-85A9-2BD45B5DC75F}</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5187" name="Google Shape;5187;p82"/>
          <p:cNvGrpSpPr/>
          <p:nvPr/>
        </p:nvGrpSpPr>
        <p:grpSpPr>
          <a:xfrm>
            <a:off x="5913087" y="3189047"/>
            <a:ext cx="2519825" cy="1001454"/>
            <a:chOff x="1906114" y="789980"/>
            <a:chExt cx="1487676" cy="606868"/>
          </a:xfrm>
        </p:grpSpPr>
        <p:cxnSp>
          <p:nvCxnSpPr>
            <p:cNvPr id="5188" name="Google Shape;5188;p82"/>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189" name="Google Shape;5189;p82"/>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190" name="Google Shape;5190;p82"/>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5191" name="Google Shape;5191;p82"/>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5192" name="Google Shape;5192;p82"/>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5193" name="Google Shape;5193;p82"/>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5194" name="Google Shape;5194;p82"/>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5195" name="Google Shape;5195;p82"/>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82"/>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82"/>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82"/>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82"/>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82"/>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82"/>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5202" name="Google Shape;5202;p82"/>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203" name="Google Shape;5203;p82"/>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204" name="Google Shape;5204;p82"/>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5" name="Google Shape;5205;p82"/>
          <p:cNvGrpSpPr/>
          <p:nvPr/>
        </p:nvGrpSpPr>
        <p:grpSpPr>
          <a:xfrm>
            <a:off x="712562" y="998005"/>
            <a:ext cx="2394370" cy="976502"/>
            <a:chOff x="749309" y="1112739"/>
            <a:chExt cx="2371603" cy="976502"/>
          </a:xfrm>
        </p:grpSpPr>
        <p:sp>
          <p:nvSpPr>
            <p:cNvPr id="5206" name="Google Shape;5206;p82"/>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82"/>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82"/>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82"/>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82"/>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82"/>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82"/>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82"/>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82"/>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82"/>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82"/>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82"/>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82"/>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82"/>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82"/>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82"/>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82"/>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82"/>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82"/>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82"/>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82"/>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82"/>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82"/>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82"/>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82"/>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82"/>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82"/>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82"/>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82"/>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82"/>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82"/>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82"/>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5238" name="Google Shape;5238;p82"/>
          <p:cNvGraphicFramePr/>
          <p:nvPr/>
        </p:nvGraphicFramePr>
        <p:xfrm>
          <a:off x="5935863" y="996300"/>
          <a:ext cx="3000000" cy="3000000"/>
        </p:xfrm>
        <a:graphic>
          <a:graphicData uri="http://schemas.openxmlformats.org/drawingml/2006/table">
            <a:tbl>
              <a:tblPr>
                <a:noFill/>
                <a:tableStyleId>{C24C5A11-0915-40F6-85A9-2BD45B5DC75F}</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5239" name="Google Shape;5239;p82"/>
          <p:cNvGraphicFramePr/>
          <p:nvPr/>
        </p:nvGraphicFramePr>
        <p:xfrm>
          <a:off x="3342575" y="2130450"/>
          <a:ext cx="3000000" cy="3000000"/>
        </p:xfrm>
        <a:graphic>
          <a:graphicData uri="http://schemas.openxmlformats.org/drawingml/2006/table">
            <a:tbl>
              <a:tblPr>
                <a:noFill/>
                <a:tableStyleId>{C24C5A11-0915-40F6-85A9-2BD45B5DC75F}</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240" name="Google Shape;5240;p82"/>
          <p:cNvGrpSpPr/>
          <p:nvPr/>
        </p:nvGrpSpPr>
        <p:grpSpPr>
          <a:xfrm>
            <a:off x="4086504" y="2517093"/>
            <a:ext cx="1517436" cy="74460"/>
            <a:chOff x="3980086" y="2804397"/>
            <a:chExt cx="1227600" cy="66900"/>
          </a:xfrm>
        </p:grpSpPr>
        <p:sp>
          <p:nvSpPr>
            <p:cNvPr id="5241" name="Google Shape;5241;p82"/>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82"/>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3" name="Google Shape;5243;p82"/>
          <p:cNvGrpSpPr/>
          <p:nvPr/>
        </p:nvGrpSpPr>
        <p:grpSpPr>
          <a:xfrm>
            <a:off x="4711569" y="2809680"/>
            <a:ext cx="892956" cy="74460"/>
            <a:chOff x="3980086" y="2804397"/>
            <a:chExt cx="1227600" cy="66900"/>
          </a:xfrm>
        </p:grpSpPr>
        <p:sp>
          <p:nvSpPr>
            <p:cNvPr id="5244" name="Google Shape;5244;p82"/>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82"/>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6" name="Google Shape;5246;p82"/>
          <p:cNvGrpSpPr/>
          <p:nvPr/>
        </p:nvGrpSpPr>
        <p:grpSpPr>
          <a:xfrm>
            <a:off x="3344661" y="3168563"/>
            <a:ext cx="2363244" cy="1005943"/>
            <a:chOff x="3358415" y="3361302"/>
            <a:chExt cx="2363244" cy="1024695"/>
          </a:xfrm>
        </p:grpSpPr>
        <p:grpSp>
          <p:nvGrpSpPr>
            <p:cNvPr id="5247" name="Google Shape;5247;p82"/>
            <p:cNvGrpSpPr/>
            <p:nvPr/>
          </p:nvGrpSpPr>
          <p:grpSpPr>
            <a:xfrm>
              <a:off x="3358415" y="3361302"/>
              <a:ext cx="441300" cy="1024695"/>
              <a:chOff x="3358415" y="3361302"/>
              <a:chExt cx="441300" cy="1024695"/>
            </a:xfrm>
          </p:grpSpPr>
          <p:sp>
            <p:nvSpPr>
              <p:cNvPr id="5248" name="Google Shape;5248;p82"/>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82"/>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82"/>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82"/>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82"/>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82"/>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4" name="Google Shape;5254;p82"/>
            <p:cNvGrpSpPr/>
            <p:nvPr/>
          </p:nvGrpSpPr>
          <p:grpSpPr>
            <a:xfrm>
              <a:off x="3838901" y="3361302"/>
              <a:ext cx="441300" cy="1024695"/>
              <a:chOff x="3838901" y="3361302"/>
              <a:chExt cx="441300" cy="1024695"/>
            </a:xfrm>
          </p:grpSpPr>
          <p:sp>
            <p:nvSpPr>
              <p:cNvPr id="5255" name="Google Shape;5255;p82"/>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82"/>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82"/>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82"/>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82"/>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82"/>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1" name="Google Shape;5261;p82"/>
            <p:cNvGrpSpPr/>
            <p:nvPr/>
          </p:nvGrpSpPr>
          <p:grpSpPr>
            <a:xfrm>
              <a:off x="4319387" y="3361302"/>
              <a:ext cx="441300" cy="1024695"/>
              <a:chOff x="4319387" y="3361302"/>
              <a:chExt cx="441300" cy="1024695"/>
            </a:xfrm>
          </p:grpSpPr>
          <p:sp>
            <p:nvSpPr>
              <p:cNvPr id="5262" name="Google Shape;5262;p82"/>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82"/>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82"/>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82"/>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82"/>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82"/>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8" name="Google Shape;5268;p82"/>
            <p:cNvGrpSpPr/>
            <p:nvPr/>
          </p:nvGrpSpPr>
          <p:grpSpPr>
            <a:xfrm>
              <a:off x="4799873" y="3361302"/>
              <a:ext cx="441300" cy="1024695"/>
              <a:chOff x="4799873" y="3361302"/>
              <a:chExt cx="441300" cy="1024695"/>
            </a:xfrm>
          </p:grpSpPr>
          <p:sp>
            <p:nvSpPr>
              <p:cNvPr id="5269" name="Google Shape;5269;p82"/>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82"/>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82"/>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82"/>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82"/>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82"/>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5" name="Google Shape;5275;p82"/>
            <p:cNvGrpSpPr/>
            <p:nvPr/>
          </p:nvGrpSpPr>
          <p:grpSpPr>
            <a:xfrm>
              <a:off x="5280360" y="3361302"/>
              <a:ext cx="441300" cy="1024695"/>
              <a:chOff x="5280360" y="3361302"/>
              <a:chExt cx="441300" cy="1024695"/>
            </a:xfrm>
          </p:grpSpPr>
          <p:sp>
            <p:nvSpPr>
              <p:cNvPr id="5276" name="Google Shape;5276;p82"/>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82"/>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82"/>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82"/>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82"/>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82"/>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5282" name="Google Shape;5282;p82"/>
          <p:cNvGraphicFramePr/>
          <p:nvPr/>
        </p:nvGraphicFramePr>
        <p:xfrm>
          <a:off x="711088" y="2130450"/>
          <a:ext cx="3000000" cy="3000000"/>
        </p:xfrm>
        <a:graphic>
          <a:graphicData uri="http://schemas.openxmlformats.org/drawingml/2006/table">
            <a:tbl>
              <a:tblPr>
                <a:noFill/>
                <a:tableStyleId>{C24C5A11-0915-40F6-85A9-2BD45B5DC75F}</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283" name="Google Shape;5283;p82"/>
          <p:cNvGrpSpPr/>
          <p:nvPr/>
        </p:nvGrpSpPr>
        <p:grpSpPr>
          <a:xfrm>
            <a:off x="712613" y="3180175"/>
            <a:ext cx="2403614" cy="1005900"/>
            <a:chOff x="726450" y="3372825"/>
            <a:chExt cx="2403614" cy="1005900"/>
          </a:xfrm>
        </p:grpSpPr>
        <p:grpSp>
          <p:nvGrpSpPr>
            <p:cNvPr id="5284" name="Google Shape;5284;p82"/>
            <p:cNvGrpSpPr/>
            <p:nvPr/>
          </p:nvGrpSpPr>
          <p:grpSpPr>
            <a:xfrm>
              <a:off x="726450" y="3696000"/>
              <a:ext cx="2403614" cy="500898"/>
              <a:chOff x="726450" y="3696000"/>
              <a:chExt cx="2403614" cy="500898"/>
            </a:xfrm>
          </p:grpSpPr>
          <p:sp>
            <p:nvSpPr>
              <p:cNvPr id="5285" name="Google Shape;5285;p82"/>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286" name="Google Shape;5286;p82"/>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287" name="Google Shape;5287;p82"/>
            <p:cNvGrpSpPr/>
            <p:nvPr/>
          </p:nvGrpSpPr>
          <p:grpSpPr>
            <a:xfrm>
              <a:off x="1348050" y="3372825"/>
              <a:ext cx="1720425" cy="1005900"/>
              <a:chOff x="1348050" y="3372825"/>
              <a:chExt cx="1720425" cy="1005900"/>
            </a:xfrm>
          </p:grpSpPr>
          <p:sp>
            <p:nvSpPr>
              <p:cNvPr id="5288" name="Google Shape;5288;p82"/>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289" name="Google Shape;5289;p82"/>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290" name="Google Shape;5290;p82"/>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291" name="Google Shape;5291;p82"/>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292" name="Google Shape;5292;p82"/>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293" name="Google Shape;5293;p82"/>
            <p:cNvGrpSpPr/>
            <p:nvPr/>
          </p:nvGrpSpPr>
          <p:grpSpPr>
            <a:xfrm>
              <a:off x="1455707" y="3731058"/>
              <a:ext cx="1491150" cy="417657"/>
              <a:chOff x="1455707" y="3731058"/>
              <a:chExt cx="1491150" cy="417657"/>
            </a:xfrm>
          </p:grpSpPr>
          <p:grpSp>
            <p:nvGrpSpPr>
              <p:cNvPr id="5294" name="Google Shape;5294;p82"/>
              <p:cNvGrpSpPr/>
              <p:nvPr/>
            </p:nvGrpSpPr>
            <p:grpSpPr>
              <a:xfrm>
                <a:off x="1472938" y="3745828"/>
                <a:ext cx="72126" cy="53788"/>
                <a:chOff x="1472938" y="3745828"/>
                <a:chExt cx="72126" cy="53788"/>
              </a:xfrm>
            </p:grpSpPr>
            <p:sp>
              <p:nvSpPr>
                <p:cNvPr id="5295" name="Google Shape;5295;p82"/>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82"/>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7" name="Google Shape;5297;p82"/>
              <p:cNvGrpSpPr/>
              <p:nvPr/>
            </p:nvGrpSpPr>
            <p:grpSpPr>
              <a:xfrm>
                <a:off x="1819181" y="4089633"/>
                <a:ext cx="72126" cy="53788"/>
                <a:chOff x="1819181" y="4089633"/>
                <a:chExt cx="72126" cy="53788"/>
              </a:xfrm>
            </p:grpSpPr>
            <p:sp>
              <p:nvSpPr>
                <p:cNvPr id="5298" name="Google Shape;5298;p82"/>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82"/>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0" name="Google Shape;5300;p82"/>
              <p:cNvGrpSpPr/>
              <p:nvPr/>
            </p:nvGrpSpPr>
            <p:grpSpPr>
              <a:xfrm>
                <a:off x="1455707" y="4084171"/>
                <a:ext cx="64321" cy="64544"/>
                <a:chOff x="1455707" y="4084171"/>
                <a:chExt cx="64321" cy="64544"/>
              </a:xfrm>
            </p:grpSpPr>
            <p:sp>
              <p:nvSpPr>
                <p:cNvPr id="5301" name="Google Shape;5301;p82"/>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82"/>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3" name="Google Shape;5303;p82"/>
              <p:cNvGrpSpPr/>
              <p:nvPr/>
            </p:nvGrpSpPr>
            <p:grpSpPr>
              <a:xfrm>
                <a:off x="1818610" y="3731058"/>
                <a:ext cx="64321" cy="64544"/>
                <a:chOff x="1818610" y="3731058"/>
                <a:chExt cx="64321" cy="64544"/>
              </a:xfrm>
            </p:grpSpPr>
            <p:sp>
              <p:nvSpPr>
                <p:cNvPr id="5304" name="Google Shape;5304;p82"/>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82"/>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6" name="Google Shape;5306;p82"/>
              <p:cNvGrpSpPr/>
              <p:nvPr/>
            </p:nvGrpSpPr>
            <p:grpSpPr>
              <a:xfrm>
                <a:off x="2172491" y="4089633"/>
                <a:ext cx="72126" cy="53788"/>
                <a:chOff x="2172491" y="4089633"/>
                <a:chExt cx="72126" cy="53788"/>
              </a:xfrm>
            </p:grpSpPr>
            <p:sp>
              <p:nvSpPr>
                <p:cNvPr id="5307" name="Google Shape;5307;p82"/>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82"/>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9" name="Google Shape;5309;p82"/>
              <p:cNvGrpSpPr/>
              <p:nvPr/>
            </p:nvGrpSpPr>
            <p:grpSpPr>
              <a:xfrm>
                <a:off x="2171920" y="3731058"/>
                <a:ext cx="64321" cy="64544"/>
                <a:chOff x="2171920" y="3731058"/>
                <a:chExt cx="64321" cy="64544"/>
              </a:xfrm>
            </p:grpSpPr>
            <p:sp>
              <p:nvSpPr>
                <p:cNvPr id="5310" name="Google Shape;5310;p82"/>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82"/>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2" name="Google Shape;5312;p82"/>
              <p:cNvGrpSpPr/>
              <p:nvPr/>
            </p:nvGrpSpPr>
            <p:grpSpPr>
              <a:xfrm>
                <a:off x="2874730" y="3745828"/>
                <a:ext cx="72126" cy="53788"/>
                <a:chOff x="2874730" y="3745828"/>
                <a:chExt cx="72126" cy="53788"/>
              </a:xfrm>
            </p:grpSpPr>
            <p:sp>
              <p:nvSpPr>
                <p:cNvPr id="5313" name="Google Shape;5313;p82"/>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82"/>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5" name="Google Shape;5315;p82"/>
              <p:cNvGrpSpPr/>
              <p:nvPr/>
            </p:nvGrpSpPr>
            <p:grpSpPr>
              <a:xfrm>
                <a:off x="2878589" y="4081481"/>
                <a:ext cx="64321" cy="64544"/>
                <a:chOff x="2878589" y="4081481"/>
                <a:chExt cx="64321" cy="64544"/>
              </a:xfrm>
            </p:grpSpPr>
            <p:sp>
              <p:nvSpPr>
                <p:cNvPr id="5316" name="Google Shape;5316;p82"/>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82"/>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8" name="Google Shape;5318;p82"/>
              <p:cNvGrpSpPr/>
              <p:nvPr/>
            </p:nvGrpSpPr>
            <p:grpSpPr>
              <a:xfrm>
                <a:off x="2525796" y="4089633"/>
                <a:ext cx="72126" cy="53788"/>
                <a:chOff x="2525796" y="4089633"/>
                <a:chExt cx="72126" cy="53788"/>
              </a:xfrm>
            </p:grpSpPr>
            <p:sp>
              <p:nvSpPr>
                <p:cNvPr id="5319" name="Google Shape;5319;p82"/>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82"/>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1" name="Google Shape;5321;p82"/>
              <p:cNvGrpSpPr/>
              <p:nvPr/>
            </p:nvGrpSpPr>
            <p:grpSpPr>
              <a:xfrm>
                <a:off x="2525225" y="3731058"/>
                <a:ext cx="64321" cy="64544"/>
                <a:chOff x="2525225" y="3731058"/>
                <a:chExt cx="64321" cy="64544"/>
              </a:xfrm>
            </p:grpSpPr>
            <p:sp>
              <p:nvSpPr>
                <p:cNvPr id="5322" name="Google Shape;5322;p82"/>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82"/>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5327"/>
        <p:cNvGrpSpPr/>
        <p:nvPr/>
      </p:nvGrpSpPr>
      <p:grpSpPr>
        <a:xfrm>
          <a:off x="0" y="0"/>
          <a:ext cx="0" cy="0"/>
          <a:chOff x="0" y="0"/>
          <a:chExt cx="0" cy="0"/>
        </a:xfrm>
      </p:grpSpPr>
      <p:grpSp>
        <p:nvGrpSpPr>
          <p:cNvPr id="5328" name="Google Shape;5328;p83"/>
          <p:cNvGrpSpPr/>
          <p:nvPr/>
        </p:nvGrpSpPr>
        <p:grpSpPr>
          <a:xfrm>
            <a:off x="5780148" y="1859605"/>
            <a:ext cx="671400" cy="674856"/>
            <a:chOff x="5780148" y="1859605"/>
            <a:chExt cx="671400" cy="674856"/>
          </a:xfrm>
        </p:grpSpPr>
        <p:sp>
          <p:nvSpPr>
            <p:cNvPr id="5329" name="Google Shape;5329;p83"/>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83"/>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83"/>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83"/>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3" name="Google Shape;5333;p83"/>
          <p:cNvGrpSpPr/>
          <p:nvPr/>
        </p:nvGrpSpPr>
        <p:grpSpPr>
          <a:xfrm>
            <a:off x="716991" y="971306"/>
            <a:ext cx="845921" cy="690752"/>
            <a:chOff x="732428" y="1198513"/>
            <a:chExt cx="845921" cy="690752"/>
          </a:xfrm>
        </p:grpSpPr>
        <p:grpSp>
          <p:nvGrpSpPr>
            <p:cNvPr id="5334" name="Google Shape;5334;p83"/>
            <p:cNvGrpSpPr/>
            <p:nvPr/>
          </p:nvGrpSpPr>
          <p:grpSpPr>
            <a:xfrm>
              <a:off x="823030" y="1198513"/>
              <a:ext cx="755319" cy="690752"/>
              <a:chOff x="823030" y="1198513"/>
              <a:chExt cx="755319" cy="690752"/>
            </a:xfrm>
          </p:grpSpPr>
          <p:sp>
            <p:nvSpPr>
              <p:cNvPr id="5335" name="Google Shape;5335;p83"/>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83"/>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7" name="Google Shape;5337;p83"/>
            <p:cNvGrpSpPr/>
            <p:nvPr/>
          </p:nvGrpSpPr>
          <p:grpSpPr>
            <a:xfrm>
              <a:off x="732428" y="1239937"/>
              <a:ext cx="739912" cy="607886"/>
              <a:chOff x="732428" y="1239937"/>
              <a:chExt cx="739912" cy="607886"/>
            </a:xfrm>
          </p:grpSpPr>
          <p:sp>
            <p:nvSpPr>
              <p:cNvPr id="5338" name="Google Shape;5338;p83"/>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83"/>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0" name="Google Shape;5340;p83"/>
            <p:cNvGrpSpPr/>
            <p:nvPr/>
          </p:nvGrpSpPr>
          <p:grpSpPr>
            <a:xfrm>
              <a:off x="732428" y="1277018"/>
              <a:ext cx="702832" cy="533758"/>
              <a:chOff x="732428" y="1277018"/>
              <a:chExt cx="702832" cy="533758"/>
            </a:xfrm>
          </p:grpSpPr>
          <p:sp>
            <p:nvSpPr>
              <p:cNvPr id="5341" name="Google Shape;5341;p83"/>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83"/>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3" name="Google Shape;5343;p83"/>
            <p:cNvGrpSpPr/>
            <p:nvPr/>
          </p:nvGrpSpPr>
          <p:grpSpPr>
            <a:xfrm>
              <a:off x="931170" y="1306653"/>
              <a:ext cx="647179" cy="474455"/>
              <a:chOff x="931170" y="1306653"/>
              <a:chExt cx="647179" cy="474455"/>
            </a:xfrm>
          </p:grpSpPr>
          <p:sp>
            <p:nvSpPr>
              <p:cNvPr id="5344" name="Google Shape;5344;p83"/>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83"/>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46" name="Google Shape;5346;p83"/>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7" name="Google Shape;5347;p83"/>
          <p:cNvGrpSpPr/>
          <p:nvPr/>
        </p:nvGrpSpPr>
        <p:grpSpPr>
          <a:xfrm>
            <a:off x="3948600" y="971313"/>
            <a:ext cx="634656" cy="699982"/>
            <a:chOff x="5985650" y="2860025"/>
            <a:chExt cx="1396075" cy="1539775"/>
          </a:xfrm>
        </p:grpSpPr>
        <p:sp>
          <p:nvSpPr>
            <p:cNvPr id="5348" name="Google Shape;5348;p83"/>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83"/>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83"/>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83"/>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83"/>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83"/>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83"/>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83"/>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83"/>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83"/>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83"/>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83"/>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83"/>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83"/>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83"/>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83"/>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83"/>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83"/>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83"/>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83"/>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83"/>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83"/>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83"/>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83"/>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83"/>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83"/>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83"/>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83"/>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83"/>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83"/>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83"/>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83"/>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0" name="Google Shape;5380;p83"/>
          <p:cNvGrpSpPr/>
          <p:nvPr/>
        </p:nvGrpSpPr>
        <p:grpSpPr>
          <a:xfrm>
            <a:off x="4704250" y="971306"/>
            <a:ext cx="725845" cy="699975"/>
            <a:chOff x="4249973" y="1201875"/>
            <a:chExt cx="1958568" cy="1888762"/>
          </a:xfrm>
        </p:grpSpPr>
        <p:sp>
          <p:nvSpPr>
            <p:cNvPr id="5381" name="Google Shape;5381;p83"/>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82" name="Google Shape;5382;p83"/>
            <p:cNvGrpSpPr/>
            <p:nvPr/>
          </p:nvGrpSpPr>
          <p:grpSpPr>
            <a:xfrm>
              <a:off x="5853086" y="1789142"/>
              <a:ext cx="355454" cy="1048099"/>
              <a:chOff x="5576108" y="2016725"/>
              <a:chExt cx="565200" cy="1666560"/>
            </a:xfrm>
          </p:grpSpPr>
          <p:sp>
            <p:nvSpPr>
              <p:cNvPr id="5383" name="Google Shape;5383;p83"/>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384" name="Google Shape;5384;p83"/>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5" name="Google Shape;5385;p83"/>
            <p:cNvGrpSpPr/>
            <p:nvPr/>
          </p:nvGrpSpPr>
          <p:grpSpPr>
            <a:xfrm>
              <a:off x="4869455" y="2691676"/>
              <a:ext cx="1013897" cy="398961"/>
              <a:chOff x="4012057" y="3451825"/>
              <a:chExt cx="1612175" cy="634379"/>
            </a:xfrm>
          </p:grpSpPr>
          <p:sp>
            <p:nvSpPr>
              <p:cNvPr id="5386" name="Google Shape;5386;p83"/>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387" name="Google Shape;5387;p83"/>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8" name="Google Shape;5388;p83"/>
            <p:cNvGrpSpPr/>
            <p:nvPr/>
          </p:nvGrpSpPr>
          <p:grpSpPr>
            <a:xfrm>
              <a:off x="4276937" y="2155961"/>
              <a:ext cx="651965" cy="891358"/>
              <a:chOff x="3069908" y="2599997"/>
              <a:chExt cx="1036675" cy="1417328"/>
            </a:xfrm>
          </p:grpSpPr>
          <p:sp>
            <p:nvSpPr>
              <p:cNvPr id="5389" name="Google Shape;5389;p83"/>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390" name="Google Shape;5390;p83"/>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1" name="Google Shape;5391;p83"/>
            <p:cNvGrpSpPr/>
            <p:nvPr/>
          </p:nvGrpSpPr>
          <p:grpSpPr>
            <a:xfrm>
              <a:off x="5054918" y="1201875"/>
              <a:ext cx="999548" cy="602711"/>
              <a:chOff x="4306958" y="1082925"/>
              <a:chExt cx="1589359" cy="958358"/>
            </a:xfrm>
          </p:grpSpPr>
          <p:sp>
            <p:nvSpPr>
              <p:cNvPr id="5392" name="Google Shape;5392;p83"/>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393" name="Google Shape;5393;p83"/>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4" name="Google Shape;5394;p83"/>
            <p:cNvGrpSpPr/>
            <p:nvPr/>
          </p:nvGrpSpPr>
          <p:grpSpPr>
            <a:xfrm>
              <a:off x="4249973" y="1303451"/>
              <a:ext cx="799317" cy="841334"/>
              <a:chOff x="3027033" y="1244439"/>
              <a:chExt cx="1270977" cy="1337786"/>
            </a:xfrm>
          </p:grpSpPr>
          <p:sp>
            <p:nvSpPr>
              <p:cNvPr id="5395" name="Google Shape;5395;p83"/>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396" name="Google Shape;5396;p83"/>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97" name="Google Shape;5397;p83"/>
          <p:cNvGrpSpPr/>
          <p:nvPr/>
        </p:nvGrpSpPr>
        <p:grpSpPr>
          <a:xfrm>
            <a:off x="4057114" y="1858087"/>
            <a:ext cx="750769" cy="683784"/>
            <a:chOff x="4204684" y="2104422"/>
            <a:chExt cx="699822" cy="637382"/>
          </a:xfrm>
        </p:grpSpPr>
        <p:grpSp>
          <p:nvGrpSpPr>
            <p:cNvPr id="5398" name="Google Shape;5398;p83"/>
            <p:cNvGrpSpPr/>
            <p:nvPr/>
          </p:nvGrpSpPr>
          <p:grpSpPr>
            <a:xfrm>
              <a:off x="4204684" y="2430067"/>
              <a:ext cx="342957" cy="311738"/>
              <a:chOff x="4204684" y="2430067"/>
              <a:chExt cx="342957" cy="311738"/>
            </a:xfrm>
          </p:grpSpPr>
          <p:sp>
            <p:nvSpPr>
              <p:cNvPr id="5399" name="Google Shape;5399;p83"/>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83"/>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1" name="Google Shape;5401;p83"/>
            <p:cNvGrpSpPr/>
            <p:nvPr/>
          </p:nvGrpSpPr>
          <p:grpSpPr>
            <a:xfrm>
              <a:off x="4561586" y="2430067"/>
              <a:ext cx="342920" cy="311738"/>
              <a:chOff x="4561586" y="2430067"/>
              <a:chExt cx="342920" cy="311738"/>
            </a:xfrm>
          </p:grpSpPr>
          <p:sp>
            <p:nvSpPr>
              <p:cNvPr id="5402" name="Google Shape;5402;p83"/>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83"/>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4" name="Google Shape;5404;p83"/>
            <p:cNvGrpSpPr/>
            <p:nvPr/>
          </p:nvGrpSpPr>
          <p:grpSpPr>
            <a:xfrm>
              <a:off x="4561586" y="2104422"/>
              <a:ext cx="342920" cy="311738"/>
              <a:chOff x="4561586" y="2104422"/>
              <a:chExt cx="342920" cy="311738"/>
            </a:xfrm>
          </p:grpSpPr>
          <p:sp>
            <p:nvSpPr>
              <p:cNvPr id="5405" name="Google Shape;5405;p83"/>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83"/>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7" name="Google Shape;5407;p83"/>
            <p:cNvGrpSpPr/>
            <p:nvPr/>
          </p:nvGrpSpPr>
          <p:grpSpPr>
            <a:xfrm>
              <a:off x="4204684" y="2104422"/>
              <a:ext cx="342957" cy="311664"/>
              <a:chOff x="4204684" y="2104422"/>
              <a:chExt cx="342957" cy="311664"/>
            </a:xfrm>
          </p:grpSpPr>
          <p:sp>
            <p:nvSpPr>
              <p:cNvPr id="5408" name="Google Shape;5408;p83"/>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83"/>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10" name="Google Shape;5410;p83"/>
          <p:cNvGrpSpPr/>
          <p:nvPr/>
        </p:nvGrpSpPr>
        <p:grpSpPr>
          <a:xfrm>
            <a:off x="5521547" y="971301"/>
            <a:ext cx="660591" cy="688867"/>
            <a:chOff x="5830645" y="1267368"/>
            <a:chExt cx="530340" cy="553040"/>
          </a:xfrm>
        </p:grpSpPr>
        <p:sp>
          <p:nvSpPr>
            <p:cNvPr id="5411" name="Google Shape;5411;p83"/>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12" name="Google Shape;5412;p83"/>
            <p:cNvGrpSpPr/>
            <p:nvPr/>
          </p:nvGrpSpPr>
          <p:grpSpPr>
            <a:xfrm>
              <a:off x="5830645" y="1267368"/>
              <a:ext cx="259743" cy="269909"/>
              <a:chOff x="5830645" y="1267368"/>
              <a:chExt cx="259743" cy="269909"/>
            </a:xfrm>
          </p:grpSpPr>
          <p:sp>
            <p:nvSpPr>
              <p:cNvPr id="5413" name="Google Shape;5413;p83"/>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83"/>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5" name="Google Shape;5415;p83"/>
            <p:cNvGrpSpPr/>
            <p:nvPr/>
          </p:nvGrpSpPr>
          <p:grpSpPr>
            <a:xfrm>
              <a:off x="6101293" y="1267368"/>
              <a:ext cx="259692" cy="269909"/>
              <a:chOff x="6101293" y="1267368"/>
              <a:chExt cx="259692" cy="269909"/>
            </a:xfrm>
          </p:grpSpPr>
          <p:sp>
            <p:nvSpPr>
              <p:cNvPr id="5416" name="Google Shape;5416;p83"/>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83"/>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8" name="Google Shape;5418;p83"/>
            <p:cNvGrpSpPr/>
            <p:nvPr/>
          </p:nvGrpSpPr>
          <p:grpSpPr>
            <a:xfrm>
              <a:off x="5830645" y="1550500"/>
              <a:ext cx="259692" cy="269909"/>
              <a:chOff x="5830645" y="1550500"/>
              <a:chExt cx="259692" cy="269909"/>
            </a:xfrm>
          </p:grpSpPr>
          <p:sp>
            <p:nvSpPr>
              <p:cNvPr id="5419" name="Google Shape;5419;p83"/>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83"/>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1" name="Google Shape;5421;p83"/>
            <p:cNvGrpSpPr/>
            <p:nvPr/>
          </p:nvGrpSpPr>
          <p:grpSpPr>
            <a:xfrm>
              <a:off x="6101293" y="1550500"/>
              <a:ext cx="259692" cy="269909"/>
              <a:chOff x="6101293" y="1550500"/>
              <a:chExt cx="259692" cy="269909"/>
            </a:xfrm>
          </p:grpSpPr>
          <p:sp>
            <p:nvSpPr>
              <p:cNvPr id="5422" name="Google Shape;5422;p83"/>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83"/>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24" name="Google Shape;5424;p83"/>
          <p:cNvGrpSpPr/>
          <p:nvPr/>
        </p:nvGrpSpPr>
        <p:grpSpPr>
          <a:xfrm>
            <a:off x="723700" y="1861760"/>
            <a:ext cx="697154" cy="679574"/>
            <a:chOff x="2679875" y="2361475"/>
            <a:chExt cx="780425" cy="760575"/>
          </a:xfrm>
        </p:grpSpPr>
        <p:sp>
          <p:nvSpPr>
            <p:cNvPr id="5425" name="Google Shape;5425;p83"/>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83"/>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83"/>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83"/>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83"/>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83"/>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1" name="Google Shape;5431;p83"/>
          <p:cNvGrpSpPr/>
          <p:nvPr/>
        </p:nvGrpSpPr>
        <p:grpSpPr>
          <a:xfrm>
            <a:off x="3122859" y="971352"/>
            <a:ext cx="735829" cy="684547"/>
            <a:chOff x="3351965" y="1148808"/>
            <a:chExt cx="750770" cy="698375"/>
          </a:xfrm>
        </p:grpSpPr>
        <p:grpSp>
          <p:nvGrpSpPr>
            <p:cNvPr id="5432" name="Google Shape;5432;p83"/>
            <p:cNvGrpSpPr/>
            <p:nvPr/>
          </p:nvGrpSpPr>
          <p:grpSpPr>
            <a:xfrm>
              <a:off x="3586796" y="1148808"/>
              <a:ext cx="294857" cy="286830"/>
              <a:chOff x="3750225" y="1774000"/>
              <a:chExt cx="149575" cy="145525"/>
            </a:xfrm>
          </p:grpSpPr>
          <p:sp>
            <p:nvSpPr>
              <p:cNvPr id="5433" name="Google Shape;5433;p83"/>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83"/>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5" name="Google Shape;5435;p83"/>
            <p:cNvGrpSpPr/>
            <p:nvPr/>
          </p:nvGrpSpPr>
          <p:grpSpPr>
            <a:xfrm>
              <a:off x="3779245" y="1375768"/>
              <a:ext cx="323490" cy="286978"/>
              <a:chOff x="3847850" y="1889150"/>
              <a:chExt cx="164100" cy="145600"/>
            </a:xfrm>
          </p:grpSpPr>
          <p:sp>
            <p:nvSpPr>
              <p:cNvPr id="5436" name="Google Shape;5436;p83"/>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83"/>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8" name="Google Shape;5438;p83"/>
            <p:cNvGrpSpPr/>
            <p:nvPr/>
          </p:nvGrpSpPr>
          <p:grpSpPr>
            <a:xfrm>
              <a:off x="3351965" y="1330435"/>
              <a:ext cx="295449" cy="285401"/>
              <a:chOff x="3631100" y="1866150"/>
              <a:chExt cx="149875" cy="144800"/>
            </a:xfrm>
          </p:grpSpPr>
          <p:sp>
            <p:nvSpPr>
              <p:cNvPr id="5439" name="Google Shape;5439;p83"/>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83"/>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1" name="Google Shape;5441;p83"/>
            <p:cNvGrpSpPr/>
            <p:nvPr/>
          </p:nvGrpSpPr>
          <p:grpSpPr>
            <a:xfrm>
              <a:off x="3548208" y="1560352"/>
              <a:ext cx="294808" cy="286830"/>
              <a:chOff x="3730650" y="1982800"/>
              <a:chExt cx="149550" cy="145525"/>
            </a:xfrm>
          </p:grpSpPr>
          <p:sp>
            <p:nvSpPr>
              <p:cNvPr id="5442" name="Google Shape;5442;p83"/>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83"/>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44" name="Google Shape;5444;p83"/>
          <p:cNvGrpSpPr/>
          <p:nvPr/>
        </p:nvGrpSpPr>
        <p:grpSpPr>
          <a:xfrm>
            <a:off x="7624512" y="971306"/>
            <a:ext cx="804565" cy="677795"/>
            <a:chOff x="7636443" y="1204988"/>
            <a:chExt cx="804565" cy="677795"/>
          </a:xfrm>
        </p:grpSpPr>
        <p:grpSp>
          <p:nvGrpSpPr>
            <p:cNvPr id="5445" name="Google Shape;5445;p83"/>
            <p:cNvGrpSpPr/>
            <p:nvPr/>
          </p:nvGrpSpPr>
          <p:grpSpPr>
            <a:xfrm>
              <a:off x="7636443" y="1509705"/>
              <a:ext cx="804565" cy="373078"/>
              <a:chOff x="7636443" y="1509705"/>
              <a:chExt cx="804565" cy="373078"/>
            </a:xfrm>
          </p:grpSpPr>
          <p:sp>
            <p:nvSpPr>
              <p:cNvPr id="5446" name="Google Shape;5446;p83"/>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83"/>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8" name="Google Shape;5448;p83"/>
            <p:cNvGrpSpPr/>
            <p:nvPr/>
          </p:nvGrpSpPr>
          <p:grpSpPr>
            <a:xfrm>
              <a:off x="7636443" y="1408133"/>
              <a:ext cx="804565" cy="373078"/>
              <a:chOff x="7636443" y="1408133"/>
              <a:chExt cx="804565" cy="373078"/>
            </a:xfrm>
          </p:grpSpPr>
          <p:sp>
            <p:nvSpPr>
              <p:cNvPr id="5449" name="Google Shape;5449;p83"/>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83"/>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1" name="Google Shape;5451;p83"/>
            <p:cNvGrpSpPr/>
            <p:nvPr/>
          </p:nvGrpSpPr>
          <p:grpSpPr>
            <a:xfrm>
              <a:off x="7636443" y="1306560"/>
              <a:ext cx="804565" cy="373078"/>
              <a:chOff x="7636443" y="1306560"/>
              <a:chExt cx="804565" cy="373078"/>
            </a:xfrm>
          </p:grpSpPr>
          <p:sp>
            <p:nvSpPr>
              <p:cNvPr id="5452" name="Google Shape;5452;p83"/>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83"/>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4" name="Google Shape;5454;p83"/>
            <p:cNvGrpSpPr/>
            <p:nvPr/>
          </p:nvGrpSpPr>
          <p:grpSpPr>
            <a:xfrm>
              <a:off x="7636443" y="1204988"/>
              <a:ext cx="804565" cy="373078"/>
              <a:chOff x="7636443" y="1204988"/>
              <a:chExt cx="804565" cy="373078"/>
            </a:xfrm>
          </p:grpSpPr>
          <p:sp>
            <p:nvSpPr>
              <p:cNvPr id="5455" name="Google Shape;5455;p83"/>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83"/>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57" name="Google Shape;5457;p83"/>
          <p:cNvGrpSpPr/>
          <p:nvPr/>
        </p:nvGrpSpPr>
        <p:grpSpPr>
          <a:xfrm>
            <a:off x="4963358" y="1878721"/>
            <a:ext cx="661339" cy="661188"/>
            <a:chOff x="3990000" y="975400"/>
            <a:chExt cx="3934200" cy="3933300"/>
          </a:xfrm>
        </p:grpSpPr>
        <p:sp>
          <p:nvSpPr>
            <p:cNvPr id="5458" name="Google Shape;5458;p83"/>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83"/>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83"/>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83"/>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2" name="Google Shape;5462;p83"/>
          <p:cNvGrpSpPr/>
          <p:nvPr/>
        </p:nvGrpSpPr>
        <p:grpSpPr>
          <a:xfrm>
            <a:off x="6607006" y="1857359"/>
            <a:ext cx="868881" cy="684241"/>
            <a:chOff x="6598259" y="2078634"/>
            <a:chExt cx="868881" cy="684241"/>
          </a:xfrm>
        </p:grpSpPr>
        <p:sp>
          <p:nvSpPr>
            <p:cNvPr id="5463" name="Google Shape;5463;p83"/>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83"/>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83"/>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83"/>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83"/>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83"/>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69" name="Google Shape;5469;p83"/>
            <p:cNvGrpSpPr/>
            <p:nvPr/>
          </p:nvGrpSpPr>
          <p:grpSpPr>
            <a:xfrm>
              <a:off x="6808175" y="2078634"/>
              <a:ext cx="452229" cy="684241"/>
              <a:chOff x="6808175" y="2078634"/>
              <a:chExt cx="452229" cy="684241"/>
            </a:xfrm>
          </p:grpSpPr>
          <p:sp>
            <p:nvSpPr>
              <p:cNvPr id="5470" name="Google Shape;5470;p83"/>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83"/>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83"/>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83"/>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83"/>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83"/>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76" name="Google Shape;5476;p83"/>
              <p:cNvGrpSpPr/>
              <p:nvPr/>
            </p:nvGrpSpPr>
            <p:grpSpPr>
              <a:xfrm>
                <a:off x="6821586" y="2078634"/>
                <a:ext cx="426871" cy="684241"/>
                <a:chOff x="6821586" y="2078634"/>
                <a:chExt cx="426871" cy="684241"/>
              </a:xfrm>
            </p:grpSpPr>
            <p:grpSp>
              <p:nvGrpSpPr>
                <p:cNvPr id="5477" name="Google Shape;5477;p83"/>
                <p:cNvGrpSpPr/>
                <p:nvPr/>
              </p:nvGrpSpPr>
              <p:grpSpPr>
                <a:xfrm>
                  <a:off x="6821586" y="2078634"/>
                  <a:ext cx="426871" cy="684241"/>
                  <a:chOff x="6821586" y="2078634"/>
                  <a:chExt cx="426871" cy="684241"/>
                </a:xfrm>
              </p:grpSpPr>
              <p:sp>
                <p:nvSpPr>
                  <p:cNvPr id="5478" name="Google Shape;5478;p83"/>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83"/>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83"/>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83"/>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83"/>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83"/>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83"/>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83"/>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83"/>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83"/>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83"/>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83"/>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83"/>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83"/>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83"/>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83"/>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83"/>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83"/>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83"/>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97" name="Google Shape;5497;p83"/>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83"/>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83"/>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83"/>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83"/>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83"/>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503" name="Google Shape;5503;p83"/>
          <p:cNvGrpSpPr/>
          <p:nvPr/>
        </p:nvGrpSpPr>
        <p:grpSpPr>
          <a:xfrm>
            <a:off x="716989" y="3531368"/>
            <a:ext cx="1340789" cy="640830"/>
            <a:chOff x="238125" y="1151100"/>
            <a:chExt cx="7139450" cy="3412300"/>
          </a:xfrm>
        </p:grpSpPr>
        <p:sp>
          <p:nvSpPr>
            <p:cNvPr id="5504" name="Google Shape;5504;p83"/>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83"/>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83"/>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83"/>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83"/>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83"/>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83"/>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83"/>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83"/>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83"/>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83"/>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83"/>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6" name="Google Shape;5516;p83"/>
          <p:cNvGrpSpPr/>
          <p:nvPr/>
        </p:nvGrpSpPr>
        <p:grpSpPr>
          <a:xfrm>
            <a:off x="5584212" y="2734649"/>
            <a:ext cx="985357" cy="585764"/>
            <a:chOff x="5145061" y="2881789"/>
            <a:chExt cx="1107641" cy="658458"/>
          </a:xfrm>
        </p:grpSpPr>
        <p:grpSp>
          <p:nvGrpSpPr>
            <p:cNvPr id="5517" name="Google Shape;5517;p83"/>
            <p:cNvGrpSpPr/>
            <p:nvPr/>
          </p:nvGrpSpPr>
          <p:grpSpPr>
            <a:xfrm>
              <a:off x="5722989" y="3244587"/>
              <a:ext cx="529713" cy="295659"/>
              <a:chOff x="5722989" y="3244587"/>
              <a:chExt cx="529713" cy="295659"/>
            </a:xfrm>
          </p:grpSpPr>
          <p:sp>
            <p:nvSpPr>
              <p:cNvPr id="5518" name="Google Shape;5518;p83"/>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519" name="Google Shape;5519;p83"/>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520" name="Google Shape;5520;p83"/>
            <p:cNvGrpSpPr/>
            <p:nvPr/>
          </p:nvGrpSpPr>
          <p:grpSpPr>
            <a:xfrm>
              <a:off x="5145061" y="3244587"/>
              <a:ext cx="536807" cy="295659"/>
              <a:chOff x="5145061" y="3244587"/>
              <a:chExt cx="536807" cy="295659"/>
            </a:xfrm>
          </p:grpSpPr>
          <p:sp>
            <p:nvSpPr>
              <p:cNvPr id="5521" name="Google Shape;5521;p83"/>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522" name="Google Shape;5522;p83"/>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523" name="Google Shape;5523;p83"/>
            <p:cNvGrpSpPr/>
            <p:nvPr/>
          </p:nvGrpSpPr>
          <p:grpSpPr>
            <a:xfrm>
              <a:off x="5341327" y="2898245"/>
              <a:ext cx="532309" cy="614891"/>
              <a:chOff x="5341327" y="2898245"/>
              <a:chExt cx="532309" cy="614891"/>
            </a:xfrm>
          </p:grpSpPr>
          <p:sp>
            <p:nvSpPr>
              <p:cNvPr id="5524" name="Google Shape;5524;p83"/>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525" name="Google Shape;5525;p83"/>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526" name="Google Shape;5526;p83"/>
            <p:cNvGrpSpPr/>
            <p:nvPr/>
          </p:nvGrpSpPr>
          <p:grpSpPr>
            <a:xfrm>
              <a:off x="5532290" y="2881789"/>
              <a:ext cx="620516" cy="305456"/>
              <a:chOff x="5532290" y="2881789"/>
              <a:chExt cx="620516" cy="305456"/>
            </a:xfrm>
          </p:grpSpPr>
          <p:sp>
            <p:nvSpPr>
              <p:cNvPr id="5527" name="Google Shape;5527;p83"/>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528" name="Google Shape;5528;p83"/>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5529" name="Google Shape;5529;p83"/>
          <p:cNvGrpSpPr/>
          <p:nvPr/>
        </p:nvGrpSpPr>
        <p:grpSpPr>
          <a:xfrm>
            <a:off x="8163135" y="3526707"/>
            <a:ext cx="269068" cy="645491"/>
            <a:chOff x="7026852" y="3311869"/>
            <a:chExt cx="434331" cy="1041954"/>
          </a:xfrm>
        </p:grpSpPr>
        <p:sp>
          <p:nvSpPr>
            <p:cNvPr id="5530" name="Google Shape;5530;p83"/>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83"/>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83"/>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3" name="Google Shape;5533;p83"/>
          <p:cNvGrpSpPr/>
          <p:nvPr/>
        </p:nvGrpSpPr>
        <p:grpSpPr>
          <a:xfrm>
            <a:off x="6179716" y="3565945"/>
            <a:ext cx="293882" cy="293836"/>
            <a:chOff x="4873519" y="3311869"/>
            <a:chExt cx="499374" cy="499296"/>
          </a:xfrm>
        </p:grpSpPr>
        <p:sp>
          <p:nvSpPr>
            <p:cNvPr id="5534" name="Google Shape;5534;p83"/>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83"/>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6" name="Google Shape;5536;p83"/>
          <p:cNvGrpSpPr/>
          <p:nvPr/>
        </p:nvGrpSpPr>
        <p:grpSpPr>
          <a:xfrm>
            <a:off x="6179716" y="3878316"/>
            <a:ext cx="293882" cy="293882"/>
            <a:chOff x="4873519" y="3875839"/>
            <a:chExt cx="499374" cy="499374"/>
          </a:xfrm>
        </p:grpSpPr>
        <p:sp>
          <p:nvSpPr>
            <p:cNvPr id="5537" name="Google Shape;5537;p83"/>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83"/>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9" name="Google Shape;5539;p83"/>
          <p:cNvGrpSpPr/>
          <p:nvPr/>
        </p:nvGrpSpPr>
        <p:grpSpPr>
          <a:xfrm>
            <a:off x="2410244" y="1850269"/>
            <a:ext cx="698104" cy="698208"/>
            <a:chOff x="2565073" y="2075876"/>
            <a:chExt cx="672482" cy="672518"/>
          </a:xfrm>
        </p:grpSpPr>
        <p:sp>
          <p:nvSpPr>
            <p:cNvPr id="5540" name="Google Shape;5540;p83"/>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83"/>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83"/>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83"/>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83"/>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83"/>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6" name="Google Shape;5546;p83"/>
          <p:cNvGrpSpPr/>
          <p:nvPr/>
        </p:nvGrpSpPr>
        <p:grpSpPr>
          <a:xfrm>
            <a:off x="5633655" y="3534869"/>
            <a:ext cx="438354" cy="637329"/>
            <a:chOff x="1697726" y="3244179"/>
            <a:chExt cx="788124" cy="1146069"/>
          </a:xfrm>
        </p:grpSpPr>
        <p:sp>
          <p:nvSpPr>
            <p:cNvPr id="5547" name="Google Shape;5547;p83"/>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83"/>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49" name="Google Shape;5549;p83"/>
          <p:cNvSpPr/>
          <p:nvPr/>
        </p:nvSpPr>
        <p:spPr>
          <a:xfrm>
            <a:off x="8130914"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50" name="Google Shape;5550;p83"/>
          <p:cNvGrpSpPr/>
          <p:nvPr/>
        </p:nvGrpSpPr>
        <p:grpSpPr>
          <a:xfrm>
            <a:off x="7634869" y="1863232"/>
            <a:ext cx="799565" cy="670282"/>
            <a:chOff x="7617850" y="2063282"/>
            <a:chExt cx="799565" cy="670282"/>
          </a:xfrm>
        </p:grpSpPr>
        <p:cxnSp>
          <p:nvCxnSpPr>
            <p:cNvPr id="5551" name="Google Shape;5551;p83"/>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52" name="Google Shape;5552;p83"/>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53" name="Google Shape;5553;p83"/>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54" name="Google Shape;5554;p83"/>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555" name="Google Shape;5555;p83"/>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5556" name="Google Shape;5556;p83"/>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5557" name="Google Shape;5557;p83"/>
            <p:cNvGrpSpPr/>
            <p:nvPr/>
          </p:nvGrpSpPr>
          <p:grpSpPr>
            <a:xfrm>
              <a:off x="7734309" y="2063282"/>
              <a:ext cx="570957" cy="620095"/>
              <a:chOff x="7734309" y="2063282"/>
              <a:chExt cx="570957" cy="620095"/>
            </a:xfrm>
          </p:grpSpPr>
          <p:grpSp>
            <p:nvGrpSpPr>
              <p:cNvPr id="5558" name="Google Shape;5558;p83"/>
              <p:cNvGrpSpPr/>
              <p:nvPr/>
            </p:nvGrpSpPr>
            <p:grpSpPr>
              <a:xfrm>
                <a:off x="8031573" y="2063282"/>
                <a:ext cx="273693" cy="620095"/>
                <a:chOff x="8031573" y="2063282"/>
                <a:chExt cx="273693" cy="620095"/>
              </a:xfrm>
            </p:grpSpPr>
            <p:sp>
              <p:nvSpPr>
                <p:cNvPr id="5559" name="Google Shape;5559;p83"/>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83"/>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83"/>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83"/>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3" name="Google Shape;5563;p83"/>
              <p:cNvGrpSpPr/>
              <p:nvPr/>
            </p:nvGrpSpPr>
            <p:grpSpPr>
              <a:xfrm flipH="1">
                <a:off x="7734309" y="2063282"/>
                <a:ext cx="273693" cy="620095"/>
                <a:chOff x="8031573" y="2063282"/>
                <a:chExt cx="273693" cy="620095"/>
              </a:xfrm>
            </p:grpSpPr>
            <p:sp>
              <p:nvSpPr>
                <p:cNvPr id="5564" name="Google Shape;5564;p83"/>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83"/>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83"/>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83"/>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5568" name="Google Shape;5568;p83"/>
          <p:cNvSpPr/>
          <p:nvPr/>
        </p:nvSpPr>
        <p:spPr>
          <a:xfrm>
            <a:off x="7095123"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83"/>
          <p:cNvSpPr/>
          <p:nvPr/>
        </p:nvSpPr>
        <p:spPr>
          <a:xfrm rot="10800000">
            <a:off x="6581305"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70" name="Google Shape;5570;p83"/>
          <p:cNvGrpSpPr/>
          <p:nvPr/>
        </p:nvGrpSpPr>
        <p:grpSpPr>
          <a:xfrm>
            <a:off x="7821475" y="2716715"/>
            <a:ext cx="602567" cy="601884"/>
            <a:chOff x="1186975" y="238125"/>
            <a:chExt cx="5244275" cy="5238325"/>
          </a:xfrm>
        </p:grpSpPr>
        <p:sp>
          <p:nvSpPr>
            <p:cNvPr id="5571" name="Google Shape;5571;p83"/>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83"/>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83"/>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83"/>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5" name="Google Shape;5575;p83"/>
          <p:cNvGrpSpPr/>
          <p:nvPr/>
        </p:nvGrpSpPr>
        <p:grpSpPr>
          <a:xfrm>
            <a:off x="3264213" y="1856199"/>
            <a:ext cx="651848" cy="687338"/>
            <a:chOff x="3400515" y="2056248"/>
            <a:chExt cx="698134" cy="735987"/>
          </a:xfrm>
        </p:grpSpPr>
        <p:grpSp>
          <p:nvGrpSpPr>
            <p:cNvPr id="5576" name="Google Shape;5576;p83"/>
            <p:cNvGrpSpPr/>
            <p:nvPr/>
          </p:nvGrpSpPr>
          <p:grpSpPr>
            <a:xfrm>
              <a:off x="3400515" y="2283913"/>
              <a:ext cx="312919" cy="219900"/>
              <a:chOff x="3400515" y="2283913"/>
              <a:chExt cx="312919" cy="219900"/>
            </a:xfrm>
          </p:grpSpPr>
          <p:sp>
            <p:nvSpPr>
              <p:cNvPr id="5577" name="Google Shape;5577;p83"/>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578" name="Google Shape;5578;p83"/>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5579" name="Google Shape;5579;p83"/>
            <p:cNvGrpSpPr/>
            <p:nvPr/>
          </p:nvGrpSpPr>
          <p:grpSpPr>
            <a:xfrm>
              <a:off x="3547823" y="2461089"/>
              <a:ext cx="219900" cy="331146"/>
              <a:chOff x="3547823" y="2461089"/>
              <a:chExt cx="219900" cy="331146"/>
            </a:xfrm>
          </p:grpSpPr>
          <p:sp>
            <p:nvSpPr>
              <p:cNvPr id="5580" name="Google Shape;5580;p83"/>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581" name="Google Shape;5581;p83"/>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5582" name="Google Shape;5582;p83"/>
            <p:cNvGrpSpPr/>
            <p:nvPr/>
          </p:nvGrpSpPr>
          <p:grpSpPr>
            <a:xfrm>
              <a:off x="3734138" y="2461089"/>
              <a:ext cx="219900" cy="331146"/>
              <a:chOff x="3734138" y="2461089"/>
              <a:chExt cx="219900" cy="331146"/>
            </a:xfrm>
          </p:grpSpPr>
          <p:sp>
            <p:nvSpPr>
              <p:cNvPr id="5583" name="Google Shape;5583;p83"/>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584" name="Google Shape;5584;p83"/>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5585" name="Google Shape;5585;p83"/>
            <p:cNvGrpSpPr/>
            <p:nvPr/>
          </p:nvGrpSpPr>
          <p:grpSpPr>
            <a:xfrm>
              <a:off x="3787560" y="2281742"/>
              <a:ext cx="311089" cy="219900"/>
              <a:chOff x="3787560" y="2281742"/>
              <a:chExt cx="311089" cy="219900"/>
            </a:xfrm>
          </p:grpSpPr>
          <p:sp>
            <p:nvSpPr>
              <p:cNvPr id="5586" name="Google Shape;5586;p83"/>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587" name="Google Shape;5587;p83"/>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5588" name="Google Shape;5588;p83"/>
            <p:cNvGrpSpPr/>
            <p:nvPr/>
          </p:nvGrpSpPr>
          <p:grpSpPr>
            <a:xfrm>
              <a:off x="3637290" y="2056248"/>
              <a:ext cx="219900" cy="330736"/>
              <a:chOff x="3637290" y="2056248"/>
              <a:chExt cx="219900" cy="330736"/>
            </a:xfrm>
          </p:grpSpPr>
          <p:sp>
            <p:nvSpPr>
              <p:cNvPr id="5589" name="Google Shape;5589;p83"/>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5590" name="Google Shape;5590;p83"/>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5591" name="Google Shape;5591;p83"/>
          <p:cNvGrpSpPr/>
          <p:nvPr/>
        </p:nvGrpSpPr>
        <p:grpSpPr>
          <a:xfrm>
            <a:off x="2555919" y="2726205"/>
            <a:ext cx="1268144" cy="592394"/>
            <a:chOff x="238125" y="1188750"/>
            <a:chExt cx="7140450" cy="3335550"/>
          </a:xfrm>
        </p:grpSpPr>
        <p:sp>
          <p:nvSpPr>
            <p:cNvPr id="5592" name="Google Shape;5592;p83"/>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83"/>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83"/>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83"/>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83"/>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7" name="Google Shape;5597;p83"/>
          <p:cNvGrpSpPr/>
          <p:nvPr/>
        </p:nvGrpSpPr>
        <p:grpSpPr>
          <a:xfrm>
            <a:off x="6663819" y="2728360"/>
            <a:ext cx="1053944" cy="590147"/>
            <a:chOff x="238125" y="1335475"/>
            <a:chExt cx="5418735" cy="3034175"/>
          </a:xfrm>
        </p:grpSpPr>
        <p:sp>
          <p:nvSpPr>
            <p:cNvPr id="5598" name="Google Shape;5598;p83"/>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83"/>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83"/>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1" name="Google Shape;5601;p83"/>
          <p:cNvGrpSpPr/>
          <p:nvPr/>
        </p:nvGrpSpPr>
        <p:grpSpPr>
          <a:xfrm>
            <a:off x="4094628" y="3533259"/>
            <a:ext cx="1268207" cy="638939"/>
            <a:chOff x="3967651" y="3645904"/>
            <a:chExt cx="1479304" cy="745292"/>
          </a:xfrm>
        </p:grpSpPr>
        <p:grpSp>
          <p:nvGrpSpPr>
            <p:cNvPr id="5602" name="Google Shape;5602;p83"/>
            <p:cNvGrpSpPr/>
            <p:nvPr/>
          </p:nvGrpSpPr>
          <p:grpSpPr>
            <a:xfrm>
              <a:off x="3967651" y="4009026"/>
              <a:ext cx="1479304" cy="382170"/>
              <a:chOff x="3967651" y="4009026"/>
              <a:chExt cx="1479304" cy="382170"/>
            </a:xfrm>
          </p:grpSpPr>
          <p:grpSp>
            <p:nvGrpSpPr>
              <p:cNvPr id="5603" name="Google Shape;5603;p83"/>
              <p:cNvGrpSpPr/>
              <p:nvPr/>
            </p:nvGrpSpPr>
            <p:grpSpPr>
              <a:xfrm>
                <a:off x="4892216" y="4195630"/>
                <a:ext cx="554739" cy="195566"/>
                <a:chOff x="3604375" y="4892160"/>
                <a:chExt cx="1651500" cy="582215"/>
              </a:xfrm>
            </p:grpSpPr>
            <p:sp>
              <p:nvSpPr>
                <p:cNvPr id="5604" name="Google Shape;5604;p83"/>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83"/>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6" name="Google Shape;5606;p83"/>
              <p:cNvGrpSpPr/>
              <p:nvPr/>
            </p:nvGrpSpPr>
            <p:grpSpPr>
              <a:xfrm>
                <a:off x="3967651" y="4146303"/>
                <a:ext cx="579402" cy="244893"/>
                <a:chOff x="851875" y="4745310"/>
                <a:chExt cx="1724925" cy="729065"/>
              </a:xfrm>
            </p:grpSpPr>
            <p:sp>
              <p:nvSpPr>
                <p:cNvPr id="5607" name="Google Shape;5607;p83"/>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83"/>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9" name="Google Shape;5609;p83"/>
              <p:cNvGrpSpPr/>
              <p:nvPr/>
            </p:nvGrpSpPr>
            <p:grpSpPr>
              <a:xfrm>
                <a:off x="4460753" y="4009026"/>
                <a:ext cx="493110" cy="382170"/>
                <a:chOff x="2319875" y="4336625"/>
                <a:chExt cx="1468025" cy="1137750"/>
              </a:xfrm>
            </p:grpSpPr>
            <p:sp>
              <p:nvSpPr>
                <p:cNvPr id="5610" name="Google Shape;5610;p83"/>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83"/>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12" name="Google Shape;5612;p83"/>
            <p:cNvGrpSpPr/>
            <p:nvPr/>
          </p:nvGrpSpPr>
          <p:grpSpPr>
            <a:xfrm>
              <a:off x="4479443" y="3645904"/>
              <a:ext cx="455965" cy="388789"/>
              <a:chOff x="2957425" y="238100"/>
              <a:chExt cx="1910200" cy="1628775"/>
            </a:xfrm>
          </p:grpSpPr>
          <p:sp>
            <p:nvSpPr>
              <p:cNvPr id="5613" name="Google Shape;5613;p83"/>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83"/>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83"/>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83"/>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83"/>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83"/>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83"/>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83"/>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83"/>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83"/>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23" name="Google Shape;5623;p83"/>
          <p:cNvGrpSpPr/>
          <p:nvPr/>
        </p:nvGrpSpPr>
        <p:grpSpPr>
          <a:xfrm>
            <a:off x="2480742" y="3534460"/>
            <a:ext cx="1243128" cy="637739"/>
            <a:chOff x="2496310" y="3693351"/>
            <a:chExt cx="1342906" cy="688926"/>
          </a:xfrm>
        </p:grpSpPr>
        <p:grpSp>
          <p:nvGrpSpPr>
            <p:cNvPr id="5624" name="Google Shape;5624;p83"/>
            <p:cNvGrpSpPr/>
            <p:nvPr/>
          </p:nvGrpSpPr>
          <p:grpSpPr>
            <a:xfrm>
              <a:off x="2496310" y="3693351"/>
              <a:ext cx="1342906" cy="688875"/>
              <a:chOff x="2496310" y="3693351"/>
              <a:chExt cx="1342906" cy="688875"/>
            </a:xfrm>
          </p:grpSpPr>
          <p:sp>
            <p:nvSpPr>
              <p:cNvPr id="5625" name="Google Shape;5625;p83"/>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83"/>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83"/>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83"/>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83"/>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83"/>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31" name="Google Shape;5631;p83"/>
              <p:cNvCxnSpPr>
                <a:stCxn id="5629"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5632" name="Google Shape;5632;p83"/>
              <p:cNvCxnSpPr>
                <a:stCxn id="5626"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5633" name="Google Shape;5633;p83"/>
              <p:cNvCxnSpPr>
                <a:stCxn id="5627"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634" name="Google Shape;5634;p83"/>
              <p:cNvCxnSpPr>
                <a:stCxn id="5630"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635" name="Google Shape;5635;p83"/>
              <p:cNvCxnSpPr>
                <a:stCxn id="5628"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636" name="Google Shape;5636;p83"/>
            <p:cNvGrpSpPr/>
            <p:nvPr/>
          </p:nvGrpSpPr>
          <p:grpSpPr>
            <a:xfrm>
              <a:off x="2675275" y="3930557"/>
              <a:ext cx="1003306" cy="451719"/>
              <a:chOff x="2675275" y="4174282"/>
              <a:chExt cx="1003306" cy="451719"/>
            </a:xfrm>
          </p:grpSpPr>
          <p:sp>
            <p:nvSpPr>
              <p:cNvPr id="5637" name="Google Shape;5637;p83"/>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83"/>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83"/>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40" name="Google Shape;5640;p83"/>
          <p:cNvGrpSpPr/>
          <p:nvPr/>
        </p:nvGrpSpPr>
        <p:grpSpPr>
          <a:xfrm>
            <a:off x="1654412" y="971306"/>
            <a:ext cx="574511" cy="874709"/>
            <a:chOff x="1715404" y="1112080"/>
            <a:chExt cx="642270" cy="977984"/>
          </a:xfrm>
        </p:grpSpPr>
        <p:grpSp>
          <p:nvGrpSpPr>
            <p:cNvPr id="5641" name="Google Shape;5641;p83"/>
            <p:cNvGrpSpPr/>
            <p:nvPr/>
          </p:nvGrpSpPr>
          <p:grpSpPr>
            <a:xfrm>
              <a:off x="1715404" y="1112080"/>
              <a:ext cx="642270" cy="977984"/>
              <a:chOff x="1715404" y="1112080"/>
              <a:chExt cx="642270" cy="977984"/>
            </a:xfrm>
          </p:grpSpPr>
          <p:sp>
            <p:nvSpPr>
              <p:cNvPr id="5642" name="Google Shape;5642;p83"/>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83"/>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4" name="Google Shape;5644;p83"/>
            <p:cNvGrpSpPr/>
            <p:nvPr/>
          </p:nvGrpSpPr>
          <p:grpSpPr>
            <a:xfrm>
              <a:off x="1768927" y="1165603"/>
              <a:ext cx="535225" cy="851367"/>
              <a:chOff x="1768927" y="1165603"/>
              <a:chExt cx="535225" cy="851367"/>
            </a:xfrm>
          </p:grpSpPr>
          <p:sp>
            <p:nvSpPr>
              <p:cNvPr id="5645" name="Google Shape;5645;p83"/>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83"/>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7" name="Google Shape;5647;p83"/>
            <p:cNvGrpSpPr/>
            <p:nvPr/>
          </p:nvGrpSpPr>
          <p:grpSpPr>
            <a:xfrm>
              <a:off x="1822449" y="1219125"/>
              <a:ext cx="428180" cy="718859"/>
              <a:chOff x="1822449" y="1219125"/>
              <a:chExt cx="428180" cy="718859"/>
            </a:xfrm>
          </p:grpSpPr>
          <p:sp>
            <p:nvSpPr>
              <p:cNvPr id="5648" name="Google Shape;5648;p83"/>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83"/>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0" name="Google Shape;5650;p83"/>
            <p:cNvGrpSpPr/>
            <p:nvPr/>
          </p:nvGrpSpPr>
          <p:grpSpPr>
            <a:xfrm>
              <a:off x="1875972" y="1272648"/>
              <a:ext cx="321135" cy="586939"/>
              <a:chOff x="1875972" y="1272648"/>
              <a:chExt cx="321135" cy="586939"/>
            </a:xfrm>
          </p:grpSpPr>
          <p:sp>
            <p:nvSpPr>
              <p:cNvPr id="5651" name="Google Shape;5651;p83"/>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83"/>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53" name="Google Shape;5653;p83"/>
          <p:cNvGrpSpPr/>
          <p:nvPr/>
        </p:nvGrpSpPr>
        <p:grpSpPr>
          <a:xfrm>
            <a:off x="7761573" y="3528028"/>
            <a:ext cx="293855" cy="644170"/>
            <a:chOff x="241025" y="3151575"/>
            <a:chExt cx="293855" cy="644170"/>
          </a:xfrm>
        </p:grpSpPr>
        <p:sp>
          <p:nvSpPr>
            <p:cNvPr id="5654" name="Google Shape;5654;p83"/>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83"/>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6" name="Google Shape;5656;p83"/>
          <p:cNvGrpSpPr/>
          <p:nvPr/>
        </p:nvGrpSpPr>
        <p:grpSpPr>
          <a:xfrm>
            <a:off x="709557" y="2728028"/>
            <a:ext cx="1779649" cy="591620"/>
            <a:chOff x="246070" y="1983375"/>
            <a:chExt cx="1855347" cy="616849"/>
          </a:xfrm>
        </p:grpSpPr>
        <p:sp>
          <p:nvSpPr>
            <p:cNvPr id="5657" name="Google Shape;5657;p83"/>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83"/>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83"/>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83"/>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83"/>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83"/>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83"/>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83"/>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83"/>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6" name="Google Shape;5666;p83"/>
          <p:cNvGrpSpPr/>
          <p:nvPr/>
        </p:nvGrpSpPr>
        <p:grpSpPr>
          <a:xfrm>
            <a:off x="2320424" y="971306"/>
            <a:ext cx="711055" cy="745993"/>
            <a:chOff x="2496269" y="1171698"/>
            <a:chExt cx="761953" cy="799392"/>
          </a:xfrm>
        </p:grpSpPr>
        <p:grpSp>
          <p:nvGrpSpPr>
            <p:cNvPr id="5667" name="Google Shape;5667;p83"/>
            <p:cNvGrpSpPr/>
            <p:nvPr/>
          </p:nvGrpSpPr>
          <p:grpSpPr>
            <a:xfrm>
              <a:off x="2496269" y="1171698"/>
              <a:ext cx="761953" cy="723022"/>
              <a:chOff x="2496269" y="1171698"/>
              <a:chExt cx="761953" cy="723022"/>
            </a:xfrm>
          </p:grpSpPr>
          <p:sp>
            <p:nvSpPr>
              <p:cNvPr id="5668" name="Google Shape;5668;p83"/>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83"/>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70" name="Google Shape;5670;p83"/>
              <p:cNvGrpSpPr/>
              <p:nvPr/>
            </p:nvGrpSpPr>
            <p:grpSpPr>
              <a:xfrm>
                <a:off x="2496269" y="1171698"/>
                <a:ext cx="761953" cy="723022"/>
                <a:chOff x="2496269" y="1120652"/>
                <a:chExt cx="761953" cy="723022"/>
              </a:xfrm>
            </p:grpSpPr>
            <p:grpSp>
              <p:nvGrpSpPr>
                <p:cNvPr id="5671" name="Google Shape;5671;p83"/>
                <p:cNvGrpSpPr/>
                <p:nvPr/>
              </p:nvGrpSpPr>
              <p:grpSpPr>
                <a:xfrm>
                  <a:off x="2496269" y="1120652"/>
                  <a:ext cx="761953" cy="723022"/>
                  <a:chOff x="2496269" y="1120652"/>
                  <a:chExt cx="761953" cy="723022"/>
                </a:xfrm>
              </p:grpSpPr>
              <p:grpSp>
                <p:nvGrpSpPr>
                  <p:cNvPr id="5672" name="Google Shape;5672;p83"/>
                  <p:cNvGrpSpPr/>
                  <p:nvPr/>
                </p:nvGrpSpPr>
                <p:grpSpPr>
                  <a:xfrm>
                    <a:off x="2496269" y="1304589"/>
                    <a:ext cx="407089" cy="305057"/>
                    <a:chOff x="2496269" y="1304589"/>
                    <a:chExt cx="407089" cy="305057"/>
                  </a:xfrm>
                </p:grpSpPr>
                <p:sp>
                  <p:nvSpPr>
                    <p:cNvPr id="5673" name="Google Shape;5673;p83"/>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83"/>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5" name="Google Shape;5675;p83"/>
                  <p:cNvGrpSpPr/>
                  <p:nvPr/>
                </p:nvGrpSpPr>
                <p:grpSpPr>
                  <a:xfrm>
                    <a:off x="2586468" y="1493376"/>
                    <a:ext cx="358850" cy="349656"/>
                    <a:chOff x="2586468" y="1493376"/>
                    <a:chExt cx="358850" cy="349656"/>
                  </a:xfrm>
                </p:grpSpPr>
                <p:sp>
                  <p:nvSpPr>
                    <p:cNvPr id="5676" name="Google Shape;5676;p83"/>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83"/>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8" name="Google Shape;5678;p83"/>
                  <p:cNvGrpSpPr/>
                  <p:nvPr/>
                </p:nvGrpSpPr>
                <p:grpSpPr>
                  <a:xfrm>
                    <a:off x="2807939" y="1494024"/>
                    <a:ext cx="358857" cy="349650"/>
                    <a:chOff x="2807939" y="1494024"/>
                    <a:chExt cx="358857" cy="349650"/>
                  </a:xfrm>
                </p:grpSpPr>
                <p:sp>
                  <p:nvSpPr>
                    <p:cNvPr id="5679" name="Google Shape;5679;p83"/>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83"/>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1" name="Google Shape;5681;p83"/>
                  <p:cNvGrpSpPr/>
                  <p:nvPr/>
                </p:nvGrpSpPr>
                <p:grpSpPr>
                  <a:xfrm>
                    <a:off x="2851133" y="1305635"/>
                    <a:ext cx="407089" cy="305057"/>
                    <a:chOff x="2851133" y="1305635"/>
                    <a:chExt cx="407089" cy="305057"/>
                  </a:xfrm>
                </p:grpSpPr>
                <p:sp>
                  <p:nvSpPr>
                    <p:cNvPr id="5682" name="Google Shape;5682;p83"/>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83"/>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4" name="Google Shape;5684;p83"/>
                  <p:cNvGrpSpPr/>
                  <p:nvPr/>
                </p:nvGrpSpPr>
                <p:grpSpPr>
                  <a:xfrm>
                    <a:off x="2727495" y="1120652"/>
                    <a:ext cx="300271" cy="396358"/>
                    <a:chOff x="2727495" y="1120652"/>
                    <a:chExt cx="300271" cy="396358"/>
                  </a:xfrm>
                </p:grpSpPr>
                <p:sp>
                  <p:nvSpPr>
                    <p:cNvPr id="5685" name="Google Shape;5685;p83"/>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83"/>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87" name="Google Shape;5687;p83"/>
                <p:cNvGrpSpPr/>
                <p:nvPr/>
              </p:nvGrpSpPr>
              <p:grpSpPr>
                <a:xfrm>
                  <a:off x="2722305" y="1350460"/>
                  <a:ext cx="308357" cy="308344"/>
                  <a:chOff x="2722305" y="1350460"/>
                  <a:chExt cx="308357" cy="308344"/>
                </a:xfrm>
              </p:grpSpPr>
              <p:sp>
                <p:nvSpPr>
                  <p:cNvPr id="5688" name="Google Shape;5688;p83"/>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9" name="Google Shape;5689;p83"/>
                  <p:cNvGrpSpPr/>
                  <p:nvPr/>
                </p:nvGrpSpPr>
                <p:grpSpPr>
                  <a:xfrm>
                    <a:off x="2725064" y="1364529"/>
                    <a:ext cx="297954" cy="280182"/>
                    <a:chOff x="2725064" y="1364529"/>
                    <a:chExt cx="297954" cy="280182"/>
                  </a:xfrm>
                </p:grpSpPr>
                <p:sp>
                  <p:nvSpPr>
                    <p:cNvPr id="5690" name="Google Shape;5690;p83"/>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83"/>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83"/>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83"/>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83"/>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695" name="Google Shape;5695;p83"/>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83"/>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83"/>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83"/>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83"/>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0" name="Google Shape;5700;p83"/>
          <p:cNvGrpSpPr/>
          <p:nvPr/>
        </p:nvGrpSpPr>
        <p:grpSpPr>
          <a:xfrm>
            <a:off x="3909124" y="2727412"/>
            <a:ext cx="1569144" cy="591015"/>
            <a:chOff x="3820100" y="3023049"/>
            <a:chExt cx="1303926" cy="491162"/>
          </a:xfrm>
        </p:grpSpPr>
        <p:grpSp>
          <p:nvGrpSpPr>
            <p:cNvPr id="5701" name="Google Shape;5701;p83"/>
            <p:cNvGrpSpPr/>
            <p:nvPr/>
          </p:nvGrpSpPr>
          <p:grpSpPr>
            <a:xfrm>
              <a:off x="3820100" y="3023072"/>
              <a:ext cx="1303926" cy="491139"/>
              <a:chOff x="3820100" y="3023072"/>
              <a:chExt cx="1303926" cy="491139"/>
            </a:xfrm>
          </p:grpSpPr>
          <p:sp>
            <p:nvSpPr>
              <p:cNvPr id="5702" name="Google Shape;5702;p83"/>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83"/>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4" name="Google Shape;5704;p83"/>
            <p:cNvGrpSpPr/>
            <p:nvPr/>
          </p:nvGrpSpPr>
          <p:grpSpPr>
            <a:xfrm>
              <a:off x="4132439" y="3023645"/>
              <a:ext cx="393633" cy="177096"/>
              <a:chOff x="4132439" y="3023645"/>
              <a:chExt cx="393633" cy="177096"/>
            </a:xfrm>
          </p:grpSpPr>
          <p:sp>
            <p:nvSpPr>
              <p:cNvPr id="5705" name="Google Shape;5705;p83"/>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83"/>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7" name="Google Shape;5707;p83"/>
            <p:cNvGrpSpPr/>
            <p:nvPr/>
          </p:nvGrpSpPr>
          <p:grpSpPr>
            <a:xfrm>
              <a:off x="3921811" y="3023049"/>
              <a:ext cx="1002397" cy="388943"/>
              <a:chOff x="3921811" y="3023049"/>
              <a:chExt cx="1002397" cy="388943"/>
            </a:xfrm>
          </p:grpSpPr>
          <p:sp>
            <p:nvSpPr>
              <p:cNvPr id="5708" name="Google Shape;5708;p83"/>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83"/>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0" name="Google Shape;5710;p83"/>
            <p:cNvGrpSpPr/>
            <p:nvPr/>
          </p:nvGrpSpPr>
          <p:grpSpPr>
            <a:xfrm>
              <a:off x="4023645" y="3023049"/>
              <a:ext cx="683032" cy="286722"/>
              <a:chOff x="4023645" y="3023049"/>
              <a:chExt cx="683032" cy="286722"/>
            </a:xfrm>
          </p:grpSpPr>
          <p:sp>
            <p:nvSpPr>
              <p:cNvPr id="5711" name="Google Shape;5711;p83"/>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83"/>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13" name="Google Shape;5713;p83"/>
          <p:cNvGrpSpPr/>
          <p:nvPr/>
        </p:nvGrpSpPr>
        <p:grpSpPr>
          <a:xfrm>
            <a:off x="1541246" y="1854257"/>
            <a:ext cx="713522" cy="688025"/>
            <a:chOff x="1706078" y="2092648"/>
            <a:chExt cx="660913" cy="637296"/>
          </a:xfrm>
        </p:grpSpPr>
        <p:sp>
          <p:nvSpPr>
            <p:cNvPr id="5714" name="Google Shape;5714;p83"/>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15" name="Google Shape;5715;p83"/>
            <p:cNvGrpSpPr/>
            <p:nvPr/>
          </p:nvGrpSpPr>
          <p:grpSpPr>
            <a:xfrm>
              <a:off x="1706078" y="2092648"/>
              <a:ext cx="660913" cy="575241"/>
              <a:chOff x="1706078" y="2092648"/>
              <a:chExt cx="660913" cy="575241"/>
            </a:xfrm>
          </p:grpSpPr>
          <p:sp>
            <p:nvSpPr>
              <p:cNvPr id="5716" name="Google Shape;5716;p83"/>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83"/>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83"/>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19" name="Google Shape;5719;p83"/>
          <p:cNvGrpSpPr/>
          <p:nvPr/>
        </p:nvGrpSpPr>
        <p:grpSpPr>
          <a:xfrm>
            <a:off x="6303104" y="971806"/>
            <a:ext cx="1317459" cy="684168"/>
            <a:chOff x="238125" y="999450"/>
            <a:chExt cx="7140700" cy="3708225"/>
          </a:xfrm>
        </p:grpSpPr>
        <p:sp>
          <p:nvSpPr>
            <p:cNvPr id="5720" name="Google Shape;5720;p83"/>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83"/>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83"/>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83"/>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83"/>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83"/>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83"/>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83"/>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83"/>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5732"/>
        <p:cNvGrpSpPr/>
        <p:nvPr/>
      </p:nvGrpSpPr>
      <p:grpSpPr>
        <a:xfrm>
          <a:off x="0" y="0"/>
          <a:ext cx="0" cy="0"/>
          <a:chOff x="0" y="0"/>
          <a:chExt cx="0" cy="0"/>
        </a:xfrm>
      </p:grpSpPr>
      <p:grpSp>
        <p:nvGrpSpPr>
          <p:cNvPr id="5733" name="Google Shape;5733;p84"/>
          <p:cNvGrpSpPr/>
          <p:nvPr/>
        </p:nvGrpSpPr>
        <p:grpSpPr>
          <a:xfrm>
            <a:off x="717025" y="967615"/>
            <a:ext cx="1636117" cy="1526144"/>
            <a:chOff x="729238" y="1179665"/>
            <a:chExt cx="1636117" cy="1526144"/>
          </a:xfrm>
        </p:grpSpPr>
        <p:grpSp>
          <p:nvGrpSpPr>
            <p:cNvPr id="5734" name="Google Shape;5734;p84"/>
            <p:cNvGrpSpPr/>
            <p:nvPr/>
          </p:nvGrpSpPr>
          <p:grpSpPr>
            <a:xfrm>
              <a:off x="729238" y="1179665"/>
              <a:ext cx="80700" cy="1526144"/>
              <a:chOff x="729238" y="1179665"/>
              <a:chExt cx="80700" cy="1526144"/>
            </a:xfrm>
          </p:grpSpPr>
          <p:sp>
            <p:nvSpPr>
              <p:cNvPr id="5735" name="Google Shape;5735;p84"/>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84"/>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84"/>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84"/>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84"/>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84"/>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84"/>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84"/>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84"/>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84"/>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5" name="Google Shape;5745;p84"/>
            <p:cNvGrpSpPr/>
            <p:nvPr/>
          </p:nvGrpSpPr>
          <p:grpSpPr>
            <a:xfrm>
              <a:off x="903098" y="1179665"/>
              <a:ext cx="80700" cy="1526144"/>
              <a:chOff x="903098" y="1179665"/>
              <a:chExt cx="80700" cy="1526144"/>
            </a:xfrm>
          </p:grpSpPr>
          <p:sp>
            <p:nvSpPr>
              <p:cNvPr id="5746" name="Google Shape;5746;p84"/>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84"/>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84"/>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84"/>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84"/>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84"/>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84"/>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84"/>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84"/>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84"/>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6" name="Google Shape;5756;p84"/>
            <p:cNvGrpSpPr/>
            <p:nvPr/>
          </p:nvGrpSpPr>
          <p:grpSpPr>
            <a:xfrm>
              <a:off x="1076958" y="1179665"/>
              <a:ext cx="80700" cy="1526144"/>
              <a:chOff x="1076958" y="1179665"/>
              <a:chExt cx="80700" cy="1526144"/>
            </a:xfrm>
          </p:grpSpPr>
          <p:sp>
            <p:nvSpPr>
              <p:cNvPr id="5757" name="Google Shape;5757;p84"/>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84"/>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84"/>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84"/>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84"/>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84"/>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84"/>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84"/>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84"/>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84"/>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7" name="Google Shape;5767;p84"/>
            <p:cNvGrpSpPr/>
            <p:nvPr/>
          </p:nvGrpSpPr>
          <p:grpSpPr>
            <a:xfrm>
              <a:off x="1247707" y="1179665"/>
              <a:ext cx="80700" cy="1526144"/>
              <a:chOff x="1247707" y="1179665"/>
              <a:chExt cx="80700" cy="1526144"/>
            </a:xfrm>
          </p:grpSpPr>
          <p:sp>
            <p:nvSpPr>
              <p:cNvPr id="5768" name="Google Shape;5768;p84"/>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84"/>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84"/>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84"/>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84"/>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84"/>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84"/>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84"/>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84"/>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84"/>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8" name="Google Shape;5778;p84"/>
            <p:cNvGrpSpPr/>
            <p:nvPr/>
          </p:nvGrpSpPr>
          <p:grpSpPr>
            <a:xfrm>
              <a:off x="1421567" y="1179665"/>
              <a:ext cx="80700" cy="1526144"/>
              <a:chOff x="1421567" y="1179665"/>
              <a:chExt cx="80700" cy="1526144"/>
            </a:xfrm>
          </p:grpSpPr>
          <p:sp>
            <p:nvSpPr>
              <p:cNvPr id="5779" name="Google Shape;5779;p84"/>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84"/>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84"/>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84"/>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84"/>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84"/>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84"/>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84"/>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84"/>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84"/>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9" name="Google Shape;5789;p84"/>
            <p:cNvGrpSpPr/>
            <p:nvPr/>
          </p:nvGrpSpPr>
          <p:grpSpPr>
            <a:xfrm>
              <a:off x="1592327" y="1179665"/>
              <a:ext cx="80700" cy="1526144"/>
              <a:chOff x="1592327" y="1179665"/>
              <a:chExt cx="80700" cy="1526144"/>
            </a:xfrm>
          </p:grpSpPr>
          <p:sp>
            <p:nvSpPr>
              <p:cNvPr id="5790" name="Google Shape;5790;p84"/>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84"/>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84"/>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84"/>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84"/>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84"/>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84"/>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84"/>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84"/>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84"/>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0" name="Google Shape;5800;p84"/>
            <p:cNvGrpSpPr/>
            <p:nvPr/>
          </p:nvGrpSpPr>
          <p:grpSpPr>
            <a:xfrm>
              <a:off x="1766187" y="1179665"/>
              <a:ext cx="80700" cy="1526144"/>
              <a:chOff x="1766187" y="1179665"/>
              <a:chExt cx="80700" cy="1526144"/>
            </a:xfrm>
          </p:grpSpPr>
          <p:sp>
            <p:nvSpPr>
              <p:cNvPr id="5801" name="Google Shape;5801;p84"/>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84"/>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84"/>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84"/>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84"/>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84"/>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84"/>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84"/>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84"/>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84"/>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1" name="Google Shape;5811;p84"/>
            <p:cNvGrpSpPr/>
            <p:nvPr/>
          </p:nvGrpSpPr>
          <p:grpSpPr>
            <a:xfrm>
              <a:off x="1936935" y="1179665"/>
              <a:ext cx="80700" cy="1526144"/>
              <a:chOff x="1936935" y="1179665"/>
              <a:chExt cx="80700" cy="1526144"/>
            </a:xfrm>
          </p:grpSpPr>
          <p:sp>
            <p:nvSpPr>
              <p:cNvPr id="5812" name="Google Shape;5812;p84"/>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84"/>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84"/>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84"/>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84"/>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84"/>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84"/>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84"/>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84"/>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84"/>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2" name="Google Shape;5822;p84"/>
            <p:cNvGrpSpPr/>
            <p:nvPr/>
          </p:nvGrpSpPr>
          <p:grpSpPr>
            <a:xfrm>
              <a:off x="2110795" y="1179665"/>
              <a:ext cx="80700" cy="1526144"/>
              <a:chOff x="2110795" y="1179665"/>
              <a:chExt cx="80700" cy="1526144"/>
            </a:xfrm>
          </p:grpSpPr>
          <p:sp>
            <p:nvSpPr>
              <p:cNvPr id="5823" name="Google Shape;5823;p84"/>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84"/>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84"/>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84"/>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84"/>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84"/>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84"/>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84"/>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84"/>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84"/>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3" name="Google Shape;5833;p84"/>
            <p:cNvGrpSpPr/>
            <p:nvPr/>
          </p:nvGrpSpPr>
          <p:grpSpPr>
            <a:xfrm>
              <a:off x="2284655" y="1179665"/>
              <a:ext cx="80700" cy="1526144"/>
              <a:chOff x="2284655" y="1179665"/>
              <a:chExt cx="80700" cy="1526144"/>
            </a:xfrm>
          </p:grpSpPr>
          <p:sp>
            <p:nvSpPr>
              <p:cNvPr id="5834" name="Google Shape;5834;p84"/>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84"/>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84"/>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84"/>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84"/>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84"/>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84"/>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84"/>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84"/>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84"/>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44" name="Google Shape;5844;p84"/>
          <p:cNvGrpSpPr/>
          <p:nvPr/>
        </p:nvGrpSpPr>
        <p:grpSpPr>
          <a:xfrm>
            <a:off x="2611692" y="986753"/>
            <a:ext cx="1364248" cy="1102133"/>
            <a:chOff x="2623904" y="1198803"/>
            <a:chExt cx="1364248" cy="1102133"/>
          </a:xfrm>
        </p:grpSpPr>
        <p:grpSp>
          <p:nvGrpSpPr>
            <p:cNvPr id="5845" name="Google Shape;5845;p84"/>
            <p:cNvGrpSpPr/>
            <p:nvPr/>
          </p:nvGrpSpPr>
          <p:grpSpPr>
            <a:xfrm>
              <a:off x="2623907" y="1198803"/>
              <a:ext cx="1364245" cy="273000"/>
              <a:chOff x="2623907" y="1198803"/>
              <a:chExt cx="1364245" cy="273000"/>
            </a:xfrm>
          </p:grpSpPr>
          <p:sp>
            <p:nvSpPr>
              <p:cNvPr id="5846" name="Google Shape;5846;p84"/>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84"/>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84"/>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84"/>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84"/>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1" name="Google Shape;5851;p84"/>
            <p:cNvGrpSpPr/>
            <p:nvPr/>
          </p:nvGrpSpPr>
          <p:grpSpPr>
            <a:xfrm>
              <a:off x="2623904" y="1476964"/>
              <a:ext cx="1364245" cy="273000"/>
              <a:chOff x="2623904" y="1476964"/>
              <a:chExt cx="1364245" cy="273000"/>
            </a:xfrm>
          </p:grpSpPr>
          <p:sp>
            <p:nvSpPr>
              <p:cNvPr id="5852" name="Google Shape;5852;p84"/>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84"/>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84"/>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84"/>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84"/>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7" name="Google Shape;5857;p84"/>
            <p:cNvGrpSpPr/>
            <p:nvPr/>
          </p:nvGrpSpPr>
          <p:grpSpPr>
            <a:xfrm>
              <a:off x="2623907" y="1749775"/>
              <a:ext cx="1364245" cy="273000"/>
              <a:chOff x="2623907" y="1749775"/>
              <a:chExt cx="1364245" cy="273000"/>
            </a:xfrm>
          </p:grpSpPr>
          <p:sp>
            <p:nvSpPr>
              <p:cNvPr id="5858" name="Google Shape;5858;p84"/>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84"/>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84"/>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84"/>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84"/>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3" name="Google Shape;5863;p84"/>
            <p:cNvGrpSpPr/>
            <p:nvPr/>
          </p:nvGrpSpPr>
          <p:grpSpPr>
            <a:xfrm>
              <a:off x="2623904" y="2027936"/>
              <a:ext cx="1364245" cy="273000"/>
              <a:chOff x="2623904" y="2027936"/>
              <a:chExt cx="1364245" cy="273000"/>
            </a:xfrm>
          </p:grpSpPr>
          <p:sp>
            <p:nvSpPr>
              <p:cNvPr id="5864" name="Google Shape;5864;p84"/>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84"/>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84"/>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84"/>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84"/>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69" name="Google Shape;5869;p84"/>
          <p:cNvGrpSpPr/>
          <p:nvPr/>
        </p:nvGrpSpPr>
        <p:grpSpPr>
          <a:xfrm>
            <a:off x="2601153" y="2445826"/>
            <a:ext cx="1387541" cy="159124"/>
            <a:chOff x="3200660" y="2180272"/>
            <a:chExt cx="2563824" cy="378237"/>
          </a:xfrm>
        </p:grpSpPr>
        <p:sp>
          <p:nvSpPr>
            <p:cNvPr id="5870" name="Google Shape;5870;p84"/>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84"/>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84"/>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84"/>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84"/>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84"/>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84"/>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84"/>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84"/>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84"/>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84"/>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84"/>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84"/>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84"/>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84"/>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84"/>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84"/>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84"/>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8" name="Google Shape;5888;p84"/>
          <p:cNvGrpSpPr/>
          <p:nvPr/>
        </p:nvGrpSpPr>
        <p:grpSpPr>
          <a:xfrm>
            <a:off x="2597677" y="2723590"/>
            <a:ext cx="1390502" cy="159625"/>
            <a:chOff x="3530150" y="2790075"/>
            <a:chExt cx="1962600" cy="225300"/>
          </a:xfrm>
        </p:grpSpPr>
        <p:sp>
          <p:nvSpPr>
            <p:cNvPr id="5889" name="Google Shape;5889;p84"/>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84"/>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1" name="Google Shape;5891;p84"/>
          <p:cNvGrpSpPr/>
          <p:nvPr/>
        </p:nvGrpSpPr>
        <p:grpSpPr>
          <a:xfrm>
            <a:off x="2597735" y="3001855"/>
            <a:ext cx="1411629" cy="154175"/>
            <a:chOff x="3558802" y="4011244"/>
            <a:chExt cx="1866000" cy="111600"/>
          </a:xfrm>
        </p:grpSpPr>
        <p:sp>
          <p:nvSpPr>
            <p:cNvPr id="5892" name="Google Shape;5892;p84"/>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84"/>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4" name="Google Shape;5894;p84"/>
          <p:cNvGrpSpPr/>
          <p:nvPr/>
        </p:nvGrpSpPr>
        <p:grpSpPr>
          <a:xfrm>
            <a:off x="2598023" y="2207425"/>
            <a:ext cx="1383503" cy="119761"/>
            <a:chOff x="3465975" y="2270258"/>
            <a:chExt cx="1986364" cy="171947"/>
          </a:xfrm>
        </p:grpSpPr>
        <p:sp>
          <p:nvSpPr>
            <p:cNvPr id="5895" name="Google Shape;5895;p84"/>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84"/>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84"/>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84"/>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84"/>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84"/>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84"/>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84"/>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3" name="Google Shape;5903;p84"/>
          <p:cNvGrpSpPr/>
          <p:nvPr/>
        </p:nvGrpSpPr>
        <p:grpSpPr>
          <a:xfrm>
            <a:off x="2609030" y="3571198"/>
            <a:ext cx="1369531" cy="195460"/>
            <a:chOff x="723300" y="4253549"/>
            <a:chExt cx="2276482" cy="324900"/>
          </a:xfrm>
        </p:grpSpPr>
        <p:sp>
          <p:nvSpPr>
            <p:cNvPr id="5904" name="Google Shape;5904;p84"/>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84"/>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84"/>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84"/>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84"/>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9" name="Google Shape;5909;p84"/>
          <p:cNvGrpSpPr/>
          <p:nvPr/>
        </p:nvGrpSpPr>
        <p:grpSpPr>
          <a:xfrm>
            <a:off x="2598591" y="3272439"/>
            <a:ext cx="1389066" cy="180119"/>
            <a:chOff x="705948" y="3788465"/>
            <a:chExt cx="2308953" cy="299400"/>
          </a:xfrm>
        </p:grpSpPr>
        <p:sp>
          <p:nvSpPr>
            <p:cNvPr id="5910" name="Google Shape;5910;p84"/>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84"/>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84"/>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84"/>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84"/>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5" name="Google Shape;5915;p84"/>
          <p:cNvGrpSpPr/>
          <p:nvPr/>
        </p:nvGrpSpPr>
        <p:grpSpPr>
          <a:xfrm>
            <a:off x="4195581" y="1876393"/>
            <a:ext cx="1433821" cy="191501"/>
            <a:chOff x="4273350" y="2088443"/>
            <a:chExt cx="1433821" cy="191501"/>
          </a:xfrm>
        </p:grpSpPr>
        <p:grpSp>
          <p:nvGrpSpPr>
            <p:cNvPr id="5916" name="Google Shape;5916;p84"/>
            <p:cNvGrpSpPr/>
            <p:nvPr/>
          </p:nvGrpSpPr>
          <p:grpSpPr>
            <a:xfrm>
              <a:off x="4273350" y="2088443"/>
              <a:ext cx="1433821" cy="0"/>
              <a:chOff x="5224975" y="2962250"/>
              <a:chExt cx="1544400" cy="0"/>
            </a:xfrm>
          </p:grpSpPr>
          <p:cxnSp>
            <p:nvCxnSpPr>
              <p:cNvPr id="5917" name="Google Shape;5917;p84"/>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918" name="Google Shape;5918;p84"/>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5919" name="Google Shape;5919;p84"/>
            <p:cNvGrpSpPr/>
            <p:nvPr/>
          </p:nvGrpSpPr>
          <p:grpSpPr>
            <a:xfrm>
              <a:off x="4273350" y="2279944"/>
              <a:ext cx="1433821" cy="0"/>
              <a:chOff x="5224975" y="2962250"/>
              <a:chExt cx="1544400" cy="0"/>
            </a:xfrm>
          </p:grpSpPr>
          <p:cxnSp>
            <p:nvCxnSpPr>
              <p:cNvPr id="5920" name="Google Shape;5920;p84"/>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921" name="Google Shape;5921;p84"/>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5922" name="Google Shape;5922;p84"/>
          <p:cNvGrpSpPr/>
          <p:nvPr/>
        </p:nvGrpSpPr>
        <p:grpSpPr>
          <a:xfrm>
            <a:off x="2646528" y="3885297"/>
            <a:ext cx="1304609" cy="294074"/>
            <a:chOff x="2658741" y="4097347"/>
            <a:chExt cx="1304609" cy="294074"/>
          </a:xfrm>
        </p:grpSpPr>
        <p:grpSp>
          <p:nvGrpSpPr>
            <p:cNvPr id="5923" name="Google Shape;5923;p84"/>
            <p:cNvGrpSpPr/>
            <p:nvPr/>
          </p:nvGrpSpPr>
          <p:grpSpPr>
            <a:xfrm>
              <a:off x="2658741" y="4097347"/>
              <a:ext cx="118572" cy="294074"/>
              <a:chOff x="3343310" y="4475555"/>
              <a:chExt cx="127717" cy="316753"/>
            </a:xfrm>
          </p:grpSpPr>
          <p:sp>
            <p:nvSpPr>
              <p:cNvPr id="5924" name="Google Shape;5924;p84"/>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84"/>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6" name="Google Shape;5926;p84"/>
            <p:cNvGrpSpPr/>
            <p:nvPr/>
          </p:nvGrpSpPr>
          <p:grpSpPr>
            <a:xfrm>
              <a:off x="3815519" y="4098388"/>
              <a:ext cx="147831" cy="291991"/>
              <a:chOff x="3527539" y="4476677"/>
              <a:chExt cx="159232" cy="314510"/>
            </a:xfrm>
          </p:grpSpPr>
          <p:sp>
            <p:nvSpPr>
              <p:cNvPr id="5927" name="Google Shape;5927;p8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8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9" name="Google Shape;5929;p84"/>
            <p:cNvGrpSpPr/>
            <p:nvPr/>
          </p:nvGrpSpPr>
          <p:grpSpPr>
            <a:xfrm>
              <a:off x="3511696" y="4098388"/>
              <a:ext cx="147831" cy="291991"/>
              <a:chOff x="3527539" y="4476677"/>
              <a:chExt cx="159232" cy="314510"/>
            </a:xfrm>
          </p:grpSpPr>
          <p:sp>
            <p:nvSpPr>
              <p:cNvPr id="5930" name="Google Shape;5930;p8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8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2" name="Google Shape;5932;p84"/>
            <p:cNvGrpSpPr/>
            <p:nvPr/>
          </p:nvGrpSpPr>
          <p:grpSpPr>
            <a:xfrm>
              <a:off x="3207874" y="4098388"/>
              <a:ext cx="147831" cy="291991"/>
              <a:chOff x="3527539" y="4476677"/>
              <a:chExt cx="159232" cy="314510"/>
            </a:xfrm>
          </p:grpSpPr>
          <p:sp>
            <p:nvSpPr>
              <p:cNvPr id="5933" name="Google Shape;5933;p8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8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5" name="Google Shape;5935;p84"/>
            <p:cNvGrpSpPr/>
            <p:nvPr/>
          </p:nvGrpSpPr>
          <p:grpSpPr>
            <a:xfrm>
              <a:off x="2933305" y="4097347"/>
              <a:ext cx="118572" cy="294074"/>
              <a:chOff x="3343310" y="4475555"/>
              <a:chExt cx="127717" cy="316753"/>
            </a:xfrm>
          </p:grpSpPr>
          <p:sp>
            <p:nvSpPr>
              <p:cNvPr id="5936" name="Google Shape;5936;p84"/>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84"/>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38" name="Google Shape;5938;p84"/>
          <p:cNvGrpSpPr/>
          <p:nvPr/>
        </p:nvGrpSpPr>
        <p:grpSpPr>
          <a:xfrm>
            <a:off x="4197136" y="963991"/>
            <a:ext cx="1430711" cy="751237"/>
            <a:chOff x="5159450" y="1919950"/>
            <a:chExt cx="1541050" cy="862500"/>
          </a:xfrm>
        </p:grpSpPr>
        <p:sp>
          <p:nvSpPr>
            <p:cNvPr id="5939" name="Google Shape;5939;p84"/>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GB"/>
            </a:p>
          </p:txBody>
        </p:sp>
        <p:grpSp>
          <p:nvGrpSpPr>
            <p:cNvPr id="5940" name="Google Shape;5940;p84"/>
            <p:cNvGrpSpPr/>
            <p:nvPr/>
          </p:nvGrpSpPr>
          <p:grpSpPr>
            <a:xfrm>
              <a:off x="5159450" y="1919950"/>
              <a:ext cx="1541050" cy="862500"/>
              <a:chOff x="5159450" y="1919950"/>
              <a:chExt cx="1541050" cy="862500"/>
            </a:xfrm>
          </p:grpSpPr>
          <p:cxnSp>
            <p:nvCxnSpPr>
              <p:cNvPr id="5941" name="Google Shape;5941;p84"/>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942" name="Google Shape;5942;p84"/>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943" name="Google Shape;5943;p84"/>
          <p:cNvGrpSpPr/>
          <p:nvPr/>
        </p:nvGrpSpPr>
        <p:grpSpPr>
          <a:xfrm>
            <a:off x="4245274" y="2227761"/>
            <a:ext cx="1334436" cy="967914"/>
            <a:chOff x="4294923" y="2439811"/>
            <a:chExt cx="1334436" cy="967914"/>
          </a:xfrm>
        </p:grpSpPr>
        <p:grpSp>
          <p:nvGrpSpPr>
            <p:cNvPr id="5944" name="Google Shape;5944;p84"/>
            <p:cNvGrpSpPr/>
            <p:nvPr/>
          </p:nvGrpSpPr>
          <p:grpSpPr>
            <a:xfrm>
              <a:off x="4960455" y="2469658"/>
              <a:ext cx="668904" cy="885524"/>
              <a:chOff x="4960455" y="2469658"/>
              <a:chExt cx="668904" cy="885524"/>
            </a:xfrm>
          </p:grpSpPr>
          <p:sp>
            <p:nvSpPr>
              <p:cNvPr id="5945" name="Google Shape;5945;p84"/>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84"/>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84"/>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84"/>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84"/>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84"/>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1" name="Google Shape;5951;p84"/>
            <p:cNvGrpSpPr/>
            <p:nvPr/>
          </p:nvGrpSpPr>
          <p:grpSpPr>
            <a:xfrm>
              <a:off x="4294923" y="2469658"/>
              <a:ext cx="668951" cy="885524"/>
              <a:chOff x="4294923" y="2469658"/>
              <a:chExt cx="668951" cy="885524"/>
            </a:xfrm>
          </p:grpSpPr>
          <p:sp>
            <p:nvSpPr>
              <p:cNvPr id="5952" name="Google Shape;5952;p84"/>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84"/>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84"/>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84"/>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84"/>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84"/>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58" name="Google Shape;5958;p84"/>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9" name="Google Shape;5959;p84"/>
          <p:cNvGrpSpPr/>
          <p:nvPr/>
        </p:nvGrpSpPr>
        <p:grpSpPr>
          <a:xfrm>
            <a:off x="4231477" y="3282206"/>
            <a:ext cx="1430949" cy="897289"/>
            <a:chOff x="4351371" y="3547942"/>
            <a:chExt cx="1345130" cy="843475"/>
          </a:xfrm>
        </p:grpSpPr>
        <p:grpSp>
          <p:nvGrpSpPr>
            <p:cNvPr id="5960" name="Google Shape;5960;p84"/>
            <p:cNvGrpSpPr/>
            <p:nvPr/>
          </p:nvGrpSpPr>
          <p:grpSpPr>
            <a:xfrm>
              <a:off x="4351371" y="4209917"/>
              <a:ext cx="1345130" cy="181500"/>
              <a:chOff x="4351371" y="4209917"/>
              <a:chExt cx="1345130" cy="181500"/>
            </a:xfrm>
          </p:grpSpPr>
          <p:sp>
            <p:nvSpPr>
              <p:cNvPr id="5961" name="Google Shape;5961;p84"/>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62" name="Google Shape;5962;p84"/>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5963" name="Google Shape;5963;p84"/>
            <p:cNvGrpSpPr/>
            <p:nvPr/>
          </p:nvGrpSpPr>
          <p:grpSpPr>
            <a:xfrm>
              <a:off x="4403010" y="3985221"/>
              <a:ext cx="1109518" cy="181500"/>
              <a:chOff x="4403010" y="3985221"/>
              <a:chExt cx="1109518" cy="181500"/>
            </a:xfrm>
          </p:grpSpPr>
          <p:sp>
            <p:nvSpPr>
              <p:cNvPr id="5964" name="Google Shape;5964;p84"/>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65" name="Google Shape;5965;p84"/>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5966" name="Google Shape;5966;p84"/>
            <p:cNvGrpSpPr/>
            <p:nvPr/>
          </p:nvGrpSpPr>
          <p:grpSpPr>
            <a:xfrm>
              <a:off x="4618704" y="3766582"/>
              <a:ext cx="807858" cy="181500"/>
              <a:chOff x="4618704" y="3766582"/>
              <a:chExt cx="807858" cy="181500"/>
            </a:xfrm>
          </p:grpSpPr>
          <p:sp>
            <p:nvSpPr>
              <p:cNvPr id="5967" name="Google Shape;5967;p84"/>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68" name="Google Shape;5968;p84"/>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5969" name="Google Shape;5969;p84"/>
            <p:cNvGrpSpPr/>
            <p:nvPr/>
          </p:nvGrpSpPr>
          <p:grpSpPr>
            <a:xfrm>
              <a:off x="4735238" y="3547942"/>
              <a:ext cx="462839" cy="181500"/>
              <a:chOff x="4735238" y="3547942"/>
              <a:chExt cx="462839" cy="181500"/>
            </a:xfrm>
          </p:grpSpPr>
          <p:sp>
            <p:nvSpPr>
              <p:cNvPr id="5970" name="Google Shape;5970;p84"/>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71" name="Google Shape;5971;p84"/>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5972" name="Google Shape;5972;p84"/>
          <p:cNvGrpSpPr/>
          <p:nvPr/>
        </p:nvGrpSpPr>
        <p:grpSpPr>
          <a:xfrm>
            <a:off x="7407835" y="2217530"/>
            <a:ext cx="1020955" cy="928853"/>
            <a:chOff x="926675" y="238125"/>
            <a:chExt cx="5755100" cy="5232975"/>
          </a:xfrm>
        </p:grpSpPr>
        <p:sp>
          <p:nvSpPr>
            <p:cNvPr id="5973" name="Google Shape;5973;p84"/>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84"/>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84"/>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84"/>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7" name="Google Shape;5977;p84"/>
          <p:cNvGrpSpPr/>
          <p:nvPr/>
        </p:nvGrpSpPr>
        <p:grpSpPr>
          <a:xfrm>
            <a:off x="715208" y="2616265"/>
            <a:ext cx="1695374" cy="1560837"/>
            <a:chOff x="727421" y="2828315"/>
            <a:chExt cx="1695374" cy="1560837"/>
          </a:xfrm>
        </p:grpSpPr>
        <p:grpSp>
          <p:nvGrpSpPr>
            <p:cNvPr id="5978" name="Google Shape;5978;p84"/>
            <p:cNvGrpSpPr/>
            <p:nvPr/>
          </p:nvGrpSpPr>
          <p:grpSpPr>
            <a:xfrm>
              <a:off x="727421" y="2828315"/>
              <a:ext cx="1695374" cy="1560837"/>
              <a:chOff x="734799" y="2782450"/>
              <a:chExt cx="1571100" cy="1577400"/>
            </a:xfrm>
          </p:grpSpPr>
          <p:cxnSp>
            <p:nvCxnSpPr>
              <p:cNvPr id="5979" name="Google Shape;5979;p84"/>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5980" name="Google Shape;5980;p84"/>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5981" name="Google Shape;5981;p84"/>
            <p:cNvGrpSpPr/>
            <p:nvPr/>
          </p:nvGrpSpPr>
          <p:grpSpPr>
            <a:xfrm>
              <a:off x="819108" y="2882501"/>
              <a:ext cx="1556791" cy="1426186"/>
              <a:chOff x="819108" y="2882501"/>
              <a:chExt cx="1556791" cy="1426186"/>
            </a:xfrm>
          </p:grpSpPr>
          <p:grpSp>
            <p:nvGrpSpPr>
              <p:cNvPr id="5982" name="Google Shape;5982;p84"/>
              <p:cNvGrpSpPr/>
              <p:nvPr/>
            </p:nvGrpSpPr>
            <p:grpSpPr>
              <a:xfrm>
                <a:off x="819108" y="2882501"/>
                <a:ext cx="103104" cy="1426186"/>
                <a:chOff x="4674013" y="3100904"/>
                <a:chExt cx="122758" cy="1698043"/>
              </a:xfrm>
            </p:grpSpPr>
            <p:sp>
              <p:nvSpPr>
                <p:cNvPr id="5983" name="Google Shape;5983;p84"/>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84"/>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84"/>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84"/>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84"/>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84"/>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84"/>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 name="Google Shape;5990;p84"/>
              <p:cNvGrpSpPr/>
              <p:nvPr/>
            </p:nvGrpSpPr>
            <p:grpSpPr>
              <a:xfrm>
                <a:off x="1062475" y="2882501"/>
                <a:ext cx="103104" cy="1426186"/>
                <a:chOff x="4940438" y="3100904"/>
                <a:chExt cx="122758" cy="1698043"/>
              </a:xfrm>
            </p:grpSpPr>
            <p:sp>
              <p:nvSpPr>
                <p:cNvPr id="5991" name="Google Shape;5991;p84"/>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84"/>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84"/>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84"/>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84"/>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84"/>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84"/>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8" name="Google Shape;5998;p84"/>
              <p:cNvGrpSpPr/>
              <p:nvPr/>
            </p:nvGrpSpPr>
            <p:grpSpPr>
              <a:xfrm>
                <a:off x="1299324" y="2882501"/>
                <a:ext cx="103104" cy="1426186"/>
                <a:chOff x="5206863" y="3100904"/>
                <a:chExt cx="122758" cy="1698043"/>
              </a:xfrm>
            </p:grpSpPr>
            <p:sp>
              <p:nvSpPr>
                <p:cNvPr id="5999" name="Google Shape;5999;p84"/>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84"/>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84"/>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84"/>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84"/>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84"/>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84"/>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6" name="Google Shape;6006;p84"/>
              <p:cNvGrpSpPr/>
              <p:nvPr/>
            </p:nvGrpSpPr>
            <p:grpSpPr>
              <a:xfrm>
                <a:off x="1786057" y="2882501"/>
                <a:ext cx="103104" cy="1426186"/>
                <a:chOff x="6006138" y="3143629"/>
                <a:chExt cx="122758" cy="1698043"/>
              </a:xfrm>
            </p:grpSpPr>
            <p:sp>
              <p:nvSpPr>
                <p:cNvPr id="6007" name="Google Shape;6007;p84"/>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84"/>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84"/>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84"/>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84"/>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84"/>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84"/>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4" name="Google Shape;6014;p84"/>
              <p:cNvGrpSpPr/>
              <p:nvPr/>
            </p:nvGrpSpPr>
            <p:grpSpPr>
              <a:xfrm>
                <a:off x="2029422" y="2882501"/>
                <a:ext cx="103104" cy="1426186"/>
                <a:chOff x="6805413" y="3100904"/>
                <a:chExt cx="122758" cy="1698043"/>
              </a:xfrm>
            </p:grpSpPr>
            <p:sp>
              <p:nvSpPr>
                <p:cNvPr id="6015" name="Google Shape;6015;p84"/>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84"/>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84"/>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84"/>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84"/>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84"/>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84"/>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2" name="Google Shape;6022;p84"/>
              <p:cNvGrpSpPr/>
              <p:nvPr/>
            </p:nvGrpSpPr>
            <p:grpSpPr>
              <a:xfrm>
                <a:off x="2272795" y="2882501"/>
                <a:ext cx="103104" cy="1426186"/>
                <a:chOff x="5206863" y="3100904"/>
                <a:chExt cx="122758" cy="1698043"/>
              </a:xfrm>
            </p:grpSpPr>
            <p:sp>
              <p:nvSpPr>
                <p:cNvPr id="6023" name="Google Shape;6023;p84"/>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84"/>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84"/>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84"/>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84"/>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84"/>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84"/>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0" name="Google Shape;6030;p84"/>
              <p:cNvGrpSpPr/>
              <p:nvPr/>
            </p:nvGrpSpPr>
            <p:grpSpPr>
              <a:xfrm>
                <a:off x="1542694" y="2882501"/>
                <a:ext cx="103104" cy="1426186"/>
                <a:chOff x="6006138" y="3143629"/>
                <a:chExt cx="122758" cy="1698043"/>
              </a:xfrm>
            </p:grpSpPr>
            <p:sp>
              <p:nvSpPr>
                <p:cNvPr id="6031" name="Google Shape;6031;p84"/>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84"/>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84"/>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84"/>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84"/>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84"/>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84"/>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038" name="Google Shape;6038;p84"/>
          <p:cNvGrpSpPr/>
          <p:nvPr/>
        </p:nvGrpSpPr>
        <p:grpSpPr>
          <a:xfrm>
            <a:off x="5671259" y="3305987"/>
            <a:ext cx="2749952" cy="870677"/>
            <a:chOff x="238125" y="1725700"/>
            <a:chExt cx="7139025" cy="2260325"/>
          </a:xfrm>
        </p:grpSpPr>
        <p:sp>
          <p:nvSpPr>
            <p:cNvPr id="6039" name="Google Shape;6039;p84"/>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84"/>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84"/>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84"/>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84"/>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84"/>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84"/>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84"/>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84"/>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84"/>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9" name="Google Shape;6049;p84"/>
          <p:cNvGrpSpPr/>
          <p:nvPr/>
        </p:nvGrpSpPr>
        <p:grpSpPr>
          <a:xfrm>
            <a:off x="5941423" y="2247733"/>
            <a:ext cx="1105452" cy="916747"/>
            <a:chOff x="5249100" y="1210600"/>
            <a:chExt cx="3502700" cy="2904775"/>
          </a:xfrm>
        </p:grpSpPr>
        <p:sp>
          <p:nvSpPr>
            <p:cNvPr id="6050" name="Google Shape;6050;p84"/>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84"/>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84"/>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84"/>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54" name="Google Shape;6054;p84"/>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6055" name="Google Shape;6055;p84"/>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6056" name="Google Shape;6056;p84"/>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6057" name="Google Shape;6057;p84"/>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6058" name="Google Shape;6058;p84"/>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9" name="Google Shape;6059;p84"/>
          <p:cNvGrpSpPr/>
          <p:nvPr/>
        </p:nvGrpSpPr>
        <p:grpSpPr>
          <a:xfrm>
            <a:off x="7123971" y="967151"/>
            <a:ext cx="1304650" cy="1124856"/>
            <a:chOff x="7287122" y="1165658"/>
            <a:chExt cx="1219413" cy="1051365"/>
          </a:xfrm>
        </p:grpSpPr>
        <p:grpSp>
          <p:nvGrpSpPr>
            <p:cNvPr id="6060" name="Google Shape;6060;p84"/>
            <p:cNvGrpSpPr/>
            <p:nvPr/>
          </p:nvGrpSpPr>
          <p:grpSpPr>
            <a:xfrm>
              <a:off x="7287122" y="1969723"/>
              <a:ext cx="1219413" cy="247300"/>
              <a:chOff x="7287122" y="1969723"/>
              <a:chExt cx="1219413" cy="247300"/>
            </a:xfrm>
          </p:grpSpPr>
          <p:sp>
            <p:nvSpPr>
              <p:cNvPr id="6061" name="Google Shape;6061;p84"/>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2" name="Google Shape;6062;p84"/>
              <p:cNvGrpSpPr/>
              <p:nvPr/>
            </p:nvGrpSpPr>
            <p:grpSpPr>
              <a:xfrm>
                <a:off x="7287122" y="2063892"/>
                <a:ext cx="1151753" cy="73428"/>
                <a:chOff x="7287122" y="2063892"/>
                <a:chExt cx="1151753" cy="73428"/>
              </a:xfrm>
            </p:grpSpPr>
            <p:sp>
              <p:nvSpPr>
                <p:cNvPr id="6063" name="Google Shape;6063;p84"/>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64" name="Google Shape;6064;p84"/>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6065" name="Google Shape;6065;p84"/>
            <p:cNvGrpSpPr/>
            <p:nvPr/>
          </p:nvGrpSpPr>
          <p:grpSpPr>
            <a:xfrm>
              <a:off x="7287122" y="1712201"/>
              <a:ext cx="1219403" cy="246767"/>
              <a:chOff x="7287122" y="1712201"/>
              <a:chExt cx="1219403" cy="246767"/>
            </a:xfrm>
          </p:grpSpPr>
          <p:sp>
            <p:nvSpPr>
              <p:cNvPr id="6066" name="Google Shape;6066;p84"/>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7" name="Google Shape;6067;p84"/>
              <p:cNvGrpSpPr/>
              <p:nvPr/>
            </p:nvGrpSpPr>
            <p:grpSpPr>
              <a:xfrm>
                <a:off x="7287122" y="1842861"/>
                <a:ext cx="1005303" cy="73419"/>
                <a:chOff x="7287122" y="1842861"/>
                <a:chExt cx="1005303" cy="73419"/>
              </a:xfrm>
            </p:grpSpPr>
            <p:sp>
              <p:nvSpPr>
                <p:cNvPr id="6068" name="Google Shape;6068;p84"/>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69" name="Google Shape;6069;p84"/>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6070" name="Google Shape;6070;p84"/>
            <p:cNvGrpSpPr/>
            <p:nvPr/>
          </p:nvGrpSpPr>
          <p:grpSpPr>
            <a:xfrm>
              <a:off x="7287122" y="1447520"/>
              <a:ext cx="1219403" cy="286667"/>
              <a:chOff x="7287122" y="1447520"/>
              <a:chExt cx="1219403" cy="286667"/>
            </a:xfrm>
          </p:grpSpPr>
          <p:sp>
            <p:nvSpPr>
              <p:cNvPr id="6071" name="Google Shape;6071;p84"/>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2" name="Google Shape;6072;p84"/>
              <p:cNvGrpSpPr/>
              <p:nvPr/>
            </p:nvGrpSpPr>
            <p:grpSpPr>
              <a:xfrm>
                <a:off x="7287122" y="1581977"/>
                <a:ext cx="852803" cy="73428"/>
                <a:chOff x="7287122" y="1581977"/>
                <a:chExt cx="852803" cy="73428"/>
              </a:xfrm>
            </p:grpSpPr>
            <p:sp>
              <p:nvSpPr>
                <p:cNvPr id="6073" name="Google Shape;6073;p84"/>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74" name="Google Shape;6074;p84"/>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6075" name="Google Shape;6075;p84"/>
            <p:cNvGrpSpPr/>
            <p:nvPr/>
          </p:nvGrpSpPr>
          <p:grpSpPr>
            <a:xfrm>
              <a:off x="7287122" y="1165658"/>
              <a:ext cx="1219403" cy="344253"/>
              <a:chOff x="7287122" y="1165658"/>
              <a:chExt cx="1219403" cy="344253"/>
            </a:xfrm>
          </p:grpSpPr>
          <p:sp>
            <p:nvSpPr>
              <p:cNvPr id="6076" name="Google Shape;6076;p84"/>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7" name="Google Shape;6077;p84"/>
              <p:cNvGrpSpPr/>
              <p:nvPr/>
            </p:nvGrpSpPr>
            <p:grpSpPr>
              <a:xfrm>
                <a:off x="7287122" y="1341025"/>
                <a:ext cx="695703" cy="73419"/>
                <a:chOff x="7287122" y="1341025"/>
                <a:chExt cx="695703" cy="73419"/>
              </a:xfrm>
            </p:grpSpPr>
            <p:sp>
              <p:nvSpPr>
                <p:cNvPr id="6078" name="Google Shape;6078;p84"/>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79" name="Google Shape;6079;p84"/>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6080" name="Google Shape;6080;p84"/>
          <p:cNvGrpSpPr/>
          <p:nvPr/>
        </p:nvGrpSpPr>
        <p:grpSpPr>
          <a:xfrm>
            <a:off x="5790463" y="973174"/>
            <a:ext cx="1397729" cy="1098540"/>
            <a:chOff x="5900602" y="1193063"/>
            <a:chExt cx="1299851" cy="1021707"/>
          </a:xfrm>
        </p:grpSpPr>
        <p:grpSp>
          <p:nvGrpSpPr>
            <p:cNvPr id="6081" name="Google Shape;6081;p84"/>
            <p:cNvGrpSpPr/>
            <p:nvPr/>
          </p:nvGrpSpPr>
          <p:grpSpPr>
            <a:xfrm>
              <a:off x="6520337" y="1193063"/>
              <a:ext cx="341815" cy="799959"/>
              <a:chOff x="6520337" y="1193063"/>
              <a:chExt cx="341815" cy="799959"/>
            </a:xfrm>
          </p:grpSpPr>
          <p:grpSp>
            <p:nvGrpSpPr>
              <p:cNvPr id="6082" name="Google Shape;6082;p84"/>
              <p:cNvGrpSpPr/>
              <p:nvPr/>
            </p:nvGrpSpPr>
            <p:grpSpPr>
              <a:xfrm>
                <a:off x="6520337" y="1589527"/>
                <a:ext cx="213950" cy="403494"/>
                <a:chOff x="6520337" y="1589527"/>
                <a:chExt cx="213950" cy="403494"/>
              </a:xfrm>
            </p:grpSpPr>
            <p:sp>
              <p:nvSpPr>
                <p:cNvPr id="6083" name="Google Shape;6083;p84"/>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84"/>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5" name="Google Shape;6085;p84"/>
              <p:cNvGrpSpPr/>
              <p:nvPr/>
            </p:nvGrpSpPr>
            <p:grpSpPr>
              <a:xfrm>
                <a:off x="6577204" y="1193063"/>
                <a:ext cx="284947" cy="464512"/>
                <a:chOff x="6577204" y="1193063"/>
                <a:chExt cx="284947" cy="464512"/>
              </a:xfrm>
            </p:grpSpPr>
            <p:sp>
              <p:nvSpPr>
                <p:cNvPr id="6086" name="Google Shape;6086;p84"/>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87" name="Google Shape;6087;p84"/>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6088" name="Google Shape;6088;p84"/>
            <p:cNvGrpSpPr/>
            <p:nvPr/>
          </p:nvGrpSpPr>
          <p:grpSpPr>
            <a:xfrm>
              <a:off x="6238903" y="1193063"/>
              <a:ext cx="300475" cy="900152"/>
              <a:chOff x="6238903" y="1193063"/>
              <a:chExt cx="300475" cy="900152"/>
            </a:xfrm>
          </p:grpSpPr>
          <p:grpSp>
            <p:nvGrpSpPr>
              <p:cNvPr id="6089" name="Google Shape;6089;p84"/>
              <p:cNvGrpSpPr/>
              <p:nvPr/>
            </p:nvGrpSpPr>
            <p:grpSpPr>
              <a:xfrm>
                <a:off x="6290865" y="1489315"/>
                <a:ext cx="248514" cy="603900"/>
                <a:chOff x="6290865" y="1489315"/>
                <a:chExt cx="248514" cy="603900"/>
              </a:xfrm>
            </p:grpSpPr>
            <p:sp>
              <p:nvSpPr>
                <p:cNvPr id="6090" name="Google Shape;6090;p84"/>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84"/>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2" name="Google Shape;6092;p84"/>
              <p:cNvGrpSpPr/>
              <p:nvPr/>
            </p:nvGrpSpPr>
            <p:grpSpPr>
              <a:xfrm>
                <a:off x="6238903" y="1193063"/>
                <a:ext cx="284947" cy="333087"/>
                <a:chOff x="6238903" y="1193063"/>
                <a:chExt cx="284947" cy="333087"/>
              </a:xfrm>
            </p:grpSpPr>
            <p:sp>
              <p:nvSpPr>
                <p:cNvPr id="6093" name="Google Shape;6093;p84"/>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94" name="Google Shape;6094;p84"/>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6095" name="Google Shape;6095;p84"/>
            <p:cNvGrpSpPr/>
            <p:nvPr/>
          </p:nvGrpSpPr>
          <p:grpSpPr>
            <a:xfrm>
              <a:off x="5900602" y="1193063"/>
              <a:ext cx="444345" cy="1021707"/>
              <a:chOff x="5900602" y="1193063"/>
              <a:chExt cx="444345" cy="1021707"/>
            </a:xfrm>
          </p:grpSpPr>
          <p:grpSp>
            <p:nvGrpSpPr>
              <p:cNvPr id="6096" name="Google Shape;6096;p84"/>
              <p:cNvGrpSpPr/>
              <p:nvPr/>
            </p:nvGrpSpPr>
            <p:grpSpPr>
              <a:xfrm>
                <a:off x="6046501" y="1367785"/>
                <a:ext cx="298446" cy="846986"/>
                <a:chOff x="6046501" y="1367785"/>
                <a:chExt cx="298446" cy="846986"/>
              </a:xfrm>
            </p:grpSpPr>
            <p:sp>
              <p:nvSpPr>
                <p:cNvPr id="6097" name="Google Shape;6097;p84"/>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84"/>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9" name="Google Shape;6099;p84"/>
              <p:cNvGrpSpPr/>
              <p:nvPr/>
            </p:nvGrpSpPr>
            <p:grpSpPr>
              <a:xfrm>
                <a:off x="5900602" y="1193063"/>
                <a:ext cx="284947" cy="182312"/>
                <a:chOff x="5900602" y="1193063"/>
                <a:chExt cx="284947" cy="182312"/>
              </a:xfrm>
            </p:grpSpPr>
            <p:sp>
              <p:nvSpPr>
                <p:cNvPr id="6100" name="Google Shape;6100;p84"/>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01" name="Google Shape;6101;p84"/>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6102" name="Google Shape;6102;p84"/>
            <p:cNvGrpSpPr/>
            <p:nvPr/>
          </p:nvGrpSpPr>
          <p:grpSpPr>
            <a:xfrm>
              <a:off x="6738300" y="1193063"/>
              <a:ext cx="462153" cy="707634"/>
              <a:chOff x="6738300" y="1193063"/>
              <a:chExt cx="462153" cy="707634"/>
            </a:xfrm>
          </p:grpSpPr>
          <p:grpSp>
            <p:nvGrpSpPr>
              <p:cNvPr id="6103" name="Google Shape;6103;p84"/>
              <p:cNvGrpSpPr/>
              <p:nvPr/>
            </p:nvGrpSpPr>
            <p:grpSpPr>
              <a:xfrm>
                <a:off x="6915505" y="1193063"/>
                <a:ext cx="284947" cy="597387"/>
                <a:chOff x="6915505" y="1193063"/>
                <a:chExt cx="284947" cy="597387"/>
              </a:xfrm>
            </p:grpSpPr>
            <p:sp>
              <p:nvSpPr>
                <p:cNvPr id="6104" name="Google Shape;6104;p84"/>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05" name="Google Shape;6105;p84"/>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6106" name="Google Shape;6106;p84"/>
              <p:cNvGrpSpPr/>
              <p:nvPr/>
            </p:nvGrpSpPr>
            <p:grpSpPr>
              <a:xfrm>
                <a:off x="6738300" y="1684725"/>
                <a:ext cx="230066" cy="215971"/>
                <a:chOff x="6738300" y="1684725"/>
                <a:chExt cx="230066" cy="215971"/>
              </a:xfrm>
            </p:grpSpPr>
            <p:sp>
              <p:nvSpPr>
                <p:cNvPr id="6107" name="Google Shape;6107;p84"/>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84"/>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112"/>
        <p:cNvGrpSpPr/>
        <p:nvPr/>
      </p:nvGrpSpPr>
      <p:grpSpPr>
        <a:xfrm>
          <a:off x="0" y="0"/>
          <a:ext cx="0" cy="0"/>
          <a:chOff x="0" y="0"/>
          <a:chExt cx="0" cy="0"/>
        </a:xfrm>
      </p:grpSpPr>
      <p:grpSp>
        <p:nvGrpSpPr>
          <p:cNvPr id="6113" name="Google Shape;6113;p85"/>
          <p:cNvGrpSpPr/>
          <p:nvPr/>
        </p:nvGrpSpPr>
        <p:grpSpPr>
          <a:xfrm>
            <a:off x="829359" y="2307635"/>
            <a:ext cx="339235" cy="298186"/>
            <a:chOff x="898875" y="244725"/>
            <a:chExt cx="481800" cy="423500"/>
          </a:xfrm>
        </p:grpSpPr>
        <p:sp>
          <p:nvSpPr>
            <p:cNvPr id="6114" name="Google Shape;6114;p85"/>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5" name="Google Shape;6115;p85"/>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6" name="Google Shape;6116;p85"/>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7" name="Google Shape;6117;p85"/>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8" name="Google Shape;6118;p85"/>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9" name="Google Shape;6119;p85"/>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20" name="Google Shape;6120;p85"/>
          <p:cNvGrpSpPr/>
          <p:nvPr/>
        </p:nvGrpSpPr>
        <p:grpSpPr>
          <a:xfrm>
            <a:off x="1267741" y="2287103"/>
            <a:ext cx="298169" cy="339253"/>
            <a:chOff x="1529350" y="258825"/>
            <a:chExt cx="423475" cy="481825"/>
          </a:xfrm>
        </p:grpSpPr>
        <p:sp>
          <p:nvSpPr>
            <p:cNvPr id="6121" name="Google Shape;6121;p85"/>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2" name="Google Shape;6122;p85"/>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23" name="Google Shape;6123;p85"/>
          <p:cNvGrpSpPr/>
          <p:nvPr/>
        </p:nvGrpSpPr>
        <p:grpSpPr>
          <a:xfrm>
            <a:off x="1660716" y="2367273"/>
            <a:ext cx="340890" cy="178912"/>
            <a:chOff x="2084325" y="363300"/>
            <a:chExt cx="484150" cy="254100"/>
          </a:xfrm>
        </p:grpSpPr>
        <p:sp>
          <p:nvSpPr>
            <p:cNvPr id="6124" name="Google Shape;6124;p85"/>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5" name="Google Shape;6125;p85"/>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26" name="Google Shape;6126;p85"/>
          <p:cNvGrpSpPr/>
          <p:nvPr/>
        </p:nvGrpSpPr>
        <p:grpSpPr>
          <a:xfrm>
            <a:off x="2110011" y="2287102"/>
            <a:ext cx="298169" cy="339253"/>
            <a:chOff x="2707500" y="249400"/>
            <a:chExt cx="423475" cy="481825"/>
          </a:xfrm>
        </p:grpSpPr>
        <p:sp>
          <p:nvSpPr>
            <p:cNvPr id="6127" name="Google Shape;6127;p85"/>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8" name="Google Shape;6128;p85"/>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29" name="Google Shape;6129;p85"/>
          <p:cNvGrpSpPr/>
          <p:nvPr/>
        </p:nvGrpSpPr>
        <p:grpSpPr>
          <a:xfrm>
            <a:off x="2523626" y="2287428"/>
            <a:ext cx="305386" cy="338602"/>
            <a:chOff x="3300325" y="249875"/>
            <a:chExt cx="433725" cy="480900"/>
          </a:xfrm>
        </p:grpSpPr>
        <p:sp>
          <p:nvSpPr>
            <p:cNvPr id="6130" name="Google Shape;6130;p85"/>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1" name="Google Shape;6131;p85"/>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2" name="Google Shape;6132;p85"/>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3" name="Google Shape;6133;p85"/>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4" name="Google Shape;6134;p85"/>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5" name="Google Shape;6135;p85"/>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36" name="Google Shape;6136;p85"/>
          <p:cNvGrpSpPr/>
          <p:nvPr/>
        </p:nvGrpSpPr>
        <p:grpSpPr>
          <a:xfrm>
            <a:off x="2912712" y="2287349"/>
            <a:ext cx="352349" cy="338760"/>
            <a:chOff x="3854700" y="249750"/>
            <a:chExt cx="500425" cy="481125"/>
          </a:xfrm>
        </p:grpSpPr>
        <p:sp>
          <p:nvSpPr>
            <p:cNvPr id="6137" name="Google Shape;6137;p85"/>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8" name="Google Shape;6138;p85"/>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9" name="Google Shape;6139;p85"/>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0" name="Google Shape;6140;p85"/>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1" name="Google Shape;6141;p85"/>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2" name="Google Shape;6142;p85"/>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3" name="Google Shape;6143;p85"/>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4" name="Google Shape;6144;p85"/>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45" name="Google Shape;6145;p85"/>
          <p:cNvGrpSpPr/>
          <p:nvPr/>
        </p:nvGrpSpPr>
        <p:grpSpPr>
          <a:xfrm>
            <a:off x="3330701" y="2287349"/>
            <a:ext cx="352349" cy="338760"/>
            <a:chOff x="4447550" y="249750"/>
            <a:chExt cx="500425" cy="481125"/>
          </a:xfrm>
        </p:grpSpPr>
        <p:sp>
          <p:nvSpPr>
            <p:cNvPr id="6146" name="Google Shape;6146;p85"/>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7" name="Google Shape;6147;p85"/>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48" name="Google Shape;6148;p85"/>
          <p:cNvGrpSpPr/>
          <p:nvPr/>
        </p:nvGrpSpPr>
        <p:grpSpPr>
          <a:xfrm>
            <a:off x="3759902" y="2287102"/>
            <a:ext cx="339253" cy="339253"/>
            <a:chOff x="5049725" y="249400"/>
            <a:chExt cx="481825" cy="481825"/>
          </a:xfrm>
        </p:grpSpPr>
        <p:sp>
          <p:nvSpPr>
            <p:cNvPr id="6149" name="Google Shape;6149;p85"/>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0" name="Google Shape;6150;p85"/>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51" name="Google Shape;6151;p85"/>
          <p:cNvGrpSpPr/>
          <p:nvPr/>
        </p:nvGrpSpPr>
        <p:grpSpPr>
          <a:xfrm>
            <a:off x="4173843" y="2287102"/>
            <a:ext cx="339253" cy="339253"/>
            <a:chOff x="5660400" y="238125"/>
            <a:chExt cx="481825" cy="481825"/>
          </a:xfrm>
        </p:grpSpPr>
        <p:sp>
          <p:nvSpPr>
            <p:cNvPr id="6152" name="Google Shape;6152;p85"/>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3" name="Google Shape;6153;p85"/>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54" name="Google Shape;6154;p85"/>
          <p:cNvGrpSpPr/>
          <p:nvPr/>
        </p:nvGrpSpPr>
        <p:grpSpPr>
          <a:xfrm>
            <a:off x="4590529" y="2287102"/>
            <a:ext cx="339253" cy="339253"/>
            <a:chOff x="6235400" y="249400"/>
            <a:chExt cx="481825" cy="481825"/>
          </a:xfrm>
        </p:grpSpPr>
        <p:sp>
          <p:nvSpPr>
            <p:cNvPr id="6155" name="Google Shape;6155;p85"/>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6" name="Google Shape;6156;p85"/>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7" name="Google Shape;6157;p85"/>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8" name="Google Shape;6158;p85"/>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9" name="Google Shape;6159;p85"/>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60" name="Google Shape;6160;p85"/>
          <p:cNvGrpSpPr/>
          <p:nvPr/>
        </p:nvGrpSpPr>
        <p:grpSpPr>
          <a:xfrm>
            <a:off x="828875" y="2731810"/>
            <a:ext cx="340204" cy="298116"/>
            <a:chOff x="899850" y="871450"/>
            <a:chExt cx="483175" cy="423400"/>
          </a:xfrm>
        </p:grpSpPr>
        <p:sp>
          <p:nvSpPr>
            <p:cNvPr id="6161" name="Google Shape;6161;p85"/>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2" name="Google Shape;6162;p85"/>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3" name="Google Shape;6163;p85"/>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4" name="Google Shape;6164;p85"/>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165" name="Google Shape;6165;p85"/>
          <p:cNvSpPr/>
          <p:nvPr/>
        </p:nvSpPr>
        <p:spPr>
          <a:xfrm>
            <a:off x="1265674"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166" name="Google Shape;6166;p85"/>
          <p:cNvGrpSpPr/>
          <p:nvPr/>
        </p:nvGrpSpPr>
        <p:grpSpPr>
          <a:xfrm>
            <a:off x="1660875" y="2711232"/>
            <a:ext cx="340573" cy="339271"/>
            <a:chOff x="2085450" y="842250"/>
            <a:chExt cx="483700" cy="481850"/>
          </a:xfrm>
        </p:grpSpPr>
        <p:sp>
          <p:nvSpPr>
            <p:cNvPr id="6167" name="Google Shape;6167;p85"/>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8" name="Google Shape;6168;p85"/>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9" name="Google Shape;6169;p85"/>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70" name="Google Shape;6170;p85"/>
          <p:cNvGrpSpPr/>
          <p:nvPr/>
        </p:nvGrpSpPr>
        <p:grpSpPr>
          <a:xfrm>
            <a:off x="2089443" y="2711241"/>
            <a:ext cx="339306" cy="339253"/>
            <a:chOff x="2685825" y="840375"/>
            <a:chExt cx="481900" cy="481825"/>
          </a:xfrm>
        </p:grpSpPr>
        <p:sp>
          <p:nvSpPr>
            <p:cNvPr id="6171" name="Google Shape;6171;p85"/>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2" name="Google Shape;6172;p85"/>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73" name="Google Shape;6173;p85"/>
          <p:cNvGrpSpPr/>
          <p:nvPr/>
        </p:nvGrpSpPr>
        <p:grpSpPr>
          <a:xfrm>
            <a:off x="2501104" y="2710924"/>
            <a:ext cx="350431" cy="339887"/>
            <a:chOff x="3270675" y="841800"/>
            <a:chExt cx="497700" cy="482725"/>
          </a:xfrm>
        </p:grpSpPr>
        <p:sp>
          <p:nvSpPr>
            <p:cNvPr id="6174" name="Google Shape;6174;p85"/>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5" name="Google Shape;6175;p85"/>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6" name="Google Shape;6176;p85"/>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177" name="Google Shape;6177;p85"/>
          <p:cNvSpPr/>
          <p:nvPr/>
        </p:nvSpPr>
        <p:spPr>
          <a:xfrm>
            <a:off x="2919129"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178" name="Google Shape;6178;p85"/>
          <p:cNvGrpSpPr/>
          <p:nvPr/>
        </p:nvGrpSpPr>
        <p:grpSpPr>
          <a:xfrm>
            <a:off x="3337249" y="2731783"/>
            <a:ext cx="339253" cy="298169"/>
            <a:chOff x="4467200" y="877100"/>
            <a:chExt cx="481825" cy="423475"/>
          </a:xfrm>
        </p:grpSpPr>
        <p:sp>
          <p:nvSpPr>
            <p:cNvPr id="6179" name="Google Shape;6179;p85"/>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0" name="Google Shape;6180;p85"/>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1" name="Google Shape;6181;p85"/>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2" name="Google Shape;6182;p85"/>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83" name="Google Shape;6183;p85"/>
          <p:cNvGrpSpPr/>
          <p:nvPr/>
        </p:nvGrpSpPr>
        <p:grpSpPr>
          <a:xfrm>
            <a:off x="3752140" y="2711232"/>
            <a:ext cx="354778" cy="339271"/>
            <a:chOff x="5045500" y="842250"/>
            <a:chExt cx="503875" cy="481850"/>
          </a:xfrm>
        </p:grpSpPr>
        <p:sp>
          <p:nvSpPr>
            <p:cNvPr id="6184" name="Google Shape;6184;p85"/>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5" name="Google Shape;6185;p85"/>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86" name="Google Shape;6186;p85"/>
          <p:cNvGrpSpPr/>
          <p:nvPr/>
        </p:nvGrpSpPr>
        <p:grpSpPr>
          <a:xfrm>
            <a:off x="4174987" y="2737451"/>
            <a:ext cx="336965" cy="286833"/>
            <a:chOff x="5645200" y="879425"/>
            <a:chExt cx="478575" cy="407375"/>
          </a:xfrm>
        </p:grpSpPr>
        <p:sp>
          <p:nvSpPr>
            <p:cNvPr id="6187" name="Google Shape;6187;p85"/>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8" name="Google Shape;6188;p85"/>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9" name="Google Shape;6189;p85"/>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0" name="Google Shape;6190;p85"/>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1" name="Google Shape;6191;p85"/>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2" name="Google Shape;6192;p85"/>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93" name="Google Shape;6193;p85"/>
          <p:cNvGrpSpPr/>
          <p:nvPr/>
        </p:nvGrpSpPr>
        <p:grpSpPr>
          <a:xfrm>
            <a:off x="4611062" y="2711241"/>
            <a:ext cx="298186" cy="339253"/>
            <a:chOff x="6264525" y="842250"/>
            <a:chExt cx="423500" cy="481825"/>
          </a:xfrm>
        </p:grpSpPr>
        <p:sp>
          <p:nvSpPr>
            <p:cNvPr id="6194" name="Google Shape;6194;p85"/>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5" name="Google Shape;6195;p85"/>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6" name="Google Shape;6196;p85"/>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7" name="Google Shape;6197;p85"/>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8" name="Google Shape;6198;p85"/>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9" name="Google Shape;6199;p85"/>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0" name="Google Shape;6200;p85"/>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01" name="Google Shape;6201;p85"/>
          <p:cNvGrpSpPr/>
          <p:nvPr/>
        </p:nvGrpSpPr>
        <p:grpSpPr>
          <a:xfrm>
            <a:off x="829350" y="3125895"/>
            <a:ext cx="339253" cy="339253"/>
            <a:chOff x="900750" y="1436075"/>
            <a:chExt cx="481825" cy="481825"/>
          </a:xfrm>
        </p:grpSpPr>
        <p:sp>
          <p:nvSpPr>
            <p:cNvPr id="6202" name="Google Shape;6202;p85"/>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3" name="Google Shape;6203;p85"/>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4" name="Google Shape;6204;p85"/>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5" name="Google Shape;6205;p85"/>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06" name="Google Shape;6206;p85"/>
          <p:cNvGrpSpPr/>
          <p:nvPr/>
        </p:nvGrpSpPr>
        <p:grpSpPr>
          <a:xfrm>
            <a:off x="1247198" y="3186183"/>
            <a:ext cx="339253" cy="218676"/>
            <a:chOff x="1492675" y="1520750"/>
            <a:chExt cx="481825" cy="310575"/>
          </a:xfrm>
        </p:grpSpPr>
        <p:sp>
          <p:nvSpPr>
            <p:cNvPr id="6207" name="Google Shape;6207;p85"/>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08" name="Google Shape;6208;p85"/>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09" name="Google Shape;6209;p85"/>
          <p:cNvGrpSpPr/>
          <p:nvPr/>
        </p:nvGrpSpPr>
        <p:grpSpPr>
          <a:xfrm>
            <a:off x="1654995" y="3125877"/>
            <a:ext cx="352332" cy="339288"/>
            <a:chOff x="2071000" y="1435025"/>
            <a:chExt cx="500400" cy="481875"/>
          </a:xfrm>
        </p:grpSpPr>
        <p:sp>
          <p:nvSpPr>
            <p:cNvPr id="6210" name="Google Shape;6210;p85"/>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1" name="Google Shape;6211;p85"/>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2" name="Google Shape;6212;p85"/>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13" name="Google Shape;6213;p85"/>
          <p:cNvGrpSpPr/>
          <p:nvPr/>
        </p:nvGrpSpPr>
        <p:grpSpPr>
          <a:xfrm>
            <a:off x="2083159" y="3146709"/>
            <a:ext cx="351874" cy="297623"/>
            <a:chOff x="2678350" y="1464650"/>
            <a:chExt cx="499750" cy="422700"/>
          </a:xfrm>
        </p:grpSpPr>
        <p:sp>
          <p:nvSpPr>
            <p:cNvPr id="6214" name="Google Shape;6214;p85"/>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5" name="Google Shape;6215;p85"/>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6" name="Google Shape;6216;p85"/>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17" name="Google Shape;6217;p85"/>
          <p:cNvGrpSpPr/>
          <p:nvPr/>
        </p:nvGrpSpPr>
        <p:grpSpPr>
          <a:xfrm>
            <a:off x="2506692" y="3125895"/>
            <a:ext cx="339253" cy="339253"/>
            <a:chOff x="3271200" y="1435075"/>
            <a:chExt cx="481825" cy="481825"/>
          </a:xfrm>
        </p:grpSpPr>
        <p:sp>
          <p:nvSpPr>
            <p:cNvPr id="6218" name="Google Shape;6218;p85"/>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19" name="Google Shape;6219;p85"/>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20" name="Google Shape;6220;p85"/>
          <p:cNvGrpSpPr/>
          <p:nvPr/>
        </p:nvGrpSpPr>
        <p:grpSpPr>
          <a:xfrm>
            <a:off x="2917165" y="3125877"/>
            <a:ext cx="343442" cy="339288"/>
            <a:chOff x="3858100" y="1435075"/>
            <a:chExt cx="487775" cy="481875"/>
          </a:xfrm>
        </p:grpSpPr>
        <p:sp>
          <p:nvSpPr>
            <p:cNvPr id="6221" name="Google Shape;6221;p85"/>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2" name="Google Shape;6222;p85"/>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3" name="Google Shape;6223;p85"/>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4" name="Google Shape;6224;p85"/>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5" name="Google Shape;6225;p85"/>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26" name="Google Shape;6226;p85"/>
          <p:cNvGrpSpPr/>
          <p:nvPr/>
        </p:nvGrpSpPr>
        <p:grpSpPr>
          <a:xfrm>
            <a:off x="3337249" y="3125895"/>
            <a:ext cx="339253" cy="339253"/>
            <a:chOff x="4456875" y="1435075"/>
            <a:chExt cx="481825" cy="481825"/>
          </a:xfrm>
        </p:grpSpPr>
        <p:sp>
          <p:nvSpPr>
            <p:cNvPr id="6227" name="Google Shape;6227;p85"/>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8" name="Google Shape;6228;p85"/>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29" name="Google Shape;6229;p85"/>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0" name="Google Shape;6230;p85"/>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1" name="Google Shape;6231;p85"/>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2" name="Google Shape;6232;p85"/>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3" name="Google Shape;6233;p85"/>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4" name="Google Shape;6234;p85"/>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5" name="Google Shape;6235;p85"/>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6" name="Google Shape;6236;p85"/>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7" name="Google Shape;6237;p85"/>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8" name="Google Shape;6238;p85"/>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39" name="Google Shape;6239;p85"/>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0" name="Google Shape;6240;p85"/>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1" name="Google Shape;6241;p85"/>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2" name="Google Shape;6242;p85"/>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3" name="Google Shape;6243;p85"/>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4" name="Google Shape;6244;p85"/>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5" name="Google Shape;6245;p85"/>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46" name="Google Shape;6246;p85"/>
          <p:cNvGrpSpPr/>
          <p:nvPr/>
        </p:nvGrpSpPr>
        <p:grpSpPr>
          <a:xfrm>
            <a:off x="3758239" y="3125886"/>
            <a:ext cx="342580" cy="339271"/>
            <a:chOff x="5049725" y="1435050"/>
            <a:chExt cx="486550" cy="481850"/>
          </a:xfrm>
        </p:grpSpPr>
        <p:sp>
          <p:nvSpPr>
            <p:cNvPr id="6247" name="Google Shape;6247;p85"/>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8" name="Google Shape;6248;p85"/>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49" name="Google Shape;6249;p85"/>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0" name="Google Shape;6250;p85"/>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51" name="Google Shape;6251;p85"/>
          <p:cNvGrpSpPr/>
          <p:nvPr/>
        </p:nvGrpSpPr>
        <p:grpSpPr>
          <a:xfrm>
            <a:off x="4173790" y="3125895"/>
            <a:ext cx="339359" cy="339253"/>
            <a:chOff x="5642475" y="1435075"/>
            <a:chExt cx="481975" cy="481825"/>
          </a:xfrm>
        </p:grpSpPr>
        <p:sp>
          <p:nvSpPr>
            <p:cNvPr id="6252" name="Google Shape;6252;p85"/>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3" name="Google Shape;6253;p85"/>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4" name="Google Shape;6254;p85"/>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55" name="Google Shape;6255;p85"/>
          <p:cNvGrpSpPr/>
          <p:nvPr/>
        </p:nvGrpSpPr>
        <p:grpSpPr>
          <a:xfrm>
            <a:off x="4588276" y="3125886"/>
            <a:ext cx="343759" cy="339271"/>
            <a:chOff x="6232000" y="1435050"/>
            <a:chExt cx="488225" cy="481850"/>
          </a:xfrm>
        </p:grpSpPr>
        <p:sp>
          <p:nvSpPr>
            <p:cNvPr id="6256" name="Google Shape;6256;p85"/>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7" name="Google Shape;6257;p85"/>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8" name="Google Shape;6258;p85"/>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59" name="Google Shape;6259;p85"/>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0" name="Google Shape;6260;p85"/>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61" name="Google Shape;6261;p85"/>
          <p:cNvGrpSpPr/>
          <p:nvPr/>
        </p:nvGrpSpPr>
        <p:grpSpPr>
          <a:xfrm>
            <a:off x="849012" y="3539545"/>
            <a:ext cx="299929" cy="337792"/>
            <a:chOff x="924450" y="2028975"/>
            <a:chExt cx="425975" cy="479750"/>
          </a:xfrm>
        </p:grpSpPr>
        <p:sp>
          <p:nvSpPr>
            <p:cNvPr id="6262" name="Google Shape;6262;p85"/>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3" name="Google Shape;6263;p85"/>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4" name="Google Shape;6264;p85"/>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65" name="Google Shape;6265;p85"/>
          <p:cNvGrpSpPr/>
          <p:nvPr/>
        </p:nvGrpSpPr>
        <p:grpSpPr>
          <a:xfrm>
            <a:off x="1661509" y="3559347"/>
            <a:ext cx="339306" cy="298186"/>
            <a:chOff x="2085450" y="2057100"/>
            <a:chExt cx="481900" cy="423500"/>
          </a:xfrm>
        </p:grpSpPr>
        <p:sp>
          <p:nvSpPr>
            <p:cNvPr id="6266" name="Google Shape;6266;p85"/>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7" name="Google Shape;6267;p85"/>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68" name="Google Shape;6268;p85"/>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69" name="Google Shape;6269;p85"/>
          <p:cNvGrpSpPr/>
          <p:nvPr/>
        </p:nvGrpSpPr>
        <p:grpSpPr>
          <a:xfrm>
            <a:off x="2089442" y="3582592"/>
            <a:ext cx="339306" cy="251698"/>
            <a:chOff x="2678275" y="2090100"/>
            <a:chExt cx="481900" cy="357475"/>
          </a:xfrm>
        </p:grpSpPr>
        <p:sp>
          <p:nvSpPr>
            <p:cNvPr id="6270" name="Google Shape;6270;p85"/>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1" name="Google Shape;6271;p85"/>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2" name="Google Shape;6272;p85"/>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3" name="Google Shape;6273;p85"/>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4" name="Google Shape;6274;p85"/>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75" name="Google Shape;6275;p85"/>
          <p:cNvGrpSpPr/>
          <p:nvPr/>
        </p:nvGrpSpPr>
        <p:grpSpPr>
          <a:xfrm>
            <a:off x="2566646" y="3594790"/>
            <a:ext cx="219345" cy="227301"/>
            <a:chOff x="3357325" y="2093500"/>
            <a:chExt cx="311525" cy="322825"/>
          </a:xfrm>
        </p:grpSpPr>
        <p:sp>
          <p:nvSpPr>
            <p:cNvPr id="6276" name="Google Shape;6276;p85"/>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7" name="Google Shape;6277;p85"/>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78" name="Google Shape;6278;p85"/>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279" name="Google Shape;6279;p85"/>
          <p:cNvSpPr/>
          <p:nvPr/>
        </p:nvSpPr>
        <p:spPr>
          <a:xfrm>
            <a:off x="2921919"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280" name="Google Shape;6280;p85"/>
          <p:cNvGrpSpPr/>
          <p:nvPr/>
        </p:nvGrpSpPr>
        <p:grpSpPr>
          <a:xfrm>
            <a:off x="3360836" y="3538814"/>
            <a:ext cx="292078" cy="339253"/>
            <a:chOff x="4492800" y="2027925"/>
            <a:chExt cx="414825" cy="481825"/>
          </a:xfrm>
        </p:grpSpPr>
        <p:sp>
          <p:nvSpPr>
            <p:cNvPr id="6281" name="Google Shape;6281;p85"/>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2" name="Google Shape;6282;p85"/>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83" name="Google Shape;6283;p85"/>
          <p:cNvGrpSpPr/>
          <p:nvPr/>
        </p:nvGrpSpPr>
        <p:grpSpPr>
          <a:xfrm>
            <a:off x="3759928" y="3538805"/>
            <a:ext cx="339200" cy="339271"/>
            <a:chOff x="5049725" y="2027900"/>
            <a:chExt cx="481750" cy="481850"/>
          </a:xfrm>
        </p:grpSpPr>
        <p:sp>
          <p:nvSpPr>
            <p:cNvPr id="6284" name="Google Shape;6284;p85"/>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5" name="Google Shape;6285;p85"/>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6" name="Google Shape;6286;p85"/>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7" name="Google Shape;6287;p85"/>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8" name="Google Shape;6288;p85"/>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89" name="Google Shape;6289;p85"/>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0" name="Google Shape;6290;p85"/>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1" name="Google Shape;6291;p85"/>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92" name="Google Shape;6292;p85"/>
          <p:cNvGrpSpPr/>
          <p:nvPr/>
        </p:nvGrpSpPr>
        <p:grpSpPr>
          <a:xfrm>
            <a:off x="4233524" y="3538893"/>
            <a:ext cx="219890" cy="339095"/>
            <a:chOff x="5726350" y="2028150"/>
            <a:chExt cx="312300" cy="481600"/>
          </a:xfrm>
        </p:grpSpPr>
        <p:sp>
          <p:nvSpPr>
            <p:cNvPr id="6293" name="Google Shape;6293;p85"/>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4" name="Google Shape;6294;p85"/>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5" name="Google Shape;6295;p85"/>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96" name="Google Shape;6296;p85"/>
          <p:cNvGrpSpPr/>
          <p:nvPr/>
        </p:nvGrpSpPr>
        <p:grpSpPr>
          <a:xfrm>
            <a:off x="4593715" y="3542000"/>
            <a:ext cx="332881" cy="332881"/>
            <a:chOff x="6239925" y="2032450"/>
            <a:chExt cx="472775" cy="472775"/>
          </a:xfrm>
        </p:grpSpPr>
        <p:sp>
          <p:nvSpPr>
            <p:cNvPr id="6297" name="Google Shape;6297;p85"/>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298" name="Google Shape;6298;p85"/>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299" name="Google Shape;6299;p85"/>
          <p:cNvGrpSpPr/>
          <p:nvPr/>
        </p:nvGrpSpPr>
        <p:grpSpPr>
          <a:xfrm>
            <a:off x="5042807" y="2364092"/>
            <a:ext cx="334641" cy="185425"/>
            <a:chOff x="903075" y="2730000"/>
            <a:chExt cx="475275" cy="263350"/>
          </a:xfrm>
        </p:grpSpPr>
        <p:sp>
          <p:nvSpPr>
            <p:cNvPr id="6300" name="Google Shape;6300;p85"/>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1" name="Google Shape;6301;p85"/>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2" name="Google Shape;6302;p85"/>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03" name="Google Shape;6303;p85"/>
          <p:cNvGrpSpPr/>
          <p:nvPr/>
        </p:nvGrpSpPr>
        <p:grpSpPr>
          <a:xfrm>
            <a:off x="1247198" y="3538814"/>
            <a:ext cx="339253" cy="339253"/>
            <a:chOff x="1492675" y="2027925"/>
            <a:chExt cx="481825" cy="481825"/>
          </a:xfrm>
        </p:grpSpPr>
        <p:sp>
          <p:nvSpPr>
            <p:cNvPr id="6304" name="Google Shape;6304;p85"/>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5" name="Google Shape;6305;p85"/>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6" name="Google Shape;6306;p85"/>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7" name="Google Shape;6307;p85"/>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08" name="Google Shape;6308;p85"/>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09" name="Google Shape;6309;p85"/>
          <p:cNvGrpSpPr/>
          <p:nvPr/>
        </p:nvGrpSpPr>
        <p:grpSpPr>
          <a:xfrm>
            <a:off x="5473575" y="2287178"/>
            <a:ext cx="339253" cy="339253"/>
            <a:chOff x="1492675" y="2620775"/>
            <a:chExt cx="481825" cy="481825"/>
          </a:xfrm>
        </p:grpSpPr>
        <p:sp>
          <p:nvSpPr>
            <p:cNvPr id="6310" name="Google Shape;6310;p85"/>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1" name="Google Shape;6311;p85"/>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312" name="Google Shape;6312;p85"/>
          <p:cNvSpPr/>
          <p:nvPr/>
        </p:nvSpPr>
        <p:spPr>
          <a:xfrm>
            <a:off x="5873522"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313" name="Google Shape;6313;p85"/>
          <p:cNvGrpSpPr/>
          <p:nvPr/>
        </p:nvGrpSpPr>
        <p:grpSpPr>
          <a:xfrm>
            <a:off x="6297328" y="2303161"/>
            <a:ext cx="333585" cy="307287"/>
            <a:chOff x="2682350" y="2643425"/>
            <a:chExt cx="473775" cy="436425"/>
          </a:xfrm>
        </p:grpSpPr>
        <p:sp>
          <p:nvSpPr>
            <p:cNvPr id="6314" name="Google Shape;6314;p85"/>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5" name="Google Shape;6315;p85"/>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6" name="Google Shape;6316;p85"/>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7" name="Google Shape;6317;p85"/>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8" name="Google Shape;6318;p85"/>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19" name="Google Shape;6319;p85"/>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0" name="Google Shape;6320;p85"/>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21" name="Google Shape;6321;p85"/>
          <p:cNvGrpSpPr/>
          <p:nvPr/>
        </p:nvGrpSpPr>
        <p:grpSpPr>
          <a:xfrm>
            <a:off x="6762818" y="2287178"/>
            <a:ext cx="238531" cy="339253"/>
            <a:chOff x="3342725" y="2620775"/>
            <a:chExt cx="338775" cy="481825"/>
          </a:xfrm>
        </p:grpSpPr>
        <p:sp>
          <p:nvSpPr>
            <p:cNvPr id="6322" name="Google Shape;6322;p85"/>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3" name="Google Shape;6323;p85"/>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4" name="Google Shape;6324;p85"/>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25" name="Google Shape;6325;p85"/>
          <p:cNvGrpSpPr/>
          <p:nvPr/>
        </p:nvGrpSpPr>
        <p:grpSpPr>
          <a:xfrm>
            <a:off x="7156568" y="2287178"/>
            <a:ext cx="278296" cy="339253"/>
            <a:chOff x="3907325" y="2620775"/>
            <a:chExt cx="395250" cy="481825"/>
          </a:xfrm>
        </p:grpSpPr>
        <p:sp>
          <p:nvSpPr>
            <p:cNvPr id="6326" name="Google Shape;6326;p85"/>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7" name="Google Shape;6327;p85"/>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8" name="Google Shape;6328;p85"/>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9" name="Google Shape;6329;p85"/>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30" name="Google Shape;6330;p85"/>
          <p:cNvGrpSpPr/>
          <p:nvPr/>
        </p:nvGrpSpPr>
        <p:grpSpPr>
          <a:xfrm>
            <a:off x="7549755" y="2297783"/>
            <a:ext cx="339253" cy="318042"/>
            <a:chOff x="4456875" y="2635825"/>
            <a:chExt cx="481825" cy="451700"/>
          </a:xfrm>
        </p:grpSpPr>
        <p:sp>
          <p:nvSpPr>
            <p:cNvPr id="6331" name="Google Shape;6331;p85"/>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2" name="Google Shape;6332;p85"/>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3" name="Google Shape;6333;p85"/>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4" name="Google Shape;6334;p85"/>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5" name="Google Shape;6335;p85"/>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6" name="Google Shape;6336;p85"/>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37" name="Google Shape;6337;p85"/>
          <p:cNvGrpSpPr/>
          <p:nvPr/>
        </p:nvGrpSpPr>
        <p:grpSpPr>
          <a:xfrm>
            <a:off x="7974679" y="2297783"/>
            <a:ext cx="339253" cy="318042"/>
            <a:chOff x="5049725" y="2635825"/>
            <a:chExt cx="481825" cy="451700"/>
          </a:xfrm>
        </p:grpSpPr>
        <p:sp>
          <p:nvSpPr>
            <p:cNvPr id="6338" name="Google Shape;6338;p85"/>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9" name="Google Shape;6339;p85"/>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0" name="Google Shape;6340;p85"/>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41" name="Google Shape;6341;p85"/>
          <p:cNvGrpSpPr/>
          <p:nvPr/>
        </p:nvGrpSpPr>
        <p:grpSpPr>
          <a:xfrm>
            <a:off x="2375386" y="3952243"/>
            <a:ext cx="338566" cy="338373"/>
            <a:chOff x="5643000" y="2621375"/>
            <a:chExt cx="480850" cy="480575"/>
          </a:xfrm>
        </p:grpSpPr>
        <p:sp>
          <p:nvSpPr>
            <p:cNvPr id="6342" name="Google Shape;6342;p85"/>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3" name="Google Shape;6343;p85"/>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4" name="Google Shape;6344;p85"/>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5" name="Google Shape;6345;p85"/>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6" name="Google Shape;6346;p85"/>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7" name="Google Shape;6347;p85"/>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8" name="Google Shape;6348;p85"/>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49" name="Google Shape;6349;p85"/>
          <p:cNvGrpSpPr/>
          <p:nvPr/>
        </p:nvGrpSpPr>
        <p:grpSpPr>
          <a:xfrm>
            <a:off x="4192782" y="3951803"/>
            <a:ext cx="339359" cy="339253"/>
            <a:chOff x="6235250" y="2620775"/>
            <a:chExt cx="481975" cy="481825"/>
          </a:xfrm>
        </p:grpSpPr>
        <p:sp>
          <p:nvSpPr>
            <p:cNvPr id="6350" name="Google Shape;6350;p85"/>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1" name="Google Shape;6351;p85"/>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2" name="Google Shape;6352;p85"/>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3" name="Google Shape;6353;p85"/>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4" name="Google Shape;6354;p85"/>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355" name="Google Shape;6355;p85"/>
          <p:cNvSpPr/>
          <p:nvPr/>
        </p:nvSpPr>
        <p:spPr>
          <a:xfrm>
            <a:off x="5037584"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356" name="Google Shape;6356;p85"/>
          <p:cNvGrpSpPr/>
          <p:nvPr/>
        </p:nvGrpSpPr>
        <p:grpSpPr>
          <a:xfrm>
            <a:off x="5472652" y="2711317"/>
            <a:ext cx="341101" cy="339253"/>
            <a:chOff x="1535000" y="3223325"/>
            <a:chExt cx="484450" cy="481825"/>
          </a:xfrm>
        </p:grpSpPr>
        <p:sp>
          <p:nvSpPr>
            <p:cNvPr id="6357" name="Google Shape;6357;p85"/>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8" name="Google Shape;6358;p85"/>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9" name="Google Shape;6359;p85"/>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60" name="Google Shape;6360;p85"/>
          <p:cNvGrpSpPr/>
          <p:nvPr/>
        </p:nvGrpSpPr>
        <p:grpSpPr>
          <a:xfrm>
            <a:off x="5880219" y="2746618"/>
            <a:ext cx="339253" cy="268649"/>
            <a:chOff x="2085525" y="3263750"/>
            <a:chExt cx="481825" cy="381550"/>
          </a:xfrm>
        </p:grpSpPr>
        <p:sp>
          <p:nvSpPr>
            <p:cNvPr id="6361" name="Google Shape;6361;p85"/>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2" name="Google Shape;6362;p85"/>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363" name="Google Shape;6363;p85"/>
          <p:cNvSpPr/>
          <p:nvPr/>
        </p:nvSpPr>
        <p:spPr>
          <a:xfrm>
            <a:off x="6294404"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364" name="Google Shape;6364;p85"/>
          <p:cNvGrpSpPr/>
          <p:nvPr/>
        </p:nvGrpSpPr>
        <p:grpSpPr>
          <a:xfrm>
            <a:off x="6711982" y="2711308"/>
            <a:ext cx="340204" cy="339271"/>
            <a:chOff x="3270450" y="3213625"/>
            <a:chExt cx="483175" cy="481850"/>
          </a:xfrm>
        </p:grpSpPr>
        <p:sp>
          <p:nvSpPr>
            <p:cNvPr id="6365" name="Google Shape;6365;p85"/>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6" name="Google Shape;6366;p85"/>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67" name="Google Shape;6367;p85"/>
          <p:cNvGrpSpPr/>
          <p:nvPr/>
        </p:nvGrpSpPr>
        <p:grpSpPr>
          <a:xfrm>
            <a:off x="7211250" y="2711317"/>
            <a:ext cx="168931" cy="339253"/>
            <a:chOff x="3984950" y="3213600"/>
            <a:chExt cx="239925" cy="481825"/>
          </a:xfrm>
        </p:grpSpPr>
        <p:sp>
          <p:nvSpPr>
            <p:cNvPr id="6368" name="Google Shape;6368;p85"/>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9" name="Google Shape;6369;p85"/>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370" name="Google Shape;6370;p85"/>
          <p:cNvSpPr/>
          <p:nvPr/>
        </p:nvSpPr>
        <p:spPr>
          <a:xfrm>
            <a:off x="7549578"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1" name="Google Shape;6371;p85"/>
          <p:cNvSpPr/>
          <p:nvPr/>
        </p:nvSpPr>
        <p:spPr>
          <a:xfrm>
            <a:off x="7974508"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372" name="Google Shape;6372;p85"/>
          <p:cNvGrpSpPr/>
          <p:nvPr/>
        </p:nvGrpSpPr>
        <p:grpSpPr>
          <a:xfrm>
            <a:off x="1874281" y="3981487"/>
            <a:ext cx="355218" cy="279880"/>
            <a:chOff x="5629975" y="3255775"/>
            <a:chExt cx="504500" cy="397500"/>
          </a:xfrm>
        </p:grpSpPr>
        <p:sp>
          <p:nvSpPr>
            <p:cNvPr id="6373" name="Google Shape;6373;p85"/>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4" name="Google Shape;6374;p85"/>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5" name="Google Shape;6375;p85"/>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6" name="Google Shape;6376;p85"/>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7" name="Google Shape;6377;p85"/>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78" name="Google Shape;6378;p85"/>
          <p:cNvGrpSpPr/>
          <p:nvPr/>
        </p:nvGrpSpPr>
        <p:grpSpPr>
          <a:xfrm>
            <a:off x="3755839" y="3981593"/>
            <a:ext cx="340256" cy="279669"/>
            <a:chOff x="6234950" y="3255925"/>
            <a:chExt cx="483250" cy="397200"/>
          </a:xfrm>
        </p:grpSpPr>
        <p:sp>
          <p:nvSpPr>
            <p:cNvPr id="6379" name="Google Shape;6379;p85"/>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0" name="Google Shape;6380;p85"/>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1" name="Google Shape;6381;p85"/>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2" name="Google Shape;6382;p85"/>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3" name="Google Shape;6383;p85"/>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4" name="Google Shape;6384;p85"/>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85" name="Google Shape;6385;p85"/>
          <p:cNvGrpSpPr/>
          <p:nvPr/>
        </p:nvGrpSpPr>
        <p:grpSpPr>
          <a:xfrm>
            <a:off x="5051107" y="3125970"/>
            <a:ext cx="318042" cy="339253"/>
            <a:chOff x="914900" y="3806450"/>
            <a:chExt cx="451700" cy="481825"/>
          </a:xfrm>
        </p:grpSpPr>
        <p:sp>
          <p:nvSpPr>
            <p:cNvPr id="6386" name="Google Shape;6386;p85"/>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7" name="Google Shape;6387;p85"/>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8" name="Google Shape;6388;p85"/>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9" name="Google Shape;6389;p85"/>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0" name="Google Shape;6390;p85"/>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91" name="Google Shape;6391;p85"/>
          <p:cNvGrpSpPr/>
          <p:nvPr/>
        </p:nvGrpSpPr>
        <p:grpSpPr>
          <a:xfrm>
            <a:off x="5470028" y="3125785"/>
            <a:ext cx="346347" cy="339623"/>
            <a:chOff x="1490050" y="3805975"/>
            <a:chExt cx="491900" cy="482350"/>
          </a:xfrm>
        </p:grpSpPr>
        <p:sp>
          <p:nvSpPr>
            <p:cNvPr id="6392" name="Google Shape;6392;p85"/>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3" name="Google Shape;6393;p85"/>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4" name="Google Shape;6394;p85"/>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5" name="Google Shape;6395;p85"/>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96" name="Google Shape;6396;p85"/>
          <p:cNvGrpSpPr/>
          <p:nvPr/>
        </p:nvGrpSpPr>
        <p:grpSpPr>
          <a:xfrm>
            <a:off x="5893896" y="3125970"/>
            <a:ext cx="311899" cy="339253"/>
            <a:chOff x="2104275" y="3806450"/>
            <a:chExt cx="442975" cy="481825"/>
          </a:xfrm>
        </p:grpSpPr>
        <p:sp>
          <p:nvSpPr>
            <p:cNvPr id="6397" name="Google Shape;6397;p85"/>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8" name="Google Shape;6398;p85"/>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99" name="Google Shape;6399;p85"/>
          <p:cNvGrpSpPr/>
          <p:nvPr/>
        </p:nvGrpSpPr>
        <p:grpSpPr>
          <a:xfrm>
            <a:off x="6317413" y="3125970"/>
            <a:ext cx="293416" cy="339253"/>
            <a:chOff x="2710875" y="3806450"/>
            <a:chExt cx="416725" cy="481825"/>
          </a:xfrm>
        </p:grpSpPr>
        <p:sp>
          <p:nvSpPr>
            <p:cNvPr id="6400" name="Google Shape;6400;p85"/>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1" name="Google Shape;6401;p85"/>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02" name="Google Shape;6402;p85"/>
          <p:cNvGrpSpPr/>
          <p:nvPr/>
        </p:nvGrpSpPr>
        <p:grpSpPr>
          <a:xfrm>
            <a:off x="6712457" y="3166412"/>
            <a:ext cx="339253" cy="258369"/>
            <a:chOff x="3271200" y="3863875"/>
            <a:chExt cx="481825" cy="366950"/>
          </a:xfrm>
        </p:grpSpPr>
        <p:sp>
          <p:nvSpPr>
            <p:cNvPr id="6403" name="Google Shape;6403;p85"/>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4" name="Google Shape;6404;p85"/>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05" name="Google Shape;6405;p85"/>
          <p:cNvGrpSpPr/>
          <p:nvPr/>
        </p:nvGrpSpPr>
        <p:grpSpPr>
          <a:xfrm>
            <a:off x="7147952" y="3126199"/>
            <a:ext cx="295528" cy="338795"/>
            <a:chOff x="3895050" y="3806775"/>
            <a:chExt cx="419725" cy="481175"/>
          </a:xfrm>
        </p:grpSpPr>
        <p:sp>
          <p:nvSpPr>
            <p:cNvPr id="6406" name="Google Shape;6406;p85"/>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7" name="Google Shape;6407;p85"/>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08" name="Google Shape;6408;p85"/>
          <p:cNvGrpSpPr/>
          <p:nvPr/>
        </p:nvGrpSpPr>
        <p:grpSpPr>
          <a:xfrm>
            <a:off x="7551234" y="3125979"/>
            <a:ext cx="336296" cy="339235"/>
            <a:chOff x="4464775" y="3806475"/>
            <a:chExt cx="477625" cy="481800"/>
          </a:xfrm>
        </p:grpSpPr>
        <p:sp>
          <p:nvSpPr>
            <p:cNvPr id="6409" name="Google Shape;6409;p85"/>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0" name="Google Shape;6410;p85"/>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1" name="Google Shape;6411;p85"/>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2" name="Google Shape;6412;p85"/>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3" name="Google Shape;6413;p85"/>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4" name="Google Shape;6414;p85"/>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15" name="Google Shape;6415;p85"/>
          <p:cNvGrpSpPr/>
          <p:nvPr/>
        </p:nvGrpSpPr>
        <p:grpSpPr>
          <a:xfrm>
            <a:off x="7974679" y="3125970"/>
            <a:ext cx="339253" cy="339253"/>
            <a:chOff x="5049725" y="3806450"/>
            <a:chExt cx="481825" cy="481825"/>
          </a:xfrm>
        </p:grpSpPr>
        <p:sp>
          <p:nvSpPr>
            <p:cNvPr id="6416" name="Google Shape;6416;p85"/>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7" name="Google Shape;6417;p85"/>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8" name="Google Shape;6418;p85"/>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19" name="Google Shape;6419;p85"/>
          <p:cNvGrpSpPr/>
          <p:nvPr/>
        </p:nvGrpSpPr>
        <p:grpSpPr>
          <a:xfrm>
            <a:off x="1461983" y="3951798"/>
            <a:ext cx="339253" cy="339253"/>
            <a:chOff x="5651375" y="3806450"/>
            <a:chExt cx="481825" cy="481825"/>
          </a:xfrm>
        </p:grpSpPr>
        <p:sp>
          <p:nvSpPr>
            <p:cNvPr id="6420" name="Google Shape;6420;p85"/>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1" name="Google Shape;6421;p85"/>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2" name="Google Shape;6422;p85"/>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3" name="Google Shape;6423;p85"/>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24" name="Google Shape;6424;p85"/>
          <p:cNvGrpSpPr/>
          <p:nvPr/>
        </p:nvGrpSpPr>
        <p:grpSpPr>
          <a:xfrm>
            <a:off x="3360663" y="3953787"/>
            <a:ext cx="298503" cy="335275"/>
            <a:chOff x="6264300" y="3809300"/>
            <a:chExt cx="423950" cy="476175"/>
          </a:xfrm>
        </p:grpSpPr>
        <p:sp>
          <p:nvSpPr>
            <p:cNvPr id="6425" name="Google Shape;6425;p85"/>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6" name="Google Shape;6426;p85"/>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7" name="Google Shape;6427;p85"/>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28" name="Google Shape;6428;p85"/>
          <p:cNvGrpSpPr/>
          <p:nvPr/>
        </p:nvGrpSpPr>
        <p:grpSpPr>
          <a:xfrm>
            <a:off x="5039841" y="3538881"/>
            <a:ext cx="340573" cy="339271"/>
            <a:chOff x="898875" y="4399275"/>
            <a:chExt cx="483700" cy="481850"/>
          </a:xfrm>
        </p:grpSpPr>
        <p:sp>
          <p:nvSpPr>
            <p:cNvPr id="6429" name="Google Shape;6429;p85"/>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0" name="Google Shape;6430;p85"/>
            <p:cNvSpPr/>
            <p:nvPr/>
          </p:nvSpPr>
          <p:spPr>
            <a:xfrm>
              <a:off x="1138025" y="4763350"/>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1" name="Google Shape;6431;p85"/>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2" name="Google Shape;6432;p85"/>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3" name="Google Shape;6433;p85"/>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4" name="Google Shape;6434;p85"/>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5" name="Google Shape;6435;p85"/>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6" name="Google Shape;6436;p85"/>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37" name="Google Shape;6437;p85"/>
          <p:cNvGrpSpPr/>
          <p:nvPr/>
        </p:nvGrpSpPr>
        <p:grpSpPr>
          <a:xfrm>
            <a:off x="5473575" y="3554133"/>
            <a:ext cx="339253" cy="308765"/>
            <a:chOff x="1492675" y="4420975"/>
            <a:chExt cx="481825" cy="438525"/>
          </a:xfrm>
        </p:grpSpPr>
        <p:sp>
          <p:nvSpPr>
            <p:cNvPr id="6438" name="Google Shape;6438;p85"/>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9" name="Google Shape;6439;p85"/>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0" name="Google Shape;6440;p85"/>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1" name="Google Shape;6441;p85"/>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2" name="Google Shape;6442;p85"/>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43" name="Google Shape;6443;p85"/>
          <p:cNvGrpSpPr/>
          <p:nvPr/>
        </p:nvGrpSpPr>
        <p:grpSpPr>
          <a:xfrm>
            <a:off x="5878556" y="3539558"/>
            <a:ext cx="342580" cy="337915"/>
            <a:chOff x="2084100" y="4400250"/>
            <a:chExt cx="486550" cy="479925"/>
          </a:xfrm>
        </p:grpSpPr>
        <p:sp>
          <p:nvSpPr>
            <p:cNvPr id="6444" name="Google Shape;6444;p85"/>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5" name="Google Shape;6445;p85"/>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6" name="Google Shape;6446;p85"/>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7" name="Google Shape;6447;p85"/>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8" name="Google Shape;6448;p85"/>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9" name="Google Shape;6449;p85"/>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50" name="Google Shape;6450;p85"/>
          <p:cNvGrpSpPr/>
          <p:nvPr/>
        </p:nvGrpSpPr>
        <p:grpSpPr>
          <a:xfrm>
            <a:off x="6315036" y="3538907"/>
            <a:ext cx="298169" cy="339218"/>
            <a:chOff x="2707950" y="4399325"/>
            <a:chExt cx="423475" cy="481775"/>
          </a:xfrm>
        </p:grpSpPr>
        <p:sp>
          <p:nvSpPr>
            <p:cNvPr id="6451" name="Google Shape;6451;p85"/>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2" name="Google Shape;6452;p85"/>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3" name="Google Shape;6453;p85"/>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4" name="Google Shape;6454;p85"/>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5" name="Google Shape;6455;p85"/>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6" name="Google Shape;6456;p85"/>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7" name="Google Shape;6457;p85"/>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8" name="Google Shape;6458;p85"/>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9" name="Google Shape;6459;p85"/>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0" name="Google Shape;6460;p85"/>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1" name="Google Shape;6461;p85"/>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2" name="Google Shape;6462;p85"/>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63" name="Google Shape;6463;p85"/>
          <p:cNvGrpSpPr/>
          <p:nvPr/>
        </p:nvGrpSpPr>
        <p:grpSpPr>
          <a:xfrm>
            <a:off x="6744555" y="3538881"/>
            <a:ext cx="275057" cy="339271"/>
            <a:chOff x="3330525" y="4399275"/>
            <a:chExt cx="390650" cy="481850"/>
          </a:xfrm>
        </p:grpSpPr>
        <p:sp>
          <p:nvSpPr>
            <p:cNvPr id="6464" name="Google Shape;6464;p85"/>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5" name="Google Shape;6465;p85"/>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6" name="Google Shape;6466;p85"/>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7" name="Google Shape;6467;p85"/>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8" name="Google Shape;6468;p85"/>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9" name="Google Shape;6469;p85"/>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0" name="Google Shape;6470;p85"/>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71" name="Google Shape;6471;p85"/>
          <p:cNvGrpSpPr/>
          <p:nvPr/>
        </p:nvGrpSpPr>
        <p:grpSpPr>
          <a:xfrm>
            <a:off x="7169084" y="3538890"/>
            <a:ext cx="253265" cy="339253"/>
            <a:chOff x="3938800" y="4399275"/>
            <a:chExt cx="359700" cy="481825"/>
          </a:xfrm>
        </p:grpSpPr>
        <p:sp>
          <p:nvSpPr>
            <p:cNvPr id="6472" name="Google Shape;6472;p85"/>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3" name="Google Shape;6473;p85"/>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4" name="Google Shape;6474;p85"/>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5" name="Google Shape;6475;p85"/>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6" name="Google Shape;6476;p85"/>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77" name="Google Shape;6477;p85"/>
          <p:cNvGrpSpPr/>
          <p:nvPr/>
        </p:nvGrpSpPr>
        <p:grpSpPr>
          <a:xfrm>
            <a:off x="7639862" y="3538890"/>
            <a:ext cx="159039" cy="339253"/>
            <a:chOff x="4584850" y="4399275"/>
            <a:chExt cx="225875" cy="481825"/>
          </a:xfrm>
        </p:grpSpPr>
        <p:sp>
          <p:nvSpPr>
            <p:cNvPr id="6478" name="Google Shape;6478;p85"/>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9" name="Google Shape;6479;p85"/>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480" name="Google Shape;6480;p85"/>
          <p:cNvSpPr/>
          <p:nvPr/>
        </p:nvSpPr>
        <p:spPr>
          <a:xfrm>
            <a:off x="7957998"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481" name="Google Shape;6481;p85"/>
          <p:cNvGrpSpPr/>
          <p:nvPr/>
        </p:nvGrpSpPr>
        <p:grpSpPr>
          <a:xfrm>
            <a:off x="1049680" y="3951795"/>
            <a:ext cx="339253" cy="339253"/>
            <a:chOff x="5642550" y="4399275"/>
            <a:chExt cx="481825" cy="481825"/>
          </a:xfrm>
        </p:grpSpPr>
        <p:sp>
          <p:nvSpPr>
            <p:cNvPr id="6482" name="Google Shape;6482;p85"/>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3" name="Google Shape;6483;p85"/>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84" name="Google Shape;6484;p85"/>
          <p:cNvGrpSpPr/>
          <p:nvPr/>
        </p:nvGrpSpPr>
        <p:grpSpPr>
          <a:xfrm>
            <a:off x="2859815" y="3963703"/>
            <a:ext cx="363316" cy="315437"/>
            <a:chOff x="6218300" y="4416175"/>
            <a:chExt cx="516000" cy="448000"/>
          </a:xfrm>
        </p:grpSpPr>
        <p:sp>
          <p:nvSpPr>
            <p:cNvPr id="6485" name="Google Shape;6485;p85"/>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6" name="Google Shape;6486;p85"/>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7" name="Google Shape;6487;p85"/>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88" name="Google Shape;6488;p85"/>
          <p:cNvGrpSpPr/>
          <p:nvPr/>
        </p:nvGrpSpPr>
        <p:grpSpPr>
          <a:xfrm>
            <a:off x="5918879" y="3951792"/>
            <a:ext cx="339253" cy="339253"/>
            <a:chOff x="899850" y="4992125"/>
            <a:chExt cx="481825" cy="481825"/>
          </a:xfrm>
        </p:grpSpPr>
        <p:sp>
          <p:nvSpPr>
            <p:cNvPr id="6489" name="Google Shape;6489;p85"/>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0" name="Google Shape;6490;p85"/>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1" name="Google Shape;6491;p85"/>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92" name="Google Shape;6492;p85"/>
          <p:cNvGrpSpPr/>
          <p:nvPr/>
        </p:nvGrpSpPr>
        <p:grpSpPr>
          <a:xfrm>
            <a:off x="5461708" y="3951792"/>
            <a:ext cx="339253" cy="339253"/>
            <a:chOff x="1492675" y="4992125"/>
            <a:chExt cx="481825" cy="481825"/>
          </a:xfrm>
        </p:grpSpPr>
        <p:sp>
          <p:nvSpPr>
            <p:cNvPr id="6493" name="Google Shape;6493;p85"/>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4" name="Google Shape;6494;p85"/>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95" name="Google Shape;6495;p85"/>
          <p:cNvGrpSpPr/>
          <p:nvPr/>
        </p:nvGrpSpPr>
        <p:grpSpPr>
          <a:xfrm>
            <a:off x="5004462" y="3951792"/>
            <a:ext cx="339253" cy="339253"/>
            <a:chOff x="2085525" y="4992125"/>
            <a:chExt cx="481825" cy="481825"/>
          </a:xfrm>
        </p:grpSpPr>
        <p:sp>
          <p:nvSpPr>
            <p:cNvPr id="6496" name="Google Shape;6496;p85"/>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7" name="Google Shape;6497;p85"/>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98" name="Google Shape;6498;p85"/>
          <p:cNvGrpSpPr/>
          <p:nvPr/>
        </p:nvGrpSpPr>
        <p:grpSpPr>
          <a:xfrm>
            <a:off x="6833221" y="3951792"/>
            <a:ext cx="339253" cy="339253"/>
            <a:chOff x="2678350" y="4992125"/>
            <a:chExt cx="481825" cy="481825"/>
          </a:xfrm>
        </p:grpSpPr>
        <p:sp>
          <p:nvSpPr>
            <p:cNvPr id="6499" name="Google Shape;6499;p85"/>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0" name="Google Shape;6500;p85"/>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1" name="Google Shape;6501;p85"/>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02" name="Google Shape;6502;p85"/>
          <p:cNvGrpSpPr/>
          <p:nvPr/>
        </p:nvGrpSpPr>
        <p:grpSpPr>
          <a:xfrm>
            <a:off x="4628816" y="3951792"/>
            <a:ext cx="339253" cy="339253"/>
            <a:chOff x="3271200" y="4992125"/>
            <a:chExt cx="481825" cy="481825"/>
          </a:xfrm>
        </p:grpSpPr>
        <p:sp>
          <p:nvSpPr>
            <p:cNvPr id="6503" name="Google Shape;6503;p85"/>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4" name="Google Shape;6504;p85"/>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5" name="Google Shape;6505;p85"/>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06" name="Google Shape;6506;p85"/>
          <p:cNvGrpSpPr/>
          <p:nvPr/>
        </p:nvGrpSpPr>
        <p:grpSpPr>
          <a:xfrm>
            <a:off x="7290263" y="3952822"/>
            <a:ext cx="339411" cy="337193"/>
            <a:chOff x="3863900" y="4993625"/>
            <a:chExt cx="482050" cy="478900"/>
          </a:xfrm>
        </p:grpSpPr>
        <p:sp>
          <p:nvSpPr>
            <p:cNvPr id="6507" name="Google Shape;6507;p85"/>
            <p:cNvSpPr/>
            <p:nvPr/>
          </p:nvSpPr>
          <p:spPr>
            <a:xfrm>
              <a:off x="3877525"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8" name="Google Shape;6508;p85"/>
            <p:cNvSpPr/>
            <p:nvPr/>
          </p:nvSpPr>
          <p:spPr>
            <a:xfrm>
              <a:off x="4113750" y="5133350"/>
              <a:ext cx="232200" cy="339175"/>
            </a:xfrm>
            <a:custGeom>
              <a:avLst/>
              <a:gdLst/>
              <a:ahLst/>
              <a:cxnLst/>
              <a:rect l="l" t="t" r="r" b="b"/>
              <a:pathLst>
                <a:path w="9288" h="13567" extrusionOk="0">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9" name="Google Shape;6509;p85"/>
            <p:cNvSpPr/>
            <p:nvPr/>
          </p:nvSpPr>
          <p:spPr>
            <a:xfrm>
              <a:off x="3998800" y="4993625"/>
              <a:ext cx="334125" cy="168500"/>
            </a:xfrm>
            <a:custGeom>
              <a:avLst/>
              <a:gdLst/>
              <a:ahLst/>
              <a:cxnLst/>
              <a:rect l="l" t="t" r="r" b="b"/>
              <a:pathLst>
                <a:path w="13365" h="6740" extrusionOk="0">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0" name="Google Shape;6510;p85"/>
            <p:cNvSpPr/>
            <p:nvPr/>
          </p:nvSpPr>
          <p:spPr>
            <a:xfrm>
              <a:off x="3863900" y="5132450"/>
              <a:ext cx="221650" cy="339925"/>
            </a:xfrm>
            <a:custGeom>
              <a:avLst/>
              <a:gdLst/>
              <a:ahLst/>
              <a:cxnLst/>
              <a:rect l="l" t="t" r="r" b="b"/>
              <a:pathLst>
                <a:path w="8866" h="13597" extrusionOk="0">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11" name="Google Shape;6511;p85"/>
          <p:cNvGrpSpPr/>
          <p:nvPr/>
        </p:nvGrpSpPr>
        <p:grpSpPr>
          <a:xfrm>
            <a:off x="7747437" y="3952822"/>
            <a:ext cx="339411" cy="337193"/>
            <a:chOff x="4456725" y="4993625"/>
            <a:chExt cx="482050" cy="478900"/>
          </a:xfrm>
        </p:grpSpPr>
        <p:sp>
          <p:nvSpPr>
            <p:cNvPr id="6512" name="Google Shape;6512;p85"/>
            <p:cNvSpPr/>
            <p:nvPr/>
          </p:nvSpPr>
          <p:spPr>
            <a:xfrm>
              <a:off x="4470350" y="5058825"/>
              <a:ext cx="315450" cy="164750"/>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3" name="Google Shape;6513;p85"/>
            <p:cNvSpPr/>
            <p:nvPr/>
          </p:nvSpPr>
          <p:spPr>
            <a:xfrm>
              <a:off x="4706575" y="5133350"/>
              <a:ext cx="232200" cy="339175"/>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4" name="Google Shape;6514;p85"/>
            <p:cNvSpPr/>
            <p:nvPr/>
          </p:nvSpPr>
          <p:spPr>
            <a:xfrm>
              <a:off x="4591625" y="4993625"/>
              <a:ext cx="334125" cy="168500"/>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5" name="Google Shape;6515;p85"/>
            <p:cNvSpPr/>
            <p:nvPr/>
          </p:nvSpPr>
          <p:spPr>
            <a:xfrm>
              <a:off x="4456725" y="5132450"/>
              <a:ext cx="221650" cy="339925"/>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16" name="Google Shape;6516;p85"/>
          <p:cNvGrpSpPr/>
          <p:nvPr/>
        </p:nvGrpSpPr>
        <p:grpSpPr>
          <a:xfrm>
            <a:off x="6376030" y="3952813"/>
            <a:ext cx="339411" cy="337211"/>
            <a:chOff x="5049575" y="4993600"/>
            <a:chExt cx="482050" cy="478925"/>
          </a:xfrm>
        </p:grpSpPr>
        <p:sp>
          <p:nvSpPr>
            <p:cNvPr id="6517" name="Google Shape;6517;p85"/>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8" name="Google Shape;6518;p85"/>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9" name="Google Shape;6519;p85"/>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0" name="Google Shape;6520;p85"/>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521" name="Google Shape;6521;p85"/>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6522" name="Google Shape;6522;p85"/>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526"/>
        <p:cNvGrpSpPr/>
        <p:nvPr/>
      </p:nvGrpSpPr>
      <p:grpSpPr>
        <a:xfrm>
          <a:off x="0" y="0"/>
          <a:ext cx="0" cy="0"/>
          <a:chOff x="0" y="0"/>
          <a:chExt cx="0" cy="0"/>
        </a:xfrm>
      </p:grpSpPr>
      <p:grpSp>
        <p:nvGrpSpPr>
          <p:cNvPr id="6527" name="Google Shape;6527;p86"/>
          <p:cNvGrpSpPr/>
          <p:nvPr/>
        </p:nvGrpSpPr>
        <p:grpSpPr>
          <a:xfrm>
            <a:off x="876361" y="1308054"/>
            <a:ext cx="322099" cy="370529"/>
            <a:chOff x="-42971725" y="3217825"/>
            <a:chExt cx="275675" cy="317125"/>
          </a:xfrm>
        </p:grpSpPr>
        <p:sp>
          <p:nvSpPr>
            <p:cNvPr id="6528" name="Google Shape;6528;p86"/>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86"/>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86"/>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1" name="Google Shape;6531;p86"/>
          <p:cNvGrpSpPr/>
          <p:nvPr/>
        </p:nvGrpSpPr>
        <p:grpSpPr>
          <a:xfrm>
            <a:off x="848276" y="1776710"/>
            <a:ext cx="378270" cy="337551"/>
            <a:chOff x="-42996150" y="3612600"/>
            <a:chExt cx="323750" cy="288900"/>
          </a:xfrm>
        </p:grpSpPr>
        <p:sp>
          <p:nvSpPr>
            <p:cNvPr id="6532" name="Google Shape;6532;p86"/>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86"/>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86"/>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5" name="Google Shape;6535;p86"/>
          <p:cNvGrpSpPr/>
          <p:nvPr/>
        </p:nvGrpSpPr>
        <p:grpSpPr>
          <a:xfrm>
            <a:off x="851036" y="2186080"/>
            <a:ext cx="372749" cy="370909"/>
            <a:chOff x="-42994575" y="3950300"/>
            <a:chExt cx="319025" cy="317450"/>
          </a:xfrm>
        </p:grpSpPr>
        <p:sp>
          <p:nvSpPr>
            <p:cNvPr id="6536" name="Google Shape;6536;p86"/>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86"/>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86"/>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9" name="Google Shape;6539;p86"/>
          <p:cNvGrpSpPr/>
          <p:nvPr/>
        </p:nvGrpSpPr>
        <p:grpSpPr>
          <a:xfrm>
            <a:off x="3004431" y="1332912"/>
            <a:ext cx="371785" cy="370879"/>
            <a:chOff x="-41111350" y="3239100"/>
            <a:chExt cx="318200" cy="317425"/>
          </a:xfrm>
        </p:grpSpPr>
        <p:sp>
          <p:nvSpPr>
            <p:cNvPr id="6540" name="Google Shape;6540;p86"/>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86"/>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86"/>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86"/>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4" name="Google Shape;6544;p86"/>
          <p:cNvGrpSpPr/>
          <p:nvPr/>
        </p:nvGrpSpPr>
        <p:grpSpPr>
          <a:xfrm>
            <a:off x="3000751" y="1768444"/>
            <a:ext cx="379146" cy="370967"/>
            <a:chOff x="-41117650" y="3605525"/>
            <a:chExt cx="324500" cy="317500"/>
          </a:xfrm>
        </p:grpSpPr>
        <p:sp>
          <p:nvSpPr>
            <p:cNvPr id="6545" name="Google Shape;6545;p86"/>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86"/>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86"/>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48" name="Google Shape;6548;p86"/>
          <p:cNvSpPr/>
          <p:nvPr/>
        </p:nvSpPr>
        <p:spPr>
          <a:xfrm>
            <a:off x="3006881" y="2218029"/>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49" name="Google Shape;6549;p86"/>
          <p:cNvGrpSpPr/>
          <p:nvPr/>
        </p:nvGrpSpPr>
        <p:grpSpPr>
          <a:xfrm>
            <a:off x="1827005" y="2659967"/>
            <a:ext cx="216271" cy="371814"/>
            <a:chOff x="-39205300" y="3220175"/>
            <a:chExt cx="185100" cy="318225"/>
          </a:xfrm>
        </p:grpSpPr>
        <p:sp>
          <p:nvSpPr>
            <p:cNvPr id="6550" name="Google Shape;6550;p86"/>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86"/>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2" name="Google Shape;6552;p86"/>
          <p:cNvGrpSpPr/>
          <p:nvPr/>
        </p:nvGrpSpPr>
        <p:grpSpPr>
          <a:xfrm>
            <a:off x="1792533" y="3120038"/>
            <a:ext cx="300016" cy="369273"/>
            <a:chOff x="-39248625" y="3588600"/>
            <a:chExt cx="256775" cy="316050"/>
          </a:xfrm>
        </p:grpSpPr>
        <p:sp>
          <p:nvSpPr>
            <p:cNvPr id="6553" name="Google Shape;6553;p86"/>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86"/>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55" name="Google Shape;6555;p86"/>
          <p:cNvSpPr/>
          <p:nvPr/>
        </p:nvSpPr>
        <p:spPr>
          <a:xfrm>
            <a:off x="1763554" y="3575664"/>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86"/>
          <p:cNvSpPr/>
          <p:nvPr/>
        </p:nvSpPr>
        <p:spPr>
          <a:xfrm>
            <a:off x="3953101" y="2647102"/>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57" name="Google Shape;6557;p86"/>
          <p:cNvGrpSpPr/>
          <p:nvPr/>
        </p:nvGrpSpPr>
        <p:grpSpPr>
          <a:xfrm>
            <a:off x="1243246" y="1308054"/>
            <a:ext cx="429504" cy="370879"/>
            <a:chOff x="-42651700" y="3217825"/>
            <a:chExt cx="367600" cy="317425"/>
          </a:xfrm>
        </p:grpSpPr>
        <p:sp>
          <p:nvSpPr>
            <p:cNvPr id="6558" name="Google Shape;6558;p86"/>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86"/>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86"/>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86"/>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2" name="Google Shape;6562;p86"/>
          <p:cNvGrpSpPr/>
          <p:nvPr/>
        </p:nvGrpSpPr>
        <p:grpSpPr>
          <a:xfrm>
            <a:off x="1278678" y="1747704"/>
            <a:ext cx="358640" cy="363226"/>
            <a:chOff x="-42617300" y="3587775"/>
            <a:chExt cx="306950" cy="310875"/>
          </a:xfrm>
        </p:grpSpPr>
        <p:sp>
          <p:nvSpPr>
            <p:cNvPr id="6563" name="Google Shape;6563;p86"/>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86"/>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65" name="Google Shape;6565;p86"/>
          <p:cNvSpPr/>
          <p:nvPr/>
        </p:nvSpPr>
        <p:spPr>
          <a:xfrm>
            <a:off x="1275131" y="2186747"/>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66" name="Google Shape;6566;p86"/>
          <p:cNvGrpSpPr/>
          <p:nvPr/>
        </p:nvGrpSpPr>
        <p:grpSpPr>
          <a:xfrm>
            <a:off x="3450506" y="1332445"/>
            <a:ext cx="376926" cy="370324"/>
            <a:chOff x="-40748275" y="3238700"/>
            <a:chExt cx="322600" cy="316950"/>
          </a:xfrm>
        </p:grpSpPr>
        <p:sp>
          <p:nvSpPr>
            <p:cNvPr id="6567" name="Google Shape;6567;p86"/>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86"/>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86"/>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86"/>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86"/>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86"/>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3" name="Google Shape;6573;p86"/>
          <p:cNvGrpSpPr/>
          <p:nvPr/>
        </p:nvGrpSpPr>
        <p:grpSpPr>
          <a:xfrm>
            <a:off x="3453062" y="1800429"/>
            <a:ext cx="371814" cy="338690"/>
            <a:chOff x="-40745125" y="3632900"/>
            <a:chExt cx="318225" cy="289875"/>
          </a:xfrm>
        </p:grpSpPr>
        <p:sp>
          <p:nvSpPr>
            <p:cNvPr id="6574" name="Google Shape;6574;p86"/>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86"/>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86"/>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86"/>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86"/>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86"/>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86"/>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1" name="Google Shape;6581;p86"/>
          <p:cNvGrpSpPr/>
          <p:nvPr/>
        </p:nvGrpSpPr>
        <p:grpSpPr>
          <a:xfrm>
            <a:off x="3457209" y="2211639"/>
            <a:ext cx="363518" cy="370178"/>
            <a:chOff x="-40742750" y="3972175"/>
            <a:chExt cx="311125" cy="316825"/>
          </a:xfrm>
        </p:grpSpPr>
        <p:sp>
          <p:nvSpPr>
            <p:cNvPr id="6582" name="Google Shape;6582;p86"/>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86"/>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4" name="Google Shape;6584;p86"/>
          <p:cNvGrpSpPr/>
          <p:nvPr/>
        </p:nvGrpSpPr>
        <p:grpSpPr>
          <a:xfrm>
            <a:off x="2239871" y="2661807"/>
            <a:ext cx="266892" cy="369974"/>
            <a:chOff x="-38860325" y="3221750"/>
            <a:chExt cx="228425" cy="316650"/>
          </a:xfrm>
        </p:grpSpPr>
        <p:sp>
          <p:nvSpPr>
            <p:cNvPr id="6585" name="Google Shape;6585;p86"/>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86"/>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86"/>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86"/>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9" name="Google Shape;6589;p86"/>
          <p:cNvGrpSpPr/>
          <p:nvPr/>
        </p:nvGrpSpPr>
        <p:grpSpPr>
          <a:xfrm>
            <a:off x="2190678" y="3123864"/>
            <a:ext cx="380081" cy="367111"/>
            <a:chOff x="-38905225" y="3591875"/>
            <a:chExt cx="325300" cy="314200"/>
          </a:xfrm>
        </p:grpSpPr>
        <p:sp>
          <p:nvSpPr>
            <p:cNvPr id="6590" name="Google Shape;6590;p86"/>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86"/>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86"/>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93" name="Google Shape;6593;p86"/>
          <p:cNvSpPr/>
          <p:nvPr/>
        </p:nvSpPr>
        <p:spPr>
          <a:xfrm>
            <a:off x="2198491" y="3633642"/>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94" name="Google Shape;6594;p86"/>
          <p:cNvGrpSpPr/>
          <p:nvPr/>
        </p:nvGrpSpPr>
        <p:grpSpPr>
          <a:xfrm>
            <a:off x="3997427" y="3108944"/>
            <a:ext cx="290815" cy="369740"/>
            <a:chOff x="-37370925" y="3579105"/>
            <a:chExt cx="248900" cy="316450"/>
          </a:xfrm>
        </p:grpSpPr>
        <p:sp>
          <p:nvSpPr>
            <p:cNvPr id="6595" name="Google Shape;6595;p86"/>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86"/>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97" name="Google Shape;6597;p86"/>
          <p:cNvSpPr/>
          <p:nvPr/>
        </p:nvSpPr>
        <p:spPr>
          <a:xfrm>
            <a:off x="1697481" y="1308742"/>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86"/>
          <p:cNvSpPr/>
          <p:nvPr/>
        </p:nvSpPr>
        <p:spPr>
          <a:xfrm>
            <a:off x="1722323" y="1744044"/>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99" name="Google Shape;6599;p86"/>
          <p:cNvGrpSpPr/>
          <p:nvPr/>
        </p:nvGrpSpPr>
        <p:grpSpPr>
          <a:xfrm>
            <a:off x="1690803" y="2187015"/>
            <a:ext cx="371814" cy="369974"/>
            <a:chOff x="-42259725" y="3951100"/>
            <a:chExt cx="318225" cy="316650"/>
          </a:xfrm>
        </p:grpSpPr>
        <p:sp>
          <p:nvSpPr>
            <p:cNvPr id="6600" name="Google Shape;6600;p86"/>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86"/>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2" name="Google Shape;6602;p86"/>
          <p:cNvGrpSpPr/>
          <p:nvPr/>
        </p:nvGrpSpPr>
        <p:grpSpPr>
          <a:xfrm>
            <a:off x="3889164" y="1366036"/>
            <a:ext cx="370879" cy="337755"/>
            <a:chOff x="-40378075" y="3267450"/>
            <a:chExt cx="317425" cy="289075"/>
          </a:xfrm>
        </p:grpSpPr>
        <p:sp>
          <p:nvSpPr>
            <p:cNvPr id="6603" name="Google Shape;6603;p86"/>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86"/>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86"/>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86"/>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7" name="Google Shape;6607;p86"/>
          <p:cNvGrpSpPr/>
          <p:nvPr/>
        </p:nvGrpSpPr>
        <p:grpSpPr>
          <a:xfrm>
            <a:off x="3892830" y="1767304"/>
            <a:ext cx="363548" cy="369974"/>
            <a:chOff x="-40372575" y="3604550"/>
            <a:chExt cx="311150" cy="316650"/>
          </a:xfrm>
        </p:grpSpPr>
        <p:sp>
          <p:nvSpPr>
            <p:cNvPr id="6608" name="Google Shape;6608;p86"/>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86"/>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86"/>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11" name="Google Shape;6611;p86"/>
          <p:cNvSpPr/>
          <p:nvPr/>
        </p:nvSpPr>
        <p:spPr>
          <a:xfrm>
            <a:off x="3896162" y="2210581"/>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12" name="Google Shape;6612;p86"/>
          <p:cNvGrpSpPr/>
          <p:nvPr/>
        </p:nvGrpSpPr>
        <p:grpSpPr>
          <a:xfrm>
            <a:off x="2616780" y="2659967"/>
            <a:ext cx="399038" cy="372165"/>
            <a:chOff x="-38542250" y="3220175"/>
            <a:chExt cx="341525" cy="318525"/>
          </a:xfrm>
        </p:grpSpPr>
        <p:sp>
          <p:nvSpPr>
            <p:cNvPr id="6613" name="Google Shape;6613;p86"/>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86"/>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86"/>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6" name="Google Shape;6616;p86"/>
          <p:cNvGrpSpPr/>
          <p:nvPr/>
        </p:nvGrpSpPr>
        <p:grpSpPr>
          <a:xfrm>
            <a:off x="2638712" y="3119337"/>
            <a:ext cx="369974" cy="369068"/>
            <a:chOff x="-38537400" y="3588000"/>
            <a:chExt cx="316650" cy="315875"/>
          </a:xfrm>
        </p:grpSpPr>
        <p:sp>
          <p:nvSpPr>
            <p:cNvPr id="6617" name="Google Shape;6617;p86"/>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86"/>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86"/>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86"/>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1" name="Google Shape;6621;p86"/>
          <p:cNvGrpSpPr/>
          <p:nvPr/>
        </p:nvGrpSpPr>
        <p:grpSpPr>
          <a:xfrm>
            <a:off x="2637792" y="3576866"/>
            <a:ext cx="371814" cy="369974"/>
            <a:chOff x="-38538975" y="3954250"/>
            <a:chExt cx="318225" cy="316650"/>
          </a:xfrm>
        </p:grpSpPr>
        <p:sp>
          <p:nvSpPr>
            <p:cNvPr id="6622" name="Google Shape;6622;p86"/>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86"/>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4" name="Google Shape;6624;p86"/>
          <p:cNvGrpSpPr/>
          <p:nvPr/>
        </p:nvGrpSpPr>
        <p:grpSpPr>
          <a:xfrm>
            <a:off x="3955104" y="3571793"/>
            <a:ext cx="375465" cy="371814"/>
            <a:chOff x="-37385100" y="3949908"/>
            <a:chExt cx="321350" cy="318225"/>
          </a:xfrm>
        </p:grpSpPr>
        <p:sp>
          <p:nvSpPr>
            <p:cNvPr id="6625" name="Google Shape;6625;p86"/>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86"/>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7" name="Google Shape;6627;p86"/>
          <p:cNvGrpSpPr/>
          <p:nvPr/>
        </p:nvGrpSpPr>
        <p:grpSpPr>
          <a:xfrm>
            <a:off x="2130763" y="1307353"/>
            <a:ext cx="370909" cy="370675"/>
            <a:chOff x="-41895050" y="3217225"/>
            <a:chExt cx="317450" cy="317250"/>
          </a:xfrm>
        </p:grpSpPr>
        <p:sp>
          <p:nvSpPr>
            <p:cNvPr id="6628" name="Google Shape;6628;p86"/>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86"/>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86"/>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86"/>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86"/>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3" name="Google Shape;6633;p86"/>
          <p:cNvGrpSpPr/>
          <p:nvPr/>
        </p:nvGrpSpPr>
        <p:grpSpPr>
          <a:xfrm>
            <a:off x="2130310" y="1744287"/>
            <a:ext cx="371814" cy="369974"/>
            <a:chOff x="-41893475" y="3584850"/>
            <a:chExt cx="318225" cy="316650"/>
          </a:xfrm>
        </p:grpSpPr>
        <p:sp>
          <p:nvSpPr>
            <p:cNvPr id="6634" name="Google Shape;6634;p86"/>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86"/>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86"/>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86"/>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38" name="Google Shape;6638;p86"/>
          <p:cNvSpPr/>
          <p:nvPr/>
        </p:nvSpPr>
        <p:spPr>
          <a:xfrm>
            <a:off x="2133283" y="2188587"/>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86"/>
          <p:cNvSpPr/>
          <p:nvPr/>
        </p:nvSpPr>
        <p:spPr>
          <a:xfrm>
            <a:off x="845041" y="2680925"/>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40" name="Google Shape;6640;p86"/>
          <p:cNvGrpSpPr/>
          <p:nvPr/>
        </p:nvGrpSpPr>
        <p:grpSpPr>
          <a:xfrm>
            <a:off x="900338" y="3139579"/>
            <a:ext cx="337522" cy="370909"/>
            <a:chOff x="-39998250" y="3605325"/>
            <a:chExt cx="288875" cy="317450"/>
          </a:xfrm>
        </p:grpSpPr>
        <p:sp>
          <p:nvSpPr>
            <p:cNvPr id="6641" name="Google Shape;6641;p86"/>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86"/>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3" name="Google Shape;6643;p86"/>
          <p:cNvGrpSpPr/>
          <p:nvPr/>
        </p:nvGrpSpPr>
        <p:grpSpPr>
          <a:xfrm>
            <a:off x="884112" y="3598043"/>
            <a:ext cx="369974" cy="369945"/>
            <a:chOff x="-40011050" y="3972375"/>
            <a:chExt cx="316650" cy="316625"/>
          </a:xfrm>
        </p:grpSpPr>
        <p:sp>
          <p:nvSpPr>
            <p:cNvPr id="6644" name="Google Shape;6644;p86"/>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86"/>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6" name="Google Shape;6646;p86"/>
          <p:cNvGrpSpPr/>
          <p:nvPr/>
        </p:nvGrpSpPr>
        <p:grpSpPr>
          <a:xfrm>
            <a:off x="3116043" y="2662742"/>
            <a:ext cx="266921" cy="369039"/>
            <a:chOff x="-38129425" y="3222550"/>
            <a:chExt cx="228450" cy="315850"/>
          </a:xfrm>
        </p:grpSpPr>
        <p:sp>
          <p:nvSpPr>
            <p:cNvPr id="6647" name="Google Shape;6647;p86"/>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86"/>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9" name="Google Shape;6649;p86"/>
          <p:cNvGrpSpPr/>
          <p:nvPr/>
        </p:nvGrpSpPr>
        <p:grpSpPr>
          <a:xfrm>
            <a:off x="3071012" y="3119337"/>
            <a:ext cx="371785" cy="369974"/>
            <a:chOff x="-38172725" y="3588000"/>
            <a:chExt cx="318200" cy="316650"/>
          </a:xfrm>
        </p:grpSpPr>
        <p:sp>
          <p:nvSpPr>
            <p:cNvPr id="6650" name="Google Shape;6650;p86"/>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86"/>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86"/>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86"/>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86"/>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86"/>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86"/>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86"/>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8" name="Google Shape;6658;p86"/>
          <p:cNvGrpSpPr/>
          <p:nvPr/>
        </p:nvGrpSpPr>
        <p:grpSpPr>
          <a:xfrm>
            <a:off x="3146914" y="3577772"/>
            <a:ext cx="219981" cy="369974"/>
            <a:chOff x="-38109725" y="3955025"/>
            <a:chExt cx="188275" cy="316650"/>
          </a:xfrm>
        </p:grpSpPr>
        <p:sp>
          <p:nvSpPr>
            <p:cNvPr id="6659" name="Google Shape;6659;p86"/>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86"/>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61" name="Google Shape;6661;p86"/>
          <p:cNvSpPr/>
          <p:nvPr/>
        </p:nvSpPr>
        <p:spPr>
          <a:xfrm>
            <a:off x="2248517" y="4037533"/>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62" name="Google Shape;6662;p86"/>
          <p:cNvGrpSpPr/>
          <p:nvPr/>
        </p:nvGrpSpPr>
        <p:grpSpPr>
          <a:xfrm>
            <a:off x="2562313" y="1309193"/>
            <a:ext cx="373654" cy="369068"/>
            <a:chOff x="-41530375" y="3218800"/>
            <a:chExt cx="319800" cy="315875"/>
          </a:xfrm>
        </p:grpSpPr>
        <p:sp>
          <p:nvSpPr>
            <p:cNvPr id="6663" name="Google Shape;6663;p86"/>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86"/>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5" name="Google Shape;6665;p86"/>
          <p:cNvGrpSpPr/>
          <p:nvPr/>
        </p:nvGrpSpPr>
        <p:grpSpPr>
          <a:xfrm>
            <a:off x="2564607" y="1824351"/>
            <a:ext cx="369068" cy="289004"/>
            <a:chOff x="-41526450" y="3653375"/>
            <a:chExt cx="315875" cy="247350"/>
          </a:xfrm>
        </p:grpSpPr>
        <p:sp>
          <p:nvSpPr>
            <p:cNvPr id="6666" name="Google Shape;6666;p86"/>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86"/>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8" name="Google Shape;6668;p86"/>
          <p:cNvGrpSpPr/>
          <p:nvPr/>
        </p:nvGrpSpPr>
        <p:grpSpPr>
          <a:xfrm>
            <a:off x="2565994" y="2187015"/>
            <a:ext cx="366293" cy="369974"/>
            <a:chOff x="-41526450" y="3951100"/>
            <a:chExt cx="313500" cy="316650"/>
          </a:xfrm>
        </p:grpSpPr>
        <p:sp>
          <p:nvSpPr>
            <p:cNvPr id="6669" name="Google Shape;6669;p86"/>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86"/>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86"/>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2" name="Google Shape;6672;p86"/>
          <p:cNvGrpSpPr/>
          <p:nvPr/>
        </p:nvGrpSpPr>
        <p:grpSpPr>
          <a:xfrm>
            <a:off x="1331249" y="2681144"/>
            <a:ext cx="339595" cy="371814"/>
            <a:chOff x="-39625900" y="3238300"/>
            <a:chExt cx="290650" cy="318225"/>
          </a:xfrm>
        </p:grpSpPr>
        <p:sp>
          <p:nvSpPr>
            <p:cNvPr id="6673" name="Google Shape;6673;p86"/>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86"/>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75" name="Google Shape;6675;p86"/>
          <p:cNvSpPr/>
          <p:nvPr/>
        </p:nvSpPr>
        <p:spPr>
          <a:xfrm>
            <a:off x="1353422" y="3140270"/>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76" name="Google Shape;6676;p86"/>
          <p:cNvGrpSpPr/>
          <p:nvPr/>
        </p:nvGrpSpPr>
        <p:grpSpPr>
          <a:xfrm>
            <a:off x="1325300" y="3597605"/>
            <a:ext cx="366293" cy="370441"/>
            <a:chOff x="-39647175" y="3972000"/>
            <a:chExt cx="313500" cy="317050"/>
          </a:xfrm>
        </p:grpSpPr>
        <p:sp>
          <p:nvSpPr>
            <p:cNvPr id="6677" name="Google Shape;6677;p86"/>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86"/>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86"/>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0" name="Google Shape;6680;p86"/>
          <p:cNvGrpSpPr/>
          <p:nvPr/>
        </p:nvGrpSpPr>
        <p:grpSpPr>
          <a:xfrm>
            <a:off x="3494427" y="2661603"/>
            <a:ext cx="375495" cy="370879"/>
            <a:chOff x="-37808850" y="3221575"/>
            <a:chExt cx="321375" cy="317425"/>
          </a:xfrm>
        </p:grpSpPr>
        <p:sp>
          <p:nvSpPr>
            <p:cNvPr id="6681" name="Google Shape;6681;p86"/>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86"/>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3" name="Google Shape;6683;p86"/>
          <p:cNvGrpSpPr/>
          <p:nvPr/>
        </p:nvGrpSpPr>
        <p:grpSpPr>
          <a:xfrm>
            <a:off x="3503201" y="3183634"/>
            <a:ext cx="372749" cy="241158"/>
            <a:chOff x="-37806500" y="3643030"/>
            <a:chExt cx="319025" cy="206400"/>
          </a:xfrm>
        </p:grpSpPr>
        <p:sp>
          <p:nvSpPr>
            <p:cNvPr id="6684" name="Google Shape;6684;p86"/>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86"/>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6" name="Google Shape;6686;p86"/>
          <p:cNvGrpSpPr/>
          <p:nvPr/>
        </p:nvGrpSpPr>
        <p:grpSpPr>
          <a:xfrm>
            <a:off x="3505508" y="3575931"/>
            <a:ext cx="368134" cy="371814"/>
            <a:chOff x="-37804925" y="3953450"/>
            <a:chExt cx="315075" cy="318225"/>
          </a:xfrm>
        </p:grpSpPr>
        <p:sp>
          <p:nvSpPr>
            <p:cNvPr id="6687" name="Google Shape;6687;p86"/>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86"/>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86"/>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90" name="Google Shape;6690;p86"/>
          <p:cNvSpPr/>
          <p:nvPr/>
        </p:nvSpPr>
        <p:spPr>
          <a:xfrm>
            <a:off x="2754452" y="4040675"/>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91" name="Google Shape;6691;p86"/>
          <p:cNvGrpSpPr/>
          <p:nvPr/>
        </p:nvGrpSpPr>
        <p:grpSpPr>
          <a:xfrm>
            <a:off x="4860977" y="1328538"/>
            <a:ext cx="355663" cy="308725"/>
            <a:chOff x="-28462125" y="3199700"/>
            <a:chExt cx="298550" cy="259150"/>
          </a:xfrm>
        </p:grpSpPr>
        <p:sp>
          <p:nvSpPr>
            <p:cNvPr id="6692" name="Google Shape;6692;p86"/>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86"/>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86"/>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5" name="Google Shape;6695;p86"/>
          <p:cNvGrpSpPr/>
          <p:nvPr/>
        </p:nvGrpSpPr>
        <p:grpSpPr>
          <a:xfrm>
            <a:off x="4861930" y="1763228"/>
            <a:ext cx="353757" cy="352833"/>
            <a:chOff x="-28461325" y="3545475"/>
            <a:chExt cx="296950" cy="296175"/>
          </a:xfrm>
        </p:grpSpPr>
        <p:sp>
          <p:nvSpPr>
            <p:cNvPr id="6696" name="Google Shape;6696;p86"/>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86"/>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86"/>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86"/>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86"/>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86"/>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2" name="Google Shape;6702;p86"/>
          <p:cNvGrpSpPr/>
          <p:nvPr/>
        </p:nvGrpSpPr>
        <p:grpSpPr>
          <a:xfrm>
            <a:off x="4858162" y="2213272"/>
            <a:ext cx="361292" cy="352803"/>
            <a:chOff x="-28463700" y="3914875"/>
            <a:chExt cx="303275" cy="296150"/>
          </a:xfrm>
        </p:grpSpPr>
        <p:sp>
          <p:nvSpPr>
            <p:cNvPr id="6703" name="Google Shape;6703;p86"/>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86"/>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5" name="Google Shape;6705;p86"/>
          <p:cNvGrpSpPr/>
          <p:nvPr/>
        </p:nvGrpSpPr>
        <p:grpSpPr>
          <a:xfrm>
            <a:off x="7092947" y="1369355"/>
            <a:ext cx="351880" cy="227092"/>
            <a:chOff x="-26573400" y="3224125"/>
            <a:chExt cx="295375" cy="190625"/>
          </a:xfrm>
        </p:grpSpPr>
        <p:sp>
          <p:nvSpPr>
            <p:cNvPr id="6706" name="Google Shape;6706;p86"/>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86"/>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8" name="Google Shape;6708;p86"/>
          <p:cNvGrpSpPr/>
          <p:nvPr/>
        </p:nvGrpSpPr>
        <p:grpSpPr>
          <a:xfrm>
            <a:off x="7092947" y="1763690"/>
            <a:ext cx="351880" cy="351910"/>
            <a:chOff x="-26573400" y="3546250"/>
            <a:chExt cx="295375" cy="295400"/>
          </a:xfrm>
        </p:grpSpPr>
        <p:sp>
          <p:nvSpPr>
            <p:cNvPr id="6709" name="Google Shape;6709;p86"/>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86"/>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86"/>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86"/>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86"/>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4" name="Google Shape;6714;p86"/>
          <p:cNvGrpSpPr/>
          <p:nvPr/>
        </p:nvGrpSpPr>
        <p:grpSpPr>
          <a:xfrm>
            <a:off x="7081228" y="2213599"/>
            <a:ext cx="375319" cy="352148"/>
            <a:chOff x="-26583625" y="3917025"/>
            <a:chExt cx="315050" cy="295600"/>
          </a:xfrm>
        </p:grpSpPr>
        <p:sp>
          <p:nvSpPr>
            <p:cNvPr id="6715" name="Google Shape;6715;p86"/>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86"/>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86"/>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86"/>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19" name="Google Shape;6719;p86"/>
          <p:cNvSpPr/>
          <p:nvPr/>
        </p:nvSpPr>
        <p:spPr>
          <a:xfrm>
            <a:off x="5748315"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20" name="Google Shape;6720;p86"/>
          <p:cNvGrpSpPr/>
          <p:nvPr/>
        </p:nvGrpSpPr>
        <p:grpSpPr>
          <a:xfrm>
            <a:off x="5779742" y="3172629"/>
            <a:ext cx="289039" cy="352833"/>
            <a:chOff x="-24694925" y="3518700"/>
            <a:chExt cx="242625" cy="296175"/>
          </a:xfrm>
        </p:grpSpPr>
        <p:sp>
          <p:nvSpPr>
            <p:cNvPr id="6721" name="Google Shape;6721;p86"/>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86"/>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86"/>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86"/>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5" name="Google Shape;6725;p86"/>
          <p:cNvGrpSpPr/>
          <p:nvPr/>
        </p:nvGrpSpPr>
        <p:grpSpPr>
          <a:xfrm>
            <a:off x="5779280" y="3622657"/>
            <a:ext cx="289962" cy="352833"/>
            <a:chOff x="-24709100" y="3888875"/>
            <a:chExt cx="243400" cy="296175"/>
          </a:xfrm>
        </p:grpSpPr>
        <p:sp>
          <p:nvSpPr>
            <p:cNvPr id="6726" name="Google Shape;6726;p86"/>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86"/>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86"/>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9" name="Google Shape;6729;p86"/>
          <p:cNvGrpSpPr/>
          <p:nvPr/>
        </p:nvGrpSpPr>
        <p:grpSpPr>
          <a:xfrm>
            <a:off x="7979280" y="2695320"/>
            <a:ext cx="356556" cy="349557"/>
            <a:chOff x="-22863675" y="3131775"/>
            <a:chExt cx="299300" cy="293425"/>
          </a:xfrm>
        </p:grpSpPr>
        <p:sp>
          <p:nvSpPr>
            <p:cNvPr id="6730" name="Google Shape;6730;p86"/>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86"/>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86"/>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3" name="Google Shape;6733;p86"/>
          <p:cNvGrpSpPr/>
          <p:nvPr/>
        </p:nvGrpSpPr>
        <p:grpSpPr>
          <a:xfrm>
            <a:off x="5322144" y="1306499"/>
            <a:ext cx="310602" cy="352803"/>
            <a:chOff x="-28069875" y="3175300"/>
            <a:chExt cx="260725" cy="296150"/>
          </a:xfrm>
        </p:grpSpPr>
        <p:sp>
          <p:nvSpPr>
            <p:cNvPr id="6734" name="Google Shape;6734;p86"/>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86"/>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86"/>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86"/>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86"/>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86"/>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86"/>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86"/>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86"/>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43" name="Google Shape;6743;p86"/>
          <p:cNvSpPr/>
          <p:nvPr/>
        </p:nvSpPr>
        <p:spPr>
          <a:xfrm>
            <a:off x="5301578"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44" name="Google Shape;6744;p86"/>
          <p:cNvGrpSpPr/>
          <p:nvPr/>
        </p:nvGrpSpPr>
        <p:grpSpPr>
          <a:xfrm>
            <a:off x="5363423" y="2213733"/>
            <a:ext cx="228045" cy="351880"/>
            <a:chOff x="-28032075" y="3916450"/>
            <a:chExt cx="191425" cy="295375"/>
          </a:xfrm>
        </p:grpSpPr>
        <p:sp>
          <p:nvSpPr>
            <p:cNvPr id="6745" name="Google Shape;6745;p86"/>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86"/>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86"/>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8" name="Google Shape;6748;p86"/>
          <p:cNvGrpSpPr/>
          <p:nvPr/>
        </p:nvGrpSpPr>
        <p:grpSpPr>
          <a:xfrm>
            <a:off x="7528769" y="1306484"/>
            <a:ext cx="352833" cy="352833"/>
            <a:chOff x="-26201650" y="3176075"/>
            <a:chExt cx="296175" cy="296175"/>
          </a:xfrm>
        </p:grpSpPr>
        <p:sp>
          <p:nvSpPr>
            <p:cNvPr id="6749" name="Google Shape;6749;p86"/>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86"/>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1" name="Google Shape;6751;p86"/>
          <p:cNvGrpSpPr/>
          <p:nvPr/>
        </p:nvGrpSpPr>
        <p:grpSpPr>
          <a:xfrm>
            <a:off x="7528293" y="1763705"/>
            <a:ext cx="353786" cy="351880"/>
            <a:chOff x="-26204800" y="3547050"/>
            <a:chExt cx="296975" cy="295375"/>
          </a:xfrm>
        </p:grpSpPr>
        <p:sp>
          <p:nvSpPr>
            <p:cNvPr id="6752" name="Google Shape;6752;p86"/>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86"/>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54" name="Google Shape;6754;p86"/>
          <p:cNvSpPr/>
          <p:nvPr/>
        </p:nvSpPr>
        <p:spPr>
          <a:xfrm>
            <a:off x="7561179"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55" name="Google Shape;6755;p86"/>
          <p:cNvGrpSpPr/>
          <p:nvPr/>
        </p:nvGrpSpPr>
        <p:grpSpPr>
          <a:xfrm>
            <a:off x="6199548" y="2693683"/>
            <a:ext cx="345328" cy="352833"/>
            <a:chOff x="-24353875" y="3147725"/>
            <a:chExt cx="289875" cy="296175"/>
          </a:xfrm>
        </p:grpSpPr>
        <p:sp>
          <p:nvSpPr>
            <p:cNvPr id="6756" name="Google Shape;6756;p86"/>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86"/>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8" name="Google Shape;6758;p86"/>
          <p:cNvGrpSpPr/>
          <p:nvPr/>
        </p:nvGrpSpPr>
        <p:grpSpPr>
          <a:xfrm>
            <a:off x="6207530" y="3173090"/>
            <a:ext cx="329365" cy="351910"/>
            <a:chOff x="-24344425" y="3519475"/>
            <a:chExt cx="276475" cy="295400"/>
          </a:xfrm>
        </p:grpSpPr>
        <p:sp>
          <p:nvSpPr>
            <p:cNvPr id="6759" name="Google Shape;6759;p86"/>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86"/>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1" name="Google Shape;6761;p86"/>
          <p:cNvGrpSpPr/>
          <p:nvPr/>
        </p:nvGrpSpPr>
        <p:grpSpPr>
          <a:xfrm>
            <a:off x="6197210" y="3625010"/>
            <a:ext cx="350004" cy="348128"/>
            <a:chOff x="-24353075" y="3891250"/>
            <a:chExt cx="293800" cy="292225"/>
          </a:xfrm>
        </p:grpSpPr>
        <p:sp>
          <p:nvSpPr>
            <p:cNvPr id="6762" name="Google Shape;6762;p86"/>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86"/>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4" name="Google Shape;6764;p86"/>
          <p:cNvGrpSpPr/>
          <p:nvPr/>
        </p:nvGrpSpPr>
        <p:grpSpPr>
          <a:xfrm>
            <a:off x="7980681" y="3173313"/>
            <a:ext cx="353757" cy="351463"/>
            <a:chOff x="-22845575" y="3504075"/>
            <a:chExt cx="296950" cy="295025"/>
          </a:xfrm>
        </p:grpSpPr>
        <p:sp>
          <p:nvSpPr>
            <p:cNvPr id="6765" name="Google Shape;6765;p86"/>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86"/>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7" name="Google Shape;6767;p86"/>
          <p:cNvGrpSpPr/>
          <p:nvPr/>
        </p:nvGrpSpPr>
        <p:grpSpPr>
          <a:xfrm>
            <a:off x="5773862" y="1306961"/>
            <a:ext cx="299344" cy="351880"/>
            <a:chOff x="-27691025" y="3175300"/>
            <a:chExt cx="251275" cy="295375"/>
          </a:xfrm>
        </p:grpSpPr>
        <p:sp>
          <p:nvSpPr>
            <p:cNvPr id="6768" name="Google Shape;6768;p86"/>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86"/>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86"/>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86"/>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2" name="Google Shape;6772;p86"/>
          <p:cNvGrpSpPr/>
          <p:nvPr/>
        </p:nvGrpSpPr>
        <p:grpSpPr>
          <a:xfrm>
            <a:off x="5746179" y="1825637"/>
            <a:ext cx="354710" cy="228015"/>
            <a:chOff x="-27721750" y="3598250"/>
            <a:chExt cx="297750" cy="191400"/>
          </a:xfrm>
        </p:grpSpPr>
        <p:sp>
          <p:nvSpPr>
            <p:cNvPr id="6773" name="Google Shape;6773;p86"/>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86"/>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5" name="Google Shape;6775;p86"/>
          <p:cNvGrpSpPr/>
          <p:nvPr/>
        </p:nvGrpSpPr>
        <p:grpSpPr>
          <a:xfrm>
            <a:off x="5747579" y="2219183"/>
            <a:ext cx="351910" cy="340980"/>
            <a:chOff x="-27719400" y="3925600"/>
            <a:chExt cx="295400" cy="286225"/>
          </a:xfrm>
        </p:grpSpPr>
        <p:sp>
          <p:nvSpPr>
            <p:cNvPr id="6776" name="Google Shape;6776;p86"/>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86"/>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8" name="Google Shape;6778;p86"/>
          <p:cNvGrpSpPr/>
          <p:nvPr/>
        </p:nvGrpSpPr>
        <p:grpSpPr>
          <a:xfrm>
            <a:off x="7968851" y="1306023"/>
            <a:ext cx="353757" cy="353757"/>
            <a:chOff x="-25834600" y="3176875"/>
            <a:chExt cx="296950" cy="296950"/>
          </a:xfrm>
        </p:grpSpPr>
        <p:sp>
          <p:nvSpPr>
            <p:cNvPr id="6779" name="Google Shape;6779;p86"/>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86"/>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86"/>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86"/>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86"/>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4" name="Google Shape;6784;p86"/>
          <p:cNvGrpSpPr/>
          <p:nvPr/>
        </p:nvGrpSpPr>
        <p:grpSpPr>
          <a:xfrm>
            <a:off x="7968851" y="1774024"/>
            <a:ext cx="353757" cy="331241"/>
            <a:chOff x="-25834600" y="3564375"/>
            <a:chExt cx="296950" cy="278050"/>
          </a:xfrm>
        </p:grpSpPr>
        <p:sp>
          <p:nvSpPr>
            <p:cNvPr id="6785" name="Google Shape;6785;p86"/>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86"/>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86"/>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86"/>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86"/>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86"/>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86"/>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86"/>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3" name="Google Shape;6793;p86"/>
          <p:cNvGrpSpPr/>
          <p:nvPr/>
        </p:nvGrpSpPr>
        <p:grpSpPr>
          <a:xfrm>
            <a:off x="7966974" y="2213376"/>
            <a:ext cx="357509" cy="352595"/>
            <a:chOff x="-25834600" y="3915850"/>
            <a:chExt cx="300100" cy="295975"/>
          </a:xfrm>
        </p:grpSpPr>
        <p:sp>
          <p:nvSpPr>
            <p:cNvPr id="6794" name="Google Shape;6794;p86"/>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86"/>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86"/>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7" name="Google Shape;6797;p86"/>
          <p:cNvGrpSpPr/>
          <p:nvPr/>
        </p:nvGrpSpPr>
        <p:grpSpPr>
          <a:xfrm>
            <a:off x="6702402" y="2694606"/>
            <a:ext cx="228968" cy="350987"/>
            <a:chOff x="-23930925" y="3149300"/>
            <a:chExt cx="192200" cy="294625"/>
          </a:xfrm>
        </p:grpSpPr>
        <p:sp>
          <p:nvSpPr>
            <p:cNvPr id="6798" name="Google Shape;6798;p86"/>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86"/>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86"/>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86"/>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2" name="Google Shape;6802;p86"/>
          <p:cNvGrpSpPr/>
          <p:nvPr/>
        </p:nvGrpSpPr>
        <p:grpSpPr>
          <a:xfrm>
            <a:off x="6659232" y="3173090"/>
            <a:ext cx="315307" cy="351910"/>
            <a:chOff x="-23962425" y="3519475"/>
            <a:chExt cx="264675" cy="295400"/>
          </a:xfrm>
        </p:grpSpPr>
        <p:sp>
          <p:nvSpPr>
            <p:cNvPr id="6803" name="Google Shape;6803;p86"/>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86"/>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05" name="Google Shape;6805;p86"/>
          <p:cNvSpPr/>
          <p:nvPr/>
        </p:nvSpPr>
        <p:spPr>
          <a:xfrm>
            <a:off x="6629668"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06" name="Google Shape;6806;p86"/>
          <p:cNvGrpSpPr/>
          <p:nvPr/>
        </p:nvGrpSpPr>
        <p:grpSpPr>
          <a:xfrm>
            <a:off x="8037908" y="3623134"/>
            <a:ext cx="239302" cy="351880"/>
            <a:chOff x="-22788075" y="3904625"/>
            <a:chExt cx="200875" cy="295375"/>
          </a:xfrm>
        </p:grpSpPr>
        <p:sp>
          <p:nvSpPr>
            <p:cNvPr id="6807" name="Google Shape;6807;p86"/>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86"/>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86"/>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86"/>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1" name="Google Shape;6811;p86"/>
          <p:cNvGrpSpPr/>
          <p:nvPr/>
        </p:nvGrpSpPr>
        <p:grpSpPr>
          <a:xfrm>
            <a:off x="6193206" y="1306499"/>
            <a:ext cx="354710" cy="352803"/>
            <a:chOff x="-27351575" y="3175300"/>
            <a:chExt cx="297750" cy="296150"/>
          </a:xfrm>
        </p:grpSpPr>
        <p:sp>
          <p:nvSpPr>
            <p:cNvPr id="6812" name="Google Shape;6812;p86"/>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86"/>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86"/>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86"/>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6" name="Google Shape;6816;p86"/>
          <p:cNvGrpSpPr/>
          <p:nvPr/>
        </p:nvGrpSpPr>
        <p:grpSpPr>
          <a:xfrm>
            <a:off x="6235914" y="1763109"/>
            <a:ext cx="269293" cy="353072"/>
            <a:chOff x="-27313750" y="3545275"/>
            <a:chExt cx="226050" cy="296375"/>
          </a:xfrm>
        </p:grpSpPr>
        <p:sp>
          <p:nvSpPr>
            <p:cNvPr id="6817" name="Google Shape;6817;p86"/>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86"/>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86"/>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0" name="Google Shape;6820;p86"/>
          <p:cNvGrpSpPr/>
          <p:nvPr/>
        </p:nvGrpSpPr>
        <p:grpSpPr>
          <a:xfrm>
            <a:off x="6193206" y="2211380"/>
            <a:ext cx="354710" cy="356586"/>
            <a:chOff x="-27351575" y="3915650"/>
            <a:chExt cx="297750" cy="299325"/>
          </a:xfrm>
        </p:grpSpPr>
        <p:sp>
          <p:nvSpPr>
            <p:cNvPr id="6821" name="Google Shape;6821;p86"/>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86"/>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3" name="Google Shape;6823;p86"/>
          <p:cNvGrpSpPr/>
          <p:nvPr/>
        </p:nvGrpSpPr>
        <p:grpSpPr>
          <a:xfrm>
            <a:off x="4880696" y="2693579"/>
            <a:ext cx="319060" cy="353042"/>
            <a:chOff x="-25445525" y="3175900"/>
            <a:chExt cx="267825" cy="296350"/>
          </a:xfrm>
        </p:grpSpPr>
        <p:sp>
          <p:nvSpPr>
            <p:cNvPr id="6824" name="Google Shape;6824;p86"/>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86"/>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86"/>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7" name="Google Shape;6827;p86"/>
          <p:cNvGrpSpPr/>
          <p:nvPr/>
        </p:nvGrpSpPr>
        <p:grpSpPr>
          <a:xfrm>
            <a:off x="4862410" y="3183902"/>
            <a:ext cx="355633" cy="330288"/>
            <a:chOff x="-25465200" y="3565175"/>
            <a:chExt cx="298525" cy="277250"/>
          </a:xfrm>
        </p:grpSpPr>
        <p:sp>
          <p:nvSpPr>
            <p:cNvPr id="6828" name="Google Shape;6828;p86"/>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86"/>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0" name="Google Shape;6830;p86"/>
          <p:cNvGrpSpPr/>
          <p:nvPr/>
        </p:nvGrpSpPr>
        <p:grpSpPr>
          <a:xfrm>
            <a:off x="4861948" y="3623432"/>
            <a:ext cx="356556" cy="351285"/>
            <a:chOff x="-25465200" y="3916150"/>
            <a:chExt cx="299300" cy="294875"/>
          </a:xfrm>
        </p:grpSpPr>
        <p:sp>
          <p:nvSpPr>
            <p:cNvPr id="6831" name="Google Shape;6831;p86"/>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86"/>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3" name="Google Shape;6833;p86"/>
          <p:cNvGrpSpPr/>
          <p:nvPr/>
        </p:nvGrpSpPr>
        <p:grpSpPr>
          <a:xfrm>
            <a:off x="7089388" y="2693698"/>
            <a:ext cx="351880" cy="352803"/>
            <a:chOff x="-23615075" y="3148525"/>
            <a:chExt cx="295375" cy="296150"/>
          </a:xfrm>
        </p:grpSpPr>
        <p:sp>
          <p:nvSpPr>
            <p:cNvPr id="6834" name="Google Shape;6834;p86"/>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86"/>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86"/>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86"/>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38" name="Google Shape;6838;p86"/>
          <p:cNvSpPr/>
          <p:nvPr/>
        </p:nvSpPr>
        <p:spPr>
          <a:xfrm>
            <a:off x="7087484"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39" name="Google Shape;6839;p86"/>
          <p:cNvGrpSpPr/>
          <p:nvPr/>
        </p:nvGrpSpPr>
        <p:grpSpPr>
          <a:xfrm>
            <a:off x="7088911" y="3632977"/>
            <a:ext cx="352833" cy="332194"/>
            <a:chOff x="-23615075" y="3906200"/>
            <a:chExt cx="296175" cy="278850"/>
          </a:xfrm>
        </p:grpSpPr>
        <p:sp>
          <p:nvSpPr>
            <p:cNvPr id="6840" name="Google Shape;6840;p86"/>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86"/>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86"/>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43" name="Google Shape;6843;p86"/>
          <p:cNvSpPr/>
          <p:nvPr/>
        </p:nvSpPr>
        <p:spPr>
          <a:xfrm>
            <a:off x="6207743"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44" name="Google Shape;6844;p86"/>
          <p:cNvGrpSpPr/>
          <p:nvPr/>
        </p:nvGrpSpPr>
        <p:grpSpPr>
          <a:xfrm>
            <a:off x="6637880" y="1306618"/>
            <a:ext cx="353757" cy="352565"/>
            <a:chOff x="-26980600" y="3175500"/>
            <a:chExt cx="296950" cy="295950"/>
          </a:xfrm>
        </p:grpSpPr>
        <p:sp>
          <p:nvSpPr>
            <p:cNvPr id="6845" name="Google Shape;6845;p86"/>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86"/>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86"/>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48" name="Google Shape;6848;p86"/>
          <p:cNvSpPr/>
          <p:nvPr/>
        </p:nvSpPr>
        <p:spPr>
          <a:xfrm>
            <a:off x="6660447"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49" name="Google Shape;6849;p86"/>
          <p:cNvGrpSpPr/>
          <p:nvPr/>
        </p:nvGrpSpPr>
        <p:grpSpPr>
          <a:xfrm>
            <a:off x="6638357" y="2245154"/>
            <a:ext cx="352803" cy="289039"/>
            <a:chOff x="-26981375" y="3951875"/>
            <a:chExt cx="296150" cy="242625"/>
          </a:xfrm>
        </p:grpSpPr>
        <p:sp>
          <p:nvSpPr>
            <p:cNvPr id="6850" name="Google Shape;6850;p86"/>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86"/>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86"/>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3" name="Google Shape;6853;p86"/>
          <p:cNvGrpSpPr/>
          <p:nvPr/>
        </p:nvGrpSpPr>
        <p:grpSpPr>
          <a:xfrm>
            <a:off x="5303399" y="2692745"/>
            <a:ext cx="351910" cy="354710"/>
            <a:chOff x="-25094250" y="3176075"/>
            <a:chExt cx="295400" cy="297750"/>
          </a:xfrm>
        </p:grpSpPr>
        <p:sp>
          <p:nvSpPr>
            <p:cNvPr id="6854" name="Google Shape;6854;p86"/>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86"/>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86"/>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7" name="Google Shape;6857;p86"/>
          <p:cNvGrpSpPr/>
          <p:nvPr/>
        </p:nvGrpSpPr>
        <p:grpSpPr>
          <a:xfrm>
            <a:off x="5303399" y="3173106"/>
            <a:ext cx="351910" cy="351880"/>
            <a:chOff x="-25094250" y="3547050"/>
            <a:chExt cx="295400" cy="295375"/>
          </a:xfrm>
        </p:grpSpPr>
        <p:sp>
          <p:nvSpPr>
            <p:cNvPr id="6858" name="Google Shape;6858;p86"/>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86"/>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86"/>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86"/>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86"/>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3" name="Google Shape;6863;p86"/>
          <p:cNvSpPr/>
          <p:nvPr/>
        </p:nvSpPr>
        <p:spPr>
          <a:xfrm>
            <a:off x="5303415"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64" name="Google Shape;6864;p86"/>
          <p:cNvGrpSpPr/>
          <p:nvPr/>
        </p:nvGrpSpPr>
        <p:grpSpPr>
          <a:xfrm>
            <a:off x="7535476" y="2693698"/>
            <a:ext cx="352803" cy="352803"/>
            <a:chOff x="-23245675" y="3148525"/>
            <a:chExt cx="296150" cy="296150"/>
          </a:xfrm>
        </p:grpSpPr>
        <p:sp>
          <p:nvSpPr>
            <p:cNvPr id="6865" name="Google Shape;6865;p86"/>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86"/>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86"/>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8" name="Google Shape;6868;p86"/>
          <p:cNvSpPr/>
          <p:nvPr/>
        </p:nvSpPr>
        <p:spPr>
          <a:xfrm>
            <a:off x="7577658"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69" name="Google Shape;6869;p86"/>
          <p:cNvGrpSpPr/>
          <p:nvPr/>
        </p:nvGrpSpPr>
        <p:grpSpPr>
          <a:xfrm>
            <a:off x="7535938" y="3622672"/>
            <a:ext cx="351880" cy="352803"/>
            <a:chOff x="-23244900" y="3888100"/>
            <a:chExt cx="295375" cy="296150"/>
          </a:xfrm>
        </p:grpSpPr>
        <p:sp>
          <p:nvSpPr>
            <p:cNvPr id="6870" name="Google Shape;6870;p86"/>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86"/>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86"/>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86"/>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86"/>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86"/>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86"/>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86"/>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86"/>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86"/>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86"/>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81" name="Google Shape;6881;p86"/>
          <p:cNvSpPr/>
          <p:nvPr/>
        </p:nvSpPr>
        <p:spPr>
          <a:xfrm>
            <a:off x="6612202"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86"/>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6883" name="Google Shape;6883;p86"/>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887"/>
        <p:cNvGrpSpPr/>
        <p:nvPr/>
      </p:nvGrpSpPr>
      <p:grpSpPr>
        <a:xfrm>
          <a:off x="0" y="0"/>
          <a:ext cx="0" cy="0"/>
          <a:chOff x="0" y="0"/>
          <a:chExt cx="0" cy="0"/>
        </a:xfrm>
      </p:grpSpPr>
      <p:sp>
        <p:nvSpPr>
          <p:cNvPr id="6888" name="Google Shape;6888;p87"/>
          <p:cNvSpPr/>
          <p:nvPr/>
        </p:nvSpPr>
        <p:spPr>
          <a:xfrm>
            <a:off x="849879" y="1380449"/>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89" name="Google Shape;6889;p87"/>
          <p:cNvGrpSpPr/>
          <p:nvPr/>
        </p:nvGrpSpPr>
        <p:grpSpPr>
          <a:xfrm>
            <a:off x="850004" y="1823018"/>
            <a:ext cx="367261" cy="367261"/>
            <a:chOff x="-65145700" y="3727425"/>
            <a:chExt cx="317425" cy="317425"/>
          </a:xfrm>
        </p:grpSpPr>
        <p:sp>
          <p:nvSpPr>
            <p:cNvPr id="6890" name="Google Shape;6890;p87"/>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87"/>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2" name="Google Shape;6892;p87"/>
          <p:cNvGrpSpPr/>
          <p:nvPr/>
        </p:nvGrpSpPr>
        <p:grpSpPr>
          <a:xfrm>
            <a:off x="853201" y="2251933"/>
            <a:ext cx="360868" cy="367261"/>
            <a:chOff x="-65144125" y="4094450"/>
            <a:chExt cx="311900" cy="317425"/>
          </a:xfrm>
        </p:grpSpPr>
        <p:sp>
          <p:nvSpPr>
            <p:cNvPr id="6893" name="Google Shape;6893;p87"/>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87"/>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87"/>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96" name="Google Shape;6896;p87"/>
          <p:cNvSpPr/>
          <p:nvPr/>
        </p:nvSpPr>
        <p:spPr>
          <a:xfrm>
            <a:off x="3057429" y="1379076"/>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97" name="Google Shape;6897;p87"/>
          <p:cNvGrpSpPr/>
          <p:nvPr/>
        </p:nvGrpSpPr>
        <p:grpSpPr>
          <a:xfrm>
            <a:off x="3056770" y="1822628"/>
            <a:ext cx="370645" cy="368042"/>
            <a:chOff x="-63250675" y="3744075"/>
            <a:chExt cx="320350" cy="318100"/>
          </a:xfrm>
        </p:grpSpPr>
        <p:sp>
          <p:nvSpPr>
            <p:cNvPr id="6898" name="Google Shape;6898;p87"/>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87"/>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87"/>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1" name="Google Shape;6901;p87"/>
          <p:cNvGrpSpPr/>
          <p:nvPr/>
        </p:nvGrpSpPr>
        <p:grpSpPr>
          <a:xfrm>
            <a:off x="3058462" y="2251933"/>
            <a:ext cx="367261" cy="367261"/>
            <a:chOff x="-63250675" y="4110200"/>
            <a:chExt cx="317425" cy="317425"/>
          </a:xfrm>
        </p:grpSpPr>
        <p:sp>
          <p:nvSpPr>
            <p:cNvPr id="6902" name="Google Shape;6902;p87"/>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87"/>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87"/>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87"/>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87"/>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87"/>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87"/>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87"/>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87"/>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1" name="Google Shape;6911;p87"/>
          <p:cNvGrpSpPr/>
          <p:nvPr/>
        </p:nvGrpSpPr>
        <p:grpSpPr>
          <a:xfrm>
            <a:off x="1737509" y="2749028"/>
            <a:ext cx="359075" cy="358844"/>
            <a:chOff x="-61351725" y="3372400"/>
            <a:chExt cx="310350" cy="310150"/>
          </a:xfrm>
        </p:grpSpPr>
        <p:sp>
          <p:nvSpPr>
            <p:cNvPr id="6912" name="Google Shape;6912;p87"/>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87"/>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87"/>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5" name="Google Shape;6915;p87"/>
          <p:cNvGrpSpPr/>
          <p:nvPr/>
        </p:nvGrpSpPr>
        <p:grpSpPr>
          <a:xfrm>
            <a:off x="1733864" y="3212084"/>
            <a:ext cx="366364" cy="333534"/>
            <a:chOff x="-61354875" y="3751050"/>
            <a:chExt cx="316650" cy="288275"/>
          </a:xfrm>
        </p:grpSpPr>
        <p:sp>
          <p:nvSpPr>
            <p:cNvPr id="6916" name="Google Shape;6916;p87"/>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87"/>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87"/>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9" name="Google Shape;6919;p87"/>
          <p:cNvGrpSpPr/>
          <p:nvPr/>
        </p:nvGrpSpPr>
        <p:grpSpPr>
          <a:xfrm>
            <a:off x="1733864" y="3653724"/>
            <a:ext cx="366364" cy="367290"/>
            <a:chOff x="-61354875" y="4101525"/>
            <a:chExt cx="316650" cy="317450"/>
          </a:xfrm>
        </p:grpSpPr>
        <p:sp>
          <p:nvSpPr>
            <p:cNvPr id="6920" name="Google Shape;6920;p87"/>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87"/>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2" name="Google Shape;6922;p87"/>
          <p:cNvGrpSpPr/>
          <p:nvPr/>
        </p:nvGrpSpPr>
        <p:grpSpPr>
          <a:xfrm>
            <a:off x="3950299" y="2745600"/>
            <a:ext cx="368157" cy="365699"/>
            <a:chOff x="-59470075" y="3308975"/>
            <a:chExt cx="318200" cy="316075"/>
          </a:xfrm>
        </p:grpSpPr>
        <p:sp>
          <p:nvSpPr>
            <p:cNvPr id="6923" name="Google Shape;6923;p87"/>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87"/>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87"/>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87"/>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87"/>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87"/>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87"/>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87"/>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87"/>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2" name="Google Shape;6932;p87"/>
          <p:cNvGrpSpPr/>
          <p:nvPr/>
        </p:nvGrpSpPr>
        <p:grpSpPr>
          <a:xfrm>
            <a:off x="1295729" y="1381305"/>
            <a:ext cx="367261" cy="364686"/>
            <a:chOff x="-64781025" y="3361050"/>
            <a:chExt cx="317425" cy="315200"/>
          </a:xfrm>
        </p:grpSpPr>
        <p:sp>
          <p:nvSpPr>
            <p:cNvPr id="6933" name="Google Shape;6933;p87"/>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87"/>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87"/>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87"/>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37" name="Google Shape;6937;p87"/>
          <p:cNvSpPr/>
          <p:nvPr/>
        </p:nvSpPr>
        <p:spPr>
          <a:xfrm>
            <a:off x="1295604" y="1823911"/>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87"/>
          <p:cNvSpPr/>
          <p:nvPr/>
        </p:nvSpPr>
        <p:spPr>
          <a:xfrm>
            <a:off x="1322938" y="2251913"/>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87"/>
          <p:cNvSpPr/>
          <p:nvPr/>
        </p:nvSpPr>
        <p:spPr>
          <a:xfrm>
            <a:off x="3508223" y="1420554"/>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40" name="Google Shape;6940;p87"/>
          <p:cNvGrpSpPr/>
          <p:nvPr/>
        </p:nvGrpSpPr>
        <p:grpSpPr>
          <a:xfrm>
            <a:off x="3500129" y="1822744"/>
            <a:ext cx="382765" cy="367810"/>
            <a:chOff x="-62890750" y="3747425"/>
            <a:chExt cx="330825" cy="317900"/>
          </a:xfrm>
        </p:grpSpPr>
        <p:sp>
          <p:nvSpPr>
            <p:cNvPr id="6941" name="Google Shape;6941;p87"/>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87"/>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87"/>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87"/>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87"/>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87"/>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87"/>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87"/>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87"/>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87"/>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87"/>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87"/>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87"/>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87"/>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5" name="Google Shape;6955;p87"/>
          <p:cNvGrpSpPr/>
          <p:nvPr/>
        </p:nvGrpSpPr>
        <p:grpSpPr>
          <a:xfrm>
            <a:off x="3507881" y="2252381"/>
            <a:ext cx="367261" cy="366364"/>
            <a:chOff x="-62884425" y="4111775"/>
            <a:chExt cx="317425" cy="316650"/>
          </a:xfrm>
        </p:grpSpPr>
        <p:sp>
          <p:nvSpPr>
            <p:cNvPr id="6956" name="Google Shape;6956;p87"/>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87"/>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8" name="Google Shape;6958;p87"/>
          <p:cNvGrpSpPr/>
          <p:nvPr/>
        </p:nvGrpSpPr>
        <p:grpSpPr>
          <a:xfrm>
            <a:off x="2180515" y="2748450"/>
            <a:ext cx="365438" cy="360001"/>
            <a:chOff x="-60991775" y="3376900"/>
            <a:chExt cx="315850" cy="311150"/>
          </a:xfrm>
        </p:grpSpPr>
        <p:sp>
          <p:nvSpPr>
            <p:cNvPr id="6959" name="Google Shape;6959;p87"/>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87"/>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87"/>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2" name="Google Shape;6962;p87"/>
          <p:cNvGrpSpPr/>
          <p:nvPr/>
        </p:nvGrpSpPr>
        <p:grpSpPr>
          <a:xfrm>
            <a:off x="2180052" y="3199314"/>
            <a:ext cx="366364" cy="359075"/>
            <a:chOff x="-60988625" y="3740800"/>
            <a:chExt cx="316650" cy="310350"/>
          </a:xfrm>
        </p:grpSpPr>
        <p:sp>
          <p:nvSpPr>
            <p:cNvPr id="6963" name="Google Shape;6963;p87"/>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87"/>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87"/>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6" name="Google Shape;6966;p87"/>
          <p:cNvGrpSpPr/>
          <p:nvPr/>
        </p:nvGrpSpPr>
        <p:grpSpPr>
          <a:xfrm>
            <a:off x="2180052" y="3654765"/>
            <a:ext cx="366364" cy="365207"/>
            <a:chOff x="-60987850" y="4100950"/>
            <a:chExt cx="316650" cy="315650"/>
          </a:xfrm>
        </p:grpSpPr>
        <p:sp>
          <p:nvSpPr>
            <p:cNvPr id="6967" name="Google Shape;6967;p87"/>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87"/>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87"/>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87"/>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87"/>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2" name="Google Shape;6972;p87"/>
          <p:cNvGrpSpPr/>
          <p:nvPr/>
        </p:nvGrpSpPr>
        <p:grpSpPr>
          <a:xfrm>
            <a:off x="3949836" y="3200225"/>
            <a:ext cx="369083" cy="357253"/>
            <a:chOff x="-59447250" y="3706150"/>
            <a:chExt cx="319000" cy="308775"/>
          </a:xfrm>
        </p:grpSpPr>
        <p:sp>
          <p:nvSpPr>
            <p:cNvPr id="6973" name="Google Shape;6973;p87"/>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87"/>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87"/>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87"/>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7" name="Google Shape;6977;p87"/>
          <p:cNvGrpSpPr/>
          <p:nvPr/>
        </p:nvGrpSpPr>
        <p:grpSpPr>
          <a:xfrm>
            <a:off x="1738564" y="1381536"/>
            <a:ext cx="368186" cy="364224"/>
            <a:chOff x="-64406125" y="3362225"/>
            <a:chExt cx="318225" cy="314800"/>
          </a:xfrm>
        </p:grpSpPr>
        <p:sp>
          <p:nvSpPr>
            <p:cNvPr id="6978" name="Google Shape;6978;p87"/>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87"/>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0" name="Google Shape;6980;p87"/>
          <p:cNvSpPr/>
          <p:nvPr/>
        </p:nvSpPr>
        <p:spPr>
          <a:xfrm>
            <a:off x="1801771" y="1823000"/>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81" name="Google Shape;6981;p87"/>
          <p:cNvGrpSpPr/>
          <p:nvPr/>
        </p:nvGrpSpPr>
        <p:grpSpPr>
          <a:xfrm>
            <a:off x="1739027" y="2252381"/>
            <a:ext cx="367261" cy="366364"/>
            <a:chOff x="-64410850" y="4094450"/>
            <a:chExt cx="317425" cy="316650"/>
          </a:xfrm>
        </p:grpSpPr>
        <p:sp>
          <p:nvSpPr>
            <p:cNvPr id="6982" name="Google Shape;6982;p87"/>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87"/>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87"/>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5" name="Google Shape;6985;p87"/>
          <p:cNvSpPr/>
          <p:nvPr/>
        </p:nvSpPr>
        <p:spPr>
          <a:xfrm>
            <a:off x="3983247" y="1379900"/>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86" name="Google Shape;6986;p87"/>
          <p:cNvGrpSpPr/>
          <p:nvPr/>
        </p:nvGrpSpPr>
        <p:grpSpPr>
          <a:xfrm>
            <a:off x="3960575" y="1822454"/>
            <a:ext cx="365467" cy="368389"/>
            <a:chOff x="-62516625" y="3743175"/>
            <a:chExt cx="315875" cy="318400"/>
          </a:xfrm>
        </p:grpSpPr>
        <p:sp>
          <p:nvSpPr>
            <p:cNvPr id="6987" name="Google Shape;6987;p87"/>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87"/>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9" name="Google Shape;6989;p87"/>
          <p:cNvGrpSpPr/>
          <p:nvPr/>
        </p:nvGrpSpPr>
        <p:grpSpPr>
          <a:xfrm>
            <a:off x="3967415" y="2272426"/>
            <a:ext cx="351786" cy="326274"/>
            <a:chOff x="-62511900" y="4129100"/>
            <a:chExt cx="304050" cy="282000"/>
          </a:xfrm>
        </p:grpSpPr>
        <p:sp>
          <p:nvSpPr>
            <p:cNvPr id="6990" name="Google Shape;6990;p87"/>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87"/>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87"/>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87"/>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87"/>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5" name="Google Shape;6995;p87"/>
          <p:cNvGrpSpPr/>
          <p:nvPr/>
        </p:nvGrpSpPr>
        <p:grpSpPr>
          <a:xfrm>
            <a:off x="2645537" y="2744820"/>
            <a:ext cx="310770" cy="367261"/>
            <a:chOff x="-60597975" y="3367475"/>
            <a:chExt cx="268600" cy="317425"/>
          </a:xfrm>
        </p:grpSpPr>
        <p:sp>
          <p:nvSpPr>
            <p:cNvPr id="6996" name="Google Shape;6996;p87"/>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87"/>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87"/>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87"/>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87"/>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01" name="Google Shape;7001;p87"/>
          <p:cNvSpPr/>
          <p:nvPr/>
        </p:nvSpPr>
        <p:spPr>
          <a:xfrm>
            <a:off x="2616264" y="3196331"/>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02" name="Google Shape;7002;p87"/>
          <p:cNvGrpSpPr/>
          <p:nvPr/>
        </p:nvGrpSpPr>
        <p:grpSpPr>
          <a:xfrm>
            <a:off x="2617740" y="3706136"/>
            <a:ext cx="366364" cy="262465"/>
            <a:chOff x="-60621600" y="4145650"/>
            <a:chExt cx="316650" cy="226850"/>
          </a:xfrm>
        </p:grpSpPr>
        <p:sp>
          <p:nvSpPr>
            <p:cNvPr id="7003" name="Google Shape;7003;p87"/>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87"/>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87"/>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6" name="Google Shape;7006;p87"/>
          <p:cNvGrpSpPr/>
          <p:nvPr/>
        </p:nvGrpSpPr>
        <p:grpSpPr>
          <a:xfrm>
            <a:off x="3954392" y="3654635"/>
            <a:ext cx="359972" cy="365467"/>
            <a:chOff x="-59400775" y="4084200"/>
            <a:chExt cx="311125" cy="315875"/>
          </a:xfrm>
        </p:grpSpPr>
        <p:sp>
          <p:nvSpPr>
            <p:cNvPr id="7007" name="Google Shape;7007;p87"/>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87"/>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87"/>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87"/>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87"/>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87"/>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3" name="Google Shape;7013;p87"/>
          <p:cNvGrpSpPr/>
          <p:nvPr/>
        </p:nvGrpSpPr>
        <p:grpSpPr>
          <a:xfrm>
            <a:off x="2178486" y="1380466"/>
            <a:ext cx="365438" cy="366364"/>
            <a:chOff x="-64044600" y="3360375"/>
            <a:chExt cx="315850" cy="316650"/>
          </a:xfrm>
        </p:grpSpPr>
        <p:sp>
          <p:nvSpPr>
            <p:cNvPr id="7014" name="Google Shape;7014;p87"/>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87"/>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87"/>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7" name="Google Shape;7017;p87"/>
          <p:cNvGrpSpPr/>
          <p:nvPr/>
        </p:nvGrpSpPr>
        <p:grpSpPr>
          <a:xfrm>
            <a:off x="2204909" y="1823018"/>
            <a:ext cx="312592" cy="367261"/>
            <a:chOff x="-64022550" y="3727425"/>
            <a:chExt cx="270175" cy="317425"/>
          </a:xfrm>
        </p:grpSpPr>
        <p:sp>
          <p:nvSpPr>
            <p:cNvPr id="7018" name="Google Shape;7018;p87"/>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87"/>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87"/>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1" name="Google Shape;7021;p87"/>
          <p:cNvGrpSpPr/>
          <p:nvPr/>
        </p:nvGrpSpPr>
        <p:grpSpPr>
          <a:xfrm>
            <a:off x="2229047" y="2251918"/>
            <a:ext cx="264317" cy="367290"/>
            <a:chOff x="-64001300" y="4093650"/>
            <a:chExt cx="228450" cy="317450"/>
          </a:xfrm>
        </p:grpSpPr>
        <p:sp>
          <p:nvSpPr>
            <p:cNvPr id="7022" name="Google Shape;7022;p87"/>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87"/>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87"/>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87"/>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6" name="Google Shape;7026;p87"/>
          <p:cNvGrpSpPr/>
          <p:nvPr/>
        </p:nvGrpSpPr>
        <p:grpSpPr>
          <a:xfrm>
            <a:off x="848051" y="2745210"/>
            <a:ext cx="359972" cy="366480"/>
            <a:chOff x="-62148800" y="3377700"/>
            <a:chExt cx="311125" cy="316750"/>
          </a:xfrm>
        </p:grpSpPr>
        <p:sp>
          <p:nvSpPr>
            <p:cNvPr id="7027" name="Google Shape;7027;p87"/>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87"/>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9" name="Google Shape;7029;p87"/>
          <p:cNvGrpSpPr/>
          <p:nvPr/>
        </p:nvGrpSpPr>
        <p:grpSpPr>
          <a:xfrm>
            <a:off x="843958" y="3195207"/>
            <a:ext cx="368157" cy="367290"/>
            <a:chOff x="-62154300" y="3743950"/>
            <a:chExt cx="318200" cy="317450"/>
          </a:xfrm>
        </p:grpSpPr>
        <p:sp>
          <p:nvSpPr>
            <p:cNvPr id="7030" name="Google Shape;7030;p87"/>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87"/>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2" name="Google Shape;7032;p87"/>
          <p:cNvGrpSpPr/>
          <p:nvPr/>
        </p:nvGrpSpPr>
        <p:grpSpPr>
          <a:xfrm>
            <a:off x="843944" y="3654187"/>
            <a:ext cx="368186" cy="366364"/>
            <a:chOff x="-62151950" y="4111775"/>
            <a:chExt cx="318225" cy="316650"/>
          </a:xfrm>
        </p:grpSpPr>
        <p:sp>
          <p:nvSpPr>
            <p:cNvPr id="7033" name="Google Shape;7033;p87"/>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87"/>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87"/>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87"/>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7" name="Google Shape;7037;p87"/>
          <p:cNvGrpSpPr/>
          <p:nvPr/>
        </p:nvGrpSpPr>
        <p:grpSpPr>
          <a:xfrm>
            <a:off x="3062568" y="2744733"/>
            <a:ext cx="368157" cy="367434"/>
            <a:chOff x="-60254550" y="3367325"/>
            <a:chExt cx="318200" cy="317575"/>
          </a:xfrm>
        </p:grpSpPr>
        <p:sp>
          <p:nvSpPr>
            <p:cNvPr id="7038" name="Google Shape;7038;p87"/>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87"/>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87"/>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87"/>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2" name="Google Shape;7042;p87"/>
          <p:cNvGrpSpPr/>
          <p:nvPr/>
        </p:nvGrpSpPr>
        <p:grpSpPr>
          <a:xfrm>
            <a:off x="3063465" y="3195727"/>
            <a:ext cx="366364" cy="366248"/>
            <a:chOff x="-60255350" y="3733825"/>
            <a:chExt cx="316650" cy="316550"/>
          </a:xfrm>
        </p:grpSpPr>
        <p:sp>
          <p:nvSpPr>
            <p:cNvPr id="7043" name="Google Shape;7043;p87"/>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87"/>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87"/>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87"/>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87"/>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87"/>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87"/>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0" name="Google Shape;7050;p87"/>
          <p:cNvGrpSpPr/>
          <p:nvPr/>
        </p:nvGrpSpPr>
        <p:grpSpPr>
          <a:xfrm>
            <a:off x="3091262" y="3654635"/>
            <a:ext cx="310770" cy="365467"/>
            <a:chOff x="-60232500" y="4101525"/>
            <a:chExt cx="268600" cy="315875"/>
          </a:xfrm>
        </p:grpSpPr>
        <p:sp>
          <p:nvSpPr>
            <p:cNvPr id="7051" name="Google Shape;7051;p87"/>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87"/>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3" name="Google Shape;7053;p87"/>
          <p:cNvSpPr/>
          <p:nvPr/>
        </p:nvSpPr>
        <p:spPr>
          <a:xfrm>
            <a:off x="2179036" y="4123569"/>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4" name="Google Shape;7054;p87"/>
          <p:cNvGrpSpPr/>
          <p:nvPr/>
        </p:nvGrpSpPr>
        <p:grpSpPr>
          <a:xfrm>
            <a:off x="2624262" y="1380466"/>
            <a:ext cx="368186" cy="366364"/>
            <a:chOff x="-63679950" y="3360375"/>
            <a:chExt cx="318225" cy="316650"/>
          </a:xfrm>
        </p:grpSpPr>
        <p:sp>
          <p:nvSpPr>
            <p:cNvPr id="7055" name="Google Shape;7055;p87"/>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87"/>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87"/>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87"/>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9" name="Google Shape;7059;p87"/>
          <p:cNvSpPr/>
          <p:nvPr/>
        </p:nvSpPr>
        <p:spPr>
          <a:xfrm>
            <a:off x="2623229" y="1822769"/>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60" name="Google Shape;7060;p87"/>
          <p:cNvGrpSpPr/>
          <p:nvPr/>
        </p:nvGrpSpPr>
        <p:grpSpPr>
          <a:xfrm>
            <a:off x="2622889" y="2251803"/>
            <a:ext cx="370934" cy="367521"/>
            <a:chOff x="-63679950" y="4093450"/>
            <a:chExt cx="320600" cy="317650"/>
          </a:xfrm>
        </p:grpSpPr>
        <p:sp>
          <p:nvSpPr>
            <p:cNvPr id="7061" name="Google Shape;7061;p87"/>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87"/>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87"/>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4" name="Google Shape;7064;p87"/>
          <p:cNvGrpSpPr/>
          <p:nvPr/>
        </p:nvGrpSpPr>
        <p:grpSpPr>
          <a:xfrm>
            <a:off x="1283006" y="2744805"/>
            <a:ext cx="366364" cy="367290"/>
            <a:chOff x="-61784125" y="3377700"/>
            <a:chExt cx="316650" cy="317450"/>
          </a:xfrm>
        </p:grpSpPr>
        <p:sp>
          <p:nvSpPr>
            <p:cNvPr id="7065" name="Google Shape;7065;p87"/>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87"/>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87"/>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87"/>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87"/>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87"/>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87"/>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2" name="Google Shape;7072;p87"/>
          <p:cNvGrpSpPr/>
          <p:nvPr/>
        </p:nvGrpSpPr>
        <p:grpSpPr>
          <a:xfrm>
            <a:off x="1283006" y="3195207"/>
            <a:ext cx="366364" cy="367290"/>
            <a:chOff x="-61783350" y="3743950"/>
            <a:chExt cx="316650" cy="317450"/>
          </a:xfrm>
        </p:grpSpPr>
        <p:sp>
          <p:nvSpPr>
            <p:cNvPr id="7073" name="Google Shape;7073;p87"/>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87"/>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75" name="Google Shape;7075;p87"/>
          <p:cNvSpPr/>
          <p:nvPr/>
        </p:nvSpPr>
        <p:spPr>
          <a:xfrm>
            <a:off x="1282887" y="3654007"/>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87"/>
          <p:cNvSpPr/>
          <p:nvPr/>
        </p:nvSpPr>
        <p:spPr>
          <a:xfrm>
            <a:off x="3505689" y="2754652"/>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87"/>
          <p:cNvSpPr/>
          <p:nvPr/>
        </p:nvSpPr>
        <p:spPr>
          <a:xfrm>
            <a:off x="3504778" y="3235293"/>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8" name="Google Shape;7078;p87"/>
          <p:cNvGrpSpPr/>
          <p:nvPr/>
        </p:nvGrpSpPr>
        <p:grpSpPr>
          <a:xfrm>
            <a:off x="3504430" y="3655040"/>
            <a:ext cx="369112" cy="364657"/>
            <a:chOff x="-59869425" y="4102225"/>
            <a:chExt cx="319025" cy="315175"/>
          </a:xfrm>
        </p:grpSpPr>
        <p:sp>
          <p:nvSpPr>
            <p:cNvPr id="7079" name="Google Shape;7079;p87"/>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87"/>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87"/>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87"/>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3" name="Google Shape;7083;p87"/>
          <p:cNvGrpSpPr/>
          <p:nvPr/>
        </p:nvGrpSpPr>
        <p:grpSpPr>
          <a:xfrm>
            <a:off x="2623233" y="4123862"/>
            <a:ext cx="366364" cy="365467"/>
            <a:chOff x="-59029025" y="3711650"/>
            <a:chExt cx="316650" cy="315875"/>
          </a:xfrm>
        </p:grpSpPr>
        <p:sp>
          <p:nvSpPr>
            <p:cNvPr id="7084" name="Google Shape;7084;p87"/>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87"/>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87"/>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87"/>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87"/>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87"/>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87"/>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1" name="Google Shape;7091;p87"/>
          <p:cNvGrpSpPr/>
          <p:nvPr/>
        </p:nvGrpSpPr>
        <p:grpSpPr>
          <a:xfrm>
            <a:off x="4859311" y="1379917"/>
            <a:ext cx="351940" cy="348188"/>
            <a:chOff x="581525" y="3254850"/>
            <a:chExt cx="297750" cy="294575"/>
          </a:xfrm>
        </p:grpSpPr>
        <p:sp>
          <p:nvSpPr>
            <p:cNvPr id="7092" name="Google Shape;7092;p87"/>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87"/>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87"/>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5" name="Google Shape;7095;p87"/>
          <p:cNvGrpSpPr/>
          <p:nvPr/>
        </p:nvGrpSpPr>
        <p:grpSpPr>
          <a:xfrm>
            <a:off x="4858380" y="1818853"/>
            <a:ext cx="353802" cy="351497"/>
            <a:chOff x="580725" y="3617925"/>
            <a:chExt cx="299325" cy="297375"/>
          </a:xfrm>
        </p:grpSpPr>
        <p:sp>
          <p:nvSpPr>
            <p:cNvPr id="7096" name="Google Shape;7096;p87"/>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87"/>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87"/>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87"/>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87"/>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1" name="Google Shape;7101;p87"/>
          <p:cNvGrpSpPr/>
          <p:nvPr/>
        </p:nvGrpSpPr>
        <p:grpSpPr>
          <a:xfrm>
            <a:off x="4860242" y="2266043"/>
            <a:ext cx="350079" cy="350079"/>
            <a:chOff x="583100" y="3982600"/>
            <a:chExt cx="296175" cy="296175"/>
          </a:xfrm>
        </p:grpSpPr>
        <p:sp>
          <p:nvSpPr>
            <p:cNvPr id="7102" name="Google Shape;7102;p87"/>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87"/>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87"/>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87"/>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87"/>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87"/>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87"/>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9" name="Google Shape;7109;p87"/>
          <p:cNvGrpSpPr/>
          <p:nvPr/>
        </p:nvGrpSpPr>
        <p:grpSpPr>
          <a:xfrm>
            <a:off x="7092856" y="1379667"/>
            <a:ext cx="307231" cy="348690"/>
            <a:chOff x="2423775" y="3226875"/>
            <a:chExt cx="259925" cy="295000"/>
          </a:xfrm>
        </p:grpSpPr>
        <p:sp>
          <p:nvSpPr>
            <p:cNvPr id="7110" name="Google Shape;7110;p87"/>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87"/>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87"/>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3" name="Google Shape;7113;p87"/>
          <p:cNvGrpSpPr/>
          <p:nvPr/>
        </p:nvGrpSpPr>
        <p:grpSpPr>
          <a:xfrm>
            <a:off x="7070043" y="1820952"/>
            <a:ext cx="352857" cy="347301"/>
            <a:chOff x="2404875" y="3592725"/>
            <a:chExt cx="298525" cy="293825"/>
          </a:xfrm>
        </p:grpSpPr>
        <p:sp>
          <p:nvSpPr>
            <p:cNvPr id="7114" name="Google Shape;7114;p87"/>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87"/>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87"/>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7" name="Google Shape;7117;p87"/>
          <p:cNvGrpSpPr/>
          <p:nvPr/>
        </p:nvGrpSpPr>
        <p:grpSpPr>
          <a:xfrm>
            <a:off x="7070974" y="2266517"/>
            <a:ext cx="350995" cy="349133"/>
            <a:chOff x="2404875" y="3955825"/>
            <a:chExt cx="296950" cy="295375"/>
          </a:xfrm>
        </p:grpSpPr>
        <p:sp>
          <p:nvSpPr>
            <p:cNvPr id="7118" name="Google Shape;7118;p87"/>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87"/>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87"/>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87"/>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2" name="Google Shape;7122;p87"/>
          <p:cNvGrpSpPr/>
          <p:nvPr/>
        </p:nvGrpSpPr>
        <p:grpSpPr>
          <a:xfrm>
            <a:off x="5764954" y="2730711"/>
            <a:ext cx="349163" cy="350079"/>
            <a:chOff x="4263650" y="3235150"/>
            <a:chExt cx="295400" cy="296175"/>
          </a:xfrm>
        </p:grpSpPr>
        <p:sp>
          <p:nvSpPr>
            <p:cNvPr id="7123" name="Google Shape;7123;p87"/>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87"/>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87"/>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87"/>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87"/>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8" name="Google Shape;7128;p87"/>
          <p:cNvGrpSpPr/>
          <p:nvPr/>
        </p:nvGrpSpPr>
        <p:grpSpPr>
          <a:xfrm>
            <a:off x="5762634" y="3189872"/>
            <a:ext cx="353802" cy="327739"/>
            <a:chOff x="4266025" y="3609275"/>
            <a:chExt cx="299325" cy="277275"/>
          </a:xfrm>
        </p:grpSpPr>
        <p:sp>
          <p:nvSpPr>
            <p:cNvPr id="7129" name="Google Shape;7129;p87"/>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87"/>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1" name="Google Shape;7131;p87"/>
          <p:cNvGrpSpPr/>
          <p:nvPr/>
        </p:nvGrpSpPr>
        <p:grpSpPr>
          <a:xfrm>
            <a:off x="5763092" y="3655259"/>
            <a:ext cx="352886" cy="349133"/>
            <a:chOff x="4263650" y="3963700"/>
            <a:chExt cx="298550" cy="295375"/>
          </a:xfrm>
        </p:grpSpPr>
        <p:sp>
          <p:nvSpPr>
            <p:cNvPr id="7132" name="Google Shape;7132;p87"/>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87"/>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87"/>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87"/>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87"/>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87"/>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87"/>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9" name="Google Shape;7139;p87"/>
          <p:cNvGrpSpPr/>
          <p:nvPr/>
        </p:nvGrpSpPr>
        <p:grpSpPr>
          <a:xfrm>
            <a:off x="8041429" y="2730711"/>
            <a:ext cx="226264" cy="350079"/>
            <a:chOff x="6164975" y="3211525"/>
            <a:chExt cx="191425" cy="296175"/>
          </a:xfrm>
        </p:grpSpPr>
        <p:sp>
          <p:nvSpPr>
            <p:cNvPr id="7140" name="Google Shape;7140;p87"/>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87"/>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87"/>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87"/>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87"/>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87"/>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87"/>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7" name="Google Shape;7147;p87"/>
          <p:cNvGrpSpPr/>
          <p:nvPr/>
        </p:nvGrpSpPr>
        <p:grpSpPr>
          <a:xfrm>
            <a:off x="5303466" y="1378987"/>
            <a:ext cx="352886" cy="350049"/>
            <a:chOff x="946175" y="3253275"/>
            <a:chExt cx="298550" cy="296150"/>
          </a:xfrm>
        </p:grpSpPr>
        <p:sp>
          <p:nvSpPr>
            <p:cNvPr id="7148" name="Google Shape;7148;p87"/>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87"/>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87"/>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87"/>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87"/>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3" name="Google Shape;7153;p87"/>
          <p:cNvGrpSpPr/>
          <p:nvPr/>
        </p:nvGrpSpPr>
        <p:grpSpPr>
          <a:xfrm>
            <a:off x="5304397" y="1820951"/>
            <a:ext cx="351024" cy="347301"/>
            <a:chOff x="946175" y="3619500"/>
            <a:chExt cx="296975" cy="293825"/>
          </a:xfrm>
        </p:grpSpPr>
        <p:sp>
          <p:nvSpPr>
            <p:cNvPr id="7154" name="Google Shape;7154;p87"/>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87"/>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87"/>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87"/>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87"/>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87"/>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0" name="Google Shape;7160;p87"/>
          <p:cNvGrpSpPr/>
          <p:nvPr/>
        </p:nvGrpSpPr>
        <p:grpSpPr>
          <a:xfrm>
            <a:off x="5303939" y="2265585"/>
            <a:ext cx="351940" cy="350995"/>
            <a:chOff x="944600" y="3981825"/>
            <a:chExt cx="297750" cy="296950"/>
          </a:xfrm>
        </p:grpSpPr>
        <p:sp>
          <p:nvSpPr>
            <p:cNvPr id="7161" name="Google Shape;7161;p87"/>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87"/>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87"/>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87"/>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5" name="Google Shape;7165;p87"/>
          <p:cNvGrpSpPr/>
          <p:nvPr/>
        </p:nvGrpSpPr>
        <p:grpSpPr>
          <a:xfrm>
            <a:off x="7520875" y="1379445"/>
            <a:ext cx="350079" cy="349133"/>
            <a:chOff x="2768750" y="3227275"/>
            <a:chExt cx="296175" cy="295375"/>
          </a:xfrm>
        </p:grpSpPr>
        <p:sp>
          <p:nvSpPr>
            <p:cNvPr id="7166" name="Google Shape;7166;p87"/>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87"/>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87"/>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87"/>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87"/>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87"/>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87"/>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87"/>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4" name="Google Shape;7174;p87"/>
          <p:cNvGrpSpPr/>
          <p:nvPr/>
        </p:nvGrpSpPr>
        <p:grpSpPr>
          <a:xfrm>
            <a:off x="7541826" y="1820317"/>
            <a:ext cx="308177" cy="348572"/>
            <a:chOff x="2786075" y="3591800"/>
            <a:chExt cx="260725" cy="294900"/>
          </a:xfrm>
        </p:grpSpPr>
        <p:sp>
          <p:nvSpPr>
            <p:cNvPr id="7175" name="Google Shape;7175;p87"/>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87"/>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87"/>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87"/>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87"/>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0" name="Google Shape;7180;p87"/>
          <p:cNvGrpSpPr/>
          <p:nvPr/>
        </p:nvGrpSpPr>
        <p:grpSpPr>
          <a:xfrm>
            <a:off x="7582324" y="2266044"/>
            <a:ext cx="227180" cy="350079"/>
            <a:chOff x="2819150" y="3955025"/>
            <a:chExt cx="192200" cy="296175"/>
          </a:xfrm>
        </p:grpSpPr>
        <p:sp>
          <p:nvSpPr>
            <p:cNvPr id="7181" name="Google Shape;7181;p87"/>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87"/>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87"/>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87"/>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5" name="Google Shape;7185;p87"/>
          <p:cNvGrpSpPr/>
          <p:nvPr/>
        </p:nvGrpSpPr>
        <p:grpSpPr>
          <a:xfrm>
            <a:off x="6206097" y="2731642"/>
            <a:ext cx="349133" cy="348217"/>
            <a:chOff x="4629125" y="3235150"/>
            <a:chExt cx="295375" cy="294600"/>
          </a:xfrm>
        </p:grpSpPr>
        <p:sp>
          <p:nvSpPr>
            <p:cNvPr id="7186" name="Google Shape;7186;p87"/>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87"/>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87"/>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87"/>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87"/>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1" name="Google Shape;7191;p87"/>
          <p:cNvGrpSpPr/>
          <p:nvPr/>
        </p:nvGrpSpPr>
        <p:grpSpPr>
          <a:xfrm>
            <a:off x="6206082" y="3179175"/>
            <a:ext cx="349163" cy="349133"/>
            <a:chOff x="4628325" y="3599825"/>
            <a:chExt cx="295400" cy="295375"/>
          </a:xfrm>
        </p:grpSpPr>
        <p:sp>
          <p:nvSpPr>
            <p:cNvPr id="7192" name="Google Shape;7192;p87"/>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87"/>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87"/>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87"/>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87"/>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87"/>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87"/>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87"/>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87"/>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87"/>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87"/>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87"/>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4" name="Google Shape;7204;p87"/>
          <p:cNvGrpSpPr/>
          <p:nvPr/>
        </p:nvGrpSpPr>
        <p:grpSpPr>
          <a:xfrm>
            <a:off x="6227033" y="3654786"/>
            <a:ext cx="307261" cy="350079"/>
            <a:chOff x="4645650" y="3962900"/>
            <a:chExt cx="259950" cy="296175"/>
          </a:xfrm>
        </p:grpSpPr>
        <p:sp>
          <p:nvSpPr>
            <p:cNvPr id="7205" name="Google Shape;7205;p87"/>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87"/>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87"/>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87"/>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87"/>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87"/>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1" name="Google Shape;7211;p87"/>
          <p:cNvGrpSpPr/>
          <p:nvPr/>
        </p:nvGrpSpPr>
        <p:grpSpPr>
          <a:xfrm>
            <a:off x="7979994" y="3179648"/>
            <a:ext cx="349133" cy="348188"/>
            <a:chOff x="6143725" y="3582500"/>
            <a:chExt cx="295375" cy="294575"/>
          </a:xfrm>
        </p:grpSpPr>
        <p:sp>
          <p:nvSpPr>
            <p:cNvPr id="7212" name="Google Shape;7212;p87"/>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87"/>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87"/>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87"/>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87"/>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87"/>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87"/>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9" name="Google Shape;7219;p87"/>
          <p:cNvGrpSpPr/>
          <p:nvPr/>
        </p:nvGrpSpPr>
        <p:grpSpPr>
          <a:xfrm>
            <a:off x="5748820" y="1378987"/>
            <a:ext cx="350995" cy="350049"/>
            <a:chOff x="1310075" y="3253275"/>
            <a:chExt cx="296950" cy="296150"/>
          </a:xfrm>
        </p:grpSpPr>
        <p:sp>
          <p:nvSpPr>
            <p:cNvPr id="7220" name="Google Shape;7220;p87"/>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87"/>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87"/>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23" name="Google Shape;7223;p87"/>
          <p:cNvSpPr/>
          <p:nvPr/>
        </p:nvSpPr>
        <p:spPr>
          <a:xfrm>
            <a:off x="5750241" y="1821075"/>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24" name="Google Shape;7224;p87"/>
          <p:cNvGrpSpPr/>
          <p:nvPr/>
        </p:nvGrpSpPr>
        <p:grpSpPr>
          <a:xfrm>
            <a:off x="5748347" y="2265246"/>
            <a:ext cx="351941" cy="351675"/>
            <a:chOff x="1310075" y="3980250"/>
            <a:chExt cx="297750" cy="297525"/>
          </a:xfrm>
        </p:grpSpPr>
        <p:sp>
          <p:nvSpPr>
            <p:cNvPr id="7225" name="Google Shape;7225;p87"/>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87"/>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87"/>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87"/>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9" name="Google Shape;7229;p87"/>
          <p:cNvGrpSpPr/>
          <p:nvPr/>
        </p:nvGrpSpPr>
        <p:grpSpPr>
          <a:xfrm>
            <a:off x="8013136" y="1379445"/>
            <a:ext cx="266305" cy="349133"/>
            <a:chOff x="3167275" y="3227275"/>
            <a:chExt cx="225300" cy="295375"/>
          </a:xfrm>
        </p:grpSpPr>
        <p:sp>
          <p:nvSpPr>
            <p:cNvPr id="7230" name="Google Shape;7230;p87"/>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87"/>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87"/>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87"/>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87"/>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35" name="Google Shape;7235;p87"/>
          <p:cNvSpPr/>
          <p:nvPr/>
        </p:nvSpPr>
        <p:spPr>
          <a:xfrm>
            <a:off x="7962474" y="1819331"/>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6" name="Google Shape;7236;p87"/>
          <p:cNvGrpSpPr/>
          <p:nvPr/>
        </p:nvGrpSpPr>
        <p:grpSpPr>
          <a:xfrm>
            <a:off x="7970318" y="2266502"/>
            <a:ext cx="351940" cy="349163"/>
            <a:chOff x="3133425" y="3955025"/>
            <a:chExt cx="297750" cy="295400"/>
          </a:xfrm>
        </p:grpSpPr>
        <p:sp>
          <p:nvSpPr>
            <p:cNvPr id="7237" name="Google Shape;7237;p87"/>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87"/>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87"/>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0" name="Google Shape;7240;p87"/>
          <p:cNvGrpSpPr/>
          <p:nvPr/>
        </p:nvGrpSpPr>
        <p:grpSpPr>
          <a:xfrm>
            <a:off x="6650491" y="2730090"/>
            <a:ext cx="350079" cy="351320"/>
            <a:chOff x="4991425" y="3234750"/>
            <a:chExt cx="296175" cy="297225"/>
          </a:xfrm>
        </p:grpSpPr>
        <p:sp>
          <p:nvSpPr>
            <p:cNvPr id="7241" name="Google Shape;7241;p87"/>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87"/>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87"/>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87"/>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87"/>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87"/>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7" name="Google Shape;7247;p87"/>
          <p:cNvGrpSpPr/>
          <p:nvPr/>
        </p:nvGrpSpPr>
        <p:grpSpPr>
          <a:xfrm>
            <a:off x="6650491" y="3199653"/>
            <a:ext cx="350079" cy="308177"/>
            <a:chOff x="4991425" y="3617150"/>
            <a:chExt cx="296175" cy="260725"/>
          </a:xfrm>
        </p:grpSpPr>
        <p:sp>
          <p:nvSpPr>
            <p:cNvPr id="7248" name="Google Shape;7248;p87"/>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87"/>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87"/>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87"/>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87"/>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87"/>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87"/>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5" name="Google Shape;7255;p87"/>
          <p:cNvGrpSpPr/>
          <p:nvPr/>
        </p:nvGrpSpPr>
        <p:grpSpPr>
          <a:xfrm>
            <a:off x="6727764" y="3655244"/>
            <a:ext cx="195532" cy="349163"/>
            <a:chOff x="5056800" y="3962900"/>
            <a:chExt cx="165425" cy="295400"/>
          </a:xfrm>
        </p:grpSpPr>
        <p:sp>
          <p:nvSpPr>
            <p:cNvPr id="7256" name="Google Shape;7256;p87"/>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87"/>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87"/>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9" name="Google Shape;7259;p87"/>
          <p:cNvGrpSpPr/>
          <p:nvPr/>
        </p:nvGrpSpPr>
        <p:grpSpPr>
          <a:xfrm>
            <a:off x="7979062" y="3655260"/>
            <a:ext cx="350995" cy="349133"/>
            <a:chOff x="6168925" y="3936925"/>
            <a:chExt cx="296950" cy="295375"/>
          </a:xfrm>
        </p:grpSpPr>
        <p:sp>
          <p:nvSpPr>
            <p:cNvPr id="7260" name="Google Shape;7260;p87"/>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87"/>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87"/>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87"/>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87"/>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87"/>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6" name="Google Shape;7266;p87"/>
          <p:cNvGrpSpPr/>
          <p:nvPr/>
        </p:nvGrpSpPr>
        <p:grpSpPr>
          <a:xfrm>
            <a:off x="6192781" y="1372332"/>
            <a:ext cx="348188" cy="349133"/>
            <a:chOff x="1674750" y="3254050"/>
            <a:chExt cx="294575" cy="295375"/>
          </a:xfrm>
        </p:grpSpPr>
        <p:sp>
          <p:nvSpPr>
            <p:cNvPr id="7267" name="Google Shape;7267;p87"/>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87"/>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87"/>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0" name="Google Shape;7270;p87"/>
          <p:cNvGrpSpPr/>
          <p:nvPr/>
        </p:nvGrpSpPr>
        <p:grpSpPr>
          <a:xfrm>
            <a:off x="6207177" y="1820035"/>
            <a:ext cx="319347" cy="349133"/>
            <a:chOff x="1687350" y="3618725"/>
            <a:chExt cx="270175" cy="295375"/>
          </a:xfrm>
        </p:grpSpPr>
        <p:sp>
          <p:nvSpPr>
            <p:cNvPr id="7271" name="Google Shape;7271;p87"/>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87"/>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87"/>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4" name="Google Shape;7274;p87"/>
          <p:cNvGrpSpPr/>
          <p:nvPr/>
        </p:nvGrpSpPr>
        <p:grpSpPr>
          <a:xfrm>
            <a:off x="6190880" y="2266516"/>
            <a:ext cx="351940" cy="349133"/>
            <a:chOff x="1672375" y="3982600"/>
            <a:chExt cx="297750" cy="295375"/>
          </a:xfrm>
        </p:grpSpPr>
        <p:sp>
          <p:nvSpPr>
            <p:cNvPr id="7275" name="Google Shape;7275;p87"/>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87"/>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87"/>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8" name="Google Shape;7278;p87"/>
          <p:cNvGrpSpPr/>
          <p:nvPr/>
        </p:nvGrpSpPr>
        <p:grpSpPr>
          <a:xfrm>
            <a:off x="4882872" y="2730711"/>
            <a:ext cx="350079" cy="350079"/>
            <a:chOff x="3497300" y="3227275"/>
            <a:chExt cx="296175" cy="296175"/>
          </a:xfrm>
        </p:grpSpPr>
        <p:sp>
          <p:nvSpPr>
            <p:cNvPr id="7279" name="Google Shape;7279;p87"/>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87"/>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87"/>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87"/>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87"/>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87"/>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87"/>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87"/>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7" name="Google Shape;7287;p87"/>
          <p:cNvGrpSpPr/>
          <p:nvPr/>
        </p:nvGrpSpPr>
        <p:grpSpPr>
          <a:xfrm>
            <a:off x="4883345" y="3180106"/>
            <a:ext cx="349133" cy="347272"/>
            <a:chOff x="3497300" y="3591950"/>
            <a:chExt cx="295375" cy="293800"/>
          </a:xfrm>
        </p:grpSpPr>
        <p:sp>
          <p:nvSpPr>
            <p:cNvPr id="7288" name="Google Shape;7288;p87"/>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87"/>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87"/>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87"/>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87"/>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87"/>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87"/>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87"/>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6" name="Google Shape;7296;p87"/>
          <p:cNvGrpSpPr/>
          <p:nvPr/>
        </p:nvGrpSpPr>
        <p:grpSpPr>
          <a:xfrm>
            <a:off x="4883345" y="3655244"/>
            <a:ext cx="349133" cy="349163"/>
            <a:chOff x="3497300" y="3955025"/>
            <a:chExt cx="295375" cy="295400"/>
          </a:xfrm>
        </p:grpSpPr>
        <p:sp>
          <p:nvSpPr>
            <p:cNvPr id="7297" name="Google Shape;7297;p87"/>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87"/>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87"/>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0" name="Google Shape;7300;p87"/>
          <p:cNvGrpSpPr/>
          <p:nvPr/>
        </p:nvGrpSpPr>
        <p:grpSpPr>
          <a:xfrm>
            <a:off x="7107917" y="2731435"/>
            <a:ext cx="327739" cy="348631"/>
            <a:chOff x="5364750" y="3235150"/>
            <a:chExt cx="277275" cy="294950"/>
          </a:xfrm>
        </p:grpSpPr>
        <p:sp>
          <p:nvSpPr>
            <p:cNvPr id="7301" name="Google Shape;7301;p87"/>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87"/>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87"/>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87"/>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87"/>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87"/>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87"/>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87"/>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9" name="Google Shape;7309;p87"/>
          <p:cNvGrpSpPr/>
          <p:nvPr/>
        </p:nvGrpSpPr>
        <p:grpSpPr>
          <a:xfrm>
            <a:off x="7096274" y="3177771"/>
            <a:ext cx="351024" cy="351941"/>
            <a:chOff x="5355300" y="3598250"/>
            <a:chExt cx="296975" cy="297750"/>
          </a:xfrm>
        </p:grpSpPr>
        <p:sp>
          <p:nvSpPr>
            <p:cNvPr id="7310" name="Google Shape;7310;p87"/>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87"/>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87"/>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87"/>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87"/>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87"/>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87"/>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87"/>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8" name="Google Shape;7318;p87"/>
          <p:cNvGrpSpPr/>
          <p:nvPr/>
        </p:nvGrpSpPr>
        <p:grpSpPr>
          <a:xfrm>
            <a:off x="7100470" y="3716693"/>
            <a:ext cx="342632" cy="226264"/>
            <a:chOff x="5358450" y="4015675"/>
            <a:chExt cx="289875" cy="191425"/>
          </a:xfrm>
        </p:grpSpPr>
        <p:sp>
          <p:nvSpPr>
            <p:cNvPr id="7319" name="Google Shape;7319;p87"/>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87"/>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87"/>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87"/>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3" name="Google Shape;7323;p87"/>
          <p:cNvGrpSpPr/>
          <p:nvPr/>
        </p:nvGrpSpPr>
        <p:grpSpPr>
          <a:xfrm>
            <a:off x="6226953" y="4099224"/>
            <a:ext cx="351024" cy="325464"/>
            <a:chOff x="6543825" y="3202075"/>
            <a:chExt cx="296975" cy="275350"/>
          </a:xfrm>
        </p:grpSpPr>
        <p:sp>
          <p:nvSpPr>
            <p:cNvPr id="7324" name="Google Shape;7324;p87"/>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87"/>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87"/>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87"/>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87"/>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87"/>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87"/>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1" name="Google Shape;7331;p87"/>
          <p:cNvGrpSpPr/>
          <p:nvPr/>
        </p:nvGrpSpPr>
        <p:grpSpPr>
          <a:xfrm>
            <a:off x="6633934" y="1378972"/>
            <a:ext cx="350079" cy="350079"/>
            <a:chOff x="2037825" y="3254050"/>
            <a:chExt cx="296175" cy="296175"/>
          </a:xfrm>
        </p:grpSpPr>
        <p:sp>
          <p:nvSpPr>
            <p:cNvPr id="7332" name="Google Shape;7332;p87"/>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87"/>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87"/>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87"/>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87"/>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87"/>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8" name="Google Shape;7338;p87"/>
          <p:cNvGrpSpPr/>
          <p:nvPr/>
        </p:nvGrpSpPr>
        <p:grpSpPr>
          <a:xfrm>
            <a:off x="6632072" y="1820139"/>
            <a:ext cx="353802" cy="348926"/>
            <a:chOff x="2034675" y="3617925"/>
            <a:chExt cx="299325" cy="295200"/>
          </a:xfrm>
        </p:grpSpPr>
        <p:sp>
          <p:nvSpPr>
            <p:cNvPr id="7339" name="Google Shape;7339;p87"/>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87"/>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87"/>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87"/>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87"/>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4" name="Google Shape;7344;p87"/>
          <p:cNvGrpSpPr/>
          <p:nvPr/>
        </p:nvGrpSpPr>
        <p:grpSpPr>
          <a:xfrm>
            <a:off x="6633934" y="2266516"/>
            <a:ext cx="350079" cy="349133"/>
            <a:chOff x="2037825" y="3981825"/>
            <a:chExt cx="296175" cy="295375"/>
          </a:xfrm>
        </p:grpSpPr>
        <p:sp>
          <p:nvSpPr>
            <p:cNvPr id="7345" name="Google Shape;7345;p87"/>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87"/>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87"/>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8" name="Google Shape;7348;p87"/>
          <p:cNvGrpSpPr/>
          <p:nvPr/>
        </p:nvGrpSpPr>
        <p:grpSpPr>
          <a:xfrm>
            <a:off x="5318952" y="2762832"/>
            <a:ext cx="350079" cy="285837"/>
            <a:chOff x="3860400" y="3254050"/>
            <a:chExt cx="296175" cy="241825"/>
          </a:xfrm>
        </p:grpSpPr>
        <p:sp>
          <p:nvSpPr>
            <p:cNvPr id="7349" name="Google Shape;7349;p87"/>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87"/>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87"/>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87"/>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87"/>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87"/>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87"/>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6" name="Google Shape;7356;p87"/>
          <p:cNvGrpSpPr/>
          <p:nvPr/>
        </p:nvGrpSpPr>
        <p:grpSpPr>
          <a:xfrm>
            <a:off x="5318479" y="3178702"/>
            <a:ext cx="351024" cy="350079"/>
            <a:chOff x="3859600" y="3591950"/>
            <a:chExt cx="296975" cy="296175"/>
          </a:xfrm>
        </p:grpSpPr>
        <p:sp>
          <p:nvSpPr>
            <p:cNvPr id="7357" name="Google Shape;7357;p87"/>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87"/>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87"/>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0" name="Google Shape;7360;p87"/>
          <p:cNvGrpSpPr/>
          <p:nvPr/>
        </p:nvGrpSpPr>
        <p:grpSpPr>
          <a:xfrm>
            <a:off x="5318952" y="3654786"/>
            <a:ext cx="350079" cy="350079"/>
            <a:chOff x="3860400" y="3955025"/>
            <a:chExt cx="296175" cy="296175"/>
          </a:xfrm>
        </p:grpSpPr>
        <p:sp>
          <p:nvSpPr>
            <p:cNvPr id="7361" name="Google Shape;7361;p87"/>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87"/>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87"/>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87"/>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87"/>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6" name="Google Shape;7366;p87"/>
          <p:cNvGrpSpPr/>
          <p:nvPr/>
        </p:nvGrpSpPr>
        <p:grpSpPr>
          <a:xfrm>
            <a:off x="7534167" y="2731184"/>
            <a:ext cx="355664" cy="349133"/>
            <a:chOff x="5716825" y="3235950"/>
            <a:chExt cx="300900" cy="295375"/>
          </a:xfrm>
        </p:grpSpPr>
        <p:sp>
          <p:nvSpPr>
            <p:cNvPr id="7367" name="Google Shape;7367;p87"/>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87"/>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87"/>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87"/>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1" name="Google Shape;7371;p87"/>
          <p:cNvGrpSpPr/>
          <p:nvPr/>
        </p:nvGrpSpPr>
        <p:grpSpPr>
          <a:xfrm>
            <a:off x="7547199" y="3189872"/>
            <a:ext cx="329601" cy="327739"/>
            <a:chOff x="5727850" y="3609275"/>
            <a:chExt cx="278850" cy="277275"/>
          </a:xfrm>
        </p:grpSpPr>
        <p:sp>
          <p:nvSpPr>
            <p:cNvPr id="7372" name="Google Shape;7372;p87"/>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87"/>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87"/>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87"/>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87"/>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7" name="Google Shape;7377;p87"/>
          <p:cNvGrpSpPr/>
          <p:nvPr/>
        </p:nvGrpSpPr>
        <p:grpSpPr>
          <a:xfrm>
            <a:off x="7558383" y="3655259"/>
            <a:ext cx="307231" cy="349133"/>
            <a:chOff x="5736525" y="3963700"/>
            <a:chExt cx="259925" cy="295375"/>
          </a:xfrm>
        </p:grpSpPr>
        <p:sp>
          <p:nvSpPr>
            <p:cNvPr id="7378" name="Google Shape;7378;p87"/>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87"/>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87"/>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87"/>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87"/>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87"/>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87"/>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5" name="Google Shape;7385;p87"/>
          <p:cNvGrpSpPr/>
          <p:nvPr/>
        </p:nvGrpSpPr>
        <p:grpSpPr>
          <a:xfrm>
            <a:off x="6649963" y="4104585"/>
            <a:ext cx="351024" cy="350079"/>
            <a:chOff x="6553275" y="3604550"/>
            <a:chExt cx="296975" cy="296175"/>
          </a:xfrm>
        </p:grpSpPr>
        <p:sp>
          <p:nvSpPr>
            <p:cNvPr id="7386" name="Google Shape;7386;p87"/>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87"/>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87"/>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87"/>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87"/>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87"/>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92" name="Google Shape;7392;p87"/>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7393" name="Google Shape;7393;p87"/>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397"/>
        <p:cNvGrpSpPr/>
        <p:nvPr/>
      </p:nvGrpSpPr>
      <p:grpSpPr>
        <a:xfrm>
          <a:off x="0" y="0"/>
          <a:ext cx="0" cy="0"/>
          <a:chOff x="0" y="0"/>
          <a:chExt cx="0" cy="0"/>
        </a:xfrm>
      </p:grpSpPr>
      <p:grpSp>
        <p:nvGrpSpPr>
          <p:cNvPr id="7398" name="Google Shape;7398;p88"/>
          <p:cNvGrpSpPr/>
          <p:nvPr/>
        </p:nvGrpSpPr>
        <p:grpSpPr>
          <a:xfrm>
            <a:off x="877057" y="1380546"/>
            <a:ext cx="294401" cy="353645"/>
            <a:chOff x="-35814600" y="3202075"/>
            <a:chExt cx="242625" cy="291450"/>
          </a:xfrm>
        </p:grpSpPr>
        <p:sp>
          <p:nvSpPr>
            <p:cNvPr id="7399" name="Google Shape;7399;p88"/>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88"/>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88"/>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88"/>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88"/>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88"/>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88"/>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6" name="Google Shape;7406;p88"/>
          <p:cNvGrpSpPr/>
          <p:nvPr/>
        </p:nvGrpSpPr>
        <p:grpSpPr>
          <a:xfrm>
            <a:off x="847435" y="1821466"/>
            <a:ext cx="353645" cy="353888"/>
            <a:chOff x="-35839800" y="3561025"/>
            <a:chExt cx="291450" cy="291650"/>
          </a:xfrm>
        </p:grpSpPr>
        <p:sp>
          <p:nvSpPr>
            <p:cNvPr id="7407" name="Google Shape;7407;p88"/>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88"/>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88"/>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88"/>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88"/>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88"/>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88"/>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14" name="Google Shape;7414;p88"/>
          <p:cNvSpPr/>
          <p:nvPr/>
        </p:nvSpPr>
        <p:spPr>
          <a:xfrm>
            <a:off x="845859"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15" name="Google Shape;7415;p88"/>
          <p:cNvGrpSpPr/>
          <p:nvPr/>
        </p:nvGrpSpPr>
        <p:grpSpPr>
          <a:xfrm>
            <a:off x="3084980" y="1380546"/>
            <a:ext cx="353645" cy="353645"/>
            <a:chOff x="-34003850" y="3227275"/>
            <a:chExt cx="291450" cy="291450"/>
          </a:xfrm>
        </p:grpSpPr>
        <p:sp>
          <p:nvSpPr>
            <p:cNvPr id="7416" name="Google Shape;7416;p88"/>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88"/>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88"/>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88"/>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88"/>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1" name="Google Shape;7421;p88"/>
          <p:cNvGrpSpPr/>
          <p:nvPr/>
        </p:nvGrpSpPr>
        <p:grpSpPr>
          <a:xfrm>
            <a:off x="3084510" y="1821238"/>
            <a:ext cx="354586" cy="354343"/>
            <a:chOff x="-34004625" y="3585850"/>
            <a:chExt cx="292225" cy="292025"/>
          </a:xfrm>
        </p:grpSpPr>
        <p:sp>
          <p:nvSpPr>
            <p:cNvPr id="7422" name="Google Shape;7422;p88"/>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88"/>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88"/>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88"/>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88"/>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7" name="Google Shape;7427;p88"/>
          <p:cNvGrpSpPr/>
          <p:nvPr/>
        </p:nvGrpSpPr>
        <p:grpSpPr>
          <a:xfrm>
            <a:off x="3084025" y="2256439"/>
            <a:ext cx="355557" cy="354616"/>
            <a:chOff x="-34005425" y="3945575"/>
            <a:chExt cx="293025" cy="292250"/>
          </a:xfrm>
        </p:grpSpPr>
        <p:sp>
          <p:nvSpPr>
            <p:cNvPr id="7428" name="Google Shape;7428;p88"/>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88"/>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88"/>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1" name="Google Shape;7431;p88"/>
          <p:cNvGrpSpPr/>
          <p:nvPr/>
        </p:nvGrpSpPr>
        <p:grpSpPr>
          <a:xfrm>
            <a:off x="1731124" y="2729615"/>
            <a:ext cx="358408" cy="355557"/>
            <a:chOff x="-32174975" y="3192625"/>
            <a:chExt cx="295375" cy="293025"/>
          </a:xfrm>
        </p:grpSpPr>
        <p:sp>
          <p:nvSpPr>
            <p:cNvPr id="7432" name="Google Shape;7432;p88"/>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88"/>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88"/>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88"/>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36" name="Google Shape;7436;p88"/>
          <p:cNvSpPr/>
          <p:nvPr/>
        </p:nvSpPr>
        <p:spPr>
          <a:xfrm>
            <a:off x="1728170"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88"/>
          <p:cNvSpPr/>
          <p:nvPr/>
        </p:nvSpPr>
        <p:spPr>
          <a:xfrm>
            <a:off x="1732948"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38" name="Google Shape;7438;p88"/>
          <p:cNvGrpSpPr/>
          <p:nvPr/>
        </p:nvGrpSpPr>
        <p:grpSpPr>
          <a:xfrm>
            <a:off x="3970274" y="2730570"/>
            <a:ext cx="354586" cy="353645"/>
            <a:chOff x="-30345325" y="3184750"/>
            <a:chExt cx="292225" cy="291450"/>
          </a:xfrm>
        </p:grpSpPr>
        <p:sp>
          <p:nvSpPr>
            <p:cNvPr id="7439" name="Google Shape;7439;p88"/>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88"/>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88"/>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88"/>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88"/>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4" name="Google Shape;7444;p88"/>
          <p:cNvGrpSpPr/>
          <p:nvPr/>
        </p:nvGrpSpPr>
        <p:grpSpPr>
          <a:xfrm>
            <a:off x="1295026" y="1380546"/>
            <a:ext cx="353645" cy="353645"/>
            <a:chOff x="-35481425" y="3202075"/>
            <a:chExt cx="291450" cy="291450"/>
          </a:xfrm>
        </p:grpSpPr>
        <p:sp>
          <p:nvSpPr>
            <p:cNvPr id="7445" name="Google Shape;7445;p88"/>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88"/>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88"/>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88"/>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88"/>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88"/>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88"/>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2" name="Google Shape;7452;p88"/>
          <p:cNvGrpSpPr/>
          <p:nvPr/>
        </p:nvGrpSpPr>
        <p:grpSpPr>
          <a:xfrm>
            <a:off x="1294556" y="1822072"/>
            <a:ext cx="354586" cy="352675"/>
            <a:chOff x="-35482200" y="3561225"/>
            <a:chExt cx="292225" cy="290650"/>
          </a:xfrm>
        </p:grpSpPr>
        <p:sp>
          <p:nvSpPr>
            <p:cNvPr id="7453" name="Google Shape;7453;p88"/>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88"/>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88"/>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6" name="Google Shape;7456;p88"/>
          <p:cNvGrpSpPr/>
          <p:nvPr/>
        </p:nvGrpSpPr>
        <p:grpSpPr>
          <a:xfrm>
            <a:off x="1295026" y="2256940"/>
            <a:ext cx="353645" cy="353615"/>
            <a:chOff x="-35481425" y="3919600"/>
            <a:chExt cx="291450" cy="291425"/>
          </a:xfrm>
        </p:grpSpPr>
        <p:sp>
          <p:nvSpPr>
            <p:cNvPr id="7457" name="Google Shape;7457;p88"/>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88"/>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88"/>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88"/>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88"/>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88"/>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88"/>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88"/>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5" name="Google Shape;7465;p88"/>
          <p:cNvGrpSpPr/>
          <p:nvPr/>
        </p:nvGrpSpPr>
        <p:grpSpPr>
          <a:xfrm>
            <a:off x="3530661" y="1381031"/>
            <a:ext cx="357468" cy="352675"/>
            <a:chOff x="-33645475" y="3228075"/>
            <a:chExt cx="294600" cy="290650"/>
          </a:xfrm>
        </p:grpSpPr>
        <p:sp>
          <p:nvSpPr>
            <p:cNvPr id="7466" name="Google Shape;7466;p88"/>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88"/>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88"/>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88"/>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88"/>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88"/>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88"/>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3" name="Google Shape;7473;p88"/>
          <p:cNvGrpSpPr/>
          <p:nvPr/>
        </p:nvGrpSpPr>
        <p:grpSpPr>
          <a:xfrm>
            <a:off x="3531631" y="1821116"/>
            <a:ext cx="355526" cy="354586"/>
            <a:chOff x="-33646250" y="3586425"/>
            <a:chExt cx="293000" cy="292225"/>
          </a:xfrm>
        </p:grpSpPr>
        <p:sp>
          <p:nvSpPr>
            <p:cNvPr id="7474" name="Google Shape;7474;p88"/>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88"/>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6" name="Google Shape;7476;p88"/>
          <p:cNvGrpSpPr/>
          <p:nvPr/>
        </p:nvGrpSpPr>
        <p:grpSpPr>
          <a:xfrm>
            <a:off x="3532101" y="2255969"/>
            <a:ext cx="354586" cy="355557"/>
            <a:chOff x="-33645475" y="3944800"/>
            <a:chExt cx="292225" cy="293025"/>
          </a:xfrm>
        </p:grpSpPr>
        <p:sp>
          <p:nvSpPr>
            <p:cNvPr id="7477" name="Google Shape;7477;p88"/>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88"/>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88"/>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88"/>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88"/>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88"/>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88"/>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88"/>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88"/>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88"/>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7" name="Google Shape;7487;p88"/>
          <p:cNvGrpSpPr/>
          <p:nvPr/>
        </p:nvGrpSpPr>
        <p:grpSpPr>
          <a:xfrm>
            <a:off x="2185320" y="2729706"/>
            <a:ext cx="352675" cy="355375"/>
            <a:chOff x="-31809525" y="3192625"/>
            <a:chExt cx="290650" cy="292875"/>
          </a:xfrm>
        </p:grpSpPr>
        <p:sp>
          <p:nvSpPr>
            <p:cNvPr id="7488" name="Google Shape;7488;p88"/>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88"/>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88"/>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88"/>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2" name="Google Shape;7492;p88"/>
          <p:cNvGrpSpPr/>
          <p:nvPr/>
        </p:nvGrpSpPr>
        <p:grpSpPr>
          <a:xfrm>
            <a:off x="2184835" y="3200258"/>
            <a:ext cx="353645" cy="355557"/>
            <a:chOff x="-31811100" y="3550975"/>
            <a:chExt cx="291450" cy="293025"/>
          </a:xfrm>
        </p:grpSpPr>
        <p:sp>
          <p:nvSpPr>
            <p:cNvPr id="7493" name="Google Shape;7493;p88"/>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88"/>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88"/>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88"/>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88"/>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88"/>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88"/>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0" name="Google Shape;7500;p88"/>
          <p:cNvGrpSpPr/>
          <p:nvPr/>
        </p:nvGrpSpPr>
        <p:grpSpPr>
          <a:xfrm>
            <a:off x="2178631" y="3664562"/>
            <a:ext cx="366052" cy="356831"/>
            <a:chOff x="-31817400" y="3910025"/>
            <a:chExt cx="301675" cy="294075"/>
          </a:xfrm>
        </p:grpSpPr>
        <p:sp>
          <p:nvSpPr>
            <p:cNvPr id="7501" name="Google Shape;7501;p88"/>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88"/>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88"/>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4" name="Google Shape;7504;p88"/>
          <p:cNvGrpSpPr/>
          <p:nvPr/>
        </p:nvGrpSpPr>
        <p:grpSpPr>
          <a:xfrm>
            <a:off x="3970259" y="3200743"/>
            <a:ext cx="354616" cy="354586"/>
            <a:chOff x="-30354000" y="3569100"/>
            <a:chExt cx="292250" cy="292225"/>
          </a:xfrm>
        </p:grpSpPr>
        <p:sp>
          <p:nvSpPr>
            <p:cNvPr id="7505" name="Google Shape;7505;p88"/>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88"/>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88"/>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88"/>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88"/>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88"/>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1" name="Google Shape;7511;p88"/>
          <p:cNvGrpSpPr/>
          <p:nvPr/>
        </p:nvGrpSpPr>
        <p:grpSpPr>
          <a:xfrm>
            <a:off x="1748837" y="1380546"/>
            <a:ext cx="342148" cy="353645"/>
            <a:chOff x="-35118325" y="3202075"/>
            <a:chExt cx="281975" cy="291450"/>
          </a:xfrm>
        </p:grpSpPr>
        <p:sp>
          <p:nvSpPr>
            <p:cNvPr id="7512" name="Google Shape;7512;p88"/>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88"/>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88"/>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88"/>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6" name="Google Shape;7516;p88"/>
          <p:cNvGrpSpPr/>
          <p:nvPr/>
        </p:nvGrpSpPr>
        <p:grpSpPr>
          <a:xfrm>
            <a:off x="1742618" y="1821799"/>
            <a:ext cx="354586" cy="353221"/>
            <a:chOff x="-35123050" y="3561225"/>
            <a:chExt cx="292225" cy="291100"/>
          </a:xfrm>
        </p:grpSpPr>
        <p:sp>
          <p:nvSpPr>
            <p:cNvPr id="7517" name="Google Shape;7517;p88"/>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88"/>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9" name="Google Shape;7519;p88"/>
          <p:cNvGrpSpPr/>
          <p:nvPr/>
        </p:nvGrpSpPr>
        <p:grpSpPr>
          <a:xfrm>
            <a:off x="1784677" y="2256940"/>
            <a:ext cx="270467" cy="353615"/>
            <a:chOff x="-35089175" y="3919600"/>
            <a:chExt cx="222900" cy="291425"/>
          </a:xfrm>
        </p:grpSpPr>
        <p:sp>
          <p:nvSpPr>
            <p:cNvPr id="7520" name="Google Shape;7520;p88"/>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88"/>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2" name="Google Shape;7522;p88"/>
          <p:cNvGrpSpPr/>
          <p:nvPr/>
        </p:nvGrpSpPr>
        <p:grpSpPr>
          <a:xfrm>
            <a:off x="3981673" y="1380303"/>
            <a:ext cx="336445" cy="354131"/>
            <a:chOff x="-33277650" y="3226875"/>
            <a:chExt cx="277275" cy="291850"/>
          </a:xfrm>
        </p:grpSpPr>
        <p:sp>
          <p:nvSpPr>
            <p:cNvPr id="7523" name="Google Shape;7523;p88"/>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88"/>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88"/>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88"/>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88"/>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88"/>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88"/>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0" name="Google Shape;7530;p88"/>
          <p:cNvGrpSpPr/>
          <p:nvPr/>
        </p:nvGrpSpPr>
        <p:grpSpPr>
          <a:xfrm>
            <a:off x="3973073" y="1821587"/>
            <a:ext cx="353645" cy="353645"/>
            <a:chOff x="-33286325" y="3586425"/>
            <a:chExt cx="291450" cy="291450"/>
          </a:xfrm>
        </p:grpSpPr>
        <p:sp>
          <p:nvSpPr>
            <p:cNvPr id="7531" name="Google Shape;7531;p88"/>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88"/>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88"/>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88"/>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88"/>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6" name="Google Shape;7536;p88"/>
          <p:cNvGrpSpPr/>
          <p:nvPr/>
        </p:nvGrpSpPr>
        <p:grpSpPr>
          <a:xfrm>
            <a:off x="3973073" y="2255969"/>
            <a:ext cx="353645" cy="355557"/>
            <a:chOff x="-33286325" y="3944800"/>
            <a:chExt cx="291450" cy="293025"/>
          </a:xfrm>
        </p:grpSpPr>
        <p:sp>
          <p:nvSpPr>
            <p:cNvPr id="7537" name="Google Shape;7537;p88"/>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88"/>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88"/>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88"/>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1" name="Google Shape;7541;p88"/>
          <p:cNvGrpSpPr/>
          <p:nvPr/>
        </p:nvGrpSpPr>
        <p:grpSpPr>
          <a:xfrm>
            <a:off x="2631470" y="2729129"/>
            <a:ext cx="353645" cy="356527"/>
            <a:chOff x="-31452725" y="3191825"/>
            <a:chExt cx="291450" cy="293825"/>
          </a:xfrm>
        </p:grpSpPr>
        <p:sp>
          <p:nvSpPr>
            <p:cNvPr id="7542" name="Google Shape;7542;p88"/>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88"/>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88"/>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88"/>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6" name="Google Shape;7546;p88"/>
          <p:cNvGrpSpPr/>
          <p:nvPr/>
        </p:nvGrpSpPr>
        <p:grpSpPr>
          <a:xfrm>
            <a:off x="2631000" y="3200744"/>
            <a:ext cx="354586" cy="354586"/>
            <a:chOff x="-31452725" y="3551775"/>
            <a:chExt cx="292225" cy="292225"/>
          </a:xfrm>
        </p:grpSpPr>
        <p:sp>
          <p:nvSpPr>
            <p:cNvPr id="7547" name="Google Shape;7547;p88"/>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88"/>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88"/>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88"/>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1" name="Google Shape;7551;p88"/>
          <p:cNvGrpSpPr/>
          <p:nvPr/>
        </p:nvGrpSpPr>
        <p:grpSpPr>
          <a:xfrm>
            <a:off x="2629559" y="3664729"/>
            <a:ext cx="357468" cy="356497"/>
            <a:chOff x="-31455100" y="3909350"/>
            <a:chExt cx="294600" cy="293800"/>
          </a:xfrm>
        </p:grpSpPr>
        <p:sp>
          <p:nvSpPr>
            <p:cNvPr id="7552" name="Google Shape;7552;p88"/>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88"/>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4" name="Google Shape;7554;p88"/>
          <p:cNvGrpSpPr/>
          <p:nvPr/>
        </p:nvGrpSpPr>
        <p:grpSpPr>
          <a:xfrm>
            <a:off x="3970744" y="3665684"/>
            <a:ext cx="353645" cy="354586"/>
            <a:chOff x="-30345325" y="3918800"/>
            <a:chExt cx="291450" cy="292225"/>
          </a:xfrm>
        </p:grpSpPr>
        <p:sp>
          <p:nvSpPr>
            <p:cNvPr id="7555" name="Google Shape;7555;p88"/>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88"/>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88"/>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88"/>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88"/>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0" name="Google Shape;7560;p88"/>
          <p:cNvGrpSpPr/>
          <p:nvPr/>
        </p:nvGrpSpPr>
        <p:grpSpPr>
          <a:xfrm>
            <a:off x="2190209" y="1821587"/>
            <a:ext cx="353645" cy="353645"/>
            <a:chOff x="-34763900" y="3561225"/>
            <a:chExt cx="291450" cy="291450"/>
          </a:xfrm>
        </p:grpSpPr>
        <p:sp>
          <p:nvSpPr>
            <p:cNvPr id="7561" name="Google Shape;7561;p88"/>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88"/>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88"/>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64" name="Google Shape;7564;p88"/>
          <p:cNvSpPr/>
          <p:nvPr/>
        </p:nvSpPr>
        <p:spPr>
          <a:xfrm>
            <a:off x="2189608"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65" name="Google Shape;7565;p88"/>
          <p:cNvGrpSpPr/>
          <p:nvPr/>
        </p:nvGrpSpPr>
        <p:grpSpPr>
          <a:xfrm>
            <a:off x="845106" y="2730099"/>
            <a:ext cx="354586" cy="354586"/>
            <a:chOff x="-32927950" y="3227275"/>
            <a:chExt cx="292225" cy="292225"/>
          </a:xfrm>
        </p:grpSpPr>
        <p:sp>
          <p:nvSpPr>
            <p:cNvPr id="7566" name="Google Shape;7566;p88"/>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88"/>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88"/>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88"/>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88"/>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1" name="Google Shape;7571;p88"/>
          <p:cNvGrpSpPr/>
          <p:nvPr/>
        </p:nvGrpSpPr>
        <p:grpSpPr>
          <a:xfrm>
            <a:off x="844621" y="3201213"/>
            <a:ext cx="355557" cy="353645"/>
            <a:chOff x="-32927950" y="3586425"/>
            <a:chExt cx="293025" cy="291450"/>
          </a:xfrm>
        </p:grpSpPr>
        <p:sp>
          <p:nvSpPr>
            <p:cNvPr id="7572" name="Google Shape;7572;p88"/>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88"/>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88"/>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88"/>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88"/>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7" name="Google Shape;7577;p88"/>
          <p:cNvGrpSpPr/>
          <p:nvPr/>
        </p:nvGrpSpPr>
        <p:grpSpPr>
          <a:xfrm>
            <a:off x="845106" y="3665198"/>
            <a:ext cx="354586" cy="355557"/>
            <a:chOff x="-32927950" y="3944800"/>
            <a:chExt cx="292225" cy="293025"/>
          </a:xfrm>
        </p:grpSpPr>
        <p:sp>
          <p:nvSpPr>
            <p:cNvPr id="7578" name="Google Shape;7578;p88"/>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88"/>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88"/>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88"/>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88"/>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88"/>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88"/>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88"/>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88"/>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7" name="Google Shape;7587;p88"/>
          <p:cNvGrpSpPr/>
          <p:nvPr/>
        </p:nvGrpSpPr>
        <p:grpSpPr>
          <a:xfrm>
            <a:off x="3073898" y="2730449"/>
            <a:ext cx="354586" cy="353888"/>
            <a:chOff x="-31094350" y="3194000"/>
            <a:chExt cx="292225" cy="291650"/>
          </a:xfrm>
        </p:grpSpPr>
        <p:sp>
          <p:nvSpPr>
            <p:cNvPr id="7588" name="Google Shape;7588;p88"/>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88"/>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88"/>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88"/>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88"/>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88"/>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88"/>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88"/>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6" name="Google Shape;7596;p88"/>
          <p:cNvGrpSpPr/>
          <p:nvPr/>
        </p:nvGrpSpPr>
        <p:grpSpPr>
          <a:xfrm>
            <a:off x="3074368" y="3200941"/>
            <a:ext cx="353645" cy="354191"/>
            <a:chOff x="-31093575" y="3552550"/>
            <a:chExt cx="291450" cy="291900"/>
          </a:xfrm>
        </p:grpSpPr>
        <p:sp>
          <p:nvSpPr>
            <p:cNvPr id="7597" name="Google Shape;7597;p88"/>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88"/>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88"/>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88"/>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1" name="Google Shape;7601;p88"/>
          <p:cNvGrpSpPr/>
          <p:nvPr/>
        </p:nvGrpSpPr>
        <p:grpSpPr>
          <a:xfrm>
            <a:off x="2200736" y="1380546"/>
            <a:ext cx="332593" cy="353645"/>
            <a:chOff x="-34755225" y="3202075"/>
            <a:chExt cx="274100" cy="291450"/>
          </a:xfrm>
        </p:grpSpPr>
        <p:sp>
          <p:nvSpPr>
            <p:cNvPr id="7602" name="Google Shape;7602;p88"/>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88"/>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88"/>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88"/>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88"/>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88"/>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88"/>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9" name="Google Shape;7609;p88"/>
          <p:cNvGrpSpPr/>
          <p:nvPr/>
        </p:nvGrpSpPr>
        <p:grpSpPr>
          <a:xfrm>
            <a:off x="3074368" y="3666169"/>
            <a:ext cx="353645" cy="353615"/>
            <a:chOff x="-31093575" y="3911725"/>
            <a:chExt cx="291450" cy="291425"/>
          </a:xfrm>
        </p:grpSpPr>
        <p:sp>
          <p:nvSpPr>
            <p:cNvPr id="7610" name="Google Shape;7610;p88"/>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88"/>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2" name="Google Shape;7612;p88"/>
          <p:cNvGrpSpPr/>
          <p:nvPr/>
        </p:nvGrpSpPr>
        <p:grpSpPr>
          <a:xfrm>
            <a:off x="2183798" y="4123136"/>
            <a:ext cx="356497" cy="354586"/>
            <a:chOff x="-29946000" y="3183175"/>
            <a:chExt cx="293800" cy="292225"/>
          </a:xfrm>
        </p:grpSpPr>
        <p:sp>
          <p:nvSpPr>
            <p:cNvPr id="7613" name="Google Shape;7613;p88"/>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88"/>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88"/>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88"/>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88"/>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88"/>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9" name="Google Shape;7619;p88"/>
          <p:cNvGrpSpPr/>
          <p:nvPr/>
        </p:nvGrpSpPr>
        <p:grpSpPr>
          <a:xfrm>
            <a:off x="2628330" y="1380289"/>
            <a:ext cx="358408" cy="354161"/>
            <a:chOff x="-34408675" y="3202075"/>
            <a:chExt cx="295375" cy="291875"/>
          </a:xfrm>
        </p:grpSpPr>
        <p:sp>
          <p:nvSpPr>
            <p:cNvPr id="7620" name="Google Shape;7620;p88"/>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88"/>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88"/>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88"/>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4" name="Google Shape;7624;p88"/>
          <p:cNvGrpSpPr/>
          <p:nvPr/>
        </p:nvGrpSpPr>
        <p:grpSpPr>
          <a:xfrm>
            <a:off x="2630241" y="1820283"/>
            <a:ext cx="354586" cy="356254"/>
            <a:chOff x="-34405525" y="3558075"/>
            <a:chExt cx="292225" cy="293600"/>
          </a:xfrm>
        </p:grpSpPr>
        <p:sp>
          <p:nvSpPr>
            <p:cNvPr id="7625" name="Google Shape;7625;p88"/>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88"/>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88"/>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8" name="Google Shape;7628;p88"/>
          <p:cNvGrpSpPr/>
          <p:nvPr/>
        </p:nvGrpSpPr>
        <p:grpSpPr>
          <a:xfrm>
            <a:off x="2629755" y="2256940"/>
            <a:ext cx="355557" cy="353615"/>
            <a:chOff x="-34406325" y="3919600"/>
            <a:chExt cx="293025" cy="291425"/>
          </a:xfrm>
        </p:grpSpPr>
        <p:sp>
          <p:nvSpPr>
            <p:cNvPr id="7629" name="Google Shape;7629;p88"/>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88"/>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88"/>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88"/>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88"/>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88"/>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88"/>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6" name="Google Shape;7636;p88"/>
          <p:cNvGrpSpPr/>
          <p:nvPr/>
        </p:nvGrpSpPr>
        <p:grpSpPr>
          <a:xfrm>
            <a:off x="1293653" y="2736303"/>
            <a:ext cx="353645" cy="342179"/>
            <a:chOff x="-32568800" y="3232000"/>
            <a:chExt cx="291450" cy="282000"/>
          </a:xfrm>
        </p:grpSpPr>
        <p:sp>
          <p:nvSpPr>
            <p:cNvPr id="7637" name="Google Shape;7637;p88"/>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88"/>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9" name="Google Shape;7639;p88"/>
          <p:cNvGrpSpPr/>
          <p:nvPr/>
        </p:nvGrpSpPr>
        <p:grpSpPr>
          <a:xfrm>
            <a:off x="1293183" y="3201213"/>
            <a:ext cx="354586" cy="353645"/>
            <a:chOff x="-32569575" y="3586425"/>
            <a:chExt cx="292225" cy="291450"/>
          </a:xfrm>
        </p:grpSpPr>
        <p:sp>
          <p:nvSpPr>
            <p:cNvPr id="7640" name="Google Shape;7640;p88"/>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88"/>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2" name="Google Shape;7642;p88"/>
          <p:cNvGrpSpPr/>
          <p:nvPr/>
        </p:nvGrpSpPr>
        <p:grpSpPr>
          <a:xfrm>
            <a:off x="1284098" y="3665805"/>
            <a:ext cx="372756" cy="354343"/>
            <a:chOff x="-32576675" y="3944600"/>
            <a:chExt cx="307200" cy="292025"/>
          </a:xfrm>
        </p:grpSpPr>
        <p:sp>
          <p:nvSpPr>
            <p:cNvPr id="7643" name="Google Shape;7643;p88"/>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88"/>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5" name="Google Shape;7645;p88"/>
          <p:cNvGrpSpPr/>
          <p:nvPr/>
        </p:nvGrpSpPr>
        <p:grpSpPr>
          <a:xfrm>
            <a:off x="3529065" y="2730100"/>
            <a:ext cx="354586" cy="354586"/>
            <a:chOff x="-30735200" y="3192625"/>
            <a:chExt cx="292225" cy="292225"/>
          </a:xfrm>
        </p:grpSpPr>
        <p:sp>
          <p:nvSpPr>
            <p:cNvPr id="7646" name="Google Shape;7646;p88"/>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88"/>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88"/>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88"/>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88"/>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88"/>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88"/>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3" name="Google Shape;7653;p88"/>
          <p:cNvGrpSpPr/>
          <p:nvPr/>
        </p:nvGrpSpPr>
        <p:grpSpPr>
          <a:xfrm>
            <a:off x="3529065" y="3201532"/>
            <a:ext cx="354586" cy="353008"/>
            <a:chOff x="-30735200" y="3552550"/>
            <a:chExt cx="292225" cy="290925"/>
          </a:xfrm>
        </p:grpSpPr>
        <p:sp>
          <p:nvSpPr>
            <p:cNvPr id="7654" name="Google Shape;7654;p88"/>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88"/>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6" name="Google Shape;7656;p88"/>
          <p:cNvGrpSpPr/>
          <p:nvPr/>
        </p:nvGrpSpPr>
        <p:grpSpPr>
          <a:xfrm>
            <a:off x="3529065" y="3666154"/>
            <a:ext cx="354586" cy="353645"/>
            <a:chOff x="-30735200" y="3910925"/>
            <a:chExt cx="292225" cy="291450"/>
          </a:xfrm>
        </p:grpSpPr>
        <p:sp>
          <p:nvSpPr>
            <p:cNvPr id="7657" name="Google Shape;7657;p88"/>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88"/>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59" name="Google Shape;7659;p88"/>
          <p:cNvSpPr/>
          <p:nvPr/>
        </p:nvSpPr>
        <p:spPr>
          <a:xfrm>
            <a:off x="2632180"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60" name="Google Shape;7660;p88"/>
          <p:cNvGrpSpPr/>
          <p:nvPr/>
        </p:nvGrpSpPr>
        <p:grpSpPr>
          <a:xfrm>
            <a:off x="4882910" y="1379021"/>
            <a:ext cx="358971" cy="359224"/>
            <a:chOff x="-57956275" y="3197925"/>
            <a:chExt cx="319000" cy="319225"/>
          </a:xfrm>
        </p:grpSpPr>
        <p:sp>
          <p:nvSpPr>
            <p:cNvPr id="7661" name="Google Shape;7661;p88"/>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88"/>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88"/>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88"/>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88"/>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88"/>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88"/>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8" name="Google Shape;7668;p88"/>
          <p:cNvGrpSpPr/>
          <p:nvPr/>
        </p:nvGrpSpPr>
        <p:grpSpPr>
          <a:xfrm>
            <a:off x="4905064" y="1835446"/>
            <a:ext cx="314662" cy="358971"/>
            <a:chOff x="-57940525" y="3590375"/>
            <a:chExt cx="279625" cy="319000"/>
          </a:xfrm>
        </p:grpSpPr>
        <p:sp>
          <p:nvSpPr>
            <p:cNvPr id="7669" name="Google Shape;7669;p88"/>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88"/>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88"/>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88"/>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88"/>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4" name="Google Shape;7674;p88"/>
          <p:cNvGrpSpPr/>
          <p:nvPr/>
        </p:nvGrpSpPr>
        <p:grpSpPr>
          <a:xfrm>
            <a:off x="4875945" y="2276817"/>
            <a:ext cx="358099" cy="358999"/>
            <a:chOff x="-57959425" y="3982600"/>
            <a:chExt cx="318225" cy="319025"/>
          </a:xfrm>
        </p:grpSpPr>
        <p:sp>
          <p:nvSpPr>
            <p:cNvPr id="7675" name="Google Shape;7675;p88"/>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88"/>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88"/>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88"/>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9" name="Google Shape;7679;p88"/>
          <p:cNvGrpSpPr/>
          <p:nvPr/>
        </p:nvGrpSpPr>
        <p:grpSpPr>
          <a:xfrm>
            <a:off x="7076112" y="1380146"/>
            <a:ext cx="357226" cy="357226"/>
            <a:chOff x="-55987225" y="3198925"/>
            <a:chExt cx="317450" cy="317450"/>
          </a:xfrm>
        </p:grpSpPr>
        <p:sp>
          <p:nvSpPr>
            <p:cNvPr id="7680" name="Google Shape;7680;p88"/>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88"/>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88"/>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88"/>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4" name="Google Shape;7684;p88"/>
          <p:cNvGrpSpPr/>
          <p:nvPr/>
        </p:nvGrpSpPr>
        <p:grpSpPr>
          <a:xfrm>
            <a:off x="7076112" y="1836178"/>
            <a:ext cx="357226" cy="357367"/>
            <a:chOff x="-55987225" y="3591025"/>
            <a:chExt cx="317450" cy="317575"/>
          </a:xfrm>
        </p:grpSpPr>
        <p:sp>
          <p:nvSpPr>
            <p:cNvPr id="7685" name="Google Shape;7685;p88"/>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88"/>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88"/>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88"/>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88"/>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0" name="Google Shape;7690;p88"/>
          <p:cNvGrpSpPr/>
          <p:nvPr/>
        </p:nvGrpSpPr>
        <p:grpSpPr>
          <a:xfrm>
            <a:off x="7090027" y="2276817"/>
            <a:ext cx="358999" cy="358999"/>
            <a:chOff x="-55988800" y="3982600"/>
            <a:chExt cx="319025" cy="319025"/>
          </a:xfrm>
        </p:grpSpPr>
        <p:sp>
          <p:nvSpPr>
            <p:cNvPr id="7691" name="Google Shape;7691;p88"/>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88"/>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88"/>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88"/>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88"/>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6" name="Google Shape;7696;p88"/>
          <p:cNvGrpSpPr/>
          <p:nvPr/>
        </p:nvGrpSpPr>
        <p:grpSpPr>
          <a:xfrm>
            <a:off x="5748546" y="2734774"/>
            <a:ext cx="356326" cy="358971"/>
            <a:chOff x="-54026025" y="3192625"/>
            <a:chExt cx="316650" cy="319000"/>
          </a:xfrm>
        </p:grpSpPr>
        <p:sp>
          <p:nvSpPr>
            <p:cNvPr id="7697" name="Google Shape;7697;p88"/>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88"/>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88"/>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88"/>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88"/>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88"/>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88"/>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88"/>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5" name="Google Shape;7705;p88"/>
          <p:cNvGrpSpPr/>
          <p:nvPr/>
        </p:nvGrpSpPr>
        <p:grpSpPr>
          <a:xfrm>
            <a:off x="5768492" y="3205748"/>
            <a:ext cx="316434" cy="358099"/>
            <a:chOff x="-54007925" y="3584850"/>
            <a:chExt cx="281200" cy="318225"/>
          </a:xfrm>
        </p:grpSpPr>
        <p:sp>
          <p:nvSpPr>
            <p:cNvPr id="7706" name="Google Shape;7706;p88"/>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88"/>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88"/>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88"/>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88"/>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88"/>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2" name="Google Shape;7712;p88"/>
          <p:cNvGrpSpPr/>
          <p:nvPr/>
        </p:nvGrpSpPr>
        <p:grpSpPr>
          <a:xfrm>
            <a:off x="5768492" y="3667633"/>
            <a:ext cx="316434" cy="358914"/>
            <a:chOff x="-54007925" y="3975575"/>
            <a:chExt cx="281200" cy="318950"/>
          </a:xfrm>
        </p:grpSpPr>
        <p:sp>
          <p:nvSpPr>
            <p:cNvPr id="7713" name="Google Shape;7713;p88"/>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88"/>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88"/>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88"/>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7" name="Google Shape;7717;p88"/>
          <p:cNvGrpSpPr/>
          <p:nvPr/>
        </p:nvGrpSpPr>
        <p:grpSpPr>
          <a:xfrm>
            <a:off x="8003359" y="2752104"/>
            <a:ext cx="274770" cy="358492"/>
            <a:chOff x="-52005775" y="3208025"/>
            <a:chExt cx="244175" cy="318575"/>
          </a:xfrm>
        </p:grpSpPr>
        <p:sp>
          <p:nvSpPr>
            <p:cNvPr id="7718" name="Google Shape;7718;p88"/>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88"/>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88"/>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88"/>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88"/>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88"/>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88"/>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88"/>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88"/>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88"/>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88"/>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9" name="Google Shape;7729;p88"/>
          <p:cNvGrpSpPr/>
          <p:nvPr/>
        </p:nvGrpSpPr>
        <p:grpSpPr>
          <a:xfrm>
            <a:off x="5309825" y="1380146"/>
            <a:ext cx="358099" cy="358099"/>
            <a:chOff x="-57568775" y="3198925"/>
            <a:chExt cx="318225" cy="318225"/>
          </a:xfrm>
        </p:grpSpPr>
        <p:sp>
          <p:nvSpPr>
            <p:cNvPr id="7730" name="Google Shape;7730;p88"/>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88"/>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88"/>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8"/>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88"/>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88"/>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6" name="Google Shape;7736;p88"/>
          <p:cNvGrpSpPr/>
          <p:nvPr/>
        </p:nvGrpSpPr>
        <p:grpSpPr>
          <a:xfrm>
            <a:off x="5331543" y="1835446"/>
            <a:ext cx="314662" cy="358099"/>
            <a:chOff x="-57549075" y="3590375"/>
            <a:chExt cx="279625" cy="318225"/>
          </a:xfrm>
        </p:grpSpPr>
        <p:sp>
          <p:nvSpPr>
            <p:cNvPr id="7737" name="Google Shape;7737;p88"/>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88"/>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88"/>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88"/>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1" name="Google Shape;7741;p88"/>
          <p:cNvGrpSpPr/>
          <p:nvPr/>
        </p:nvGrpSpPr>
        <p:grpSpPr>
          <a:xfrm>
            <a:off x="5323740" y="2276817"/>
            <a:ext cx="359871" cy="359871"/>
            <a:chOff x="-57570350" y="3982600"/>
            <a:chExt cx="319800" cy="319800"/>
          </a:xfrm>
        </p:grpSpPr>
        <p:sp>
          <p:nvSpPr>
            <p:cNvPr id="7742" name="Google Shape;7742;p88"/>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88"/>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88"/>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88"/>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6" name="Google Shape;7746;p88"/>
          <p:cNvGrpSpPr/>
          <p:nvPr/>
        </p:nvGrpSpPr>
        <p:grpSpPr>
          <a:xfrm>
            <a:off x="7538779" y="1379246"/>
            <a:ext cx="314662" cy="358999"/>
            <a:chOff x="-55576850" y="3198125"/>
            <a:chExt cx="279625" cy="319025"/>
          </a:xfrm>
        </p:grpSpPr>
        <p:sp>
          <p:nvSpPr>
            <p:cNvPr id="7747" name="Google Shape;7747;p88"/>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88"/>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88"/>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88"/>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1" name="Google Shape;7751;p88"/>
          <p:cNvGrpSpPr/>
          <p:nvPr/>
        </p:nvGrpSpPr>
        <p:grpSpPr>
          <a:xfrm>
            <a:off x="7516174" y="1835221"/>
            <a:ext cx="359871" cy="358324"/>
            <a:chOff x="-55596550" y="3590175"/>
            <a:chExt cx="319800" cy="318425"/>
          </a:xfrm>
        </p:grpSpPr>
        <p:sp>
          <p:nvSpPr>
            <p:cNvPr id="7752" name="Google Shape;7752;p88"/>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88"/>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88"/>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88"/>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6" name="Google Shape;7756;p88"/>
          <p:cNvGrpSpPr/>
          <p:nvPr/>
        </p:nvGrpSpPr>
        <p:grpSpPr>
          <a:xfrm>
            <a:off x="7531412" y="2276564"/>
            <a:ext cx="358999" cy="359252"/>
            <a:chOff x="-55595775" y="3982375"/>
            <a:chExt cx="319025" cy="319250"/>
          </a:xfrm>
        </p:grpSpPr>
        <p:sp>
          <p:nvSpPr>
            <p:cNvPr id="7757" name="Google Shape;7757;p88"/>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88"/>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88"/>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88"/>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88"/>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88"/>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3" name="Google Shape;7763;p88"/>
          <p:cNvGrpSpPr/>
          <p:nvPr/>
        </p:nvGrpSpPr>
        <p:grpSpPr>
          <a:xfrm>
            <a:off x="6188595" y="2734774"/>
            <a:ext cx="358999" cy="358099"/>
            <a:chOff x="-53635375" y="3192625"/>
            <a:chExt cx="319025" cy="318225"/>
          </a:xfrm>
        </p:grpSpPr>
        <p:sp>
          <p:nvSpPr>
            <p:cNvPr id="7764" name="Google Shape;7764;p88"/>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88"/>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88"/>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7" name="Google Shape;7767;p88"/>
          <p:cNvGrpSpPr/>
          <p:nvPr/>
        </p:nvGrpSpPr>
        <p:grpSpPr>
          <a:xfrm>
            <a:off x="6210763" y="3205748"/>
            <a:ext cx="314662" cy="358999"/>
            <a:chOff x="-53615675" y="3584850"/>
            <a:chExt cx="279625" cy="319025"/>
          </a:xfrm>
        </p:grpSpPr>
        <p:sp>
          <p:nvSpPr>
            <p:cNvPr id="7768" name="Google Shape;7768;p88"/>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88"/>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88"/>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1" name="Google Shape;7771;p88"/>
          <p:cNvGrpSpPr/>
          <p:nvPr/>
        </p:nvGrpSpPr>
        <p:grpSpPr>
          <a:xfrm>
            <a:off x="6188609" y="3668674"/>
            <a:ext cx="358971" cy="357874"/>
            <a:chOff x="-53634575" y="3976500"/>
            <a:chExt cx="319000" cy="318025"/>
          </a:xfrm>
        </p:grpSpPr>
        <p:sp>
          <p:nvSpPr>
            <p:cNvPr id="7772" name="Google Shape;7772;p88"/>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88"/>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88"/>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88"/>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88"/>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88"/>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88"/>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88"/>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0" name="Google Shape;7780;p88"/>
          <p:cNvGrpSpPr/>
          <p:nvPr/>
        </p:nvGrpSpPr>
        <p:grpSpPr>
          <a:xfrm>
            <a:off x="7983413" y="3211628"/>
            <a:ext cx="314662" cy="358436"/>
            <a:chOff x="-52023900" y="3590075"/>
            <a:chExt cx="279625" cy="318525"/>
          </a:xfrm>
        </p:grpSpPr>
        <p:sp>
          <p:nvSpPr>
            <p:cNvPr id="7781" name="Google Shape;7781;p88"/>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88"/>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88"/>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88"/>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88"/>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88"/>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88"/>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8" name="Google Shape;7788;p88"/>
          <p:cNvGrpSpPr/>
          <p:nvPr/>
        </p:nvGrpSpPr>
        <p:grpSpPr>
          <a:xfrm>
            <a:off x="5746654" y="1380146"/>
            <a:ext cx="358971" cy="358971"/>
            <a:chOff x="-57173375" y="3198925"/>
            <a:chExt cx="319000" cy="319000"/>
          </a:xfrm>
        </p:grpSpPr>
        <p:sp>
          <p:nvSpPr>
            <p:cNvPr id="7789" name="Google Shape;7789;p88"/>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88"/>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88"/>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88"/>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3" name="Google Shape;7793;p88"/>
          <p:cNvGrpSpPr/>
          <p:nvPr/>
        </p:nvGrpSpPr>
        <p:grpSpPr>
          <a:xfrm>
            <a:off x="5747541" y="1857587"/>
            <a:ext cx="357198" cy="314690"/>
            <a:chOff x="-57176525" y="3610050"/>
            <a:chExt cx="317425" cy="279650"/>
          </a:xfrm>
        </p:grpSpPr>
        <p:sp>
          <p:nvSpPr>
            <p:cNvPr id="7794" name="Google Shape;7794;p88"/>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88"/>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88"/>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88"/>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88"/>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9" name="Google Shape;7799;p88"/>
          <p:cNvGrpSpPr/>
          <p:nvPr/>
        </p:nvGrpSpPr>
        <p:grpSpPr>
          <a:xfrm>
            <a:off x="7957995" y="1380146"/>
            <a:ext cx="358099" cy="356326"/>
            <a:chOff x="-55202750" y="3198925"/>
            <a:chExt cx="318225" cy="316650"/>
          </a:xfrm>
        </p:grpSpPr>
        <p:sp>
          <p:nvSpPr>
            <p:cNvPr id="7800" name="Google Shape;7800;p88"/>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88"/>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2" name="Google Shape;7802;p88"/>
          <p:cNvGrpSpPr/>
          <p:nvPr/>
        </p:nvGrpSpPr>
        <p:grpSpPr>
          <a:xfrm>
            <a:off x="7968629" y="1835446"/>
            <a:ext cx="336830" cy="358099"/>
            <a:chOff x="-55194875" y="3590375"/>
            <a:chExt cx="299325" cy="318225"/>
          </a:xfrm>
        </p:grpSpPr>
        <p:sp>
          <p:nvSpPr>
            <p:cNvPr id="7803" name="Google Shape;7803;p88"/>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88"/>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8"/>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88"/>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88"/>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8" name="Google Shape;7808;p88"/>
          <p:cNvGrpSpPr/>
          <p:nvPr/>
        </p:nvGrpSpPr>
        <p:grpSpPr>
          <a:xfrm>
            <a:off x="7973247" y="2277717"/>
            <a:ext cx="357198" cy="357198"/>
            <a:chOff x="-55203525" y="3983400"/>
            <a:chExt cx="317425" cy="317425"/>
          </a:xfrm>
        </p:grpSpPr>
        <p:sp>
          <p:nvSpPr>
            <p:cNvPr id="7809" name="Google Shape;7809;p88"/>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88"/>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88"/>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2" name="Google Shape;7812;p88"/>
          <p:cNvGrpSpPr/>
          <p:nvPr/>
        </p:nvGrpSpPr>
        <p:grpSpPr>
          <a:xfrm>
            <a:off x="6639727" y="2734774"/>
            <a:ext cx="335930" cy="358971"/>
            <a:chOff x="-53232900" y="3192625"/>
            <a:chExt cx="298525" cy="319000"/>
          </a:xfrm>
        </p:grpSpPr>
        <p:sp>
          <p:nvSpPr>
            <p:cNvPr id="7813" name="Google Shape;7813;p88"/>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88"/>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88"/>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88"/>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88"/>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8"/>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88"/>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88"/>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1" name="Google Shape;7821;p88"/>
          <p:cNvGrpSpPr/>
          <p:nvPr/>
        </p:nvGrpSpPr>
        <p:grpSpPr>
          <a:xfrm>
            <a:off x="6629093" y="3205748"/>
            <a:ext cx="357198" cy="356326"/>
            <a:chOff x="-53242350" y="3584850"/>
            <a:chExt cx="317425" cy="316650"/>
          </a:xfrm>
        </p:grpSpPr>
        <p:sp>
          <p:nvSpPr>
            <p:cNvPr id="7822" name="Google Shape;7822;p88"/>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88"/>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8"/>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88"/>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88"/>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7" name="Google Shape;7827;p88"/>
          <p:cNvGrpSpPr/>
          <p:nvPr/>
        </p:nvGrpSpPr>
        <p:grpSpPr>
          <a:xfrm>
            <a:off x="6650362" y="3668449"/>
            <a:ext cx="314662" cy="358999"/>
            <a:chOff x="-53224225" y="3976300"/>
            <a:chExt cx="279625" cy="319025"/>
          </a:xfrm>
        </p:grpSpPr>
        <p:sp>
          <p:nvSpPr>
            <p:cNvPr id="7828" name="Google Shape;7828;p88"/>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88"/>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8"/>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88"/>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88"/>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88"/>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88"/>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5" name="Google Shape;7835;p88"/>
          <p:cNvGrpSpPr/>
          <p:nvPr/>
        </p:nvGrpSpPr>
        <p:grpSpPr>
          <a:xfrm>
            <a:off x="7961258" y="3676129"/>
            <a:ext cx="358971" cy="358408"/>
            <a:chOff x="-52043575" y="3983125"/>
            <a:chExt cx="319000" cy="318500"/>
          </a:xfrm>
        </p:grpSpPr>
        <p:sp>
          <p:nvSpPr>
            <p:cNvPr id="7836" name="Google Shape;7836;p88"/>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88"/>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88"/>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88"/>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88"/>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88"/>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88"/>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88"/>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88"/>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5" name="Google Shape;7845;p88"/>
          <p:cNvGrpSpPr/>
          <p:nvPr/>
        </p:nvGrpSpPr>
        <p:grpSpPr>
          <a:xfrm>
            <a:off x="6215199" y="1380146"/>
            <a:ext cx="314662" cy="358971"/>
            <a:chOff x="-56766175" y="3198925"/>
            <a:chExt cx="279625" cy="319000"/>
          </a:xfrm>
        </p:grpSpPr>
        <p:sp>
          <p:nvSpPr>
            <p:cNvPr id="7846" name="Google Shape;7846;p88"/>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88"/>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88"/>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88"/>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88"/>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88"/>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88"/>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3" name="Google Shape;7853;p88"/>
          <p:cNvGrpSpPr/>
          <p:nvPr/>
        </p:nvGrpSpPr>
        <p:grpSpPr>
          <a:xfrm>
            <a:off x="6214313" y="1835446"/>
            <a:ext cx="316434" cy="358099"/>
            <a:chOff x="-56766175" y="3590375"/>
            <a:chExt cx="281200" cy="318225"/>
          </a:xfrm>
        </p:grpSpPr>
        <p:sp>
          <p:nvSpPr>
            <p:cNvPr id="7854" name="Google Shape;7854;p88"/>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88"/>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88"/>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88"/>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8" name="Google Shape;7858;p88"/>
          <p:cNvGrpSpPr/>
          <p:nvPr/>
        </p:nvGrpSpPr>
        <p:grpSpPr>
          <a:xfrm>
            <a:off x="6251269" y="2276817"/>
            <a:ext cx="272126" cy="358099"/>
            <a:chOff x="-56747275" y="3982600"/>
            <a:chExt cx="241825" cy="318225"/>
          </a:xfrm>
        </p:grpSpPr>
        <p:sp>
          <p:nvSpPr>
            <p:cNvPr id="7859" name="Google Shape;7859;p88"/>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88"/>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88"/>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88"/>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88"/>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88"/>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88"/>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6" name="Google Shape;7866;p88"/>
          <p:cNvGrpSpPr/>
          <p:nvPr/>
        </p:nvGrpSpPr>
        <p:grpSpPr>
          <a:xfrm>
            <a:off x="4859020" y="3219055"/>
            <a:ext cx="358999" cy="342991"/>
            <a:chOff x="-54812875" y="3596675"/>
            <a:chExt cx="319025" cy="304800"/>
          </a:xfrm>
        </p:grpSpPr>
        <p:sp>
          <p:nvSpPr>
            <p:cNvPr id="7867" name="Google Shape;7867;p88"/>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88"/>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88"/>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88"/>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88"/>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88"/>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88"/>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74" name="Google Shape;7874;p88"/>
          <p:cNvSpPr/>
          <p:nvPr/>
        </p:nvSpPr>
        <p:spPr>
          <a:xfrm>
            <a:off x="5033910" y="3593325"/>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88"/>
          <p:cNvSpPr/>
          <p:nvPr/>
        </p:nvSpPr>
        <p:spPr>
          <a:xfrm>
            <a:off x="5034361" y="3594198"/>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76" name="Google Shape;7876;p88"/>
          <p:cNvGrpSpPr/>
          <p:nvPr/>
        </p:nvGrpSpPr>
        <p:grpSpPr>
          <a:xfrm>
            <a:off x="4881188" y="3675538"/>
            <a:ext cx="314662" cy="358099"/>
            <a:chOff x="-54793175" y="3982600"/>
            <a:chExt cx="279625" cy="318225"/>
          </a:xfrm>
        </p:grpSpPr>
        <p:sp>
          <p:nvSpPr>
            <p:cNvPr id="7877" name="Google Shape;7877;p88"/>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88"/>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88"/>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88"/>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88"/>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88"/>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88"/>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4" name="Google Shape;7884;p88"/>
          <p:cNvGrpSpPr/>
          <p:nvPr/>
        </p:nvGrpSpPr>
        <p:grpSpPr>
          <a:xfrm>
            <a:off x="7092647" y="2734774"/>
            <a:ext cx="314662" cy="358099"/>
            <a:chOff x="-52832000" y="3192625"/>
            <a:chExt cx="279625" cy="318225"/>
          </a:xfrm>
        </p:grpSpPr>
        <p:sp>
          <p:nvSpPr>
            <p:cNvPr id="7885" name="Google Shape;7885;p88"/>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88"/>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8"/>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88"/>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88"/>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88"/>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88"/>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88"/>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3" name="Google Shape;7893;p88"/>
          <p:cNvGrpSpPr/>
          <p:nvPr/>
        </p:nvGrpSpPr>
        <p:grpSpPr>
          <a:xfrm>
            <a:off x="5779179" y="2276142"/>
            <a:ext cx="323524" cy="358774"/>
            <a:chOff x="-57162350" y="3982000"/>
            <a:chExt cx="287500" cy="318825"/>
          </a:xfrm>
        </p:grpSpPr>
        <p:sp>
          <p:nvSpPr>
            <p:cNvPr id="7894" name="Google Shape;7894;p88"/>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88"/>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88"/>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88"/>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88"/>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88"/>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88"/>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88"/>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2" name="Google Shape;7902;p88"/>
          <p:cNvGrpSpPr/>
          <p:nvPr/>
        </p:nvGrpSpPr>
        <p:grpSpPr>
          <a:xfrm>
            <a:off x="7070492" y="3206648"/>
            <a:ext cx="358971" cy="357198"/>
            <a:chOff x="-52851675" y="3585650"/>
            <a:chExt cx="319000" cy="317425"/>
          </a:xfrm>
        </p:grpSpPr>
        <p:sp>
          <p:nvSpPr>
            <p:cNvPr id="7903" name="Google Shape;7903;p88"/>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88"/>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88"/>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88"/>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88"/>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88"/>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9" name="Google Shape;7909;p88"/>
          <p:cNvGrpSpPr/>
          <p:nvPr/>
        </p:nvGrpSpPr>
        <p:grpSpPr>
          <a:xfrm>
            <a:off x="7092647" y="3668449"/>
            <a:ext cx="314662" cy="358999"/>
            <a:chOff x="-52832000" y="3976300"/>
            <a:chExt cx="279625" cy="319025"/>
          </a:xfrm>
        </p:grpSpPr>
        <p:sp>
          <p:nvSpPr>
            <p:cNvPr id="7910" name="Google Shape;7910;p88"/>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88"/>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8"/>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8"/>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88"/>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5" name="Google Shape;7915;p88"/>
          <p:cNvGrpSpPr/>
          <p:nvPr/>
        </p:nvGrpSpPr>
        <p:grpSpPr>
          <a:xfrm>
            <a:off x="6209853" y="4123097"/>
            <a:ext cx="316434" cy="358099"/>
            <a:chOff x="-51633225" y="3198925"/>
            <a:chExt cx="281200" cy="318225"/>
          </a:xfrm>
        </p:grpSpPr>
        <p:sp>
          <p:nvSpPr>
            <p:cNvPr id="7916" name="Google Shape;7916;p88"/>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88"/>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88"/>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88"/>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88"/>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88"/>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88"/>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3" name="Google Shape;7923;p88"/>
          <p:cNvGrpSpPr/>
          <p:nvPr/>
        </p:nvGrpSpPr>
        <p:grpSpPr>
          <a:xfrm>
            <a:off x="6628676" y="1381018"/>
            <a:ext cx="365188" cy="357226"/>
            <a:chOff x="-56396775" y="3199700"/>
            <a:chExt cx="324525" cy="317450"/>
          </a:xfrm>
        </p:grpSpPr>
        <p:sp>
          <p:nvSpPr>
            <p:cNvPr id="7924" name="Google Shape;7924;p88"/>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88"/>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88"/>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88"/>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88"/>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88"/>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0" name="Google Shape;7930;p88"/>
          <p:cNvGrpSpPr/>
          <p:nvPr/>
        </p:nvGrpSpPr>
        <p:grpSpPr>
          <a:xfrm>
            <a:off x="6631771" y="1846953"/>
            <a:ext cx="358999" cy="335958"/>
            <a:chOff x="-56394425" y="3600600"/>
            <a:chExt cx="319025" cy="298550"/>
          </a:xfrm>
        </p:grpSpPr>
        <p:sp>
          <p:nvSpPr>
            <p:cNvPr id="7931" name="Google Shape;7931;p88"/>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88"/>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88"/>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4" name="Google Shape;7934;p88"/>
          <p:cNvGrpSpPr/>
          <p:nvPr/>
        </p:nvGrpSpPr>
        <p:grpSpPr>
          <a:xfrm>
            <a:off x="6662538" y="2277717"/>
            <a:ext cx="327068" cy="357198"/>
            <a:chOff x="-56379450" y="3983400"/>
            <a:chExt cx="290650" cy="317425"/>
          </a:xfrm>
        </p:grpSpPr>
        <p:sp>
          <p:nvSpPr>
            <p:cNvPr id="7935" name="Google Shape;7935;p88"/>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88"/>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88"/>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8"/>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8"/>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88"/>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88"/>
            <p:cNvSpPr/>
            <p:nvPr/>
          </p:nvSpPr>
          <p:spPr>
            <a:xfrm>
              <a:off x="-56181750" y="4039300"/>
              <a:ext cx="0" cy="25"/>
            </a:xfrm>
            <a:custGeom>
              <a:avLst/>
              <a:gdLst/>
              <a:ahLst/>
              <a:cxnLst/>
              <a:rect l="l" t="t" r="r" b="b"/>
              <a:pathLst>
                <a:path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88"/>
            <p:cNvSpPr/>
            <p:nvPr/>
          </p:nvSpPr>
          <p:spPr>
            <a:xfrm>
              <a:off x="-56332200" y="4039300"/>
              <a:ext cx="25" cy="25"/>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3" name="Google Shape;7943;p88"/>
          <p:cNvGrpSpPr/>
          <p:nvPr/>
        </p:nvGrpSpPr>
        <p:grpSpPr>
          <a:xfrm>
            <a:off x="5326242" y="2741864"/>
            <a:ext cx="316434" cy="358971"/>
            <a:chOff x="-54401725" y="3198925"/>
            <a:chExt cx="281200" cy="319000"/>
          </a:xfrm>
        </p:grpSpPr>
        <p:sp>
          <p:nvSpPr>
            <p:cNvPr id="7944" name="Google Shape;7944;p88"/>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88"/>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88"/>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88"/>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88"/>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88"/>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88"/>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88"/>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88"/>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88"/>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88"/>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5" name="Google Shape;7955;p88"/>
          <p:cNvGrpSpPr/>
          <p:nvPr/>
        </p:nvGrpSpPr>
        <p:grpSpPr>
          <a:xfrm>
            <a:off x="5327128" y="3211965"/>
            <a:ext cx="314662" cy="358099"/>
            <a:chOff x="-54401725" y="3590375"/>
            <a:chExt cx="279625" cy="318225"/>
          </a:xfrm>
        </p:grpSpPr>
        <p:sp>
          <p:nvSpPr>
            <p:cNvPr id="7956" name="Google Shape;7956;p88"/>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88"/>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8"/>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88"/>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88"/>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88"/>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2" name="Google Shape;7962;p88"/>
          <p:cNvGrpSpPr/>
          <p:nvPr/>
        </p:nvGrpSpPr>
        <p:grpSpPr>
          <a:xfrm>
            <a:off x="5324920" y="3675538"/>
            <a:ext cx="319079" cy="358099"/>
            <a:chOff x="-54403300" y="3982600"/>
            <a:chExt cx="283550" cy="318225"/>
          </a:xfrm>
        </p:grpSpPr>
        <p:sp>
          <p:nvSpPr>
            <p:cNvPr id="7963" name="Google Shape;7963;p88"/>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8"/>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88"/>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88"/>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88"/>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8" name="Google Shape;7968;p88"/>
          <p:cNvGrpSpPr/>
          <p:nvPr/>
        </p:nvGrpSpPr>
        <p:grpSpPr>
          <a:xfrm>
            <a:off x="7512313" y="2736772"/>
            <a:ext cx="356298" cy="356973"/>
            <a:chOff x="-52458650" y="3194400"/>
            <a:chExt cx="316625" cy="317225"/>
          </a:xfrm>
        </p:grpSpPr>
        <p:sp>
          <p:nvSpPr>
            <p:cNvPr id="7969" name="Google Shape;7969;p88"/>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88"/>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8"/>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8"/>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88"/>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88"/>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88"/>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88"/>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7" name="Google Shape;7977;p88"/>
          <p:cNvGrpSpPr/>
          <p:nvPr/>
        </p:nvGrpSpPr>
        <p:grpSpPr>
          <a:xfrm>
            <a:off x="4881188" y="2741864"/>
            <a:ext cx="314662" cy="358971"/>
            <a:chOff x="-54793175" y="3198925"/>
            <a:chExt cx="279625" cy="319000"/>
          </a:xfrm>
        </p:grpSpPr>
        <p:sp>
          <p:nvSpPr>
            <p:cNvPr id="7978" name="Google Shape;7978;p88"/>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88"/>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88"/>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88"/>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88"/>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88"/>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88"/>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5" name="Google Shape;7985;p88"/>
          <p:cNvGrpSpPr/>
          <p:nvPr/>
        </p:nvGrpSpPr>
        <p:grpSpPr>
          <a:xfrm>
            <a:off x="7521611" y="3205748"/>
            <a:ext cx="337703" cy="357845"/>
            <a:chOff x="-52450000" y="3584850"/>
            <a:chExt cx="300100" cy="318000"/>
          </a:xfrm>
        </p:grpSpPr>
        <p:sp>
          <p:nvSpPr>
            <p:cNvPr id="7986" name="Google Shape;7986;p88"/>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88"/>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8"/>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8"/>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88"/>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88"/>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88"/>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3" name="Google Shape;7993;p88"/>
          <p:cNvGrpSpPr/>
          <p:nvPr/>
        </p:nvGrpSpPr>
        <p:grpSpPr>
          <a:xfrm>
            <a:off x="7533131" y="3670221"/>
            <a:ext cx="314662" cy="357226"/>
            <a:chOff x="-52440550" y="3977875"/>
            <a:chExt cx="279625" cy="317450"/>
          </a:xfrm>
        </p:grpSpPr>
        <p:sp>
          <p:nvSpPr>
            <p:cNvPr id="7994" name="Google Shape;7994;p88"/>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8"/>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88"/>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88"/>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88"/>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88"/>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8"/>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8"/>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2" name="Google Shape;8002;p88"/>
          <p:cNvGrpSpPr/>
          <p:nvPr/>
        </p:nvGrpSpPr>
        <p:grpSpPr>
          <a:xfrm>
            <a:off x="6645066" y="4126427"/>
            <a:ext cx="314662" cy="358999"/>
            <a:chOff x="-51623775" y="3584850"/>
            <a:chExt cx="279625" cy="319025"/>
          </a:xfrm>
        </p:grpSpPr>
        <p:sp>
          <p:nvSpPr>
            <p:cNvPr id="8003" name="Google Shape;8003;p88"/>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88"/>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88"/>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88"/>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88"/>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8"/>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88"/>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88"/>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88"/>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12" name="Google Shape;8012;p88"/>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8013" name="Google Shape;8013;p88"/>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017"/>
        <p:cNvGrpSpPr/>
        <p:nvPr/>
      </p:nvGrpSpPr>
      <p:grpSpPr>
        <a:xfrm>
          <a:off x="0" y="0"/>
          <a:ext cx="0" cy="0"/>
          <a:chOff x="0" y="0"/>
          <a:chExt cx="0" cy="0"/>
        </a:xfrm>
      </p:grpSpPr>
      <p:grpSp>
        <p:nvGrpSpPr>
          <p:cNvPr id="8018" name="Google Shape;8018;p89"/>
          <p:cNvGrpSpPr/>
          <p:nvPr/>
        </p:nvGrpSpPr>
        <p:grpSpPr>
          <a:xfrm>
            <a:off x="885675" y="1386849"/>
            <a:ext cx="276003" cy="357300"/>
            <a:chOff x="-50469125" y="3183175"/>
            <a:chExt cx="233150" cy="301825"/>
          </a:xfrm>
        </p:grpSpPr>
        <p:sp>
          <p:nvSpPr>
            <p:cNvPr id="8019" name="Google Shape;8019;p89"/>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9"/>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89"/>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2" name="Google Shape;8022;p89"/>
          <p:cNvGrpSpPr/>
          <p:nvPr/>
        </p:nvGrpSpPr>
        <p:grpSpPr>
          <a:xfrm>
            <a:off x="845574" y="1822251"/>
            <a:ext cx="356205" cy="355288"/>
            <a:chOff x="-50504575" y="3550975"/>
            <a:chExt cx="300900" cy="300125"/>
          </a:xfrm>
        </p:grpSpPr>
        <p:sp>
          <p:nvSpPr>
            <p:cNvPr id="8023" name="Google Shape;8023;p89"/>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89"/>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89"/>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89"/>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89"/>
          <p:cNvGrpSpPr/>
          <p:nvPr/>
        </p:nvGrpSpPr>
        <p:grpSpPr>
          <a:xfrm>
            <a:off x="845574" y="2260493"/>
            <a:ext cx="356205" cy="354341"/>
            <a:chOff x="-50503000" y="3921175"/>
            <a:chExt cx="300900" cy="299325"/>
          </a:xfrm>
        </p:grpSpPr>
        <p:sp>
          <p:nvSpPr>
            <p:cNvPr id="8028" name="Google Shape;8028;p89"/>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89"/>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89"/>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89"/>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89"/>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3" name="Google Shape;8033;p89"/>
          <p:cNvGrpSpPr/>
          <p:nvPr/>
        </p:nvGrpSpPr>
        <p:grpSpPr>
          <a:xfrm>
            <a:off x="3049627" y="1406411"/>
            <a:ext cx="355258" cy="356205"/>
            <a:chOff x="-48630025" y="3199700"/>
            <a:chExt cx="300100" cy="300900"/>
          </a:xfrm>
        </p:grpSpPr>
        <p:sp>
          <p:nvSpPr>
            <p:cNvPr id="8034" name="Google Shape;8034;p89"/>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89"/>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89"/>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7" name="Google Shape;8037;p89"/>
          <p:cNvGrpSpPr/>
          <p:nvPr/>
        </p:nvGrpSpPr>
        <p:grpSpPr>
          <a:xfrm>
            <a:off x="3049627" y="1843707"/>
            <a:ext cx="355258" cy="355258"/>
            <a:chOff x="-48630025" y="3569100"/>
            <a:chExt cx="300100" cy="300100"/>
          </a:xfrm>
        </p:grpSpPr>
        <p:sp>
          <p:nvSpPr>
            <p:cNvPr id="8038" name="Google Shape;8038;p89"/>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89"/>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89"/>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89"/>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89"/>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89"/>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89"/>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89"/>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89"/>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89"/>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8" name="Google Shape;8048;p89"/>
          <p:cNvGrpSpPr/>
          <p:nvPr/>
        </p:nvGrpSpPr>
        <p:grpSpPr>
          <a:xfrm>
            <a:off x="3050101" y="2281003"/>
            <a:ext cx="354311" cy="353394"/>
            <a:chOff x="-48629225" y="3938500"/>
            <a:chExt cx="299300" cy="298525"/>
          </a:xfrm>
        </p:grpSpPr>
        <p:sp>
          <p:nvSpPr>
            <p:cNvPr id="8049" name="Google Shape;8049;p89"/>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89"/>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89"/>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89"/>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3" name="Google Shape;8053;p89"/>
          <p:cNvGrpSpPr/>
          <p:nvPr/>
        </p:nvGrpSpPr>
        <p:grpSpPr>
          <a:xfrm>
            <a:off x="1785504" y="2752344"/>
            <a:ext cx="311458" cy="354341"/>
            <a:chOff x="-46762575" y="3200500"/>
            <a:chExt cx="263100" cy="299325"/>
          </a:xfrm>
        </p:grpSpPr>
        <p:sp>
          <p:nvSpPr>
            <p:cNvPr id="8054" name="Google Shape;8054;p89"/>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89"/>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89"/>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9"/>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89"/>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9" name="Google Shape;8059;p89"/>
          <p:cNvGrpSpPr/>
          <p:nvPr/>
        </p:nvGrpSpPr>
        <p:grpSpPr>
          <a:xfrm>
            <a:off x="1763589" y="3211066"/>
            <a:ext cx="355288" cy="312375"/>
            <a:chOff x="-46779900" y="3588000"/>
            <a:chExt cx="300125" cy="263875"/>
          </a:xfrm>
        </p:grpSpPr>
        <p:sp>
          <p:nvSpPr>
            <p:cNvPr id="8060" name="Google Shape;8060;p89"/>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89"/>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89"/>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89"/>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4" name="Google Shape;8064;p89"/>
          <p:cNvGrpSpPr/>
          <p:nvPr/>
        </p:nvGrpSpPr>
        <p:grpSpPr>
          <a:xfrm>
            <a:off x="1764062" y="3625988"/>
            <a:ext cx="354341" cy="353394"/>
            <a:chOff x="-46779100" y="3938500"/>
            <a:chExt cx="299325" cy="298525"/>
          </a:xfrm>
        </p:grpSpPr>
        <p:sp>
          <p:nvSpPr>
            <p:cNvPr id="8065" name="Google Shape;8065;p89"/>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89"/>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7" name="Google Shape;8067;p89"/>
          <p:cNvGrpSpPr/>
          <p:nvPr/>
        </p:nvGrpSpPr>
        <p:grpSpPr>
          <a:xfrm>
            <a:off x="3971800" y="2758855"/>
            <a:ext cx="355258" cy="355288"/>
            <a:chOff x="-44924250" y="3206000"/>
            <a:chExt cx="300100" cy="300125"/>
          </a:xfrm>
        </p:grpSpPr>
        <p:sp>
          <p:nvSpPr>
            <p:cNvPr id="8068" name="Google Shape;8068;p89"/>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89"/>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89"/>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89"/>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89"/>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3" name="Google Shape;8073;p89"/>
          <p:cNvGrpSpPr/>
          <p:nvPr/>
        </p:nvGrpSpPr>
        <p:grpSpPr>
          <a:xfrm>
            <a:off x="1286286" y="1386849"/>
            <a:ext cx="355258" cy="355258"/>
            <a:chOff x="-50134375" y="3183175"/>
            <a:chExt cx="300100" cy="300100"/>
          </a:xfrm>
        </p:grpSpPr>
        <p:sp>
          <p:nvSpPr>
            <p:cNvPr id="8074" name="Google Shape;8074;p89"/>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89"/>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89"/>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89"/>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89"/>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89"/>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89"/>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89"/>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9"/>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9"/>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4" name="Google Shape;8084;p89"/>
          <p:cNvGrpSpPr/>
          <p:nvPr/>
        </p:nvGrpSpPr>
        <p:grpSpPr>
          <a:xfrm>
            <a:off x="1286286" y="1822251"/>
            <a:ext cx="355258" cy="355288"/>
            <a:chOff x="-50134375" y="3550975"/>
            <a:chExt cx="300100" cy="300125"/>
          </a:xfrm>
        </p:grpSpPr>
        <p:sp>
          <p:nvSpPr>
            <p:cNvPr id="8085" name="Google Shape;8085;p89"/>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89"/>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7" name="Google Shape;8087;p89"/>
          <p:cNvGrpSpPr/>
          <p:nvPr/>
        </p:nvGrpSpPr>
        <p:grpSpPr>
          <a:xfrm>
            <a:off x="1286286" y="2259783"/>
            <a:ext cx="355258" cy="355051"/>
            <a:chOff x="-50134375" y="3920575"/>
            <a:chExt cx="300100" cy="299925"/>
          </a:xfrm>
        </p:grpSpPr>
        <p:sp>
          <p:nvSpPr>
            <p:cNvPr id="8088" name="Google Shape;8088;p89"/>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9"/>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89"/>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1" name="Google Shape;8091;p89"/>
          <p:cNvGrpSpPr/>
          <p:nvPr/>
        </p:nvGrpSpPr>
        <p:grpSpPr>
          <a:xfrm>
            <a:off x="3497010" y="1407358"/>
            <a:ext cx="357123" cy="355258"/>
            <a:chOff x="-48262200" y="3200500"/>
            <a:chExt cx="301675" cy="300100"/>
          </a:xfrm>
        </p:grpSpPr>
        <p:sp>
          <p:nvSpPr>
            <p:cNvPr id="8092" name="Google Shape;8092;p89"/>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89"/>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89"/>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89"/>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89"/>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9"/>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89"/>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89"/>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89"/>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1" name="Google Shape;8101;p89"/>
          <p:cNvGrpSpPr/>
          <p:nvPr/>
        </p:nvGrpSpPr>
        <p:grpSpPr>
          <a:xfrm>
            <a:off x="3526383" y="1844447"/>
            <a:ext cx="298377" cy="354519"/>
            <a:chOff x="-48233050" y="3569725"/>
            <a:chExt cx="252050" cy="299475"/>
          </a:xfrm>
        </p:grpSpPr>
        <p:sp>
          <p:nvSpPr>
            <p:cNvPr id="8102" name="Google Shape;8102;p89"/>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9"/>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89"/>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5" name="Google Shape;8105;p89"/>
          <p:cNvGrpSpPr/>
          <p:nvPr/>
        </p:nvGrpSpPr>
        <p:grpSpPr>
          <a:xfrm>
            <a:off x="3550148" y="2278191"/>
            <a:ext cx="250847" cy="358070"/>
            <a:chOff x="-48216525" y="3936125"/>
            <a:chExt cx="211900" cy="302475"/>
          </a:xfrm>
        </p:grpSpPr>
        <p:sp>
          <p:nvSpPr>
            <p:cNvPr id="8106" name="Google Shape;8106;p89"/>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89"/>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89"/>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89"/>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0" name="Google Shape;8110;p89"/>
          <p:cNvGrpSpPr/>
          <p:nvPr/>
        </p:nvGrpSpPr>
        <p:grpSpPr>
          <a:xfrm>
            <a:off x="2205866" y="2753261"/>
            <a:ext cx="355258" cy="355288"/>
            <a:chOff x="-46410500" y="3201275"/>
            <a:chExt cx="300100" cy="300125"/>
          </a:xfrm>
        </p:grpSpPr>
        <p:sp>
          <p:nvSpPr>
            <p:cNvPr id="8111" name="Google Shape;8111;p89"/>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89"/>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89"/>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9"/>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89"/>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6" name="Google Shape;8116;p89"/>
          <p:cNvGrpSpPr/>
          <p:nvPr/>
        </p:nvGrpSpPr>
        <p:grpSpPr>
          <a:xfrm>
            <a:off x="2205866" y="3188692"/>
            <a:ext cx="355258" cy="356205"/>
            <a:chOff x="-46409700" y="3569100"/>
            <a:chExt cx="300100" cy="300900"/>
          </a:xfrm>
        </p:grpSpPr>
        <p:sp>
          <p:nvSpPr>
            <p:cNvPr id="8117" name="Google Shape;8117;p89"/>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89"/>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89"/>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89"/>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89"/>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2" name="Google Shape;8122;p89"/>
          <p:cNvGrpSpPr/>
          <p:nvPr/>
        </p:nvGrpSpPr>
        <p:grpSpPr>
          <a:xfrm>
            <a:off x="2193747" y="3624124"/>
            <a:ext cx="379497" cy="358070"/>
            <a:chOff x="-46422300" y="3936925"/>
            <a:chExt cx="320575" cy="302475"/>
          </a:xfrm>
        </p:grpSpPr>
        <p:sp>
          <p:nvSpPr>
            <p:cNvPr id="8123" name="Google Shape;8123;p89"/>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89"/>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5" name="Google Shape;8125;p89"/>
          <p:cNvGrpSpPr/>
          <p:nvPr/>
        </p:nvGrpSpPr>
        <p:grpSpPr>
          <a:xfrm>
            <a:off x="3971326" y="3178452"/>
            <a:ext cx="356205" cy="355258"/>
            <a:chOff x="-44914800" y="3560450"/>
            <a:chExt cx="300900" cy="300100"/>
          </a:xfrm>
        </p:grpSpPr>
        <p:sp>
          <p:nvSpPr>
            <p:cNvPr id="8126" name="Google Shape;8126;p89"/>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9"/>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9"/>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89"/>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89"/>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1" name="Google Shape;8131;p89"/>
          <p:cNvGrpSpPr/>
          <p:nvPr/>
        </p:nvGrpSpPr>
        <p:grpSpPr>
          <a:xfrm>
            <a:off x="1726378" y="1387086"/>
            <a:ext cx="354311" cy="354104"/>
            <a:chOff x="-49764975" y="3183375"/>
            <a:chExt cx="299300" cy="299125"/>
          </a:xfrm>
        </p:grpSpPr>
        <p:sp>
          <p:nvSpPr>
            <p:cNvPr id="8132" name="Google Shape;8132;p89"/>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89"/>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89"/>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89"/>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89"/>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89"/>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89"/>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89"/>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89"/>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1" name="Google Shape;8141;p89"/>
          <p:cNvGrpSpPr/>
          <p:nvPr/>
        </p:nvGrpSpPr>
        <p:grpSpPr>
          <a:xfrm>
            <a:off x="1726378" y="1822547"/>
            <a:ext cx="354311" cy="355909"/>
            <a:chOff x="-49764975" y="3551225"/>
            <a:chExt cx="299300" cy="300650"/>
          </a:xfrm>
        </p:grpSpPr>
        <p:sp>
          <p:nvSpPr>
            <p:cNvPr id="8142" name="Google Shape;8142;p89"/>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89"/>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9"/>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89"/>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89"/>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89"/>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89"/>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89"/>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89"/>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89"/>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89"/>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3" name="Google Shape;8153;p89"/>
          <p:cNvGrpSpPr/>
          <p:nvPr/>
        </p:nvGrpSpPr>
        <p:grpSpPr>
          <a:xfrm>
            <a:off x="1724040" y="2259310"/>
            <a:ext cx="358987" cy="355525"/>
            <a:chOff x="-49766550" y="3920175"/>
            <a:chExt cx="303250" cy="300325"/>
          </a:xfrm>
        </p:grpSpPr>
        <p:sp>
          <p:nvSpPr>
            <p:cNvPr id="8154" name="Google Shape;8154;p89"/>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89"/>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89"/>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89"/>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8" name="Google Shape;8158;p89"/>
          <p:cNvGrpSpPr/>
          <p:nvPr/>
        </p:nvGrpSpPr>
        <p:grpSpPr>
          <a:xfrm>
            <a:off x="3939571" y="1407358"/>
            <a:ext cx="357123" cy="354341"/>
            <a:chOff x="-47892800" y="3200500"/>
            <a:chExt cx="301675" cy="299325"/>
          </a:xfrm>
        </p:grpSpPr>
        <p:sp>
          <p:nvSpPr>
            <p:cNvPr id="8159" name="Google Shape;8159;p89"/>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89"/>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89"/>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89"/>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89"/>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89"/>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5" name="Google Shape;8165;p89"/>
          <p:cNvGrpSpPr/>
          <p:nvPr/>
        </p:nvGrpSpPr>
        <p:grpSpPr>
          <a:xfrm>
            <a:off x="4003437" y="1843707"/>
            <a:ext cx="229391" cy="355258"/>
            <a:chOff x="-47839250" y="3569100"/>
            <a:chExt cx="193775" cy="300100"/>
          </a:xfrm>
        </p:grpSpPr>
        <p:sp>
          <p:nvSpPr>
            <p:cNvPr id="8166" name="Google Shape;8166;p89"/>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89"/>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89"/>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89"/>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89"/>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89"/>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2" name="Google Shape;8172;p89"/>
          <p:cNvGrpSpPr/>
          <p:nvPr/>
        </p:nvGrpSpPr>
        <p:grpSpPr>
          <a:xfrm>
            <a:off x="3940503" y="2280056"/>
            <a:ext cx="355258" cy="356205"/>
            <a:chOff x="-47892800" y="3937700"/>
            <a:chExt cx="300100" cy="300900"/>
          </a:xfrm>
        </p:grpSpPr>
        <p:sp>
          <p:nvSpPr>
            <p:cNvPr id="8173" name="Google Shape;8173;p89"/>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9"/>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89"/>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9"/>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9"/>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89"/>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89"/>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89"/>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1" name="Google Shape;8181;p89"/>
          <p:cNvGrpSpPr/>
          <p:nvPr/>
        </p:nvGrpSpPr>
        <p:grpSpPr>
          <a:xfrm>
            <a:off x="2645798" y="2773770"/>
            <a:ext cx="355258" cy="311458"/>
            <a:chOff x="-46042675" y="3218600"/>
            <a:chExt cx="300100" cy="263100"/>
          </a:xfrm>
        </p:grpSpPr>
        <p:sp>
          <p:nvSpPr>
            <p:cNvPr id="8182" name="Google Shape;8182;p89"/>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89"/>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89"/>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89"/>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89"/>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89"/>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8" name="Google Shape;8188;p89"/>
          <p:cNvGrpSpPr/>
          <p:nvPr/>
        </p:nvGrpSpPr>
        <p:grpSpPr>
          <a:xfrm>
            <a:off x="2645798" y="3188219"/>
            <a:ext cx="355258" cy="323118"/>
            <a:chOff x="-46042675" y="3568700"/>
            <a:chExt cx="300100" cy="272950"/>
          </a:xfrm>
        </p:grpSpPr>
        <p:sp>
          <p:nvSpPr>
            <p:cNvPr id="8189" name="Google Shape;8189;p89"/>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89"/>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9"/>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89"/>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3" name="Google Shape;8193;p89"/>
          <p:cNvGrpSpPr/>
          <p:nvPr/>
        </p:nvGrpSpPr>
        <p:grpSpPr>
          <a:xfrm>
            <a:off x="2687749" y="3625189"/>
            <a:ext cx="271357" cy="356057"/>
            <a:chOff x="-46007225" y="3937825"/>
            <a:chExt cx="229225" cy="300775"/>
          </a:xfrm>
        </p:grpSpPr>
        <p:sp>
          <p:nvSpPr>
            <p:cNvPr id="8194" name="Google Shape;8194;p89"/>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9"/>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9"/>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9"/>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9"/>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9"/>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9"/>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89"/>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89"/>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9"/>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4" name="Google Shape;8204;p89"/>
          <p:cNvGrpSpPr/>
          <p:nvPr/>
        </p:nvGrpSpPr>
        <p:grpSpPr>
          <a:xfrm>
            <a:off x="3993241" y="3615275"/>
            <a:ext cx="312375" cy="357596"/>
            <a:chOff x="-44895900" y="3929450"/>
            <a:chExt cx="263875" cy="302075"/>
          </a:xfrm>
        </p:grpSpPr>
        <p:sp>
          <p:nvSpPr>
            <p:cNvPr id="8205" name="Google Shape;8205;p89"/>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9"/>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9"/>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9"/>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89"/>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89"/>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1" name="Google Shape;8211;p89"/>
          <p:cNvGrpSpPr/>
          <p:nvPr/>
        </p:nvGrpSpPr>
        <p:grpSpPr>
          <a:xfrm>
            <a:off x="2167060" y="1398036"/>
            <a:ext cx="356205" cy="332885"/>
            <a:chOff x="-49397175" y="3192625"/>
            <a:chExt cx="300900" cy="281200"/>
          </a:xfrm>
        </p:grpSpPr>
        <p:sp>
          <p:nvSpPr>
            <p:cNvPr id="8212" name="Google Shape;8212;p89"/>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9"/>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9"/>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89"/>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9"/>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9"/>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9"/>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9" name="Google Shape;8219;p89"/>
          <p:cNvGrpSpPr/>
          <p:nvPr/>
        </p:nvGrpSpPr>
        <p:grpSpPr>
          <a:xfrm>
            <a:off x="2193163" y="1822251"/>
            <a:ext cx="304000" cy="356205"/>
            <a:chOff x="-49375900" y="3550975"/>
            <a:chExt cx="256800" cy="300900"/>
          </a:xfrm>
        </p:grpSpPr>
        <p:sp>
          <p:nvSpPr>
            <p:cNvPr id="8220" name="Google Shape;8220;p89"/>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89"/>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9"/>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9"/>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89"/>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9"/>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9"/>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89"/>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89"/>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89"/>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9"/>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1" name="Google Shape;8231;p89"/>
          <p:cNvGrpSpPr/>
          <p:nvPr/>
        </p:nvGrpSpPr>
        <p:grpSpPr>
          <a:xfrm>
            <a:off x="2188516" y="2259546"/>
            <a:ext cx="313293" cy="356205"/>
            <a:chOff x="-49378250" y="3920375"/>
            <a:chExt cx="264650" cy="300900"/>
          </a:xfrm>
        </p:grpSpPr>
        <p:sp>
          <p:nvSpPr>
            <p:cNvPr id="8232" name="Google Shape;8232;p89"/>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9"/>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89"/>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89"/>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89"/>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89"/>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89"/>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9" name="Google Shape;8239;p89"/>
          <p:cNvGrpSpPr/>
          <p:nvPr/>
        </p:nvGrpSpPr>
        <p:grpSpPr>
          <a:xfrm>
            <a:off x="907504" y="2752344"/>
            <a:ext cx="312375" cy="357123"/>
            <a:chOff x="-47505300" y="3200500"/>
            <a:chExt cx="263875" cy="301675"/>
          </a:xfrm>
        </p:grpSpPr>
        <p:sp>
          <p:nvSpPr>
            <p:cNvPr id="8240" name="Google Shape;8240;p89"/>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89"/>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9"/>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89"/>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9"/>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89"/>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89"/>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89"/>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89"/>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89"/>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89"/>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89"/>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89"/>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3" name="Google Shape;8253;p89"/>
          <p:cNvGrpSpPr/>
          <p:nvPr/>
        </p:nvGrpSpPr>
        <p:grpSpPr>
          <a:xfrm>
            <a:off x="885604" y="3188692"/>
            <a:ext cx="356176" cy="355051"/>
            <a:chOff x="-47524975" y="3569100"/>
            <a:chExt cx="300875" cy="299925"/>
          </a:xfrm>
        </p:grpSpPr>
        <p:sp>
          <p:nvSpPr>
            <p:cNvPr id="8254" name="Google Shape;8254;p89"/>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9"/>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9"/>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89"/>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89"/>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9" name="Google Shape;8259;p89"/>
          <p:cNvGrpSpPr/>
          <p:nvPr/>
        </p:nvGrpSpPr>
        <p:grpSpPr>
          <a:xfrm>
            <a:off x="886062" y="3667954"/>
            <a:ext cx="355258" cy="270410"/>
            <a:chOff x="-47523400" y="3973950"/>
            <a:chExt cx="300100" cy="228425"/>
          </a:xfrm>
        </p:grpSpPr>
        <p:sp>
          <p:nvSpPr>
            <p:cNvPr id="8260" name="Google Shape;8260;p89"/>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89"/>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89"/>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89"/>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9"/>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5" name="Google Shape;8265;p89"/>
          <p:cNvGrpSpPr/>
          <p:nvPr/>
        </p:nvGrpSpPr>
        <p:grpSpPr>
          <a:xfrm>
            <a:off x="3091183" y="2750953"/>
            <a:ext cx="354341" cy="357596"/>
            <a:chOff x="-45673275" y="3199325"/>
            <a:chExt cx="299325" cy="302075"/>
          </a:xfrm>
        </p:grpSpPr>
        <p:sp>
          <p:nvSpPr>
            <p:cNvPr id="8266" name="Google Shape;8266;p89"/>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89"/>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89"/>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9" name="Google Shape;8269;p89"/>
          <p:cNvGrpSpPr/>
          <p:nvPr/>
        </p:nvGrpSpPr>
        <p:grpSpPr>
          <a:xfrm>
            <a:off x="3090251" y="3209202"/>
            <a:ext cx="356205" cy="314240"/>
            <a:chOff x="-45674075" y="3586425"/>
            <a:chExt cx="300900" cy="265450"/>
          </a:xfrm>
        </p:grpSpPr>
        <p:sp>
          <p:nvSpPr>
            <p:cNvPr id="8270" name="Google Shape;8270;p89"/>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89"/>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2" name="Google Shape;8272;p89"/>
          <p:cNvGrpSpPr/>
          <p:nvPr/>
        </p:nvGrpSpPr>
        <p:grpSpPr>
          <a:xfrm>
            <a:off x="3091183" y="3625041"/>
            <a:ext cx="354341" cy="356205"/>
            <a:chOff x="-45673275" y="3937700"/>
            <a:chExt cx="299325" cy="300900"/>
          </a:xfrm>
        </p:grpSpPr>
        <p:sp>
          <p:nvSpPr>
            <p:cNvPr id="8273" name="Google Shape;8273;p89"/>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9"/>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89"/>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89"/>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89"/>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89"/>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9" name="Google Shape;8279;p89"/>
          <p:cNvGrpSpPr/>
          <p:nvPr/>
        </p:nvGrpSpPr>
        <p:grpSpPr>
          <a:xfrm>
            <a:off x="2205349" y="4117825"/>
            <a:ext cx="356205" cy="356205"/>
            <a:chOff x="-44512325" y="3176075"/>
            <a:chExt cx="300900" cy="300900"/>
          </a:xfrm>
        </p:grpSpPr>
        <p:sp>
          <p:nvSpPr>
            <p:cNvPr id="8280" name="Google Shape;8280;p89"/>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89"/>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89"/>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3" name="Google Shape;8283;p89"/>
          <p:cNvGrpSpPr/>
          <p:nvPr/>
        </p:nvGrpSpPr>
        <p:grpSpPr>
          <a:xfrm>
            <a:off x="2608689" y="1386849"/>
            <a:ext cx="354341" cy="354341"/>
            <a:chOff x="-49027775" y="3183175"/>
            <a:chExt cx="299325" cy="299325"/>
          </a:xfrm>
        </p:grpSpPr>
        <p:sp>
          <p:nvSpPr>
            <p:cNvPr id="8284" name="Google Shape;8284;p89"/>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89"/>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89"/>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89"/>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8" name="Google Shape;8288;p89"/>
          <p:cNvGrpSpPr/>
          <p:nvPr/>
        </p:nvGrpSpPr>
        <p:grpSpPr>
          <a:xfrm>
            <a:off x="2608230" y="1822251"/>
            <a:ext cx="355258" cy="357152"/>
            <a:chOff x="-49027775" y="3550975"/>
            <a:chExt cx="300100" cy="301700"/>
          </a:xfrm>
        </p:grpSpPr>
        <p:sp>
          <p:nvSpPr>
            <p:cNvPr id="8289" name="Google Shape;8289;p89"/>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89"/>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89"/>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89"/>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89"/>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89"/>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89"/>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9"/>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89"/>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89"/>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9" name="Google Shape;8299;p89"/>
          <p:cNvGrpSpPr/>
          <p:nvPr/>
        </p:nvGrpSpPr>
        <p:grpSpPr>
          <a:xfrm>
            <a:off x="2606306" y="2259310"/>
            <a:ext cx="359106" cy="355525"/>
            <a:chOff x="-49031025" y="3920175"/>
            <a:chExt cx="303350" cy="300325"/>
          </a:xfrm>
        </p:grpSpPr>
        <p:sp>
          <p:nvSpPr>
            <p:cNvPr id="8300" name="Google Shape;8300;p89"/>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9"/>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89"/>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89"/>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89"/>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89"/>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6" name="Google Shape;8306;p89"/>
          <p:cNvGrpSpPr/>
          <p:nvPr/>
        </p:nvGrpSpPr>
        <p:grpSpPr>
          <a:xfrm>
            <a:off x="1322411" y="2752344"/>
            <a:ext cx="356176" cy="354341"/>
            <a:chOff x="-47155575" y="3200500"/>
            <a:chExt cx="300875" cy="299325"/>
          </a:xfrm>
        </p:grpSpPr>
        <p:sp>
          <p:nvSpPr>
            <p:cNvPr id="8307" name="Google Shape;8307;p89"/>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89"/>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89"/>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89"/>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89"/>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89"/>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3" name="Google Shape;8313;p89"/>
          <p:cNvGrpSpPr/>
          <p:nvPr/>
        </p:nvGrpSpPr>
        <p:grpSpPr>
          <a:xfrm>
            <a:off x="1322870" y="3188692"/>
            <a:ext cx="355258" cy="355258"/>
            <a:chOff x="-47154800" y="3569100"/>
            <a:chExt cx="300100" cy="300100"/>
          </a:xfrm>
        </p:grpSpPr>
        <p:sp>
          <p:nvSpPr>
            <p:cNvPr id="8314" name="Google Shape;8314;p89"/>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89"/>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89"/>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89"/>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89"/>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89"/>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0" name="Google Shape;8320;p89"/>
          <p:cNvGrpSpPr/>
          <p:nvPr/>
        </p:nvGrpSpPr>
        <p:grpSpPr>
          <a:xfrm>
            <a:off x="1323343" y="3626905"/>
            <a:ext cx="354311" cy="353423"/>
            <a:chOff x="-47154000" y="3939275"/>
            <a:chExt cx="299300" cy="298550"/>
          </a:xfrm>
        </p:grpSpPr>
        <p:sp>
          <p:nvSpPr>
            <p:cNvPr id="8321" name="Google Shape;8321;p89"/>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89"/>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89"/>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9"/>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5" name="Google Shape;8325;p89"/>
          <p:cNvGrpSpPr/>
          <p:nvPr/>
        </p:nvGrpSpPr>
        <p:grpSpPr>
          <a:xfrm>
            <a:off x="3548633" y="2752344"/>
            <a:ext cx="312375" cy="354341"/>
            <a:chOff x="-45286550" y="3200500"/>
            <a:chExt cx="263875" cy="299325"/>
          </a:xfrm>
        </p:grpSpPr>
        <p:sp>
          <p:nvSpPr>
            <p:cNvPr id="8326" name="Google Shape;8326;p89"/>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89"/>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89"/>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9" name="Google Shape;8329;p89"/>
          <p:cNvGrpSpPr/>
          <p:nvPr/>
        </p:nvGrpSpPr>
        <p:grpSpPr>
          <a:xfrm>
            <a:off x="3548633" y="3189639"/>
            <a:ext cx="312375" cy="354311"/>
            <a:chOff x="-45286550" y="3569900"/>
            <a:chExt cx="263875" cy="299300"/>
          </a:xfrm>
        </p:grpSpPr>
        <p:sp>
          <p:nvSpPr>
            <p:cNvPr id="8330" name="Google Shape;8330;p89"/>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89"/>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89"/>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89"/>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89"/>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89"/>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6" name="Google Shape;8336;p89"/>
          <p:cNvGrpSpPr/>
          <p:nvPr/>
        </p:nvGrpSpPr>
        <p:grpSpPr>
          <a:xfrm>
            <a:off x="3559820" y="3625988"/>
            <a:ext cx="290001" cy="355258"/>
            <a:chOff x="-45277900" y="3938500"/>
            <a:chExt cx="244975" cy="300100"/>
          </a:xfrm>
        </p:grpSpPr>
        <p:sp>
          <p:nvSpPr>
            <p:cNvPr id="8337" name="Google Shape;8337;p89"/>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89"/>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89"/>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89"/>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1" name="Google Shape;8341;p89"/>
          <p:cNvGrpSpPr/>
          <p:nvPr/>
        </p:nvGrpSpPr>
        <p:grpSpPr>
          <a:xfrm>
            <a:off x="2645769" y="4095090"/>
            <a:ext cx="355258" cy="355258"/>
            <a:chOff x="-44502875" y="3576975"/>
            <a:chExt cx="300100" cy="300100"/>
          </a:xfrm>
        </p:grpSpPr>
        <p:sp>
          <p:nvSpPr>
            <p:cNvPr id="8342" name="Google Shape;8342;p89"/>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89"/>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89"/>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5" name="Google Shape;8345;p89"/>
          <p:cNvGrpSpPr/>
          <p:nvPr/>
        </p:nvGrpSpPr>
        <p:grpSpPr>
          <a:xfrm>
            <a:off x="4858981" y="1820745"/>
            <a:ext cx="356196" cy="354670"/>
            <a:chOff x="-13946200" y="3647075"/>
            <a:chExt cx="353650" cy="352100"/>
          </a:xfrm>
        </p:grpSpPr>
        <p:sp>
          <p:nvSpPr>
            <p:cNvPr id="8346" name="Google Shape;8346;p89"/>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89"/>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89"/>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89"/>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89"/>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89"/>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2" name="Google Shape;8352;p89"/>
          <p:cNvGrpSpPr/>
          <p:nvPr/>
        </p:nvGrpSpPr>
        <p:grpSpPr>
          <a:xfrm>
            <a:off x="6642374" y="1380228"/>
            <a:ext cx="357002" cy="354267"/>
            <a:chOff x="-12163025" y="3214275"/>
            <a:chExt cx="354450" cy="351700"/>
          </a:xfrm>
        </p:grpSpPr>
        <p:sp>
          <p:nvSpPr>
            <p:cNvPr id="8353" name="Google Shape;8353;p89"/>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89"/>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89"/>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6" name="Google Shape;8356;p89"/>
          <p:cNvGrpSpPr/>
          <p:nvPr/>
        </p:nvGrpSpPr>
        <p:grpSpPr>
          <a:xfrm>
            <a:off x="6643154" y="1819965"/>
            <a:ext cx="355441" cy="356232"/>
            <a:chOff x="-12160675" y="3647875"/>
            <a:chExt cx="352900" cy="353650"/>
          </a:xfrm>
        </p:grpSpPr>
        <p:sp>
          <p:nvSpPr>
            <p:cNvPr id="8357" name="Google Shape;8357;p89"/>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89"/>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89"/>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9"/>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89"/>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89"/>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89"/>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4" name="Google Shape;8364;p89"/>
          <p:cNvGrpSpPr/>
          <p:nvPr/>
        </p:nvGrpSpPr>
        <p:grpSpPr>
          <a:xfrm>
            <a:off x="6653870" y="2264421"/>
            <a:ext cx="354635" cy="356232"/>
            <a:chOff x="-12160675" y="4081850"/>
            <a:chExt cx="352100" cy="353650"/>
          </a:xfrm>
        </p:grpSpPr>
        <p:sp>
          <p:nvSpPr>
            <p:cNvPr id="8365" name="Google Shape;8365;p89"/>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89"/>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89"/>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9"/>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89"/>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89"/>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1" name="Google Shape;8371;p89"/>
          <p:cNvGrpSpPr/>
          <p:nvPr/>
        </p:nvGrpSpPr>
        <p:grpSpPr>
          <a:xfrm>
            <a:off x="4858836" y="2738864"/>
            <a:ext cx="355416" cy="355652"/>
            <a:chOff x="-10391650" y="3180600"/>
            <a:chExt cx="352875" cy="353075"/>
          </a:xfrm>
        </p:grpSpPr>
        <p:sp>
          <p:nvSpPr>
            <p:cNvPr id="8372" name="Google Shape;8372;p89"/>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89"/>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89"/>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89"/>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89"/>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89"/>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8" name="Google Shape;8378;p89"/>
          <p:cNvGrpSpPr/>
          <p:nvPr/>
        </p:nvGrpSpPr>
        <p:grpSpPr>
          <a:xfrm>
            <a:off x="4858835" y="3215662"/>
            <a:ext cx="354635" cy="353890"/>
            <a:chOff x="-10390875" y="3616350"/>
            <a:chExt cx="352100" cy="351325"/>
          </a:xfrm>
        </p:grpSpPr>
        <p:sp>
          <p:nvSpPr>
            <p:cNvPr id="8379" name="Google Shape;8379;p89"/>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89"/>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9"/>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2" name="Google Shape;8382;p89"/>
          <p:cNvGrpSpPr/>
          <p:nvPr/>
        </p:nvGrpSpPr>
        <p:grpSpPr>
          <a:xfrm>
            <a:off x="7525810" y="2740327"/>
            <a:ext cx="312585" cy="354670"/>
            <a:chOff x="-10370400" y="4049550"/>
            <a:chExt cx="310350" cy="352100"/>
          </a:xfrm>
        </p:grpSpPr>
        <p:sp>
          <p:nvSpPr>
            <p:cNvPr id="8383" name="Google Shape;8383;p89"/>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9"/>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9"/>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9"/>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9"/>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8" name="Google Shape;8388;p89"/>
          <p:cNvGrpSpPr/>
          <p:nvPr/>
        </p:nvGrpSpPr>
        <p:grpSpPr>
          <a:xfrm>
            <a:off x="6630066" y="2739268"/>
            <a:ext cx="379236" cy="354847"/>
            <a:chOff x="-8674650" y="3210975"/>
            <a:chExt cx="376525" cy="352275"/>
          </a:xfrm>
        </p:grpSpPr>
        <p:sp>
          <p:nvSpPr>
            <p:cNvPr id="8389" name="Google Shape;8389;p89"/>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9"/>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9"/>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9"/>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9"/>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9"/>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5" name="Google Shape;8395;p89"/>
          <p:cNvGrpSpPr/>
          <p:nvPr/>
        </p:nvGrpSpPr>
        <p:grpSpPr>
          <a:xfrm>
            <a:off x="5301563" y="1820745"/>
            <a:ext cx="356221" cy="354670"/>
            <a:chOff x="-13512225" y="3647075"/>
            <a:chExt cx="353675" cy="352100"/>
          </a:xfrm>
        </p:grpSpPr>
        <p:sp>
          <p:nvSpPr>
            <p:cNvPr id="8396" name="Google Shape;8396;p89"/>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89"/>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89"/>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89"/>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89"/>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9"/>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89"/>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89"/>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89"/>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89"/>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6" name="Google Shape;8406;p89"/>
          <p:cNvGrpSpPr/>
          <p:nvPr/>
        </p:nvGrpSpPr>
        <p:grpSpPr>
          <a:xfrm>
            <a:off x="5311876" y="2264811"/>
            <a:ext cx="356221" cy="355451"/>
            <a:chOff x="-13512225" y="4080275"/>
            <a:chExt cx="353675" cy="352875"/>
          </a:xfrm>
        </p:grpSpPr>
        <p:sp>
          <p:nvSpPr>
            <p:cNvPr id="8407" name="Google Shape;8407;p89"/>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89"/>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89"/>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89"/>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89"/>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89"/>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89"/>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89"/>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89"/>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89"/>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89"/>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8" name="Google Shape;8418;p89"/>
          <p:cNvGrpSpPr/>
          <p:nvPr/>
        </p:nvGrpSpPr>
        <p:grpSpPr>
          <a:xfrm>
            <a:off x="7084956" y="1412172"/>
            <a:ext cx="356196" cy="290379"/>
            <a:chOff x="-11728250" y="3245400"/>
            <a:chExt cx="353650" cy="288275"/>
          </a:xfrm>
        </p:grpSpPr>
        <p:sp>
          <p:nvSpPr>
            <p:cNvPr id="8419" name="Google Shape;8419;p89"/>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9"/>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89"/>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89"/>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89"/>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4" name="Google Shape;8424;p89"/>
          <p:cNvGrpSpPr/>
          <p:nvPr/>
        </p:nvGrpSpPr>
        <p:grpSpPr>
          <a:xfrm>
            <a:off x="7117464" y="2264811"/>
            <a:ext cx="311804" cy="355451"/>
            <a:chOff x="-11703850" y="4081850"/>
            <a:chExt cx="309575" cy="352875"/>
          </a:xfrm>
        </p:grpSpPr>
        <p:sp>
          <p:nvSpPr>
            <p:cNvPr id="8425" name="Google Shape;8425;p89"/>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89"/>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89"/>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89"/>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89"/>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89"/>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89"/>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89"/>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3" name="Google Shape;8433;p89"/>
          <p:cNvGrpSpPr/>
          <p:nvPr/>
        </p:nvGrpSpPr>
        <p:grpSpPr>
          <a:xfrm>
            <a:off x="5306120" y="2738964"/>
            <a:ext cx="357002" cy="355451"/>
            <a:chOff x="-9958475" y="3180025"/>
            <a:chExt cx="354450" cy="352875"/>
          </a:xfrm>
        </p:grpSpPr>
        <p:sp>
          <p:nvSpPr>
            <p:cNvPr id="8434" name="Google Shape;8434;p89"/>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89"/>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89"/>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7" name="Google Shape;8437;p89"/>
          <p:cNvGrpSpPr/>
          <p:nvPr/>
        </p:nvGrpSpPr>
        <p:grpSpPr>
          <a:xfrm>
            <a:off x="5315247" y="3214945"/>
            <a:ext cx="337966" cy="355325"/>
            <a:chOff x="-9949025" y="3615575"/>
            <a:chExt cx="335550" cy="352750"/>
          </a:xfrm>
        </p:grpSpPr>
        <p:sp>
          <p:nvSpPr>
            <p:cNvPr id="8438" name="Google Shape;8438;p89"/>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89"/>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89"/>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1" name="Google Shape;8441;p89"/>
          <p:cNvGrpSpPr/>
          <p:nvPr/>
        </p:nvGrpSpPr>
        <p:grpSpPr>
          <a:xfrm>
            <a:off x="7950093" y="2738451"/>
            <a:ext cx="360175" cy="358423"/>
            <a:chOff x="-9961625" y="4048175"/>
            <a:chExt cx="357600" cy="355825"/>
          </a:xfrm>
        </p:grpSpPr>
        <p:sp>
          <p:nvSpPr>
            <p:cNvPr id="8442" name="Google Shape;8442;p89"/>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89"/>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89"/>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89"/>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89"/>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89"/>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8" name="Google Shape;8448;p89"/>
          <p:cNvGrpSpPr/>
          <p:nvPr/>
        </p:nvGrpSpPr>
        <p:grpSpPr>
          <a:xfrm>
            <a:off x="6636814" y="3213963"/>
            <a:ext cx="364959" cy="357289"/>
            <a:chOff x="-8680950" y="3624225"/>
            <a:chExt cx="362350" cy="354700"/>
          </a:xfrm>
        </p:grpSpPr>
        <p:sp>
          <p:nvSpPr>
            <p:cNvPr id="8449" name="Google Shape;8449;p89"/>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89"/>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89"/>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89"/>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89"/>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89"/>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5" name="Google Shape;8455;p89"/>
          <p:cNvGrpSpPr/>
          <p:nvPr/>
        </p:nvGrpSpPr>
        <p:grpSpPr>
          <a:xfrm>
            <a:off x="5773058" y="1379624"/>
            <a:ext cx="313365" cy="355476"/>
            <a:chOff x="-13056975" y="3212300"/>
            <a:chExt cx="311125" cy="352900"/>
          </a:xfrm>
        </p:grpSpPr>
        <p:sp>
          <p:nvSpPr>
            <p:cNvPr id="8456" name="Google Shape;8456;p89"/>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89"/>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9"/>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89"/>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0" name="Google Shape;8460;p89"/>
          <p:cNvGrpSpPr/>
          <p:nvPr/>
        </p:nvGrpSpPr>
        <p:grpSpPr>
          <a:xfrm>
            <a:off x="5750446" y="1820418"/>
            <a:ext cx="358588" cy="355325"/>
            <a:chOff x="-13077450" y="3647075"/>
            <a:chExt cx="356025" cy="352750"/>
          </a:xfrm>
        </p:grpSpPr>
        <p:sp>
          <p:nvSpPr>
            <p:cNvPr id="8461" name="Google Shape;8461;p89"/>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9"/>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89"/>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4" name="Google Shape;8464;p89"/>
          <p:cNvGrpSpPr/>
          <p:nvPr/>
        </p:nvGrpSpPr>
        <p:grpSpPr>
          <a:xfrm>
            <a:off x="5761552" y="2264018"/>
            <a:ext cx="357002" cy="357037"/>
            <a:chOff x="-13079025" y="4079475"/>
            <a:chExt cx="354450" cy="354450"/>
          </a:xfrm>
        </p:grpSpPr>
        <p:sp>
          <p:nvSpPr>
            <p:cNvPr id="8465" name="Google Shape;8465;p89"/>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89"/>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89"/>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89"/>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9" name="Google Shape;8469;p89"/>
          <p:cNvGrpSpPr/>
          <p:nvPr/>
        </p:nvGrpSpPr>
        <p:grpSpPr>
          <a:xfrm>
            <a:off x="7534619" y="1380027"/>
            <a:ext cx="356221" cy="354670"/>
            <a:chOff x="-11292700" y="3213875"/>
            <a:chExt cx="353675" cy="352100"/>
          </a:xfrm>
        </p:grpSpPr>
        <p:sp>
          <p:nvSpPr>
            <p:cNvPr id="8470" name="Google Shape;8470;p89"/>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9"/>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89"/>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89"/>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89"/>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89"/>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9"/>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7" name="Google Shape;8477;p89"/>
          <p:cNvGrpSpPr/>
          <p:nvPr/>
        </p:nvGrpSpPr>
        <p:grpSpPr>
          <a:xfrm>
            <a:off x="7528677" y="1819965"/>
            <a:ext cx="368106" cy="356232"/>
            <a:chOff x="-11299000" y="3647875"/>
            <a:chExt cx="365475" cy="353650"/>
          </a:xfrm>
        </p:grpSpPr>
        <p:sp>
          <p:nvSpPr>
            <p:cNvPr id="8478" name="Google Shape;8478;p89"/>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89"/>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89"/>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89"/>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89"/>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89"/>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4" name="Google Shape;8484;p89"/>
          <p:cNvGrpSpPr/>
          <p:nvPr/>
        </p:nvGrpSpPr>
        <p:grpSpPr>
          <a:xfrm>
            <a:off x="7544139" y="2275916"/>
            <a:ext cx="357808" cy="333240"/>
            <a:chOff x="-11295075" y="4092875"/>
            <a:chExt cx="355250" cy="330825"/>
          </a:xfrm>
        </p:grpSpPr>
        <p:sp>
          <p:nvSpPr>
            <p:cNvPr id="8485" name="Google Shape;8485;p89"/>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89"/>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89"/>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89"/>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89"/>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0" name="Google Shape;8490;p89"/>
          <p:cNvGrpSpPr/>
          <p:nvPr/>
        </p:nvGrpSpPr>
        <p:grpSpPr>
          <a:xfrm>
            <a:off x="5769739" y="2738964"/>
            <a:ext cx="312585" cy="355451"/>
            <a:chOff x="-9500075" y="3180800"/>
            <a:chExt cx="310350" cy="352875"/>
          </a:xfrm>
        </p:grpSpPr>
        <p:sp>
          <p:nvSpPr>
            <p:cNvPr id="8491" name="Google Shape;8491;p89"/>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89"/>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89"/>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89"/>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9"/>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9"/>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89"/>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89"/>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89"/>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0" name="Google Shape;8500;p89"/>
          <p:cNvGrpSpPr/>
          <p:nvPr/>
        </p:nvGrpSpPr>
        <p:grpSpPr>
          <a:xfrm>
            <a:off x="5747530" y="3214479"/>
            <a:ext cx="356221" cy="356257"/>
            <a:chOff x="-9523700" y="3614000"/>
            <a:chExt cx="353675" cy="353675"/>
          </a:xfrm>
        </p:grpSpPr>
        <p:sp>
          <p:nvSpPr>
            <p:cNvPr id="8501" name="Google Shape;8501;p89"/>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89"/>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89"/>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89"/>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89"/>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89"/>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89"/>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89"/>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89"/>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0" name="Google Shape;8510;p89"/>
          <p:cNvGrpSpPr/>
          <p:nvPr/>
        </p:nvGrpSpPr>
        <p:grpSpPr>
          <a:xfrm>
            <a:off x="7532481" y="3237121"/>
            <a:ext cx="356221" cy="354670"/>
            <a:chOff x="-9523700" y="4049550"/>
            <a:chExt cx="353675" cy="352100"/>
          </a:xfrm>
        </p:grpSpPr>
        <p:sp>
          <p:nvSpPr>
            <p:cNvPr id="8511" name="Google Shape;8511;p89"/>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89"/>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89"/>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89"/>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89"/>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89"/>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89"/>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8" name="Google Shape;8518;p89"/>
          <p:cNvGrpSpPr/>
          <p:nvPr/>
        </p:nvGrpSpPr>
        <p:grpSpPr>
          <a:xfrm>
            <a:off x="7088596" y="3237094"/>
            <a:ext cx="357002" cy="311029"/>
            <a:chOff x="-8209150" y="3659675"/>
            <a:chExt cx="354450" cy="308775"/>
          </a:xfrm>
        </p:grpSpPr>
        <p:sp>
          <p:nvSpPr>
            <p:cNvPr id="8519" name="Google Shape;8519;p89"/>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89"/>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89"/>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89"/>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89"/>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89"/>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5" name="Google Shape;8525;p89"/>
          <p:cNvGrpSpPr/>
          <p:nvPr/>
        </p:nvGrpSpPr>
        <p:grpSpPr>
          <a:xfrm>
            <a:off x="6202157" y="2266007"/>
            <a:ext cx="356221" cy="353059"/>
            <a:chOff x="-12643475" y="4081850"/>
            <a:chExt cx="353675" cy="350500"/>
          </a:xfrm>
        </p:grpSpPr>
        <p:sp>
          <p:nvSpPr>
            <p:cNvPr id="8526" name="Google Shape;8526;p89"/>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89"/>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89"/>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89"/>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0" name="Google Shape;8530;p89"/>
          <p:cNvSpPr/>
          <p:nvPr/>
        </p:nvSpPr>
        <p:spPr>
          <a:xfrm>
            <a:off x="8015262" y="1820647"/>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1" name="Google Shape;8531;p89"/>
          <p:cNvGrpSpPr/>
          <p:nvPr/>
        </p:nvGrpSpPr>
        <p:grpSpPr>
          <a:xfrm>
            <a:off x="7984757" y="2275916"/>
            <a:ext cx="356221" cy="333240"/>
            <a:chOff x="-10858725" y="4092875"/>
            <a:chExt cx="353675" cy="330825"/>
          </a:xfrm>
        </p:grpSpPr>
        <p:sp>
          <p:nvSpPr>
            <p:cNvPr id="8532" name="Google Shape;8532;p89"/>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89"/>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9"/>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89"/>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89"/>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89"/>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8" name="Google Shape;8538;p89"/>
          <p:cNvGrpSpPr/>
          <p:nvPr/>
        </p:nvGrpSpPr>
        <p:grpSpPr>
          <a:xfrm>
            <a:off x="6243280" y="3214882"/>
            <a:ext cx="252278" cy="355451"/>
            <a:chOff x="-9039300" y="3614000"/>
            <a:chExt cx="250475" cy="352875"/>
          </a:xfrm>
        </p:grpSpPr>
        <p:sp>
          <p:nvSpPr>
            <p:cNvPr id="8539" name="Google Shape;8539;p89"/>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89"/>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1" name="Google Shape;8541;p89"/>
          <p:cNvGrpSpPr/>
          <p:nvPr/>
        </p:nvGrpSpPr>
        <p:grpSpPr>
          <a:xfrm>
            <a:off x="7975246" y="3237121"/>
            <a:ext cx="354635" cy="354670"/>
            <a:chOff x="-9088150" y="4049550"/>
            <a:chExt cx="352100" cy="352100"/>
          </a:xfrm>
        </p:grpSpPr>
        <p:sp>
          <p:nvSpPr>
            <p:cNvPr id="8542" name="Google Shape;8542;p89"/>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89"/>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89"/>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89"/>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89"/>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89"/>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8" name="Google Shape;8548;p89"/>
          <p:cNvGrpSpPr/>
          <p:nvPr/>
        </p:nvGrpSpPr>
        <p:grpSpPr>
          <a:xfrm>
            <a:off x="7109610" y="2739354"/>
            <a:ext cx="315757" cy="354670"/>
            <a:chOff x="-8191825" y="3174500"/>
            <a:chExt cx="313500" cy="352100"/>
          </a:xfrm>
        </p:grpSpPr>
        <p:sp>
          <p:nvSpPr>
            <p:cNvPr id="8549" name="Google Shape;8549;p89"/>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89"/>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89"/>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2" name="Google Shape;8552;p89"/>
          <p:cNvGrpSpPr/>
          <p:nvPr/>
        </p:nvGrpSpPr>
        <p:grpSpPr>
          <a:xfrm>
            <a:off x="4858968" y="1379875"/>
            <a:ext cx="356221" cy="354973"/>
            <a:chOff x="-13947000" y="3212800"/>
            <a:chExt cx="353675" cy="352400"/>
          </a:xfrm>
        </p:grpSpPr>
        <p:sp>
          <p:nvSpPr>
            <p:cNvPr id="8553" name="Google Shape;8553;p89"/>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89"/>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55" name="Google Shape;8555;p89"/>
          <p:cNvSpPr/>
          <p:nvPr/>
        </p:nvSpPr>
        <p:spPr>
          <a:xfrm>
            <a:off x="4902088" y="2265409"/>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56" name="Google Shape;8556;p89"/>
          <p:cNvGrpSpPr/>
          <p:nvPr/>
        </p:nvGrpSpPr>
        <p:grpSpPr>
          <a:xfrm>
            <a:off x="5301563" y="1379233"/>
            <a:ext cx="356221" cy="356257"/>
            <a:chOff x="-13512225" y="3211525"/>
            <a:chExt cx="353675" cy="353675"/>
          </a:xfrm>
        </p:grpSpPr>
        <p:sp>
          <p:nvSpPr>
            <p:cNvPr id="8557" name="Google Shape;8557;p89"/>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89"/>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89"/>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89"/>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89"/>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2" name="Google Shape;8562;p89"/>
          <p:cNvGrpSpPr/>
          <p:nvPr/>
        </p:nvGrpSpPr>
        <p:grpSpPr>
          <a:xfrm>
            <a:off x="6191845" y="1379624"/>
            <a:ext cx="356221" cy="355476"/>
            <a:chOff x="-12643475" y="3212300"/>
            <a:chExt cx="353675" cy="352900"/>
          </a:xfrm>
        </p:grpSpPr>
        <p:sp>
          <p:nvSpPr>
            <p:cNvPr id="8563" name="Google Shape;8563;p89"/>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89"/>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89"/>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89"/>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9"/>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89"/>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89"/>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89"/>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9"/>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2" name="Google Shape;8572;p89"/>
          <p:cNvGrpSpPr/>
          <p:nvPr/>
        </p:nvGrpSpPr>
        <p:grpSpPr>
          <a:xfrm>
            <a:off x="6191845" y="1831398"/>
            <a:ext cx="356221" cy="333366"/>
            <a:chOff x="-12643475" y="3657325"/>
            <a:chExt cx="353675" cy="330950"/>
          </a:xfrm>
        </p:grpSpPr>
        <p:sp>
          <p:nvSpPr>
            <p:cNvPr id="8573" name="Google Shape;8573;p89"/>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89"/>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89"/>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89"/>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89"/>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89"/>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9" name="Google Shape;8579;p89"/>
          <p:cNvGrpSpPr/>
          <p:nvPr/>
        </p:nvGrpSpPr>
        <p:grpSpPr>
          <a:xfrm>
            <a:off x="7974847" y="1380027"/>
            <a:ext cx="355416" cy="354670"/>
            <a:chOff x="-10857925" y="3213875"/>
            <a:chExt cx="352875" cy="352100"/>
          </a:xfrm>
        </p:grpSpPr>
        <p:sp>
          <p:nvSpPr>
            <p:cNvPr id="8580" name="Google Shape;8580;p89"/>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89"/>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89"/>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89"/>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89"/>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89"/>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89"/>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89"/>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89"/>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9"/>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0" name="Google Shape;8590;p89"/>
          <p:cNvGrpSpPr/>
          <p:nvPr/>
        </p:nvGrpSpPr>
        <p:grpSpPr>
          <a:xfrm>
            <a:off x="6191762" y="2739455"/>
            <a:ext cx="356096" cy="354469"/>
            <a:chOff x="-9089725" y="3180200"/>
            <a:chExt cx="353550" cy="351900"/>
          </a:xfrm>
        </p:grpSpPr>
        <p:sp>
          <p:nvSpPr>
            <p:cNvPr id="8591" name="Google Shape;8591;p89"/>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89"/>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3" name="Google Shape;8593;p89"/>
          <p:cNvGrpSpPr/>
          <p:nvPr/>
        </p:nvGrpSpPr>
        <p:grpSpPr>
          <a:xfrm>
            <a:off x="7083760" y="1819260"/>
            <a:ext cx="358588" cy="357642"/>
            <a:chOff x="7083760" y="1971660"/>
            <a:chExt cx="358588" cy="357642"/>
          </a:xfrm>
        </p:grpSpPr>
        <p:sp>
          <p:nvSpPr>
            <p:cNvPr id="8594" name="Google Shape;8594;p89"/>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89"/>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89"/>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9"/>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9"/>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9"/>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89"/>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89"/>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89"/>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89"/>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9"/>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89"/>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06" name="Google Shape;8606;p89"/>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8607" name="Google Shape;8607;p89"/>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611"/>
        <p:cNvGrpSpPr/>
        <p:nvPr/>
      </p:nvGrpSpPr>
      <p:grpSpPr>
        <a:xfrm>
          <a:off x="0" y="0"/>
          <a:ext cx="0" cy="0"/>
          <a:chOff x="0" y="0"/>
          <a:chExt cx="0" cy="0"/>
        </a:xfrm>
      </p:grpSpPr>
      <p:sp>
        <p:nvSpPr>
          <p:cNvPr id="8612" name="Google Shape;8612;p90"/>
          <p:cNvSpPr/>
          <p:nvPr/>
        </p:nvSpPr>
        <p:spPr>
          <a:xfrm>
            <a:off x="801940"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13" name="Google Shape;8613;p90"/>
          <p:cNvGrpSpPr/>
          <p:nvPr/>
        </p:nvGrpSpPr>
        <p:grpSpPr>
          <a:xfrm>
            <a:off x="748855" y="2243507"/>
            <a:ext cx="452798" cy="449473"/>
            <a:chOff x="-21322300" y="3693325"/>
            <a:chExt cx="306400" cy="304150"/>
          </a:xfrm>
        </p:grpSpPr>
        <p:sp>
          <p:nvSpPr>
            <p:cNvPr id="8614" name="Google Shape;8614;p90"/>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90"/>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90"/>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90"/>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8" name="Google Shape;8618;p90"/>
          <p:cNvGrpSpPr/>
          <p:nvPr/>
        </p:nvGrpSpPr>
        <p:grpSpPr>
          <a:xfrm>
            <a:off x="748263" y="2810244"/>
            <a:ext cx="453980" cy="422540"/>
            <a:chOff x="-21322300" y="4077125"/>
            <a:chExt cx="307200" cy="285925"/>
          </a:xfrm>
        </p:grpSpPr>
        <p:sp>
          <p:nvSpPr>
            <p:cNvPr id="8619" name="Google Shape;8619;p90"/>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90"/>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90"/>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90"/>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90"/>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90"/>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90"/>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90"/>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90"/>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90"/>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90"/>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90"/>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1" name="Google Shape;8631;p90"/>
          <p:cNvGrpSpPr/>
          <p:nvPr/>
        </p:nvGrpSpPr>
        <p:grpSpPr>
          <a:xfrm>
            <a:off x="3525440" y="1689128"/>
            <a:ext cx="451653" cy="450212"/>
            <a:chOff x="-19394200" y="3333800"/>
            <a:chExt cx="305625" cy="304650"/>
          </a:xfrm>
        </p:grpSpPr>
        <p:sp>
          <p:nvSpPr>
            <p:cNvPr id="8632" name="Google Shape;8632;p90"/>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90"/>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90"/>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90"/>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90"/>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90"/>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90"/>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90"/>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90"/>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1" name="Google Shape;8641;p90"/>
          <p:cNvGrpSpPr/>
          <p:nvPr/>
        </p:nvGrpSpPr>
        <p:grpSpPr>
          <a:xfrm>
            <a:off x="3524276" y="2243580"/>
            <a:ext cx="453980" cy="449325"/>
            <a:chOff x="-19396575" y="3708500"/>
            <a:chExt cx="307200" cy="304050"/>
          </a:xfrm>
        </p:grpSpPr>
        <p:sp>
          <p:nvSpPr>
            <p:cNvPr id="8642" name="Google Shape;8642;p90"/>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90"/>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90"/>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5" name="Google Shape;8645;p90"/>
          <p:cNvGrpSpPr/>
          <p:nvPr/>
        </p:nvGrpSpPr>
        <p:grpSpPr>
          <a:xfrm>
            <a:off x="3518457" y="2796461"/>
            <a:ext cx="465618" cy="450101"/>
            <a:chOff x="-19394200" y="4084200"/>
            <a:chExt cx="315075" cy="304575"/>
          </a:xfrm>
        </p:grpSpPr>
        <p:sp>
          <p:nvSpPr>
            <p:cNvPr id="8646" name="Google Shape;8646;p90"/>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90"/>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90"/>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90"/>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90"/>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90"/>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2" name="Google Shape;8652;p90"/>
          <p:cNvGrpSpPr/>
          <p:nvPr/>
        </p:nvGrpSpPr>
        <p:grpSpPr>
          <a:xfrm>
            <a:off x="6324167" y="1689001"/>
            <a:ext cx="400447" cy="450470"/>
            <a:chOff x="-17526750" y="3309200"/>
            <a:chExt cx="270975" cy="304825"/>
          </a:xfrm>
        </p:grpSpPr>
        <p:sp>
          <p:nvSpPr>
            <p:cNvPr id="8653" name="Google Shape;8653;p90"/>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90"/>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90"/>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90"/>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90"/>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8" name="Google Shape;8658;p90"/>
          <p:cNvGrpSpPr/>
          <p:nvPr/>
        </p:nvGrpSpPr>
        <p:grpSpPr>
          <a:xfrm>
            <a:off x="6300319" y="2244173"/>
            <a:ext cx="448143" cy="448143"/>
            <a:chOff x="-17542500" y="3684100"/>
            <a:chExt cx="303250" cy="303250"/>
          </a:xfrm>
        </p:grpSpPr>
        <p:sp>
          <p:nvSpPr>
            <p:cNvPr id="8659" name="Google Shape;8659;p90"/>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90"/>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90"/>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90"/>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90"/>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90"/>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90"/>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6" name="Google Shape;8666;p90"/>
          <p:cNvGrpSpPr/>
          <p:nvPr/>
        </p:nvGrpSpPr>
        <p:grpSpPr>
          <a:xfrm>
            <a:off x="6299728" y="2810817"/>
            <a:ext cx="449325" cy="421395"/>
            <a:chOff x="-17542500" y="4068450"/>
            <a:chExt cx="304050" cy="285150"/>
          </a:xfrm>
        </p:grpSpPr>
        <p:sp>
          <p:nvSpPr>
            <p:cNvPr id="8667" name="Google Shape;8667;p90"/>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90"/>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90"/>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90"/>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90"/>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90"/>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3" name="Google Shape;8673;p90"/>
          <p:cNvGrpSpPr/>
          <p:nvPr/>
        </p:nvGrpSpPr>
        <p:grpSpPr>
          <a:xfrm>
            <a:off x="3530150" y="3342211"/>
            <a:ext cx="343404" cy="449325"/>
            <a:chOff x="-15652200" y="3335975"/>
            <a:chExt cx="232375" cy="304050"/>
          </a:xfrm>
        </p:grpSpPr>
        <p:sp>
          <p:nvSpPr>
            <p:cNvPr id="8674" name="Google Shape;8674;p90"/>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90"/>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90"/>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90"/>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90"/>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90"/>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90"/>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90"/>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90"/>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3" name="Google Shape;8683;p90"/>
          <p:cNvGrpSpPr/>
          <p:nvPr/>
        </p:nvGrpSpPr>
        <p:grpSpPr>
          <a:xfrm>
            <a:off x="1304064" y="2243729"/>
            <a:ext cx="449325" cy="449030"/>
            <a:chOff x="-20945825" y="3692175"/>
            <a:chExt cx="304050" cy="303850"/>
          </a:xfrm>
        </p:grpSpPr>
        <p:sp>
          <p:nvSpPr>
            <p:cNvPr id="8684" name="Google Shape;8684;p90"/>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90"/>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90"/>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90"/>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8" name="Google Shape;8688;p90"/>
          <p:cNvGrpSpPr/>
          <p:nvPr/>
        </p:nvGrpSpPr>
        <p:grpSpPr>
          <a:xfrm>
            <a:off x="4110888" y="1689848"/>
            <a:ext cx="372516" cy="448771"/>
            <a:chOff x="-18994100" y="3334775"/>
            <a:chExt cx="252075" cy="303675"/>
          </a:xfrm>
        </p:grpSpPr>
        <p:sp>
          <p:nvSpPr>
            <p:cNvPr id="8689" name="Google Shape;8689;p90"/>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90"/>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90"/>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90"/>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3" name="Google Shape;8693;p90"/>
          <p:cNvGrpSpPr/>
          <p:nvPr/>
        </p:nvGrpSpPr>
        <p:grpSpPr>
          <a:xfrm>
            <a:off x="4125445" y="2244743"/>
            <a:ext cx="343404" cy="446998"/>
            <a:chOff x="-18983850" y="3710075"/>
            <a:chExt cx="232375" cy="302475"/>
          </a:xfrm>
        </p:grpSpPr>
        <p:sp>
          <p:nvSpPr>
            <p:cNvPr id="8694" name="Google Shape;8694;p90"/>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90"/>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90"/>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90"/>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8" name="Google Shape;8698;p90"/>
          <p:cNvGrpSpPr/>
          <p:nvPr/>
        </p:nvGrpSpPr>
        <p:grpSpPr>
          <a:xfrm>
            <a:off x="1303491" y="1689573"/>
            <a:ext cx="450470" cy="449325"/>
            <a:chOff x="-20946600" y="3317850"/>
            <a:chExt cx="304825" cy="304050"/>
          </a:xfrm>
        </p:grpSpPr>
        <p:sp>
          <p:nvSpPr>
            <p:cNvPr id="8699" name="Google Shape;8699;p90"/>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90"/>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90"/>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2" name="Google Shape;8702;p90"/>
          <p:cNvGrpSpPr/>
          <p:nvPr/>
        </p:nvGrpSpPr>
        <p:grpSpPr>
          <a:xfrm>
            <a:off x="1329667" y="2797442"/>
            <a:ext cx="398119" cy="448143"/>
            <a:chOff x="-20930075" y="4066100"/>
            <a:chExt cx="269400" cy="303250"/>
          </a:xfrm>
        </p:grpSpPr>
        <p:sp>
          <p:nvSpPr>
            <p:cNvPr id="8703" name="Google Shape;8703;p90"/>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90"/>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5" name="Google Shape;8705;p90"/>
          <p:cNvGrpSpPr/>
          <p:nvPr/>
        </p:nvGrpSpPr>
        <p:grpSpPr>
          <a:xfrm>
            <a:off x="4071911" y="2797422"/>
            <a:ext cx="450470" cy="448180"/>
            <a:chOff x="-19020075" y="4084200"/>
            <a:chExt cx="304825" cy="303275"/>
          </a:xfrm>
        </p:grpSpPr>
        <p:sp>
          <p:nvSpPr>
            <p:cNvPr id="8706" name="Google Shape;8706;p90"/>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90"/>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90"/>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90"/>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90"/>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90"/>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90"/>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90"/>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90"/>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5" name="Google Shape;8715;p90"/>
          <p:cNvGrpSpPr/>
          <p:nvPr/>
        </p:nvGrpSpPr>
        <p:grpSpPr>
          <a:xfrm>
            <a:off x="6889176" y="1689001"/>
            <a:ext cx="396937" cy="450470"/>
            <a:chOff x="-17149475" y="3309200"/>
            <a:chExt cx="268600" cy="304825"/>
          </a:xfrm>
        </p:grpSpPr>
        <p:sp>
          <p:nvSpPr>
            <p:cNvPr id="8716" name="Google Shape;8716;p90"/>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90"/>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8" name="Google Shape;8718;p90"/>
          <p:cNvGrpSpPr/>
          <p:nvPr/>
        </p:nvGrpSpPr>
        <p:grpSpPr>
          <a:xfrm>
            <a:off x="6862982" y="2258120"/>
            <a:ext cx="449325" cy="420249"/>
            <a:chOff x="-17168375" y="3692750"/>
            <a:chExt cx="304050" cy="284375"/>
          </a:xfrm>
        </p:grpSpPr>
        <p:sp>
          <p:nvSpPr>
            <p:cNvPr id="8719" name="Google Shape;8719;p90"/>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90"/>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90"/>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90"/>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90"/>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90"/>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90"/>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6" name="Google Shape;8726;p90"/>
          <p:cNvGrpSpPr/>
          <p:nvPr/>
        </p:nvGrpSpPr>
        <p:grpSpPr>
          <a:xfrm>
            <a:off x="6859491" y="2796852"/>
            <a:ext cx="456308" cy="449325"/>
            <a:chOff x="-17170750" y="4058800"/>
            <a:chExt cx="308775" cy="304050"/>
          </a:xfrm>
        </p:grpSpPr>
        <p:sp>
          <p:nvSpPr>
            <p:cNvPr id="8727" name="Google Shape;8727;p90"/>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90"/>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90"/>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90"/>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90"/>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90"/>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90"/>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90"/>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90"/>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90"/>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90"/>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90"/>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90"/>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90"/>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90"/>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90"/>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90"/>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4" name="Google Shape;8744;p90"/>
          <p:cNvGrpSpPr/>
          <p:nvPr/>
        </p:nvGrpSpPr>
        <p:grpSpPr>
          <a:xfrm>
            <a:off x="5721388" y="3343358"/>
            <a:ext cx="450470" cy="446998"/>
            <a:chOff x="-15688425" y="3707725"/>
            <a:chExt cx="304825" cy="302475"/>
          </a:xfrm>
        </p:grpSpPr>
        <p:sp>
          <p:nvSpPr>
            <p:cNvPr id="8745" name="Google Shape;8745;p90"/>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90"/>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90"/>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90"/>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90"/>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90"/>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1" name="Google Shape;8751;p90"/>
          <p:cNvGrpSpPr/>
          <p:nvPr/>
        </p:nvGrpSpPr>
        <p:grpSpPr>
          <a:xfrm>
            <a:off x="1865544" y="1690441"/>
            <a:ext cx="451653" cy="447589"/>
            <a:chOff x="-20572500" y="3319025"/>
            <a:chExt cx="305625" cy="302875"/>
          </a:xfrm>
        </p:grpSpPr>
        <p:sp>
          <p:nvSpPr>
            <p:cNvPr id="8752" name="Google Shape;8752;p90"/>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90"/>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4" name="Google Shape;8754;p90"/>
          <p:cNvGrpSpPr/>
          <p:nvPr/>
        </p:nvGrpSpPr>
        <p:grpSpPr>
          <a:xfrm>
            <a:off x="1866708" y="2305410"/>
            <a:ext cx="449325" cy="325670"/>
            <a:chOff x="-20571700" y="3722875"/>
            <a:chExt cx="304050" cy="220375"/>
          </a:xfrm>
        </p:grpSpPr>
        <p:sp>
          <p:nvSpPr>
            <p:cNvPr id="8755" name="Google Shape;8755;p90"/>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90"/>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90"/>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90"/>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90"/>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90"/>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90"/>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2" name="Google Shape;8762;p90"/>
          <p:cNvGrpSpPr/>
          <p:nvPr/>
        </p:nvGrpSpPr>
        <p:grpSpPr>
          <a:xfrm>
            <a:off x="1866135" y="2796278"/>
            <a:ext cx="450470" cy="450470"/>
            <a:chOff x="-20571700" y="4066875"/>
            <a:chExt cx="304825" cy="304825"/>
          </a:xfrm>
        </p:grpSpPr>
        <p:sp>
          <p:nvSpPr>
            <p:cNvPr id="8763" name="Google Shape;8763;p90"/>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90"/>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90"/>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90"/>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90"/>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90"/>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9" name="Google Shape;8769;p90"/>
          <p:cNvGrpSpPr/>
          <p:nvPr/>
        </p:nvGrpSpPr>
        <p:grpSpPr>
          <a:xfrm>
            <a:off x="4632837" y="1688259"/>
            <a:ext cx="453980" cy="451948"/>
            <a:chOff x="-18645175" y="3334200"/>
            <a:chExt cx="307200" cy="305825"/>
          </a:xfrm>
        </p:grpSpPr>
        <p:sp>
          <p:nvSpPr>
            <p:cNvPr id="8770" name="Google Shape;8770;p90"/>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90"/>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90"/>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90"/>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90"/>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5" name="Google Shape;8775;p90"/>
          <p:cNvGrpSpPr/>
          <p:nvPr/>
        </p:nvGrpSpPr>
        <p:grpSpPr>
          <a:xfrm>
            <a:off x="4633429" y="2242989"/>
            <a:ext cx="452798" cy="450507"/>
            <a:chOff x="-18645175" y="3708500"/>
            <a:chExt cx="306400" cy="304850"/>
          </a:xfrm>
        </p:grpSpPr>
        <p:sp>
          <p:nvSpPr>
            <p:cNvPr id="8776" name="Google Shape;8776;p90"/>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90"/>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90"/>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90"/>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90"/>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90"/>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90"/>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3" name="Google Shape;8783;p90"/>
          <p:cNvGrpSpPr/>
          <p:nvPr/>
        </p:nvGrpSpPr>
        <p:grpSpPr>
          <a:xfrm>
            <a:off x="4631101" y="2795630"/>
            <a:ext cx="457453" cy="451763"/>
            <a:chOff x="-18647525" y="4082625"/>
            <a:chExt cx="309550" cy="305700"/>
          </a:xfrm>
        </p:grpSpPr>
        <p:sp>
          <p:nvSpPr>
            <p:cNvPr id="8784" name="Google Shape;8784;p90"/>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90"/>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90"/>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90"/>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8" name="Google Shape;8788;p90"/>
          <p:cNvGrpSpPr/>
          <p:nvPr/>
        </p:nvGrpSpPr>
        <p:grpSpPr>
          <a:xfrm>
            <a:off x="7441485" y="1689592"/>
            <a:ext cx="395755" cy="449288"/>
            <a:chOff x="-16775350" y="3309200"/>
            <a:chExt cx="267800" cy="304025"/>
          </a:xfrm>
        </p:grpSpPr>
        <p:sp>
          <p:nvSpPr>
            <p:cNvPr id="8789" name="Google Shape;8789;p90"/>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90"/>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90"/>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2" name="Google Shape;8792;p90"/>
          <p:cNvGrpSpPr/>
          <p:nvPr/>
        </p:nvGrpSpPr>
        <p:grpSpPr>
          <a:xfrm>
            <a:off x="7441485" y="2241827"/>
            <a:ext cx="395755" cy="452835"/>
            <a:chOff x="-16775350" y="3683300"/>
            <a:chExt cx="267800" cy="306425"/>
          </a:xfrm>
        </p:grpSpPr>
        <p:sp>
          <p:nvSpPr>
            <p:cNvPr id="8793" name="Google Shape;8793;p90"/>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90"/>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90"/>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6" name="Google Shape;8796;p90"/>
          <p:cNvGrpSpPr/>
          <p:nvPr/>
        </p:nvGrpSpPr>
        <p:grpSpPr>
          <a:xfrm>
            <a:off x="7413536" y="2796870"/>
            <a:ext cx="451653" cy="449288"/>
            <a:chOff x="-16794250" y="4058225"/>
            <a:chExt cx="305625" cy="304025"/>
          </a:xfrm>
        </p:grpSpPr>
        <p:sp>
          <p:nvSpPr>
            <p:cNvPr id="8797" name="Google Shape;8797;p90"/>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90"/>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90"/>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90"/>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90"/>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90"/>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90"/>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90"/>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90"/>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06" name="Google Shape;8806;p90"/>
          <p:cNvSpPr/>
          <p:nvPr/>
        </p:nvSpPr>
        <p:spPr>
          <a:xfrm>
            <a:off x="7992205"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07" name="Google Shape;8807;p90"/>
          <p:cNvGrpSpPr/>
          <p:nvPr/>
        </p:nvGrpSpPr>
        <p:grpSpPr>
          <a:xfrm>
            <a:off x="2414953" y="1689573"/>
            <a:ext cx="457453" cy="449325"/>
            <a:chOff x="-20199150" y="3317850"/>
            <a:chExt cx="309550" cy="304050"/>
          </a:xfrm>
        </p:grpSpPr>
        <p:sp>
          <p:nvSpPr>
            <p:cNvPr id="8808" name="Google Shape;8808;p90"/>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90"/>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90"/>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90"/>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90"/>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90"/>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90"/>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5" name="Google Shape;8815;p90"/>
          <p:cNvGrpSpPr/>
          <p:nvPr/>
        </p:nvGrpSpPr>
        <p:grpSpPr>
          <a:xfrm>
            <a:off x="2417281" y="2242861"/>
            <a:ext cx="452798" cy="450766"/>
            <a:chOff x="-20199150" y="3693150"/>
            <a:chExt cx="306400" cy="305025"/>
          </a:xfrm>
        </p:grpSpPr>
        <p:sp>
          <p:nvSpPr>
            <p:cNvPr id="8816" name="Google Shape;8816;p90"/>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90"/>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90"/>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90"/>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90"/>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90"/>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2" name="Google Shape;8822;p90"/>
          <p:cNvGrpSpPr/>
          <p:nvPr/>
        </p:nvGrpSpPr>
        <p:grpSpPr>
          <a:xfrm>
            <a:off x="2417854" y="2795687"/>
            <a:ext cx="451653" cy="451653"/>
            <a:chOff x="-20197575" y="4066875"/>
            <a:chExt cx="305625" cy="305625"/>
          </a:xfrm>
        </p:grpSpPr>
        <p:sp>
          <p:nvSpPr>
            <p:cNvPr id="8823" name="Google Shape;8823;p90"/>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90"/>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90"/>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90"/>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90"/>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90"/>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90"/>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90"/>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1" name="Google Shape;8831;p90"/>
          <p:cNvGrpSpPr/>
          <p:nvPr/>
        </p:nvGrpSpPr>
        <p:grpSpPr>
          <a:xfrm>
            <a:off x="5200071" y="1687520"/>
            <a:ext cx="449325" cy="453426"/>
            <a:chOff x="-18271050" y="3333200"/>
            <a:chExt cx="304050" cy="306825"/>
          </a:xfrm>
        </p:grpSpPr>
        <p:sp>
          <p:nvSpPr>
            <p:cNvPr id="8832" name="Google Shape;8832;p90"/>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90"/>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90"/>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90"/>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90"/>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7" name="Google Shape;8837;p90"/>
          <p:cNvGrpSpPr/>
          <p:nvPr/>
        </p:nvGrpSpPr>
        <p:grpSpPr>
          <a:xfrm>
            <a:off x="5200644" y="2244171"/>
            <a:ext cx="448180" cy="448143"/>
            <a:chOff x="-18270275" y="3710875"/>
            <a:chExt cx="303275" cy="303250"/>
          </a:xfrm>
        </p:grpSpPr>
        <p:sp>
          <p:nvSpPr>
            <p:cNvPr id="8838" name="Google Shape;8838;p90"/>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90"/>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90"/>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90"/>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90"/>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90"/>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4" name="Google Shape;8844;p90"/>
          <p:cNvGrpSpPr/>
          <p:nvPr/>
        </p:nvGrpSpPr>
        <p:grpSpPr>
          <a:xfrm>
            <a:off x="5254196" y="2797422"/>
            <a:ext cx="341076" cy="448180"/>
            <a:chOff x="-18234025" y="4084200"/>
            <a:chExt cx="230800" cy="303275"/>
          </a:xfrm>
        </p:grpSpPr>
        <p:sp>
          <p:nvSpPr>
            <p:cNvPr id="8845" name="Google Shape;8845;p90"/>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90"/>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90"/>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8" name="Google Shape;8848;p90"/>
          <p:cNvGrpSpPr/>
          <p:nvPr/>
        </p:nvGrpSpPr>
        <p:grpSpPr>
          <a:xfrm>
            <a:off x="2366751" y="3341641"/>
            <a:ext cx="449325" cy="450470"/>
            <a:chOff x="-16419350" y="3308400"/>
            <a:chExt cx="304050" cy="304825"/>
          </a:xfrm>
        </p:grpSpPr>
        <p:sp>
          <p:nvSpPr>
            <p:cNvPr id="8849" name="Google Shape;8849;p90"/>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90"/>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90"/>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90"/>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90"/>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90"/>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90"/>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6" name="Google Shape;8856;p90"/>
          <p:cNvGrpSpPr/>
          <p:nvPr/>
        </p:nvGrpSpPr>
        <p:grpSpPr>
          <a:xfrm>
            <a:off x="4638306" y="3340423"/>
            <a:ext cx="395755" cy="452872"/>
            <a:chOff x="-16401225" y="3683275"/>
            <a:chExt cx="267800" cy="306450"/>
          </a:xfrm>
        </p:grpSpPr>
        <p:sp>
          <p:nvSpPr>
            <p:cNvPr id="8857" name="Google Shape;8857;p90"/>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90"/>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90"/>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90"/>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90"/>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90"/>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90"/>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4" name="Google Shape;8864;p90"/>
          <p:cNvGrpSpPr/>
          <p:nvPr/>
        </p:nvGrpSpPr>
        <p:grpSpPr>
          <a:xfrm>
            <a:off x="8003755" y="2797062"/>
            <a:ext cx="450470" cy="448180"/>
            <a:chOff x="-16419350" y="4058200"/>
            <a:chExt cx="304825" cy="303275"/>
          </a:xfrm>
        </p:grpSpPr>
        <p:sp>
          <p:nvSpPr>
            <p:cNvPr id="8865" name="Google Shape;8865;p90"/>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90"/>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90"/>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90"/>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90"/>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90"/>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90"/>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2" name="Google Shape;8872;p90"/>
          <p:cNvGrpSpPr/>
          <p:nvPr/>
        </p:nvGrpSpPr>
        <p:grpSpPr>
          <a:xfrm>
            <a:off x="4030643" y="3343080"/>
            <a:ext cx="450507" cy="447589"/>
            <a:chOff x="-15296200" y="3326900"/>
            <a:chExt cx="304850" cy="302875"/>
          </a:xfrm>
        </p:grpSpPr>
        <p:sp>
          <p:nvSpPr>
            <p:cNvPr id="8873" name="Google Shape;8873;p90"/>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90"/>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90"/>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90"/>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90"/>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8" name="Google Shape;8878;p90"/>
          <p:cNvGrpSpPr/>
          <p:nvPr/>
        </p:nvGrpSpPr>
        <p:grpSpPr>
          <a:xfrm>
            <a:off x="2946296" y="1706881"/>
            <a:ext cx="486566" cy="414708"/>
            <a:chOff x="-19835275" y="3330250"/>
            <a:chExt cx="329250" cy="280625"/>
          </a:xfrm>
        </p:grpSpPr>
        <p:sp>
          <p:nvSpPr>
            <p:cNvPr id="8879" name="Google Shape;8879;p90"/>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90"/>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90"/>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2" name="Google Shape;8882;p90"/>
          <p:cNvGrpSpPr/>
          <p:nvPr/>
        </p:nvGrpSpPr>
        <p:grpSpPr>
          <a:xfrm>
            <a:off x="2964325" y="2243470"/>
            <a:ext cx="450507" cy="449547"/>
            <a:chOff x="-19822675" y="3692750"/>
            <a:chExt cx="304850" cy="304200"/>
          </a:xfrm>
        </p:grpSpPr>
        <p:sp>
          <p:nvSpPr>
            <p:cNvPr id="8883" name="Google Shape;8883;p90"/>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90"/>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90"/>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90"/>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90"/>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8" name="Google Shape;8888;p90"/>
          <p:cNvGrpSpPr/>
          <p:nvPr/>
        </p:nvGrpSpPr>
        <p:grpSpPr>
          <a:xfrm>
            <a:off x="2964916" y="2796278"/>
            <a:ext cx="449325" cy="450470"/>
            <a:chOff x="-19822675" y="4066875"/>
            <a:chExt cx="304050" cy="304825"/>
          </a:xfrm>
        </p:grpSpPr>
        <p:sp>
          <p:nvSpPr>
            <p:cNvPr id="8889" name="Google Shape;8889;p90"/>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90"/>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90"/>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90"/>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90"/>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90"/>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5" name="Google Shape;8895;p90"/>
          <p:cNvGrpSpPr/>
          <p:nvPr/>
        </p:nvGrpSpPr>
        <p:grpSpPr>
          <a:xfrm>
            <a:off x="5773985" y="1689571"/>
            <a:ext cx="399302" cy="449325"/>
            <a:chOff x="-17878825" y="3334400"/>
            <a:chExt cx="270200" cy="304050"/>
          </a:xfrm>
        </p:grpSpPr>
        <p:sp>
          <p:nvSpPr>
            <p:cNvPr id="8896" name="Google Shape;8896;p90"/>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90"/>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90"/>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90"/>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90"/>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90"/>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90"/>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3" name="Google Shape;8903;p90"/>
          <p:cNvGrpSpPr/>
          <p:nvPr/>
        </p:nvGrpSpPr>
        <p:grpSpPr>
          <a:xfrm>
            <a:off x="5747809" y="2242416"/>
            <a:ext cx="451653" cy="451653"/>
            <a:chOff x="-17896150" y="3709300"/>
            <a:chExt cx="305625" cy="305625"/>
          </a:xfrm>
        </p:grpSpPr>
        <p:sp>
          <p:nvSpPr>
            <p:cNvPr id="8904" name="Google Shape;8904;p90"/>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90"/>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90"/>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90"/>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8" name="Google Shape;8908;p90"/>
          <p:cNvGrpSpPr/>
          <p:nvPr/>
        </p:nvGrpSpPr>
        <p:grpSpPr>
          <a:xfrm>
            <a:off x="5775740" y="2795686"/>
            <a:ext cx="395792" cy="451653"/>
            <a:chOff x="-17878025" y="4082625"/>
            <a:chExt cx="267825" cy="305625"/>
          </a:xfrm>
        </p:grpSpPr>
        <p:sp>
          <p:nvSpPr>
            <p:cNvPr id="8909" name="Google Shape;8909;p90"/>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90"/>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90"/>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90"/>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90"/>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90"/>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90"/>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6" name="Google Shape;8916;p90"/>
          <p:cNvGrpSpPr/>
          <p:nvPr/>
        </p:nvGrpSpPr>
        <p:grpSpPr>
          <a:xfrm>
            <a:off x="2919632" y="3355015"/>
            <a:ext cx="450507" cy="423722"/>
            <a:chOff x="-16044450" y="3317850"/>
            <a:chExt cx="304850" cy="286725"/>
          </a:xfrm>
        </p:grpSpPr>
        <p:sp>
          <p:nvSpPr>
            <p:cNvPr id="8917" name="Google Shape;8917;p90"/>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90"/>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90"/>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90"/>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21" name="Google Shape;8921;p90"/>
          <p:cNvSpPr/>
          <p:nvPr/>
        </p:nvSpPr>
        <p:spPr>
          <a:xfrm>
            <a:off x="5164353"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22" name="Google Shape;8922;p90"/>
          <p:cNvGrpSpPr/>
          <p:nvPr/>
        </p:nvGrpSpPr>
        <p:grpSpPr>
          <a:xfrm>
            <a:off x="8042149" y="2243724"/>
            <a:ext cx="373662" cy="449030"/>
            <a:chOff x="-16018450" y="4058400"/>
            <a:chExt cx="252850" cy="303850"/>
          </a:xfrm>
        </p:grpSpPr>
        <p:sp>
          <p:nvSpPr>
            <p:cNvPr id="8923" name="Google Shape;8923;p90"/>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90"/>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90"/>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90"/>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27" name="Google Shape;8927;p90"/>
          <p:cNvSpPr/>
          <p:nvPr/>
        </p:nvSpPr>
        <p:spPr>
          <a:xfrm>
            <a:off x="6274865"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90"/>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932"/>
        <p:cNvGrpSpPr/>
        <p:nvPr/>
      </p:nvGrpSpPr>
      <p:grpSpPr>
        <a:xfrm>
          <a:off x="0" y="0"/>
          <a:ext cx="0" cy="0"/>
          <a:chOff x="0" y="0"/>
          <a:chExt cx="0" cy="0"/>
        </a:xfrm>
      </p:grpSpPr>
      <p:grpSp>
        <p:nvGrpSpPr>
          <p:cNvPr id="8933" name="Google Shape;8933;p91"/>
          <p:cNvGrpSpPr/>
          <p:nvPr/>
        </p:nvGrpSpPr>
        <p:grpSpPr>
          <a:xfrm>
            <a:off x="845901" y="1689241"/>
            <a:ext cx="442337" cy="419623"/>
            <a:chOff x="-6696925" y="3272575"/>
            <a:chExt cx="307200" cy="291425"/>
          </a:xfrm>
        </p:grpSpPr>
        <p:sp>
          <p:nvSpPr>
            <p:cNvPr id="8934" name="Google Shape;8934;p91"/>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91"/>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6" name="Google Shape;8936;p91"/>
          <p:cNvGrpSpPr/>
          <p:nvPr/>
        </p:nvGrpSpPr>
        <p:grpSpPr>
          <a:xfrm>
            <a:off x="845884" y="2204636"/>
            <a:ext cx="442373" cy="420775"/>
            <a:chOff x="-6690625" y="3631325"/>
            <a:chExt cx="307225" cy="292225"/>
          </a:xfrm>
        </p:grpSpPr>
        <p:sp>
          <p:nvSpPr>
            <p:cNvPr id="8937" name="Google Shape;8937;p91"/>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91"/>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91"/>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91"/>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91"/>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2" name="Google Shape;8942;p91"/>
          <p:cNvGrpSpPr/>
          <p:nvPr/>
        </p:nvGrpSpPr>
        <p:grpSpPr>
          <a:xfrm>
            <a:off x="868005" y="2756972"/>
            <a:ext cx="421927" cy="419371"/>
            <a:chOff x="-6689825" y="3992050"/>
            <a:chExt cx="293025" cy="291250"/>
          </a:xfrm>
        </p:grpSpPr>
        <p:sp>
          <p:nvSpPr>
            <p:cNvPr id="8943" name="Google Shape;8943;p91"/>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91"/>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91"/>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91"/>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91"/>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91"/>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91"/>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91"/>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91"/>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91"/>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91"/>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91"/>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55" name="Google Shape;8955;p91"/>
          <p:cNvSpPr/>
          <p:nvPr/>
        </p:nvSpPr>
        <p:spPr>
          <a:xfrm>
            <a:off x="3545854"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56" name="Google Shape;8956;p91"/>
          <p:cNvGrpSpPr/>
          <p:nvPr/>
        </p:nvGrpSpPr>
        <p:grpSpPr>
          <a:xfrm>
            <a:off x="3551317" y="2205192"/>
            <a:ext cx="423043" cy="419659"/>
            <a:chOff x="-4837325" y="3612425"/>
            <a:chExt cx="293800" cy="291450"/>
          </a:xfrm>
        </p:grpSpPr>
        <p:sp>
          <p:nvSpPr>
            <p:cNvPr id="8957" name="Google Shape;8957;p91"/>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91"/>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91"/>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0" name="Google Shape;8960;p91"/>
          <p:cNvGrpSpPr/>
          <p:nvPr/>
        </p:nvGrpSpPr>
        <p:grpSpPr>
          <a:xfrm>
            <a:off x="3564349" y="2756826"/>
            <a:ext cx="420775" cy="419659"/>
            <a:chOff x="-4837325" y="3971575"/>
            <a:chExt cx="292225" cy="291450"/>
          </a:xfrm>
        </p:grpSpPr>
        <p:sp>
          <p:nvSpPr>
            <p:cNvPr id="8961" name="Google Shape;8961;p91"/>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91"/>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91"/>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91"/>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91"/>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91"/>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7" name="Google Shape;8967;p91"/>
          <p:cNvGrpSpPr/>
          <p:nvPr/>
        </p:nvGrpSpPr>
        <p:grpSpPr>
          <a:xfrm>
            <a:off x="6256364" y="1714185"/>
            <a:ext cx="430998" cy="369730"/>
            <a:chOff x="-3037625" y="3254850"/>
            <a:chExt cx="299325" cy="256775"/>
          </a:xfrm>
        </p:grpSpPr>
        <p:sp>
          <p:nvSpPr>
            <p:cNvPr id="8968" name="Google Shape;8968;p91"/>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91"/>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91"/>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91"/>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2" name="Google Shape;8972;p91"/>
          <p:cNvGrpSpPr/>
          <p:nvPr/>
        </p:nvGrpSpPr>
        <p:grpSpPr>
          <a:xfrm>
            <a:off x="6260324" y="2204615"/>
            <a:ext cx="423079" cy="420811"/>
            <a:chOff x="-3031325" y="3597450"/>
            <a:chExt cx="293825" cy="292250"/>
          </a:xfrm>
        </p:grpSpPr>
        <p:sp>
          <p:nvSpPr>
            <p:cNvPr id="8973" name="Google Shape;8973;p91"/>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91"/>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91"/>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91"/>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7" name="Google Shape;8977;p91"/>
          <p:cNvGrpSpPr/>
          <p:nvPr/>
        </p:nvGrpSpPr>
        <p:grpSpPr>
          <a:xfrm>
            <a:off x="6272798" y="2781214"/>
            <a:ext cx="421927" cy="370882"/>
            <a:chOff x="-3030525" y="3973150"/>
            <a:chExt cx="293025" cy="257575"/>
          </a:xfrm>
        </p:grpSpPr>
        <p:sp>
          <p:nvSpPr>
            <p:cNvPr id="8978" name="Google Shape;8978;p91"/>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91"/>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0" name="Google Shape;8980;p91"/>
          <p:cNvGrpSpPr/>
          <p:nvPr/>
        </p:nvGrpSpPr>
        <p:grpSpPr>
          <a:xfrm>
            <a:off x="1374391" y="3369426"/>
            <a:ext cx="421927" cy="297195"/>
            <a:chOff x="-1199300" y="3279250"/>
            <a:chExt cx="293025" cy="206400"/>
          </a:xfrm>
        </p:grpSpPr>
        <p:sp>
          <p:nvSpPr>
            <p:cNvPr id="8981" name="Google Shape;8981;p91"/>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91"/>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91"/>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91"/>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5" name="Google Shape;8985;p91"/>
          <p:cNvGrpSpPr/>
          <p:nvPr/>
        </p:nvGrpSpPr>
        <p:grpSpPr>
          <a:xfrm>
            <a:off x="1381477" y="1688773"/>
            <a:ext cx="444605" cy="420559"/>
            <a:chOff x="-6338550" y="3272950"/>
            <a:chExt cx="308775" cy="292075"/>
          </a:xfrm>
        </p:grpSpPr>
        <p:sp>
          <p:nvSpPr>
            <p:cNvPr id="8986" name="Google Shape;8986;p91"/>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91"/>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91"/>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9" name="Google Shape;8989;p91"/>
          <p:cNvGrpSpPr/>
          <p:nvPr/>
        </p:nvGrpSpPr>
        <p:grpSpPr>
          <a:xfrm>
            <a:off x="1392817" y="2205194"/>
            <a:ext cx="421927" cy="419659"/>
            <a:chOff x="-6329100" y="3632100"/>
            <a:chExt cx="293025" cy="291450"/>
          </a:xfrm>
        </p:grpSpPr>
        <p:sp>
          <p:nvSpPr>
            <p:cNvPr id="8990" name="Google Shape;8990;p91"/>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91"/>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91"/>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3" name="Google Shape;8993;p91"/>
          <p:cNvGrpSpPr/>
          <p:nvPr/>
        </p:nvGrpSpPr>
        <p:grpSpPr>
          <a:xfrm>
            <a:off x="1405867" y="2756828"/>
            <a:ext cx="419623" cy="419659"/>
            <a:chOff x="-6329875" y="3992050"/>
            <a:chExt cx="291425" cy="291450"/>
          </a:xfrm>
        </p:grpSpPr>
        <p:sp>
          <p:nvSpPr>
            <p:cNvPr id="8994" name="Google Shape;8994;p91"/>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91"/>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91"/>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91"/>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8" name="Google Shape;8998;p91"/>
          <p:cNvGrpSpPr/>
          <p:nvPr/>
        </p:nvGrpSpPr>
        <p:grpSpPr>
          <a:xfrm>
            <a:off x="4092004" y="1687530"/>
            <a:ext cx="423079" cy="423043"/>
            <a:chOff x="-4478975" y="3251700"/>
            <a:chExt cx="293825" cy="293800"/>
          </a:xfrm>
        </p:grpSpPr>
        <p:sp>
          <p:nvSpPr>
            <p:cNvPr id="8999" name="Google Shape;8999;p91"/>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91"/>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91"/>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2" name="Google Shape;9002;p91"/>
          <p:cNvGrpSpPr/>
          <p:nvPr/>
        </p:nvGrpSpPr>
        <p:grpSpPr>
          <a:xfrm>
            <a:off x="4092004" y="2205192"/>
            <a:ext cx="423079" cy="419659"/>
            <a:chOff x="-4475825" y="3612425"/>
            <a:chExt cx="293825" cy="291450"/>
          </a:xfrm>
        </p:grpSpPr>
        <p:sp>
          <p:nvSpPr>
            <p:cNvPr id="9003" name="Google Shape;9003;p91"/>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91"/>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91"/>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6" name="Google Shape;9006;p91"/>
          <p:cNvGrpSpPr/>
          <p:nvPr/>
        </p:nvGrpSpPr>
        <p:grpSpPr>
          <a:xfrm>
            <a:off x="4101077" y="2756844"/>
            <a:ext cx="428730" cy="419623"/>
            <a:chOff x="-4480550" y="3970800"/>
            <a:chExt cx="297750" cy="291425"/>
          </a:xfrm>
        </p:grpSpPr>
        <p:sp>
          <p:nvSpPr>
            <p:cNvPr id="9007" name="Google Shape;9007;p91"/>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91"/>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9" name="Google Shape;9009;p91"/>
          <p:cNvGrpSpPr/>
          <p:nvPr/>
        </p:nvGrpSpPr>
        <p:grpSpPr>
          <a:xfrm>
            <a:off x="6804910" y="1689221"/>
            <a:ext cx="415123" cy="419659"/>
            <a:chOff x="-2668225" y="3239075"/>
            <a:chExt cx="288300" cy="291450"/>
          </a:xfrm>
        </p:grpSpPr>
        <p:sp>
          <p:nvSpPr>
            <p:cNvPr id="9010" name="Google Shape;9010;p91"/>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91"/>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91"/>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91"/>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91"/>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5" name="Google Shape;9015;p91"/>
          <p:cNvGrpSpPr/>
          <p:nvPr/>
        </p:nvGrpSpPr>
        <p:grpSpPr>
          <a:xfrm>
            <a:off x="6802066" y="2205191"/>
            <a:ext cx="420811" cy="419659"/>
            <a:chOff x="-2671375" y="3597450"/>
            <a:chExt cx="292250" cy="291450"/>
          </a:xfrm>
        </p:grpSpPr>
        <p:sp>
          <p:nvSpPr>
            <p:cNvPr id="9016" name="Google Shape;9016;p91"/>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91"/>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8" name="Google Shape;9018;p91"/>
          <p:cNvGrpSpPr/>
          <p:nvPr/>
        </p:nvGrpSpPr>
        <p:grpSpPr>
          <a:xfrm>
            <a:off x="6812849" y="2755691"/>
            <a:ext cx="423043" cy="421927"/>
            <a:chOff x="-2670575" y="3956600"/>
            <a:chExt cx="293800" cy="293025"/>
          </a:xfrm>
        </p:grpSpPr>
        <p:sp>
          <p:nvSpPr>
            <p:cNvPr id="9019" name="Google Shape;9019;p91"/>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91"/>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91"/>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91"/>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3" name="Google Shape;9023;p91"/>
          <p:cNvGrpSpPr/>
          <p:nvPr/>
        </p:nvGrpSpPr>
        <p:grpSpPr>
          <a:xfrm>
            <a:off x="3070370" y="3311947"/>
            <a:ext cx="426462" cy="418363"/>
            <a:chOff x="-1183550" y="3586525"/>
            <a:chExt cx="296175" cy="290550"/>
          </a:xfrm>
        </p:grpSpPr>
        <p:sp>
          <p:nvSpPr>
            <p:cNvPr id="9024" name="Google Shape;9024;p91"/>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91"/>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91"/>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91"/>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91"/>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91"/>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91"/>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91"/>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91"/>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3" name="Google Shape;9033;p91"/>
          <p:cNvGrpSpPr/>
          <p:nvPr/>
        </p:nvGrpSpPr>
        <p:grpSpPr>
          <a:xfrm>
            <a:off x="1933980" y="1689799"/>
            <a:ext cx="420811" cy="418507"/>
            <a:chOff x="-5971525" y="3273750"/>
            <a:chExt cx="292250" cy="290650"/>
          </a:xfrm>
        </p:grpSpPr>
        <p:sp>
          <p:nvSpPr>
            <p:cNvPr id="9034" name="Google Shape;9034;p91"/>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91"/>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6" name="Google Shape;9036;p91"/>
          <p:cNvGrpSpPr/>
          <p:nvPr/>
        </p:nvGrpSpPr>
        <p:grpSpPr>
          <a:xfrm>
            <a:off x="1928310" y="2203826"/>
            <a:ext cx="432150" cy="422395"/>
            <a:chOff x="-5974675" y="3632100"/>
            <a:chExt cx="300125" cy="293350"/>
          </a:xfrm>
        </p:grpSpPr>
        <p:sp>
          <p:nvSpPr>
            <p:cNvPr id="9037" name="Google Shape;9037;p91"/>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91"/>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91"/>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0" name="Google Shape;9040;p91"/>
          <p:cNvGrpSpPr/>
          <p:nvPr/>
        </p:nvGrpSpPr>
        <p:grpSpPr>
          <a:xfrm>
            <a:off x="1958351" y="2755694"/>
            <a:ext cx="395865" cy="421927"/>
            <a:chOff x="-5971525" y="3990475"/>
            <a:chExt cx="274925" cy="293025"/>
          </a:xfrm>
        </p:grpSpPr>
        <p:sp>
          <p:nvSpPr>
            <p:cNvPr id="9041" name="Google Shape;9041;p91"/>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91"/>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91"/>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91"/>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5" name="Google Shape;9045;p91"/>
          <p:cNvGrpSpPr/>
          <p:nvPr/>
        </p:nvGrpSpPr>
        <p:grpSpPr>
          <a:xfrm>
            <a:off x="4631558" y="1689798"/>
            <a:ext cx="420775" cy="418507"/>
            <a:chOff x="-4118225" y="3253275"/>
            <a:chExt cx="292225" cy="290650"/>
          </a:xfrm>
        </p:grpSpPr>
        <p:sp>
          <p:nvSpPr>
            <p:cNvPr id="9046" name="Google Shape;9046;p91"/>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91"/>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8" name="Google Shape;9048;p91"/>
          <p:cNvGrpSpPr/>
          <p:nvPr/>
        </p:nvGrpSpPr>
        <p:grpSpPr>
          <a:xfrm>
            <a:off x="4682008" y="2204922"/>
            <a:ext cx="319874" cy="420199"/>
            <a:chOff x="-4082800" y="3612425"/>
            <a:chExt cx="222150" cy="291825"/>
          </a:xfrm>
        </p:grpSpPr>
        <p:sp>
          <p:nvSpPr>
            <p:cNvPr id="9049" name="Google Shape;9049;p91"/>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91"/>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91"/>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2" name="Google Shape;9052;p91"/>
          <p:cNvGrpSpPr/>
          <p:nvPr/>
        </p:nvGrpSpPr>
        <p:grpSpPr>
          <a:xfrm>
            <a:off x="4643456" y="2769876"/>
            <a:ext cx="420775" cy="393561"/>
            <a:chOff x="-4118225" y="3990475"/>
            <a:chExt cx="292225" cy="273325"/>
          </a:xfrm>
        </p:grpSpPr>
        <p:sp>
          <p:nvSpPr>
            <p:cNvPr id="9053" name="Google Shape;9053;p91"/>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91"/>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91"/>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91"/>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7" name="Google Shape;9057;p91"/>
          <p:cNvGrpSpPr/>
          <p:nvPr/>
        </p:nvGrpSpPr>
        <p:grpSpPr>
          <a:xfrm>
            <a:off x="7354110" y="1688087"/>
            <a:ext cx="394713" cy="421927"/>
            <a:chOff x="-2312225" y="3238300"/>
            <a:chExt cx="274125" cy="293025"/>
          </a:xfrm>
        </p:grpSpPr>
        <p:sp>
          <p:nvSpPr>
            <p:cNvPr id="9058" name="Google Shape;9058;p91"/>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91"/>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91"/>
          <p:cNvGrpSpPr/>
          <p:nvPr/>
        </p:nvGrpSpPr>
        <p:grpSpPr>
          <a:xfrm>
            <a:off x="7341062" y="2153586"/>
            <a:ext cx="420811" cy="522864"/>
            <a:chOff x="-2310650" y="3525775"/>
            <a:chExt cx="292250" cy="363125"/>
          </a:xfrm>
        </p:grpSpPr>
        <p:sp>
          <p:nvSpPr>
            <p:cNvPr id="9061" name="Google Shape;9061;p91"/>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91"/>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91"/>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91"/>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5" name="Google Shape;9065;p91"/>
          <p:cNvGrpSpPr/>
          <p:nvPr/>
        </p:nvGrpSpPr>
        <p:grpSpPr>
          <a:xfrm>
            <a:off x="7351827" y="2756825"/>
            <a:ext cx="423079" cy="419659"/>
            <a:chOff x="-2310650" y="3958175"/>
            <a:chExt cx="293825" cy="291450"/>
          </a:xfrm>
        </p:grpSpPr>
        <p:sp>
          <p:nvSpPr>
            <p:cNvPr id="9066" name="Google Shape;9066;p91"/>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91"/>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8" name="Google Shape;9068;p91"/>
          <p:cNvGrpSpPr/>
          <p:nvPr/>
        </p:nvGrpSpPr>
        <p:grpSpPr>
          <a:xfrm>
            <a:off x="4718688" y="3308459"/>
            <a:ext cx="424159" cy="419659"/>
            <a:chOff x="-1182750" y="3962900"/>
            <a:chExt cx="294575" cy="291450"/>
          </a:xfrm>
        </p:grpSpPr>
        <p:sp>
          <p:nvSpPr>
            <p:cNvPr id="9069" name="Google Shape;9069;p91"/>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91"/>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91"/>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91"/>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91"/>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91"/>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91"/>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6" name="Google Shape;9076;p91"/>
          <p:cNvGrpSpPr/>
          <p:nvPr/>
        </p:nvGrpSpPr>
        <p:grpSpPr>
          <a:xfrm>
            <a:off x="2471824" y="1689223"/>
            <a:ext cx="424195" cy="419659"/>
            <a:chOff x="-5611575" y="3272950"/>
            <a:chExt cx="294600" cy="291450"/>
          </a:xfrm>
        </p:grpSpPr>
        <p:sp>
          <p:nvSpPr>
            <p:cNvPr id="9077" name="Google Shape;9077;p91"/>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91"/>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91"/>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91"/>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91"/>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2" name="Google Shape;9082;p91"/>
          <p:cNvGrpSpPr/>
          <p:nvPr/>
        </p:nvGrpSpPr>
        <p:grpSpPr>
          <a:xfrm>
            <a:off x="2471824" y="2205770"/>
            <a:ext cx="424195" cy="418507"/>
            <a:chOff x="-5613150" y="3632900"/>
            <a:chExt cx="294600" cy="290650"/>
          </a:xfrm>
        </p:grpSpPr>
        <p:sp>
          <p:nvSpPr>
            <p:cNvPr id="9083" name="Google Shape;9083;p91"/>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91"/>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5" name="Google Shape;9085;p91"/>
          <p:cNvGrpSpPr/>
          <p:nvPr/>
        </p:nvGrpSpPr>
        <p:grpSpPr>
          <a:xfrm>
            <a:off x="2483722" y="2756270"/>
            <a:ext cx="424195" cy="420775"/>
            <a:chOff x="-5613150" y="3991275"/>
            <a:chExt cx="294600" cy="292225"/>
          </a:xfrm>
        </p:grpSpPr>
        <p:sp>
          <p:nvSpPr>
            <p:cNvPr id="9086" name="Google Shape;9086;p91"/>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91"/>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91"/>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91"/>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91"/>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91"/>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91"/>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91"/>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91"/>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5" name="Google Shape;9095;p91"/>
          <p:cNvGrpSpPr/>
          <p:nvPr/>
        </p:nvGrpSpPr>
        <p:grpSpPr>
          <a:xfrm>
            <a:off x="5155210" y="1689438"/>
            <a:ext cx="434634" cy="419227"/>
            <a:chOff x="-3768700" y="3253275"/>
            <a:chExt cx="301850" cy="291150"/>
          </a:xfrm>
        </p:grpSpPr>
        <p:sp>
          <p:nvSpPr>
            <p:cNvPr id="9096" name="Google Shape;9096;p91"/>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91"/>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91"/>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9" name="Google Shape;9099;p91"/>
          <p:cNvGrpSpPr/>
          <p:nvPr/>
        </p:nvGrpSpPr>
        <p:grpSpPr>
          <a:xfrm>
            <a:off x="5159293" y="2217090"/>
            <a:ext cx="426462" cy="395865"/>
            <a:chOff x="-3808700" y="3628950"/>
            <a:chExt cx="296175" cy="274925"/>
          </a:xfrm>
        </p:grpSpPr>
        <p:sp>
          <p:nvSpPr>
            <p:cNvPr id="9100" name="Google Shape;9100;p91"/>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91"/>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91"/>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3" name="Google Shape;9103;p91"/>
          <p:cNvGrpSpPr/>
          <p:nvPr/>
        </p:nvGrpSpPr>
        <p:grpSpPr>
          <a:xfrm>
            <a:off x="5224504" y="2756412"/>
            <a:ext cx="419443" cy="420487"/>
            <a:chOff x="-3771675" y="3971775"/>
            <a:chExt cx="291300" cy="292025"/>
          </a:xfrm>
        </p:grpSpPr>
        <p:sp>
          <p:nvSpPr>
            <p:cNvPr id="9104" name="Google Shape;9104;p91"/>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91"/>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91"/>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91"/>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91"/>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9" name="Google Shape;9109;p91"/>
          <p:cNvGrpSpPr/>
          <p:nvPr/>
        </p:nvGrpSpPr>
        <p:grpSpPr>
          <a:xfrm>
            <a:off x="7885948" y="1716461"/>
            <a:ext cx="420271" cy="320774"/>
            <a:chOff x="-1951475" y="3273100"/>
            <a:chExt cx="291875" cy="222775"/>
          </a:xfrm>
        </p:grpSpPr>
        <p:sp>
          <p:nvSpPr>
            <p:cNvPr id="9110" name="Google Shape;9110;p91"/>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91"/>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91"/>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3" name="Google Shape;9113;p91"/>
          <p:cNvGrpSpPr/>
          <p:nvPr/>
        </p:nvGrpSpPr>
        <p:grpSpPr>
          <a:xfrm>
            <a:off x="7883429" y="2205191"/>
            <a:ext cx="425310" cy="419659"/>
            <a:chOff x="-1951475" y="3597450"/>
            <a:chExt cx="295375" cy="291450"/>
          </a:xfrm>
        </p:grpSpPr>
        <p:sp>
          <p:nvSpPr>
            <p:cNvPr id="9114" name="Google Shape;9114;p91"/>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91"/>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91"/>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91"/>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8" name="Google Shape;9118;p91"/>
          <p:cNvGrpSpPr/>
          <p:nvPr/>
        </p:nvGrpSpPr>
        <p:grpSpPr>
          <a:xfrm>
            <a:off x="7885680" y="2756825"/>
            <a:ext cx="444605" cy="419659"/>
            <a:chOff x="-1960150" y="3956600"/>
            <a:chExt cx="308775" cy="291450"/>
          </a:xfrm>
        </p:grpSpPr>
        <p:sp>
          <p:nvSpPr>
            <p:cNvPr id="9119" name="Google Shape;9119;p91"/>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91"/>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1" name="Google Shape;9121;p91"/>
          <p:cNvGrpSpPr/>
          <p:nvPr/>
        </p:nvGrpSpPr>
        <p:grpSpPr>
          <a:xfrm>
            <a:off x="1939718" y="3307636"/>
            <a:ext cx="420775" cy="420775"/>
            <a:chOff x="-804700" y="3226500"/>
            <a:chExt cx="292225" cy="292225"/>
          </a:xfrm>
        </p:grpSpPr>
        <p:sp>
          <p:nvSpPr>
            <p:cNvPr id="9122" name="Google Shape;9122;p91"/>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91"/>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91"/>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91"/>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91"/>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91"/>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91"/>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9" name="Google Shape;9129;p91"/>
          <p:cNvGrpSpPr/>
          <p:nvPr/>
        </p:nvGrpSpPr>
        <p:grpSpPr>
          <a:xfrm>
            <a:off x="3019809" y="1688647"/>
            <a:ext cx="420775" cy="420811"/>
            <a:chOff x="-5251625" y="3272950"/>
            <a:chExt cx="292225" cy="292250"/>
          </a:xfrm>
        </p:grpSpPr>
        <p:sp>
          <p:nvSpPr>
            <p:cNvPr id="9130" name="Google Shape;9130;p91"/>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91"/>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91"/>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3" name="Google Shape;9133;p91"/>
          <p:cNvGrpSpPr/>
          <p:nvPr/>
        </p:nvGrpSpPr>
        <p:grpSpPr>
          <a:xfrm>
            <a:off x="3016407" y="2204348"/>
            <a:ext cx="427578" cy="421351"/>
            <a:chOff x="-5254775" y="3631325"/>
            <a:chExt cx="296950" cy="292625"/>
          </a:xfrm>
        </p:grpSpPr>
        <p:sp>
          <p:nvSpPr>
            <p:cNvPr id="9134" name="Google Shape;9134;p91"/>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91"/>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91"/>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91"/>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91"/>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91"/>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91"/>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1" name="Google Shape;9141;p91"/>
          <p:cNvGrpSpPr/>
          <p:nvPr/>
        </p:nvGrpSpPr>
        <p:grpSpPr>
          <a:xfrm>
            <a:off x="3032265" y="2756270"/>
            <a:ext cx="419659" cy="420775"/>
            <a:chOff x="-5251625" y="3991275"/>
            <a:chExt cx="291450" cy="292225"/>
          </a:xfrm>
        </p:grpSpPr>
        <p:sp>
          <p:nvSpPr>
            <p:cNvPr id="9142" name="Google Shape;9142;p91"/>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91"/>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91"/>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91"/>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91"/>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7" name="Google Shape;9147;p91"/>
          <p:cNvGrpSpPr/>
          <p:nvPr/>
        </p:nvGrpSpPr>
        <p:grpSpPr>
          <a:xfrm>
            <a:off x="5772848" y="1689240"/>
            <a:ext cx="319874" cy="419623"/>
            <a:chOff x="-3365275" y="3253275"/>
            <a:chExt cx="222150" cy="291425"/>
          </a:xfrm>
        </p:grpSpPr>
        <p:sp>
          <p:nvSpPr>
            <p:cNvPr id="9148" name="Google Shape;9148;p91"/>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91"/>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0" name="Google Shape;9150;p91"/>
          <p:cNvGrpSpPr/>
          <p:nvPr/>
        </p:nvGrpSpPr>
        <p:grpSpPr>
          <a:xfrm>
            <a:off x="5746786" y="2204058"/>
            <a:ext cx="371998" cy="421927"/>
            <a:chOff x="-3383375" y="3611625"/>
            <a:chExt cx="258350" cy="293025"/>
          </a:xfrm>
        </p:grpSpPr>
        <p:sp>
          <p:nvSpPr>
            <p:cNvPr id="9151" name="Google Shape;9151;p91"/>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91"/>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3" name="Google Shape;9153;p91"/>
          <p:cNvGrpSpPr/>
          <p:nvPr/>
        </p:nvGrpSpPr>
        <p:grpSpPr>
          <a:xfrm>
            <a:off x="5809135" y="2756826"/>
            <a:ext cx="271097" cy="419659"/>
            <a:chOff x="-3347950" y="3971575"/>
            <a:chExt cx="188275" cy="291450"/>
          </a:xfrm>
        </p:grpSpPr>
        <p:sp>
          <p:nvSpPr>
            <p:cNvPr id="9154" name="Google Shape;9154;p91"/>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91"/>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91"/>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7" name="Google Shape;9157;p91"/>
          <p:cNvGrpSpPr/>
          <p:nvPr/>
        </p:nvGrpSpPr>
        <p:grpSpPr>
          <a:xfrm>
            <a:off x="858994" y="3307061"/>
            <a:ext cx="371998" cy="421927"/>
            <a:chOff x="-1575775" y="3238300"/>
            <a:chExt cx="258350" cy="293025"/>
          </a:xfrm>
        </p:grpSpPr>
        <p:sp>
          <p:nvSpPr>
            <p:cNvPr id="9158" name="Google Shape;9158;p91"/>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91"/>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91"/>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91"/>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91"/>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3" name="Google Shape;9163;p91"/>
          <p:cNvGrpSpPr/>
          <p:nvPr/>
        </p:nvGrpSpPr>
        <p:grpSpPr>
          <a:xfrm>
            <a:off x="2503892" y="3309051"/>
            <a:ext cx="423079" cy="424159"/>
            <a:chOff x="-1591550" y="3597475"/>
            <a:chExt cx="293825" cy="294575"/>
          </a:xfrm>
        </p:grpSpPr>
        <p:sp>
          <p:nvSpPr>
            <p:cNvPr id="9164" name="Google Shape;9164;p91"/>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91"/>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91"/>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7" name="Google Shape;9167;p91"/>
          <p:cNvGrpSpPr/>
          <p:nvPr/>
        </p:nvGrpSpPr>
        <p:grpSpPr>
          <a:xfrm>
            <a:off x="4153362" y="3318663"/>
            <a:ext cx="421927" cy="399248"/>
            <a:chOff x="-1592325" y="3957400"/>
            <a:chExt cx="293025" cy="277275"/>
          </a:xfrm>
        </p:grpSpPr>
        <p:sp>
          <p:nvSpPr>
            <p:cNvPr id="9168" name="Google Shape;9168;p91"/>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91"/>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91"/>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91"/>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2" name="Google Shape;9172;p91"/>
          <p:cNvGrpSpPr/>
          <p:nvPr/>
        </p:nvGrpSpPr>
        <p:grpSpPr>
          <a:xfrm>
            <a:off x="3640232" y="3310744"/>
            <a:ext cx="369730" cy="420775"/>
            <a:chOff x="-778700" y="3612425"/>
            <a:chExt cx="256775" cy="292225"/>
          </a:xfrm>
        </p:grpSpPr>
        <p:sp>
          <p:nvSpPr>
            <p:cNvPr id="9173" name="Google Shape;9173;p91"/>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91"/>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91"/>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91"/>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91"/>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91"/>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9" name="Google Shape;9179;p91"/>
          <p:cNvGrpSpPr/>
          <p:nvPr/>
        </p:nvGrpSpPr>
        <p:grpSpPr>
          <a:xfrm>
            <a:off x="6111733" y="3828305"/>
            <a:ext cx="340731" cy="387641"/>
            <a:chOff x="7728464" y="1561258"/>
            <a:chExt cx="349719" cy="397866"/>
          </a:xfrm>
        </p:grpSpPr>
        <p:sp>
          <p:nvSpPr>
            <p:cNvPr id="9180" name="Google Shape;9180;p91"/>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91"/>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2" name="Google Shape;9182;p91"/>
          <p:cNvGrpSpPr/>
          <p:nvPr/>
        </p:nvGrpSpPr>
        <p:grpSpPr>
          <a:xfrm>
            <a:off x="4034702" y="3828305"/>
            <a:ext cx="387681" cy="387641"/>
            <a:chOff x="5611350" y="1561258"/>
            <a:chExt cx="397907" cy="397866"/>
          </a:xfrm>
        </p:grpSpPr>
        <p:sp>
          <p:nvSpPr>
            <p:cNvPr id="9183" name="Google Shape;9183;p91"/>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91"/>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91"/>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91"/>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7" name="Google Shape;9187;p91"/>
          <p:cNvGrpSpPr/>
          <p:nvPr/>
        </p:nvGrpSpPr>
        <p:grpSpPr>
          <a:xfrm>
            <a:off x="4553987" y="3925571"/>
            <a:ext cx="387610" cy="193109"/>
            <a:chOff x="6140660" y="1661097"/>
            <a:chExt cx="397835" cy="198202"/>
          </a:xfrm>
        </p:grpSpPr>
        <p:sp>
          <p:nvSpPr>
            <p:cNvPr id="9188" name="Google Shape;9188;p91"/>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91"/>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91"/>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91"/>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2" name="Google Shape;9192;p91"/>
          <p:cNvGrpSpPr/>
          <p:nvPr/>
        </p:nvGrpSpPr>
        <p:grpSpPr>
          <a:xfrm>
            <a:off x="5073202" y="3828305"/>
            <a:ext cx="387681" cy="387641"/>
            <a:chOff x="6669907" y="1561258"/>
            <a:chExt cx="397907" cy="397866"/>
          </a:xfrm>
        </p:grpSpPr>
        <p:sp>
          <p:nvSpPr>
            <p:cNvPr id="9193" name="Google Shape;9193;p91"/>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91"/>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91"/>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91"/>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91"/>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8" name="Google Shape;9198;p91"/>
          <p:cNvGrpSpPr/>
          <p:nvPr/>
        </p:nvGrpSpPr>
        <p:grpSpPr>
          <a:xfrm>
            <a:off x="1958433" y="3885842"/>
            <a:ext cx="387681" cy="272572"/>
            <a:chOff x="3386036" y="1746339"/>
            <a:chExt cx="397907" cy="279762"/>
          </a:xfrm>
        </p:grpSpPr>
        <p:sp>
          <p:nvSpPr>
            <p:cNvPr id="9199" name="Google Shape;9199;p91"/>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91"/>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1" name="Google Shape;9201;p91"/>
          <p:cNvGrpSpPr/>
          <p:nvPr/>
        </p:nvGrpSpPr>
        <p:grpSpPr>
          <a:xfrm>
            <a:off x="2996130" y="3828288"/>
            <a:ext cx="387681" cy="387681"/>
            <a:chOff x="4417380" y="1687279"/>
            <a:chExt cx="397907" cy="397907"/>
          </a:xfrm>
        </p:grpSpPr>
        <p:sp>
          <p:nvSpPr>
            <p:cNvPr id="9202" name="Google Shape;9202;p91"/>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91"/>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4" name="Google Shape;9204;p91"/>
          <p:cNvGrpSpPr/>
          <p:nvPr/>
        </p:nvGrpSpPr>
        <p:grpSpPr>
          <a:xfrm>
            <a:off x="7942611" y="3308537"/>
            <a:ext cx="387661" cy="387661"/>
            <a:chOff x="2869999" y="1687279"/>
            <a:chExt cx="397887" cy="397887"/>
          </a:xfrm>
        </p:grpSpPr>
        <p:sp>
          <p:nvSpPr>
            <p:cNvPr id="9205" name="Google Shape;9205;p91"/>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91"/>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7" name="Google Shape;9207;p91"/>
          <p:cNvGrpSpPr/>
          <p:nvPr/>
        </p:nvGrpSpPr>
        <p:grpSpPr>
          <a:xfrm>
            <a:off x="2477718" y="3828664"/>
            <a:ext cx="386807" cy="386929"/>
            <a:chOff x="3902887" y="1687655"/>
            <a:chExt cx="397010" cy="397135"/>
          </a:xfrm>
        </p:grpSpPr>
        <p:sp>
          <p:nvSpPr>
            <p:cNvPr id="9208" name="Google Shape;9208;p91"/>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91"/>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91"/>
          <p:cNvGrpSpPr/>
          <p:nvPr/>
        </p:nvGrpSpPr>
        <p:grpSpPr>
          <a:xfrm>
            <a:off x="3515416" y="3828344"/>
            <a:ext cx="387681" cy="387681"/>
            <a:chOff x="4933458" y="1687279"/>
            <a:chExt cx="397907" cy="397907"/>
          </a:xfrm>
        </p:grpSpPr>
        <p:sp>
          <p:nvSpPr>
            <p:cNvPr id="9211" name="Google Shape;9211;p91"/>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91"/>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3" name="Google Shape;9213;p91"/>
          <p:cNvGrpSpPr/>
          <p:nvPr/>
        </p:nvGrpSpPr>
        <p:grpSpPr>
          <a:xfrm>
            <a:off x="5286246" y="3308537"/>
            <a:ext cx="387681" cy="387661"/>
            <a:chOff x="266768" y="1721375"/>
            <a:chExt cx="397907" cy="397887"/>
          </a:xfrm>
        </p:grpSpPr>
        <p:sp>
          <p:nvSpPr>
            <p:cNvPr id="9214" name="Google Shape;9214;p91"/>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91"/>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6" name="Google Shape;9216;p91"/>
          <p:cNvGrpSpPr/>
          <p:nvPr/>
        </p:nvGrpSpPr>
        <p:grpSpPr>
          <a:xfrm>
            <a:off x="7411672" y="3308924"/>
            <a:ext cx="387539" cy="386888"/>
            <a:chOff x="2408992" y="1722875"/>
            <a:chExt cx="397761" cy="397093"/>
          </a:xfrm>
        </p:grpSpPr>
        <p:sp>
          <p:nvSpPr>
            <p:cNvPr id="9217" name="Google Shape;9217;p91"/>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91"/>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9" name="Google Shape;9219;p91"/>
          <p:cNvGrpSpPr/>
          <p:nvPr/>
        </p:nvGrpSpPr>
        <p:grpSpPr>
          <a:xfrm>
            <a:off x="5592488" y="3828305"/>
            <a:ext cx="387641" cy="387641"/>
            <a:chOff x="7199196" y="1561258"/>
            <a:chExt cx="397866" cy="397866"/>
          </a:xfrm>
        </p:grpSpPr>
        <p:sp>
          <p:nvSpPr>
            <p:cNvPr id="9220" name="Google Shape;9220;p91"/>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91"/>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91"/>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23" name="Google Shape;9223;p91"/>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9224" name="Google Shape;9224;p91"/>
          <p:cNvGrpSpPr/>
          <p:nvPr/>
        </p:nvGrpSpPr>
        <p:grpSpPr>
          <a:xfrm>
            <a:off x="6348367" y="3308537"/>
            <a:ext cx="387661" cy="387661"/>
            <a:chOff x="1379798" y="1723250"/>
            <a:chExt cx="397887" cy="397887"/>
          </a:xfrm>
        </p:grpSpPr>
        <p:sp>
          <p:nvSpPr>
            <p:cNvPr id="9225" name="Google Shape;9225;p91"/>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91"/>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91"/>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91"/>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9" name="Google Shape;9229;p91"/>
          <p:cNvGrpSpPr/>
          <p:nvPr/>
        </p:nvGrpSpPr>
        <p:grpSpPr>
          <a:xfrm>
            <a:off x="5817327" y="3308537"/>
            <a:ext cx="387641" cy="387661"/>
            <a:chOff x="864491" y="1723250"/>
            <a:chExt cx="397866" cy="397887"/>
          </a:xfrm>
        </p:grpSpPr>
        <p:sp>
          <p:nvSpPr>
            <p:cNvPr id="9230" name="Google Shape;9230;p91"/>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91"/>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91"/>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33" name="Google Shape;9233;p91"/>
          <p:cNvSpPr/>
          <p:nvPr/>
        </p:nvSpPr>
        <p:spPr>
          <a:xfrm>
            <a:off x="6879427"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4" name="Google Shape;9234;p91"/>
          <p:cNvGrpSpPr/>
          <p:nvPr/>
        </p:nvGrpSpPr>
        <p:grpSpPr>
          <a:xfrm>
            <a:off x="6584154" y="3827060"/>
            <a:ext cx="388966" cy="388966"/>
            <a:chOff x="1190625" y="238125"/>
            <a:chExt cx="5235075" cy="5235075"/>
          </a:xfrm>
        </p:grpSpPr>
        <p:sp>
          <p:nvSpPr>
            <p:cNvPr id="9235" name="Google Shape;9235;p91"/>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91"/>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240"/>
        <p:cNvGrpSpPr/>
        <p:nvPr/>
      </p:nvGrpSpPr>
      <p:grpSpPr>
        <a:xfrm>
          <a:off x="0" y="0"/>
          <a:ext cx="0" cy="0"/>
          <a:chOff x="0" y="0"/>
          <a:chExt cx="0" cy="0"/>
        </a:xfrm>
      </p:grpSpPr>
      <p:pic>
        <p:nvPicPr>
          <p:cNvPr id="9241" name="Google Shape;9241;p9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Practical Life Subject for High School - 9th Grade: Family Involvement by Slidesgo">
  <a:themeElements>
    <a:clrScheme name="Simple Light">
      <a:dk1>
        <a:srgbClr val="13181E"/>
      </a:dk1>
      <a:lt1>
        <a:srgbClr val="FFFFFF"/>
      </a:lt1>
      <a:dk2>
        <a:srgbClr val="FF6B65"/>
      </a:dk2>
      <a:lt2>
        <a:srgbClr val="FFFBF6"/>
      </a:lt2>
      <a:accent1>
        <a:srgbClr val="FF9590"/>
      </a:accent1>
      <a:accent2>
        <a:srgbClr val="FF6B65"/>
      </a:accent2>
      <a:accent3>
        <a:srgbClr val="C94747"/>
      </a:accent3>
      <a:accent4>
        <a:srgbClr val="FCB1AE"/>
      </a:accent4>
      <a:accent5>
        <a:srgbClr val="13181E"/>
      </a:accent5>
      <a:accent6>
        <a:srgbClr val="FFFFFF"/>
      </a:accent6>
      <a:hlink>
        <a:srgbClr val="FF6B6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TotalTime>
  <Words>2266</Words>
  <Application>Microsoft Office PowerPoint</Application>
  <PresentationFormat>On-screen Show (16:9)</PresentationFormat>
  <Paragraphs>364</Paragraphs>
  <Slides>56</Slides>
  <Notes>56</Notes>
  <HiddenSlides>0</HiddenSlides>
  <MMClips>0</MMClips>
  <ScaleCrop>false</ScaleCrop>
  <HeadingPairs>
    <vt:vector size="6" baseType="variant">
      <vt:variant>
        <vt:lpstr>Fonts Used</vt:lpstr>
      </vt:variant>
      <vt:variant>
        <vt:i4>10</vt:i4>
      </vt:variant>
      <vt:variant>
        <vt:lpstr>Theme</vt:lpstr>
      </vt:variant>
      <vt:variant>
        <vt:i4>2</vt:i4>
      </vt:variant>
      <vt:variant>
        <vt:lpstr>Slide Titles</vt:lpstr>
      </vt:variant>
      <vt:variant>
        <vt:i4>56</vt:i4>
      </vt:variant>
    </vt:vector>
  </HeadingPairs>
  <TitlesOfParts>
    <vt:vector size="68" baseType="lpstr">
      <vt:lpstr>Arial</vt:lpstr>
      <vt:lpstr>Roboto Medium</vt:lpstr>
      <vt:lpstr>M PLUS 1p</vt:lpstr>
      <vt:lpstr>Calibri</vt:lpstr>
      <vt:lpstr>Montserrat</vt:lpstr>
      <vt:lpstr>Proxima Nova</vt:lpstr>
      <vt:lpstr>Amatic SC</vt:lpstr>
      <vt:lpstr>PT Sans</vt:lpstr>
      <vt:lpstr>Roboto Condensed Light</vt:lpstr>
      <vt:lpstr>Proxima Nova Semibold</vt:lpstr>
      <vt:lpstr>Practical Life Subject for High School - 9th Grade: Family Involvement by Slidesgo</vt:lpstr>
      <vt:lpstr>Slidesgo Final Pages</vt:lpstr>
      <vt:lpstr>Granhub Online Community The next steps</vt:lpstr>
      <vt:lpstr>CONTENTS OF THIS TEMPLATE</vt:lpstr>
      <vt:lpstr>The family</vt:lpstr>
      <vt:lpstr>WHOA!</vt:lpstr>
      <vt:lpstr>INTRODUCTION</vt:lpstr>
      <vt:lpstr>THE FAMILY</vt:lpstr>
      <vt:lpstr>THE SLIDE TITLE GOES HERE!</vt:lpstr>
      <vt:lpstr>Mercury</vt:lpstr>
      <vt:lpstr>Venus</vt:lpstr>
      <vt:lpstr>Venus</vt:lpstr>
      <vt:lpstr>Mars</vt:lpstr>
      <vt:lpstr>AWESOME WORDS</vt:lpstr>
      <vt:lpstr>—SOMEONE FAMOUS</vt:lpstr>
      <vt:lpstr>A PICTURE IS WORTH A THOUSAND WORDS</vt:lpstr>
      <vt:lpstr>A PICTURE ALWAYS REINFORCES THE CONCEPT</vt:lpstr>
      <vt:lpstr>CONCEPTS</vt:lpstr>
      <vt:lpstr>150,000</vt:lpstr>
      <vt:lpstr>9h 55m 23s</vt:lpstr>
      <vt:lpstr>Venus</vt:lpstr>
      <vt:lpstr>DESKTOP</vt:lpstr>
      <vt:lpstr>TABLET APP</vt:lpstr>
      <vt:lpstr>SMARTPHONE</vt:lpstr>
      <vt:lpstr>Jenna Doe</vt:lpstr>
      <vt:lpstr>FEATURES</vt:lpstr>
      <vt:lpstr>THIS IS A MAP</vt:lpstr>
      <vt:lpstr>A FAMILY TIMELINE</vt:lpstr>
      <vt:lpstr>FAMILY DYNAMICS</vt:lpstr>
      <vt:lpstr>FAMILY SKILLS</vt:lpstr>
      <vt:lpstr>FAMILY SUPPORTS</vt:lpstr>
      <vt:lpstr>FAMILY RESPONSIBILITIES</vt:lpstr>
      <vt:lpstr>6 TYPES OF FAMILY INVOLVEMENT</vt:lpstr>
      <vt:lpstr>FAMILY ROLES</vt:lpstr>
      <vt:lpstr>REFERENCES</vt:lpstr>
      <vt:lpstr>SIGNS OF A HEALTHY FAMILY</vt:lpstr>
      <vt:lpstr>THANKS!</vt:lpstr>
      <vt:lpstr>ICON PACK: GLOBAL DAY OF PARENTS</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5279</cp:lastModifiedBy>
  <cp:revision>1</cp:revision>
  <dcterms:modified xsi:type="dcterms:W3CDTF">2024-08-09T09:28:07Z</dcterms:modified>
</cp:coreProperties>
</file>